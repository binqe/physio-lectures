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0"/>
  </p:notesMasterIdLst>
  <p:sldIdLst>
    <p:sldId id="256" r:id="rId2"/>
    <p:sldId id="663" r:id="rId3"/>
    <p:sldId id="365" r:id="rId4"/>
    <p:sldId id="257" r:id="rId5"/>
    <p:sldId id="368" r:id="rId6"/>
    <p:sldId id="405" r:id="rId7"/>
    <p:sldId id="369" r:id="rId8"/>
    <p:sldId id="399" r:id="rId9"/>
    <p:sldId id="370" r:id="rId10"/>
    <p:sldId id="371" r:id="rId11"/>
    <p:sldId id="258" r:id="rId12"/>
    <p:sldId id="376" r:id="rId13"/>
    <p:sldId id="434" r:id="rId14"/>
    <p:sldId id="377" r:id="rId15"/>
    <p:sldId id="268" r:id="rId16"/>
    <p:sldId id="401" r:id="rId17"/>
    <p:sldId id="378" r:id="rId18"/>
    <p:sldId id="379" r:id="rId19"/>
    <p:sldId id="381" r:id="rId20"/>
    <p:sldId id="664" r:id="rId21"/>
    <p:sldId id="665" r:id="rId22"/>
    <p:sldId id="382" r:id="rId23"/>
    <p:sldId id="659" r:id="rId24"/>
    <p:sldId id="380" r:id="rId25"/>
    <p:sldId id="435" r:id="rId26"/>
    <p:sldId id="447" r:id="rId27"/>
    <p:sldId id="375" r:id="rId28"/>
    <p:sldId id="407" r:id="rId29"/>
    <p:sldId id="406" r:id="rId30"/>
    <p:sldId id="658" r:id="rId31"/>
    <p:sldId id="643" r:id="rId32"/>
    <p:sldId id="642" r:id="rId33"/>
    <p:sldId id="282" r:id="rId34"/>
    <p:sldId id="279" r:id="rId35"/>
    <p:sldId id="409" r:id="rId36"/>
    <p:sldId id="436" r:id="rId37"/>
    <p:sldId id="649" r:id="rId38"/>
    <p:sldId id="358" r:id="rId39"/>
    <p:sldId id="637" r:id="rId40"/>
    <p:sldId id="300" r:id="rId41"/>
    <p:sldId id="265" r:id="rId42"/>
    <p:sldId id="403" r:id="rId43"/>
    <p:sldId id="411" r:id="rId44"/>
    <p:sldId id="305" r:id="rId45"/>
    <p:sldId id="304" r:id="rId46"/>
    <p:sldId id="338" r:id="rId47"/>
    <p:sldId id="354" r:id="rId48"/>
    <p:sldId id="357" r:id="rId49"/>
    <p:sldId id="273" r:id="rId50"/>
    <p:sldId id="324" r:id="rId51"/>
    <p:sldId id="647" r:id="rId52"/>
    <p:sldId id="266" r:id="rId53"/>
    <p:sldId id="322" r:id="rId54"/>
    <p:sldId id="274" r:id="rId55"/>
    <p:sldId id="337" r:id="rId56"/>
    <p:sldId id="650" r:id="rId57"/>
    <p:sldId id="651" r:id="rId58"/>
    <p:sldId id="306" r:id="rId59"/>
    <p:sldId id="646" r:id="rId60"/>
    <p:sldId id="640" r:id="rId61"/>
    <p:sldId id="438" r:id="rId62"/>
    <p:sldId id="634" r:id="rId63"/>
    <p:sldId id="271" r:id="rId64"/>
    <p:sldId id="667" r:id="rId65"/>
    <p:sldId id="668" r:id="rId66"/>
    <p:sldId id="311" r:id="rId67"/>
    <p:sldId id="326" r:id="rId68"/>
    <p:sldId id="328" r:id="rId69"/>
    <p:sldId id="286" r:id="rId70"/>
    <p:sldId id="330" r:id="rId71"/>
    <p:sldId id="333" r:id="rId72"/>
    <p:sldId id="334" r:id="rId73"/>
    <p:sldId id="329" r:id="rId74"/>
    <p:sldId id="644" r:id="rId75"/>
    <p:sldId id="331" r:id="rId76"/>
    <p:sldId id="277" r:id="rId77"/>
    <p:sldId id="645" r:id="rId78"/>
    <p:sldId id="412" r:id="rId79"/>
    <p:sldId id="432" r:id="rId80"/>
    <p:sldId id="319" r:id="rId81"/>
    <p:sldId id="394" r:id="rId82"/>
    <p:sldId id="430" r:id="rId83"/>
    <p:sldId id="441" r:id="rId84"/>
    <p:sldId id="387" r:id="rId85"/>
    <p:sldId id="425" r:id="rId86"/>
    <p:sldId id="442" r:id="rId87"/>
    <p:sldId id="443" r:id="rId88"/>
    <p:sldId id="657" r:id="rId89"/>
    <p:sldId id="444" r:id="rId90"/>
    <p:sldId id="422" r:id="rId91"/>
    <p:sldId id="414" r:id="rId92"/>
    <p:sldId id="417" r:id="rId93"/>
    <p:sldId id="433" r:id="rId94"/>
    <p:sldId id="397" r:id="rId95"/>
    <p:sldId id="390" r:id="rId96"/>
    <p:sldId id="424" r:id="rId97"/>
    <p:sldId id="431" r:id="rId98"/>
    <p:sldId id="290" r:id="rId99"/>
    <p:sldId id="392" r:id="rId100"/>
    <p:sldId id="391" r:id="rId101"/>
    <p:sldId id="388" r:id="rId102"/>
    <p:sldId id="445" r:id="rId103"/>
    <p:sldId id="335" r:id="rId104"/>
    <p:sldId id="635" r:id="rId105"/>
    <p:sldId id="636" r:id="rId106"/>
    <p:sldId id="336" r:id="rId107"/>
    <p:sldId id="656" r:id="rId108"/>
    <p:sldId id="448" r:id="rId109"/>
    <p:sldId id="281" r:id="rId110"/>
    <p:sldId id="440" r:id="rId111"/>
    <p:sldId id="359" r:id="rId112"/>
    <p:sldId id="648" r:id="rId113"/>
    <p:sldId id="660" r:id="rId114"/>
    <p:sldId id="363" r:id="rId115"/>
    <p:sldId id="652" r:id="rId116"/>
    <p:sldId id="653" r:id="rId117"/>
    <p:sldId id="654" r:id="rId118"/>
    <p:sldId id="655" r:id="rId1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4A2F20-F694-40F6-8D0D-B03E250B60D2}" v="13" dt="2025-11-13T00:16:58.014"/>
  </p1510:revLst>
</p1510:revInfo>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7EAED"/>
          </a:solidFill>
        </a:fill>
      </a:tcStyle>
    </a:wholeTbl>
    <a:band1H>
      <a:tcStyle>
        <a:tcBdr/>
        <a:fill>
          <a:solidFill>
            <a:srgbClr val="CCD2D8"/>
          </a:solidFill>
        </a:fill>
      </a:tcStyle>
    </a:band1H>
    <a:band2H>
      <a:tcStyle>
        <a:tcBdr/>
      </a:tcStyle>
    </a:band2H>
    <a:band1V>
      <a:tcStyle>
        <a:tcBdr/>
        <a:fill>
          <a:solidFill>
            <a:srgbClr val="CCD2D8"/>
          </a:solidFill>
        </a:fill>
      </a:tcStyle>
    </a:band1V>
    <a:band2V>
      <a:tcStyle>
        <a:tcBdr/>
      </a:tcStyle>
    </a:band2V>
    <a:lastCol>
      <a:tcTxStyle b="on">
        <a:font>
          <a:latin typeface="+mn-lt"/>
          <a:ea typeface="+mn-ea"/>
          <a:cs typeface="+mn-cs"/>
        </a:font>
        <a:srgbClr val="FFFFFF"/>
      </a:tcTxStyle>
      <a:tcStyle>
        <a:tcBdr/>
        <a:fill>
          <a:solidFill>
            <a:srgbClr val="156082"/>
          </a:solidFill>
        </a:fill>
      </a:tcStyle>
    </a:lastCol>
    <a:firstCol>
      <a:tcTxStyle b="on">
        <a:font>
          <a:latin typeface="+mn-lt"/>
          <a:ea typeface="+mn-ea"/>
          <a:cs typeface="+mn-cs"/>
        </a:font>
        <a:srgbClr val="FFFFFF"/>
      </a:tcTxStyle>
      <a:tcStyle>
        <a:tcBdr/>
        <a:fill>
          <a:solidFill>
            <a:srgbClr val="156082"/>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156082"/>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15608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26" autoAdjust="0"/>
    <p:restoredTop sz="90411" autoAdjust="0"/>
  </p:normalViewPr>
  <p:slideViewPr>
    <p:cSldViewPr snapToGrid="0">
      <p:cViewPr varScale="1">
        <p:scale>
          <a:sx n="92" d="100"/>
          <a:sy n="92" d="100"/>
        </p:scale>
        <p:origin x="384"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125"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endra Thapa" userId="e41109baddaf3fb9" providerId="LiveId" clId="{22FAAC7A-089C-47DC-9E5D-F38571EFDCEA}"/>
    <pc:docChg chg="undo custSel addSld delSld modSld sldOrd">
      <pc:chgData name="Rajendra Thapa" userId="e41109baddaf3fb9" providerId="LiveId" clId="{22FAAC7A-089C-47DC-9E5D-F38571EFDCEA}" dt="2025-11-13T00:17:57.508" v="37094" actId="1076"/>
      <pc:docMkLst>
        <pc:docMk/>
      </pc:docMkLst>
      <pc:sldChg chg="addSp delSp modSp mod delAnim modAnim">
        <pc:chgData name="Rajendra Thapa" userId="e41109baddaf3fb9" providerId="LiveId" clId="{22FAAC7A-089C-47DC-9E5D-F38571EFDCEA}" dt="2025-11-11T23:40:25.229" v="36609" actId="1076"/>
        <pc:sldMkLst>
          <pc:docMk/>
          <pc:sldMk cId="0" sldId="256"/>
        </pc:sldMkLst>
        <pc:spChg chg="mod">
          <ac:chgData name="Rajendra Thapa" userId="e41109baddaf3fb9" providerId="LiveId" clId="{22FAAC7A-089C-47DC-9E5D-F38571EFDCEA}" dt="2025-11-11T23:40:25.229" v="36609" actId="1076"/>
          <ac:spMkLst>
            <pc:docMk/>
            <pc:sldMk cId="0" sldId="256"/>
            <ac:spMk id="2" creationId="{EC90437C-0D35-E0F3-B253-90DE35C47903}"/>
          </ac:spMkLst>
        </pc:spChg>
        <pc:spChg chg="add mod">
          <ac:chgData name="Rajendra Thapa" userId="e41109baddaf3fb9" providerId="LiveId" clId="{22FAAC7A-089C-47DC-9E5D-F38571EFDCEA}" dt="2025-11-11T23:40:23.721" v="36608" actId="478"/>
          <ac:spMkLst>
            <pc:docMk/>
            <pc:sldMk cId="0" sldId="256"/>
            <ac:spMk id="5" creationId="{2886AD65-7CFA-4C91-68B4-47C1BE04EA71}"/>
          </ac:spMkLst>
        </pc:spChg>
      </pc:sldChg>
      <pc:sldChg chg="addSp delSp modSp mod modNotesTx">
        <pc:chgData name="Rajendra Thapa" userId="e41109baddaf3fb9" providerId="LiveId" clId="{22FAAC7A-089C-47DC-9E5D-F38571EFDCEA}" dt="2025-11-12T22:00:42.223" v="36746" actId="20577"/>
        <pc:sldMkLst>
          <pc:docMk/>
          <pc:sldMk cId="0" sldId="257"/>
        </pc:sldMkLst>
        <pc:spChg chg="mod">
          <ac:chgData name="Rajendra Thapa" userId="e41109baddaf3fb9" providerId="LiveId" clId="{22FAAC7A-089C-47DC-9E5D-F38571EFDCEA}" dt="2025-10-26T16:06:55.060" v="14840" actId="255"/>
          <ac:spMkLst>
            <pc:docMk/>
            <pc:sldMk cId="0" sldId="257"/>
            <ac:spMk id="2" creationId="{AF855B78-0054-E90E-F96D-3CAF2C88F14F}"/>
          </ac:spMkLst>
        </pc:spChg>
        <pc:spChg chg="mod">
          <ac:chgData name="Rajendra Thapa" userId="e41109baddaf3fb9" providerId="LiveId" clId="{22FAAC7A-089C-47DC-9E5D-F38571EFDCEA}" dt="2025-11-12T22:00:42.223" v="36746" actId="20577"/>
          <ac:spMkLst>
            <pc:docMk/>
            <pc:sldMk cId="0" sldId="257"/>
            <ac:spMk id="4" creationId="{DC89144A-6FCB-72B2-E056-E3179758C05C}"/>
          </ac:spMkLst>
        </pc:spChg>
        <pc:spChg chg="mod">
          <ac:chgData name="Rajendra Thapa" userId="e41109baddaf3fb9" providerId="LiveId" clId="{22FAAC7A-089C-47DC-9E5D-F38571EFDCEA}" dt="2025-11-01T14:39:00.405" v="23409" actId="255"/>
          <ac:spMkLst>
            <pc:docMk/>
            <pc:sldMk cId="0" sldId="257"/>
            <ac:spMk id="5" creationId="{8664CF8F-AE7C-1551-7191-54C5466B0415}"/>
          </ac:spMkLst>
        </pc:spChg>
        <pc:spChg chg="add mod">
          <ac:chgData name="Rajendra Thapa" userId="e41109baddaf3fb9" providerId="LiveId" clId="{22FAAC7A-089C-47DC-9E5D-F38571EFDCEA}" dt="2025-11-12T21:59:54.482" v="36744" actId="1076"/>
          <ac:spMkLst>
            <pc:docMk/>
            <pc:sldMk cId="0" sldId="257"/>
            <ac:spMk id="6" creationId="{652BD1AF-2D16-F5D1-57F3-3837791D6041}"/>
          </ac:spMkLst>
        </pc:spChg>
        <pc:graphicFrameChg chg="add mod modGraphic">
          <ac:chgData name="Rajendra Thapa" userId="e41109baddaf3fb9" providerId="LiveId" clId="{22FAAC7A-089C-47DC-9E5D-F38571EFDCEA}" dt="2025-10-26T12:41:03.038" v="14209" actId="20577"/>
          <ac:graphicFrameMkLst>
            <pc:docMk/>
            <pc:sldMk cId="0" sldId="257"/>
            <ac:graphicFrameMk id="11" creationId="{399268F8-9ADB-DCF9-9C23-8DAE8DCD1ED7}"/>
          </ac:graphicFrameMkLst>
        </pc:graphicFrameChg>
      </pc:sldChg>
      <pc:sldChg chg="addSp delSp modSp mod ord setBg modAnim">
        <pc:chgData name="Rajendra Thapa" userId="e41109baddaf3fb9" providerId="LiveId" clId="{22FAAC7A-089C-47DC-9E5D-F38571EFDCEA}" dt="2025-10-26T16:11:11.639" v="14910" actId="2711"/>
        <pc:sldMkLst>
          <pc:docMk/>
          <pc:sldMk cId="0" sldId="258"/>
        </pc:sldMkLst>
        <pc:spChg chg="mod">
          <ac:chgData name="Rajendra Thapa" userId="e41109baddaf3fb9" providerId="LiveId" clId="{22FAAC7A-089C-47DC-9E5D-F38571EFDCEA}" dt="2025-10-26T16:09:50.846" v="14899" actId="27636"/>
          <ac:spMkLst>
            <pc:docMk/>
            <pc:sldMk cId="0" sldId="258"/>
            <ac:spMk id="2" creationId="{FF4538E6-D18F-2A5A-882E-F42B08B5FC74}"/>
          </ac:spMkLst>
        </pc:spChg>
        <pc:spChg chg="mod">
          <ac:chgData name="Rajendra Thapa" userId="e41109baddaf3fb9" providerId="LiveId" clId="{22FAAC7A-089C-47DC-9E5D-F38571EFDCEA}" dt="2025-10-18T22:48:42.075" v="8121" actId="26606"/>
          <ac:spMkLst>
            <pc:docMk/>
            <pc:sldMk cId="0" sldId="258"/>
            <ac:spMk id="3" creationId="{075476EC-29A6-F107-61E9-A3085EC0D070}"/>
          </ac:spMkLst>
        </pc:spChg>
        <pc:spChg chg="mod">
          <ac:chgData name="Rajendra Thapa" userId="e41109baddaf3fb9" providerId="LiveId" clId="{22FAAC7A-089C-47DC-9E5D-F38571EFDCEA}" dt="2025-10-26T16:10:52.216" v="14909" actId="2711"/>
          <ac:spMkLst>
            <pc:docMk/>
            <pc:sldMk cId="0" sldId="258"/>
            <ac:spMk id="5" creationId="{E8F577FE-C061-3490-02E0-DE96A4518089}"/>
          </ac:spMkLst>
        </pc:spChg>
        <pc:spChg chg="add mod">
          <ac:chgData name="Rajendra Thapa" userId="e41109baddaf3fb9" providerId="LiveId" clId="{22FAAC7A-089C-47DC-9E5D-F38571EFDCEA}" dt="2025-10-26T16:11:11.639" v="14910" actId="2711"/>
          <ac:spMkLst>
            <pc:docMk/>
            <pc:sldMk cId="0" sldId="258"/>
            <ac:spMk id="6" creationId="{B832C51E-8540-2AEE-A7C5-2F1FBAA51B55}"/>
          </ac:spMkLst>
        </pc:spChg>
        <pc:spChg chg="add">
          <ac:chgData name="Rajendra Thapa" userId="e41109baddaf3fb9" providerId="LiveId" clId="{22FAAC7A-089C-47DC-9E5D-F38571EFDCEA}" dt="2025-10-18T22:48:42.075" v="8121" actId="26606"/>
          <ac:spMkLst>
            <pc:docMk/>
            <pc:sldMk cId="0" sldId="258"/>
            <ac:spMk id="10" creationId="{21739CA5-F0F5-48E1-8E8C-F24B71827E46}"/>
          </ac:spMkLst>
        </pc:spChg>
        <pc:spChg chg="add">
          <ac:chgData name="Rajendra Thapa" userId="e41109baddaf3fb9" providerId="LiveId" clId="{22FAAC7A-089C-47DC-9E5D-F38571EFDCEA}" dt="2025-10-18T22:48:42.075" v="8121" actId="26606"/>
          <ac:spMkLst>
            <pc:docMk/>
            <pc:sldMk cId="0" sldId="258"/>
            <ac:spMk id="12" creationId="{3EAD2937-F230-41D4-B9C5-975B129BFC20}"/>
          </ac:spMkLst>
        </pc:spChg>
        <pc:spChg chg="add">
          <ac:chgData name="Rajendra Thapa" userId="e41109baddaf3fb9" providerId="LiveId" clId="{22FAAC7A-089C-47DC-9E5D-F38571EFDCEA}" dt="2025-10-18T22:48:42.075" v="8121" actId="26606"/>
          <ac:spMkLst>
            <pc:docMk/>
            <pc:sldMk cId="0" sldId="258"/>
            <ac:spMk id="14" creationId="{CCD444A3-C338-4886-B7F1-4BA2AF46EB64}"/>
          </ac:spMkLst>
        </pc:spChg>
        <pc:picChg chg="add mod">
          <ac:chgData name="Rajendra Thapa" userId="e41109baddaf3fb9" providerId="LiveId" clId="{22FAAC7A-089C-47DC-9E5D-F38571EFDCEA}" dt="2025-10-26T13:07:55.204" v="14216" actId="1076"/>
          <ac:picMkLst>
            <pc:docMk/>
            <pc:sldMk cId="0" sldId="258"/>
            <ac:picMk id="7" creationId="{750BCBA2-A75F-01A5-6F61-629B7157A707}"/>
          </ac:picMkLst>
        </pc:picChg>
      </pc:sldChg>
      <pc:sldChg chg="addSp delSp modSp mod ord setBg">
        <pc:chgData name="Rajendra Thapa" userId="e41109baddaf3fb9" providerId="LiveId" clId="{22FAAC7A-089C-47DC-9E5D-F38571EFDCEA}" dt="2025-11-01T16:20:22.928" v="24534"/>
        <pc:sldMkLst>
          <pc:docMk/>
          <pc:sldMk cId="0" sldId="265"/>
        </pc:sldMkLst>
        <pc:spChg chg="mod">
          <ac:chgData name="Rajendra Thapa" userId="e41109baddaf3fb9" providerId="LiveId" clId="{22FAAC7A-089C-47DC-9E5D-F38571EFDCEA}" dt="2025-10-26T17:33:48.298" v="16437" actId="255"/>
          <ac:spMkLst>
            <pc:docMk/>
            <pc:sldMk cId="0" sldId="265"/>
            <ac:spMk id="2" creationId="{477D9518-37A8-A314-5B73-BD81BB033144}"/>
          </ac:spMkLst>
        </pc:spChg>
        <pc:spChg chg="mod">
          <ac:chgData name="Rajendra Thapa" userId="e41109baddaf3fb9" providerId="LiveId" clId="{22FAAC7A-089C-47DC-9E5D-F38571EFDCEA}" dt="2025-11-01T16:20:01.275" v="24532" actId="255"/>
          <ac:spMkLst>
            <pc:docMk/>
            <pc:sldMk cId="0" sldId="265"/>
            <ac:spMk id="3" creationId="{9D30D979-9949-D42B-04D9-31BAECBC430F}"/>
          </ac:spMkLst>
        </pc:spChg>
        <pc:spChg chg="add">
          <ac:chgData name="Rajendra Thapa" userId="e41109baddaf3fb9" providerId="LiveId" clId="{22FAAC7A-089C-47DC-9E5D-F38571EFDCEA}" dt="2025-10-26T17:31:36.632" v="16426" actId="26606"/>
          <ac:spMkLst>
            <pc:docMk/>
            <pc:sldMk cId="0" sldId="265"/>
            <ac:spMk id="17" creationId="{1B15ED52-F352-441B-82BF-E0EA34836D08}"/>
          </ac:spMkLst>
        </pc:spChg>
        <pc:spChg chg="add">
          <ac:chgData name="Rajendra Thapa" userId="e41109baddaf3fb9" providerId="LiveId" clId="{22FAAC7A-089C-47DC-9E5D-F38571EFDCEA}" dt="2025-10-26T17:31:36.632" v="16426" actId="26606"/>
          <ac:spMkLst>
            <pc:docMk/>
            <pc:sldMk cId="0" sldId="265"/>
            <ac:spMk id="19" creationId="{3B2E3793-BFE6-45A2-9B7B-E18844431C99}"/>
          </ac:spMkLst>
        </pc:spChg>
        <pc:spChg chg="add">
          <ac:chgData name="Rajendra Thapa" userId="e41109baddaf3fb9" providerId="LiveId" clId="{22FAAC7A-089C-47DC-9E5D-F38571EFDCEA}" dt="2025-10-26T17:31:36.632" v="16426" actId="26606"/>
          <ac:spMkLst>
            <pc:docMk/>
            <pc:sldMk cId="0" sldId="265"/>
            <ac:spMk id="21" creationId="{BC4C4868-CB8F-4AF9-9CDB-8108F2C19B67}"/>
          </ac:spMkLst>
        </pc:spChg>
        <pc:spChg chg="add">
          <ac:chgData name="Rajendra Thapa" userId="e41109baddaf3fb9" providerId="LiveId" clId="{22FAAC7A-089C-47DC-9E5D-F38571EFDCEA}" dt="2025-10-26T17:31:36.632" v="16426" actId="26606"/>
          <ac:spMkLst>
            <pc:docMk/>
            <pc:sldMk cId="0" sldId="265"/>
            <ac:spMk id="23" creationId="{375E0459-6403-40CD-989D-56A4407CA12E}"/>
          </ac:spMkLst>
        </pc:spChg>
        <pc:spChg chg="add">
          <ac:chgData name="Rajendra Thapa" userId="e41109baddaf3fb9" providerId="LiveId" clId="{22FAAC7A-089C-47DC-9E5D-F38571EFDCEA}" dt="2025-10-26T17:31:36.632" v="16426" actId="26606"/>
          <ac:spMkLst>
            <pc:docMk/>
            <pc:sldMk cId="0" sldId="265"/>
            <ac:spMk id="25" creationId="{53E5B1A8-3AC9-4BD1-9BBC-78CA94F2D1BA}"/>
          </ac:spMkLst>
        </pc:spChg>
      </pc:sldChg>
      <pc:sldChg chg="addSp modSp mod ord setBg">
        <pc:chgData name="Rajendra Thapa" userId="e41109baddaf3fb9" providerId="LiveId" clId="{22FAAC7A-089C-47DC-9E5D-F38571EFDCEA}" dt="2025-11-01T16:32:18.555" v="24602"/>
        <pc:sldMkLst>
          <pc:docMk/>
          <pc:sldMk cId="0" sldId="266"/>
        </pc:sldMkLst>
        <pc:spChg chg="add">
          <ac:chgData name="Rajendra Thapa" userId="e41109baddaf3fb9" providerId="LiveId" clId="{22FAAC7A-089C-47DC-9E5D-F38571EFDCEA}" dt="2025-10-18T23:44:28.616" v="8777" actId="26606"/>
          <ac:spMkLst>
            <pc:docMk/>
            <pc:sldMk cId="0" sldId="266"/>
            <ac:spMk id="7" creationId="{6753252F-4873-4F63-801D-CC719279A7D5}"/>
          </ac:spMkLst>
        </pc:spChg>
        <pc:spChg chg="add">
          <ac:chgData name="Rajendra Thapa" userId="e41109baddaf3fb9" providerId="LiveId" clId="{22FAAC7A-089C-47DC-9E5D-F38571EFDCEA}" dt="2025-10-18T23:44:28.616" v="8777" actId="26606"/>
          <ac:spMkLst>
            <pc:docMk/>
            <pc:sldMk cId="0" sldId="266"/>
            <ac:spMk id="9" creationId="{047C8CCB-F95D-4249-92DD-651249D3535A}"/>
          </ac:spMkLst>
        </pc:spChg>
        <pc:picChg chg="mod">
          <ac:chgData name="Rajendra Thapa" userId="e41109baddaf3fb9" providerId="LiveId" clId="{22FAAC7A-089C-47DC-9E5D-F38571EFDCEA}" dt="2025-10-18T23:44:37.107" v="8780" actId="14100"/>
          <ac:picMkLst>
            <pc:docMk/>
            <pc:sldMk cId="0" sldId="266"/>
            <ac:picMk id="2" creationId="{38E5EFEC-0C6E-B446-3CB3-046E1245A89B}"/>
          </ac:picMkLst>
        </pc:picChg>
      </pc:sldChg>
      <pc:sldChg chg="modSp mod ord modAnim">
        <pc:chgData name="Rajendra Thapa" userId="e41109baddaf3fb9" providerId="LiveId" clId="{22FAAC7A-089C-47DC-9E5D-F38571EFDCEA}" dt="2025-11-01T14:50:14.917" v="23552" actId="113"/>
        <pc:sldMkLst>
          <pc:docMk/>
          <pc:sldMk cId="0" sldId="268"/>
        </pc:sldMkLst>
        <pc:spChg chg="mod">
          <ac:chgData name="Rajendra Thapa" userId="e41109baddaf3fb9" providerId="LiveId" clId="{22FAAC7A-089C-47DC-9E5D-F38571EFDCEA}" dt="2025-11-01T14:50:14.917" v="23552" actId="113"/>
          <ac:spMkLst>
            <pc:docMk/>
            <pc:sldMk cId="0" sldId="268"/>
            <ac:spMk id="2" creationId="{2C3C0BAD-7336-7F96-F1DE-DD521ACCD03B}"/>
          </ac:spMkLst>
        </pc:spChg>
        <pc:spChg chg="mod">
          <ac:chgData name="Rajendra Thapa" userId="e41109baddaf3fb9" providerId="LiveId" clId="{22FAAC7A-089C-47DC-9E5D-F38571EFDCEA}" dt="2025-11-01T14:48:19.127" v="23534" actId="2711"/>
          <ac:spMkLst>
            <pc:docMk/>
            <pc:sldMk cId="0" sldId="268"/>
            <ac:spMk id="4" creationId="{F44926E2-57BF-2BE4-6F70-DD6BD83C960D}"/>
          </ac:spMkLst>
        </pc:spChg>
      </pc:sldChg>
      <pc:sldChg chg="addSp delSp modSp mod ord setBg">
        <pc:chgData name="Rajendra Thapa" userId="e41109baddaf3fb9" providerId="LiveId" clId="{22FAAC7A-089C-47DC-9E5D-F38571EFDCEA}" dt="2025-11-12T23:19:08.688" v="36920" actId="1076"/>
        <pc:sldMkLst>
          <pc:docMk/>
          <pc:sldMk cId="0" sldId="271"/>
        </pc:sldMkLst>
        <pc:spChg chg="mod">
          <ac:chgData name="Rajendra Thapa" userId="e41109baddaf3fb9" providerId="LiveId" clId="{22FAAC7A-089C-47DC-9E5D-F38571EFDCEA}" dt="2025-11-02T15:47:05.354" v="33072" actId="14100"/>
          <ac:spMkLst>
            <pc:docMk/>
            <pc:sldMk cId="0" sldId="271"/>
            <ac:spMk id="2" creationId="{B69798FC-0099-7CE6-11B3-3FD04E4574E6}"/>
          </ac:spMkLst>
        </pc:spChg>
        <pc:spChg chg="add">
          <ac:chgData name="Rajendra Thapa" userId="e41109baddaf3fb9" providerId="LiveId" clId="{22FAAC7A-089C-47DC-9E5D-F38571EFDCEA}" dt="2025-10-29T22:46:09.299" v="16580" actId="26606"/>
          <ac:spMkLst>
            <pc:docMk/>
            <pc:sldMk cId="0" sldId="271"/>
            <ac:spMk id="33" creationId="{2151139A-886F-4B97-8815-729AD3831BBD}"/>
          </ac:spMkLst>
        </pc:spChg>
        <pc:spChg chg="add">
          <ac:chgData name="Rajendra Thapa" userId="e41109baddaf3fb9" providerId="LiveId" clId="{22FAAC7A-089C-47DC-9E5D-F38571EFDCEA}" dt="2025-10-29T22:46:09.299" v="16580" actId="26606"/>
          <ac:spMkLst>
            <pc:docMk/>
            <pc:sldMk cId="0" sldId="271"/>
            <ac:spMk id="35" creationId="{AB5E08C4-8CDD-4623-A5B8-E998C6DEE3B7}"/>
          </ac:spMkLst>
        </pc:spChg>
        <pc:spChg chg="add">
          <ac:chgData name="Rajendra Thapa" userId="e41109baddaf3fb9" providerId="LiveId" clId="{22FAAC7A-089C-47DC-9E5D-F38571EFDCEA}" dt="2025-10-29T22:46:09.299" v="16580" actId="26606"/>
          <ac:spMkLst>
            <pc:docMk/>
            <pc:sldMk cId="0" sldId="271"/>
            <ac:spMk id="37" creationId="{15F33878-D502-4FFA-8ACE-F2AECDB2A23F}"/>
          </ac:spMkLst>
        </pc:spChg>
        <pc:spChg chg="add">
          <ac:chgData name="Rajendra Thapa" userId="e41109baddaf3fb9" providerId="LiveId" clId="{22FAAC7A-089C-47DC-9E5D-F38571EFDCEA}" dt="2025-10-29T22:46:09.299" v="16580" actId="26606"/>
          <ac:spMkLst>
            <pc:docMk/>
            <pc:sldMk cId="0" sldId="271"/>
            <ac:spMk id="39" creationId="{D3539FEE-81D3-4406-802E-60B20B16F4F6}"/>
          </ac:spMkLst>
        </pc:spChg>
        <pc:spChg chg="add">
          <ac:chgData name="Rajendra Thapa" userId="e41109baddaf3fb9" providerId="LiveId" clId="{22FAAC7A-089C-47DC-9E5D-F38571EFDCEA}" dt="2025-10-29T22:46:09.299" v="16580" actId="26606"/>
          <ac:spMkLst>
            <pc:docMk/>
            <pc:sldMk cId="0" sldId="271"/>
            <ac:spMk id="41" creationId="{DC701763-729E-462F-A5A8-E0DEFEB1E2E4}"/>
          </ac:spMkLst>
        </pc:spChg>
        <pc:picChg chg="mod">
          <ac:chgData name="Rajendra Thapa" userId="e41109baddaf3fb9" providerId="LiveId" clId="{22FAAC7A-089C-47DC-9E5D-F38571EFDCEA}" dt="2025-10-29T22:47:01.889" v="16600" actId="14100"/>
          <ac:picMkLst>
            <pc:docMk/>
            <pc:sldMk cId="0" sldId="271"/>
            <ac:picMk id="3" creationId="{A95B2DC8-C1D4-A0A7-433C-2AA8EFF11AAB}"/>
          </ac:picMkLst>
        </pc:picChg>
        <pc:picChg chg="add mod">
          <ac:chgData name="Rajendra Thapa" userId="e41109baddaf3fb9" providerId="LiveId" clId="{22FAAC7A-089C-47DC-9E5D-F38571EFDCEA}" dt="2025-11-12T23:19:08.688" v="36920" actId="1076"/>
          <ac:picMkLst>
            <pc:docMk/>
            <pc:sldMk cId="0" sldId="271"/>
            <ac:picMk id="13" creationId="{21180A0D-20EE-6D36-038E-73D2F159CDE8}"/>
          </ac:picMkLst>
        </pc:picChg>
      </pc:sldChg>
      <pc:sldChg chg="delSp modSp add mod setBg delDesignElem modNotesTx">
        <pc:chgData name="Rajendra Thapa" userId="e41109baddaf3fb9" providerId="LiveId" clId="{22FAAC7A-089C-47DC-9E5D-F38571EFDCEA}" dt="2025-11-02T16:23:42.173" v="33353" actId="2711"/>
        <pc:sldMkLst>
          <pc:docMk/>
          <pc:sldMk cId="1390461301" sldId="273"/>
        </pc:sldMkLst>
        <pc:spChg chg="mod">
          <ac:chgData name="Rajendra Thapa" userId="e41109baddaf3fb9" providerId="LiveId" clId="{22FAAC7A-089C-47DC-9E5D-F38571EFDCEA}" dt="2025-11-02T16:23:42.173" v="33353" actId="2711"/>
          <ac:spMkLst>
            <pc:docMk/>
            <pc:sldMk cId="1390461301" sldId="273"/>
            <ac:spMk id="2" creationId="{1ABC0255-DE19-93F1-D877-1DC81B949D41}"/>
          </ac:spMkLst>
        </pc:spChg>
      </pc:sldChg>
      <pc:sldChg chg="addSp modSp mod ord setBg">
        <pc:chgData name="Rajendra Thapa" userId="e41109baddaf3fb9" providerId="LiveId" clId="{22FAAC7A-089C-47DC-9E5D-F38571EFDCEA}" dt="2025-11-12T23:16:55.808" v="36906" actId="1076"/>
        <pc:sldMkLst>
          <pc:docMk/>
          <pc:sldMk cId="0" sldId="274"/>
        </pc:sldMkLst>
        <pc:spChg chg="mod">
          <ac:chgData name="Rajendra Thapa" userId="e41109baddaf3fb9" providerId="LiveId" clId="{22FAAC7A-089C-47DC-9E5D-F38571EFDCEA}" dt="2025-11-02T15:49:52.848" v="33100" actId="2711"/>
          <ac:spMkLst>
            <pc:docMk/>
            <pc:sldMk cId="0" sldId="274"/>
            <ac:spMk id="2" creationId="{5D4C78BF-B51D-7DC9-E24C-4F6021E201A5}"/>
          </ac:spMkLst>
        </pc:spChg>
        <pc:spChg chg="add mod">
          <ac:chgData name="Rajendra Thapa" userId="e41109baddaf3fb9" providerId="LiveId" clId="{22FAAC7A-089C-47DC-9E5D-F38571EFDCEA}" dt="2025-11-12T23:16:55.808" v="36906" actId="1076"/>
          <ac:spMkLst>
            <pc:docMk/>
            <pc:sldMk cId="0" sldId="274"/>
            <ac:spMk id="5" creationId="{C340B621-7809-14B8-02F8-893ED2C33C1A}"/>
          </ac:spMkLst>
        </pc:spChg>
        <pc:spChg chg="add">
          <ac:chgData name="Rajendra Thapa" userId="e41109baddaf3fb9" providerId="LiveId" clId="{22FAAC7A-089C-47DC-9E5D-F38571EFDCEA}" dt="2025-10-18T23:44:21.170" v="8776" actId="26606"/>
          <ac:spMkLst>
            <pc:docMk/>
            <pc:sldMk cId="0" sldId="274"/>
            <ac:spMk id="9" creationId="{78BA5F19-D5E1-4ECC-BEC2-DF7AEDFD7C50}"/>
          </ac:spMkLst>
        </pc:spChg>
        <pc:spChg chg="add">
          <ac:chgData name="Rajendra Thapa" userId="e41109baddaf3fb9" providerId="LiveId" clId="{22FAAC7A-089C-47DC-9E5D-F38571EFDCEA}" dt="2025-10-18T23:44:21.170" v="8776" actId="26606"/>
          <ac:spMkLst>
            <pc:docMk/>
            <pc:sldMk cId="0" sldId="274"/>
            <ac:spMk id="11" creationId="{50CC88A9-A661-4C48-866E-8734E51140B1}"/>
          </ac:spMkLst>
        </pc:spChg>
        <pc:spChg chg="add">
          <ac:chgData name="Rajendra Thapa" userId="e41109baddaf3fb9" providerId="LiveId" clId="{22FAAC7A-089C-47DC-9E5D-F38571EFDCEA}" dt="2025-10-18T23:44:21.170" v="8776" actId="26606"/>
          <ac:spMkLst>
            <pc:docMk/>
            <pc:sldMk cId="0" sldId="274"/>
            <ac:spMk id="13" creationId="{CFDF195F-784B-4D00-8C92-6FC1B0499EA1}"/>
          </ac:spMkLst>
        </pc:spChg>
        <pc:picChg chg="mod">
          <ac:chgData name="Rajendra Thapa" userId="e41109baddaf3fb9" providerId="LiveId" clId="{22FAAC7A-089C-47DC-9E5D-F38571EFDCEA}" dt="2025-10-18T23:45:58.404" v="8796" actId="14100"/>
          <ac:picMkLst>
            <pc:docMk/>
            <pc:sldMk cId="0" sldId="274"/>
            <ac:picMk id="3" creationId="{EB30847F-583B-9BB4-1C3B-9FDCCA93B418}"/>
          </ac:picMkLst>
        </pc:picChg>
        <pc:picChg chg="mod">
          <ac:chgData name="Rajendra Thapa" userId="e41109baddaf3fb9" providerId="LiveId" clId="{22FAAC7A-089C-47DC-9E5D-F38571EFDCEA}" dt="2025-11-12T23:16:52.792" v="36905" actId="1076"/>
          <ac:picMkLst>
            <pc:docMk/>
            <pc:sldMk cId="0" sldId="274"/>
            <ac:picMk id="4" creationId="{B92ED53F-F1C3-EAEC-57B2-360F3A1B8564}"/>
          </ac:picMkLst>
        </pc:picChg>
      </pc:sldChg>
      <pc:sldChg chg="addSp delSp modSp del mod setBg">
        <pc:chgData name="Rajendra Thapa" userId="e41109baddaf3fb9" providerId="LiveId" clId="{22FAAC7A-089C-47DC-9E5D-F38571EFDCEA}" dt="2025-11-12T23:22:24.211" v="36932" actId="2696"/>
        <pc:sldMkLst>
          <pc:docMk/>
          <pc:sldMk cId="0" sldId="277"/>
        </pc:sldMkLst>
        <pc:spChg chg="add del">
          <ac:chgData name="Rajendra Thapa" userId="e41109baddaf3fb9" providerId="LiveId" clId="{22FAAC7A-089C-47DC-9E5D-F38571EFDCEA}" dt="2025-11-12T22:50:40.975" v="36844" actId="26606"/>
          <ac:spMkLst>
            <pc:docMk/>
            <pc:sldMk cId="0" sldId="277"/>
            <ac:spMk id="7" creationId="{AB8C311F-7253-4AED-9701-7FC0708C41C7}"/>
          </ac:spMkLst>
        </pc:spChg>
        <pc:spChg chg="add del">
          <ac:chgData name="Rajendra Thapa" userId="e41109baddaf3fb9" providerId="LiveId" clId="{22FAAC7A-089C-47DC-9E5D-F38571EFDCEA}" dt="2025-11-12T22:50:40.975" v="36844" actId="26606"/>
          <ac:spMkLst>
            <pc:docMk/>
            <pc:sldMk cId="0" sldId="277"/>
            <ac:spMk id="9" creationId="{E2384209-CB15-4CDF-9D31-C44FD9A3F20D}"/>
          </ac:spMkLst>
        </pc:spChg>
        <pc:spChg chg="add del">
          <ac:chgData name="Rajendra Thapa" userId="e41109baddaf3fb9" providerId="LiveId" clId="{22FAAC7A-089C-47DC-9E5D-F38571EFDCEA}" dt="2025-11-12T22:50:40.975" v="36844" actId="26606"/>
          <ac:spMkLst>
            <pc:docMk/>
            <pc:sldMk cId="0" sldId="277"/>
            <ac:spMk id="11" creationId="{2633B3B5-CC90-43F0-8714-D31D1F3F0209}"/>
          </ac:spMkLst>
        </pc:spChg>
        <pc:spChg chg="add del">
          <ac:chgData name="Rajendra Thapa" userId="e41109baddaf3fb9" providerId="LiveId" clId="{22FAAC7A-089C-47DC-9E5D-F38571EFDCEA}" dt="2025-11-12T22:50:40.975" v="36844" actId="26606"/>
          <ac:spMkLst>
            <pc:docMk/>
            <pc:sldMk cId="0" sldId="277"/>
            <ac:spMk id="13" creationId="{A8D57A06-A426-446D-B02C-A2DC6B62E45E}"/>
          </ac:spMkLst>
        </pc:spChg>
        <pc:picChg chg="mod ord">
          <ac:chgData name="Rajendra Thapa" userId="e41109baddaf3fb9" providerId="LiveId" clId="{22FAAC7A-089C-47DC-9E5D-F38571EFDCEA}" dt="2025-11-12T22:50:40.975" v="36844" actId="26606"/>
          <ac:picMkLst>
            <pc:docMk/>
            <pc:sldMk cId="0" sldId="277"/>
            <ac:picMk id="2" creationId="{3E61C12E-BB46-BB04-3754-B8AC9D4FFD1E}"/>
          </ac:picMkLst>
        </pc:picChg>
        <pc:picChg chg="add del mod">
          <ac:chgData name="Rajendra Thapa" userId="e41109baddaf3fb9" providerId="LiveId" clId="{22FAAC7A-089C-47DC-9E5D-F38571EFDCEA}" dt="2025-11-12T22:48:07.419" v="36817" actId="478"/>
          <ac:picMkLst>
            <pc:docMk/>
            <pc:sldMk cId="0" sldId="277"/>
            <ac:picMk id="4" creationId="{6E183E83-671D-5D15-CEB1-403DF187F837}"/>
          </ac:picMkLst>
        </pc:picChg>
        <pc:picChg chg="add mod">
          <ac:chgData name="Rajendra Thapa" userId="e41109baddaf3fb9" providerId="LiveId" clId="{22FAAC7A-089C-47DC-9E5D-F38571EFDCEA}" dt="2025-11-12T22:51:02.390" v="36848" actId="14100"/>
          <ac:picMkLst>
            <pc:docMk/>
            <pc:sldMk cId="0" sldId="277"/>
            <ac:picMk id="6" creationId="{2A0A2BA0-0935-F735-BE1E-2D09A293FAEC}"/>
          </ac:picMkLst>
        </pc:picChg>
        <pc:picChg chg="add del mod">
          <ac:chgData name="Rajendra Thapa" userId="e41109baddaf3fb9" providerId="LiveId" clId="{22FAAC7A-089C-47DC-9E5D-F38571EFDCEA}" dt="2025-11-12T22:49:32.375" v="36833" actId="478"/>
          <ac:picMkLst>
            <pc:docMk/>
            <pc:sldMk cId="0" sldId="277"/>
            <ac:picMk id="10" creationId="{89118CC2-242E-026A-7460-208D69FAFA6E}"/>
          </ac:picMkLst>
        </pc:picChg>
        <pc:picChg chg="add mod">
          <ac:chgData name="Rajendra Thapa" userId="e41109baddaf3fb9" providerId="LiveId" clId="{22FAAC7A-089C-47DC-9E5D-F38571EFDCEA}" dt="2025-11-12T22:51:05.031" v="36849" actId="14100"/>
          <ac:picMkLst>
            <pc:docMk/>
            <pc:sldMk cId="0" sldId="277"/>
            <ac:picMk id="14" creationId="{D9681537-0061-BA31-FA34-A424269D647D}"/>
          </ac:picMkLst>
        </pc:picChg>
        <pc:cxnChg chg="add del">
          <ac:chgData name="Rajendra Thapa" userId="e41109baddaf3fb9" providerId="LiveId" clId="{22FAAC7A-089C-47DC-9E5D-F38571EFDCEA}" dt="2025-11-12T22:50:40.975" v="36844" actId="26606"/>
          <ac:cxnSpMkLst>
            <pc:docMk/>
            <pc:sldMk cId="0" sldId="277"/>
            <ac:cxnSpMk id="19" creationId="{DCD67800-37AC-4E14-89B0-F79DCB3FB86D}"/>
          </ac:cxnSpMkLst>
        </pc:cxnChg>
        <pc:cxnChg chg="add del">
          <ac:chgData name="Rajendra Thapa" userId="e41109baddaf3fb9" providerId="LiveId" clId="{22FAAC7A-089C-47DC-9E5D-F38571EFDCEA}" dt="2025-11-12T22:50:40.975" v="36844" actId="26606"/>
          <ac:cxnSpMkLst>
            <pc:docMk/>
            <pc:sldMk cId="0" sldId="277"/>
            <ac:cxnSpMk id="21" creationId="{20F1788F-A5AE-4188-8274-F7F2E3833ECD}"/>
          </ac:cxnSpMkLst>
        </pc:cxnChg>
      </pc:sldChg>
      <pc:sldChg chg="delSp add setBg delDesignElem">
        <pc:chgData name="Rajendra Thapa" userId="e41109baddaf3fb9" providerId="LiveId" clId="{22FAAC7A-089C-47DC-9E5D-F38571EFDCEA}" dt="2025-11-12T23:22:37.698" v="36934"/>
        <pc:sldMkLst>
          <pc:docMk/>
          <pc:sldMk cId="2040265369" sldId="277"/>
        </pc:sldMkLst>
        <pc:spChg chg="del">
          <ac:chgData name="Rajendra Thapa" userId="e41109baddaf3fb9" providerId="LiveId" clId="{22FAAC7A-089C-47DC-9E5D-F38571EFDCEA}" dt="2025-11-12T23:22:37.698" v="36934"/>
          <ac:spMkLst>
            <pc:docMk/>
            <pc:sldMk cId="2040265369" sldId="277"/>
            <ac:spMk id="7" creationId="{AB8C311F-7253-4AED-9701-7FC0708C41C7}"/>
          </ac:spMkLst>
        </pc:spChg>
        <pc:spChg chg="del">
          <ac:chgData name="Rajendra Thapa" userId="e41109baddaf3fb9" providerId="LiveId" clId="{22FAAC7A-089C-47DC-9E5D-F38571EFDCEA}" dt="2025-11-12T23:22:37.698" v="36934"/>
          <ac:spMkLst>
            <pc:docMk/>
            <pc:sldMk cId="2040265369" sldId="277"/>
            <ac:spMk id="9" creationId="{E2384209-CB15-4CDF-9D31-C44FD9A3F20D}"/>
          </ac:spMkLst>
        </pc:spChg>
        <pc:spChg chg="del">
          <ac:chgData name="Rajendra Thapa" userId="e41109baddaf3fb9" providerId="LiveId" clId="{22FAAC7A-089C-47DC-9E5D-F38571EFDCEA}" dt="2025-11-12T23:22:37.698" v="36934"/>
          <ac:spMkLst>
            <pc:docMk/>
            <pc:sldMk cId="2040265369" sldId="277"/>
            <ac:spMk id="11" creationId="{2633B3B5-CC90-43F0-8714-D31D1F3F0209}"/>
          </ac:spMkLst>
        </pc:spChg>
        <pc:spChg chg="del">
          <ac:chgData name="Rajendra Thapa" userId="e41109baddaf3fb9" providerId="LiveId" clId="{22FAAC7A-089C-47DC-9E5D-F38571EFDCEA}" dt="2025-11-12T23:22:37.698" v="36934"/>
          <ac:spMkLst>
            <pc:docMk/>
            <pc:sldMk cId="2040265369" sldId="277"/>
            <ac:spMk id="13" creationId="{A8D57A06-A426-446D-B02C-A2DC6B62E45E}"/>
          </ac:spMkLst>
        </pc:spChg>
      </pc:sldChg>
      <pc:sldChg chg="addSp delSp modSp mod ord setBg modNotesTx">
        <pc:chgData name="Rajendra Thapa" userId="e41109baddaf3fb9" providerId="LiveId" clId="{22FAAC7A-089C-47DC-9E5D-F38571EFDCEA}" dt="2025-10-26T16:40:46.661" v="15303" actId="5793"/>
        <pc:sldMkLst>
          <pc:docMk/>
          <pc:sldMk cId="0" sldId="279"/>
        </pc:sldMkLst>
        <pc:spChg chg="mod">
          <ac:chgData name="Rajendra Thapa" userId="e41109baddaf3fb9" providerId="LiveId" clId="{22FAAC7A-089C-47DC-9E5D-F38571EFDCEA}" dt="2025-10-26T16:40:21.565" v="15298" actId="14100"/>
          <ac:spMkLst>
            <pc:docMk/>
            <pc:sldMk cId="0" sldId="279"/>
            <ac:spMk id="2" creationId="{6DACF12A-83C0-75B8-B529-FB48441250E1}"/>
          </ac:spMkLst>
        </pc:spChg>
        <pc:spChg chg="mod">
          <ac:chgData name="Rajendra Thapa" userId="e41109baddaf3fb9" providerId="LiveId" clId="{22FAAC7A-089C-47DC-9E5D-F38571EFDCEA}" dt="2025-10-26T16:40:37.954" v="15301" actId="255"/>
          <ac:spMkLst>
            <pc:docMk/>
            <pc:sldMk cId="0" sldId="279"/>
            <ac:spMk id="3" creationId="{568219ED-5F18-000C-8622-173C69644421}"/>
          </ac:spMkLst>
        </pc:spChg>
        <pc:spChg chg="mod">
          <ac:chgData name="Rajendra Thapa" userId="e41109baddaf3fb9" providerId="LiveId" clId="{22FAAC7A-089C-47DC-9E5D-F38571EFDCEA}" dt="2025-10-26T16:40:46.661" v="15303" actId="5793"/>
          <ac:spMkLst>
            <pc:docMk/>
            <pc:sldMk cId="0" sldId="279"/>
            <ac:spMk id="4" creationId="{FB9C3178-CF5F-46B1-27D4-B79F625A7B7C}"/>
          </ac:spMkLst>
        </pc:spChg>
        <pc:spChg chg="add">
          <ac:chgData name="Rajendra Thapa" userId="e41109baddaf3fb9" providerId="LiveId" clId="{22FAAC7A-089C-47DC-9E5D-F38571EFDCEA}" dt="2025-10-26T16:34:27.726" v="15128" actId="26606"/>
          <ac:spMkLst>
            <pc:docMk/>
            <pc:sldMk cId="0" sldId="279"/>
            <ac:spMk id="20" creationId="{B36F400F-DF28-43BC-8D8E-4929793B392A}"/>
          </ac:spMkLst>
        </pc:spChg>
      </pc:sldChg>
      <pc:sldChg chg="modSp mod">
        <pc:chgData name="Rajendra Thapa" userId="e41109baddaf3fb9" providerId="LiveId" clId="{22FAAC7A-089C-47DC-9E5D-F38571EFDCEA}" dt="2025-11-13T00:04:48.587" v="37007" actId="27636"/>
        <pc:sldMkLst>
          <pc:docMk/>
          <pc:sldMk cId="0" sldId="281"/>
        </pc:sldMkLst>
        <pc:spChg chg="mod">
          <ac:chgData name="Rajendra Thapa" userId="e41109baddaf3fb9" providerId="LiveId" clId="{22FAAC7A-089C-47DC-9E5D-F38571EFDCEA}" dt="2025-11-13T00:04:48.587" v="37007" actId="27636"/>
          <ac:spMkLst>
            <pc:docMk/>
            <pc:sldMk cId="0" sldId="281"/>
            <ac:spMk id="2" creationId="{DAF41134-BEDA-8C28-EAD3-330C7799619B}"/>
          </ac:spMkLst>
        </pc:spChg>
        <pc:spChg chg="mod">
          <ac:chgData name="Rajendra Thapa" userId="e41109baddaf3fb9" providerId="LiveId" clId="{22FAAC7A-089C-47DC-9E5D-F38571EFDCEA}" dt="2025-11-13T00:04:23.575" v="37001" actId="1076"/>
          <ac:spMkLst>
            <pc:docMk/>
            <pc:sldMk cId="0" sldId="281"/>
            <ac:spMk id="3" creationId="{ECA778B1-C817-D748-D31C-3A24BAF33913}"/>
          </ac:spMkLst>
        </pc:spChg>
        <pc:spChg chg="mod">
          <ac:chgData name="Rajendra Thapa" userId="e41109baddaf3fb9" providerId="LiveId" clId="{22FAAC7A-089C-47DC-9E5D-F38571EFDCEA}" dt="2025-11-13T00:04:42.263" v="37004" actId="14100"/>
          <ac:spMkLst>
            <pc:docMk/>
            <pc:sldMk cId="0" sldId="281"/>
            <ac:spMk id="4" creationId="{722A7C10-2380-E65B-9494-636E13C2903B}"/>
          </ac:spMkLst>
        </pc:spChg>
      </pc:sldChg>
      <pc:sldChg chg="addSp delSp modSp mod ord setBg">
        <pc:chgData name="Rajendra Thapa" userId="e41109baddaf3fb9" providerId="LiveId" clId="{22FAAC7A-089C-47DC-9E5D-F38571EFDCEA}" dt="2025-10-26T16:29:56.438" v="15111" actId="14100"/>
        <pc:sldMkLst>
          <pc:docMk/>
          <pc:sldMk cId="0" sldId="282"/>
        </pc:sldMkLst>
        <pc:spChg chg="mod">
          <ac:chgData name="Rajendra Thapa" userId="e41109baddaf3fb9" providerId="LiveId" clId="{22FAAC7A-089C-47DC-9E5D-F38571EFDCEA}" dt="2025-10-26T16:29:46.384" v="15109" actId="255"/>
          <ac:spMkLst>
            <pc:docMk/>
            <pc:sldMk cId="0" sldId="282"/>
            <ac:spMk id="2" creationId="{3048E4C9-2566-9B24-A31A-768962F8AF6F}"/>
          </ac:spMkLst>
        </pc:spChg>
        <pc:spChg chg="mod">
          <ac:chgData name="Rajendra Thapa" userId="e41109baddaf3fb9" providerId="LiveId" clId="{22FAAC7A-089C-47DC-9E5D-F38571EFDCEA}" dt="2025-10-26T16:29:56.438" v="15111" actId="14100"/>
          <ac:spMkLst>
            <pc:docMk/>
            <pc:sldMk cId="0" sldId="282"/>
            <ac:spMk id="3" creationId="{6E5E6EAD-A110-8DE8-7F0F-1D9FF339D597}"/>
          </ac:spMkLst>
        </pc:spChg>
        <pc:spChg chg="add">
          <ac:chgData name="Rajendra Thapa" userId="e41109baddaf3fb9" providerId="LiveId" clId="{22FAAC7A-089C-47DC-9E5D-F38571EFDCEA}" dt="2025-10-26T16:29:39.843" v="15108" actId="26606"/>
          <ac:spMkLst>
            <pc:docMk/>
            <pc:sldMk cId="0" sldId="282"/>
            <ac:spMk id="25" creationId="{1B15ED52-F352-441B-82BF-E0EA34836D08}"/>
          </ac:spMkLst>
        </pc:spChg>
        <pc:spChg chg="add">
          <ac:chgData name="Rajendra Thapa" userId="e41109baddaf3fb9" providerId="LiveId" clId="{22FAAC7A-089C-47DC-9E5D-F38571EFDCEA}" dt="2025-10-26T16:29:39.843" v="15108" actId="26606"/>
          <ac:spMkLst>
            <pc:docMk/>
            <pc:sldMk cId="0" sldId="282"/>
            <ac:spMk id="31" creationId="{375E0459-6403-40CD-989D-56A4407CA12E}"/>
          </ac:spMkLst>
        </pc:spChg>
        <pc:spChg chg="add">
          <ac:chgData name="Rajendra Thapa" userId="e41109baddaf3fb9" providerId="LiveId" clId="{22FAAC7A-089C-47DC-9E5D-F38571EFDCEA}" dt="2025-10-26T16:29:39.843" v="15108" actId="26606"/>
          <ac:spMkLst>
            <pc:docMk/>
            <pc:sldMk cId="0" sldId="282"/>
            <ac:spMk id="33" creationId="{53E5B1A8-3AC9-4BD1-9BBC-78CA94F2D1BA}"/>
          </ac:spMkLst>
        </pc:spChg>
      </pc:sldChg>
      <pc:sldChg chg="addSp modSp mod setBg">
        <pc:chgData name="Rajendra Thapa" userId="e41109baddaf3fb9" providerId="LiveId" clId="{22FAAC7A-089C-47DC-9E5D-F38571EFDCEA}" dt="2025-10-18T23:49:50.141" v="8810" actId="26606"/>
        <pc:sldMkLst>
          <pc:docMk/>
          <pc:sldMk cId="0" sldId="286"/>
        </pc:sldMkLst>
        <pc:spChg chg="add">
          <ac:chgData name="Rajendra Thapa" userId="e41109baddaf3fb9" providerId="LiveId" clId="{22FAAC7A-089C-47DC-9E5D-F38571EFDCEA}" dt="2025-10-18T23:49:50.141" v="8810" actId="26606"/>
          <ac:spMkLst>
            <pc:docMk/>
            <pc:sldMk cId="0" sldId="286"/>
            <ac:spMk id="7" creationId="{AB8C311F-7253-4AED-9701-7FC0708C41C7}"/>
          </ac:spMkLst>
        </pc:spChg>
        <pc:spChg chg="add">
          <ac:chgData name="Rajendra Thapa" userId="e41109baddaf3fb9" providerId="LiveId" clId="{22FAAC7A-089C-47DC-9E5D-F38571EFDCEA}" dt="2025-10-18T23:49:50.141" v="8810" actId="26606"/>
          <ac:spMkLst>
            <pc:docMk/>
            <pc:sldMk cId="0" sldId="286"/>
            <ac:spMk id="9" creationId="{E2384209-CB15-4CDF-9D31-C44FD9A3F20D}"/>
          </ac:spMkLst>
        </pc:spChg>
        <pc:spChg chg="add">
          <ac:chgData name="Rajendra Thapa" userId="e41109baddaf3fb9" providerId="LiveId" clId="{22FAAC7A-089C-47DC-9E5D-F38571EFDCEA}" dt="2025-10-18T23:49:50.141" v="8810" actId="26606"/>
          <ac:spMkLst>
            <pc:docMk/>
            <pc:sldMk cId="0" sldId="286"/>
            <ac:spMk id="11" creationId="{2633B3B5-CC90-43F0-8714-D31D1F3F0209}"/>
          </ac:spMkLst>
        </pc:spChg>
        <pc:spChg chg="add">
          <ac:chgData name="Rajendra Thapa" userId="e41109baddaf3fb9" providerId="LiveId" clId="{22FAAC7A-089C-47DC-9E5D-F38571EFDCEA}" dt="2025-10-18T23:49:50.141" v="8810" actId="26606"/>
          <ac:spMkLst>
            <pc:docMk/>
            <pc:sldMk cId="0" sldId="286"/>
            <ac:spMk id="13" creationId="{A8D57A06-A426-446D-B02C-A2DC6B62E45E}"/>
          </ac:spMkLst>
        </pc:spChg>
        <pc:picChg chg="mod">
          <ac:chgData name="Rajendra Thapa" userId="e41109baddaf3fb9" providerId="LiveId" clId="{22FAAC7A-089C-47DC-9E5D-F38571EFDCEA}" dt="2025-10-18T23:49:50.141" v="8810" actId="26606"/>
          <ac:picMkLst>
            <pc:docMk/>
            <pc:sldMk cId="0" sldId="286"/>
            <ac:picMk id="2" creationId="{84A60EEA-FB90-1CDC-E3C7-79C868F718DA}"/>
          </ac:picMkLst>
        </pc:picChg>
      </pc:sldChg>
      <pc:sldChg chg="modSp add mod ord modNotes modNotesTx">
        <pc:chgData name="Rajendra Thapa" userId="e41109baddaf3fb9" providerId="LiveId" clId="{22FAAC7A-089C-47DC-9E5D-F38571EFDCEA}" dt="2025-11-02T15:27:23.568" v="32809" actId="1076"/>
        <pc:sldMkLst>
          <pc:docMk/>
          <pc:sldMk cId="1371925028" sldId="290"/>
        </pc:sldMkLst>
        <pc:spChg chg="mod">
          <ac:chgData name="Rajendra Thapa" userId="e41109baddaf3fb9" providerId="LiveId" clId="{22FAAC7A-089C-47DC-9E5D-F38571EFDCEA}" dt="2025-11-02T15:26:58.584" v="32804" actId="113"/>
          <ac:spMkLst>
            <pc:docMk/>
            <pc:sldMk cId="1371925028" sldId="290"/>
            <ac:spMk id="2" creationId="{9361616A-E3EC-ED23-0CD1-F5BD3F12FAC9}"/>
          </ac:spMkLst>
        </pc:spChg>
        <pc:spChg chg="mod">
          <ac:chgData name="Rajendra Thapa" userId="e41109baddaf3fb9" providerId="LiveId" clId="{22FAAC7A-089C-47DC-9E5D-F38571EFDCEA}" dt="2025-11-02T15:26:35.279" v="32796" actId="1076"/>
          <ac:spMkLst>
            <pc:docMk/>
            <pc:sldMk cId="1371925028" sldId="290"/>
            <ac:spMk id="3" creationId="{A7888743-BB2E-2E2F-BDC1-6CB55C1E3C29}"/>
          </ac:spMkLst>
        </pc:spChg>
        <pc:spChg chg="mod">
          <ac:chgData name="Rajendra Thapa" userId="e41109baddaf3fb9" providerId="LiveId" clId="{22FAAC7A-089C-47DC-9E5D-F38571EFDCEA}" dt="2025-11-02T15:27:23.568" v="32809" actId="1076"/>
          <ac:spMkLst>
            <pc:docMk/>
            <pc:sldMk cId="1371925028" sldId="290"/>
            <ac:spMk id="5" creationId="{4DA2D581-DEE9-E5C7-C4CE-B8222189CCC2}"/>
          </ac:spMkLst>
        </pc:spChg>
        <pc:picChg chg="mod">
          <ac:chgData name="Rajendra Thapa" userId="e41109baddaf3fb9" providerId="LiveId" clId="{22FAAC7A-089C-47DC-9E5D-F38571EFDCEA}" dt="2025-11-02T15:26:38.839" v="32797" actId="1076"/>
          <ac:picMkLst>
            <pc:docMk/>
            <pc:sldMk cId="1371925028" sldId="290"/>
            <ac:picMk id="4" creationId="{3452C975-77FE-4F3F-AE75-073845B382B9}"/>
          </ac:picMkLst>
        </pc:picChg>
      </pc:sldChg>
      <pc:sldChg chg="addSp delSp modSp mod ord setBg modNotesTx">
        <pc:chgData name="Rajendra Thapa" userId="e41109baddaf3fb9" providerId="LiveId" clId="{22FAAC7A-089C-47DC-9E5D-F38571EFDCEA}" dt="2025-11-02T12:56:07.046" v="30866" actId="20577"/>
        <pc:sldMkLst>
          <pc:docMk/>
          <pc:sldMk cId="0" sldId="300"/>
        </pc:sldMkLst>
        <pc:spChg chg="mod">
          <ac:chgData name="Rajendra Thapa" userId="e41109baddaf3fb9" providerId="LiveId" clId="{22FAAC7A-089C-47DC-9E5D-F38571EFDCEA}" dt="2025-11-01T15:39:40.407" v="23787" actId="113"/>
          <ac:spMkLst>
            <pc:docMk/>
            <pc:sldMk cId="0" sldId="300"/>
            <ac:spMk id="2" creationId="{1EB3FE99-97D8-01FA-B67B-48CC59506DC4}"/>
          </ac:spMkLst>
        </pc:spChg>
        <pc:spChg chg="mod ord">
          <ac:chgData name="Rajendra Thapa" userId="e41109baddaf3fb9" providerId="LiveId" clId="{22FAAC7A-089C-47DC-9E5D-F38571EFDCEA}" dt="2025-10-26T16:58:19.958" v="15601" actId="20577"/>
          <ac:spMkLst>
            <pc:docMk/>
            <pc:sldMk cId="0" sldId="300"/>
            <ac:spMk id="3" creationId="{55877EF4-0DB7-E185-FBAB-1DA221772EDD}"/>
          </ac:spMkLst>
        </pc:spChg>
        <pc:spChg chg="mod">
          <ac:chgData name="Rajendra Thapa" userId="e41109baddaf3fb9" providerId="LiveId" clId="{22FAAC7A-089C-47DC-9E5D-F38571EFDCEA}" dt="2025-10-26T16:51:20.497" v="15436" actId="14100"/>
          <ac:spMkLst>
            <pc:docMk/>
            <pc:sldMk cId="0" sldId="300"/>
            <ac:spMk id="4" creationId="{47F86083-7773-644C-E1CB-F9DD80E8CE10}"/>
          </ac:spMkLst>
        </pc:spChg>
        <pc:spChg chg="mod">
          <ac:chgData name="Rajendra Thapa" userId="e41109baddaf3fb9" providerId="LiveId" clId="{22FAAC7A-089C-47DC-9E5D-F38571EFDCEA}" dt="2025-11-02T12:55:09.191" v="30862" actId="1076"/>
          <ac:spMkLst>
            <pc:docMk/>
            <pc:sldMk cId="0" sldId="300"/>
            <ac:spMk id="5" creationId="{559792EA-0127-C4EB-50D5-7ABB1AEA5905}"/>
          </ac:spMkLst>
        </pc:spChg>
        <pc:spChg chg="mod">
          <ac:chgData name="Rajendra Thapa" userId="e41109baddaf3fb9" providerId="LiveId" clId="{22FAAC7A-089C-47DC-9E5D-F38571EFDCEA}" dt="2025-11-02T12:55:04.824" v="30861" actId="1076"/>
          <ac:spMkLst>
            <pc:docMk/>
            <pc:sldMk cId="0" sldId="300"/>
            <ac:spMk id="6" creationId="{F576A24E-B8F4-09EA-260D-9DA32675CFE5}"/>
          </ac:spMkLst>
        </pc:spChg>
        <pc:spChg chg="add mod">
          <ac:chgData name="Rajendra Thapa" userId="e41109baddaf3fb9" providerId="LiveId" clId="{22FAAC7A-089C-47DC-9E5D-F38571EFDCEA}" dt="2025-11-02T12:55:31.405" v="30863" actId="207"/>
          <ac:spMkLst>
            <pc:docMk/>
            <pc:sldMk cId="0" sldId="300"/>
            <ac:spMk id="7" creationId="{7C32CE5B-5B90-9056-6381-FEA65E3FF622}"/>
          </ac:spMkLst>
        </pc:spChg>
        <pc:picChg chg="add mod">
          <ac:chgData name="Rajendra Thapa" userId="e41109baddaf3fb9" providerId="LiveId" clId="{22FAAC7A-089C-47DC-9E5D-F38571EFDCEA}" dt="2025-10-26T16:52:16.323" v="15440" actId="1076"/>
          <ac:picMkLst>
            <pc:docMk/>
            <pc:sldMk cId="0" sldId="300"/>
            <ac:picMk id="8" creationId="{9B0B2785-3F04-F793-3A00-B5AED8F4B725}"/>
          </ac:picMkLst>
        </pc:picChg>
      </pc:sldChg>
      <pc:sldChg chg="add">
        <pc:chgData name="Rajendra Thapa" userId="e41109baddaf3fb9" providerId="LiveId" clId="{22FAAC7A-089C-47DC-9E5D-F38571EFDCEA}" dt="2025-10-29T21:48:50.475" v="16467"/>
        <pc:sldMkLst>
          <pc:docMk/>
          <pc:sldMk cId="3284684735" sldId="304"/>
        </pc:sldMkLst>
      </pc:sldChg>
      <pc:sldChg chg="delSp add setBg delDesignElem">
        <pc:chgData name="Rajendra Thapa" userId="e41109baddaf3fb9" providerId="LiveId" clId="{22FAAC7A-089C-47DC-9E5D-F38571EFDCEA}" dt="2025-10-29T21:49:56.694" v="16471"/>
        <pc:sldMkLst>
          <pc:docMk/>
          <pc:sldMk cId="1089502544" sldId="305"/>
        </pc:sldMkLst>
      </pc:sldChg>
      <pc:sldChg chg="addSp delSp modSp mod setBg">
        <pc:chgData name="Rajendra Thapa" userId="e41109baddaf3fb9" providerId="LiveId" clId="{22FAAC7A-089C-47DC-9E5D-F38571EFDCEA}" dt="2025-11-13T00:13:49.277" v="37058" actId="20577"/>
        <pc:sldMkLst>
          <pc:docMk/>
          <pc:sldMk cId="0" sldId="306"/>
        </pc:sldMkLst>
        <pc:spChg chg="mod">
          <ac:chgData name="Rajendra Thapa" userId="e41109baddaf3fb9" providerId="LiveId" clId="{22FAAC7A-089C-47DC-9E5D-F38571EFDCEA}" dt="2025-11-13T00:13:07.645" v="37050" actId="20577"/>
          <ac:spMkLst>
            <pc:docMk/>
            <pc:sldMk cId="0" sldId="306"/>
            <ac:spMk id="2" creationId="{74D9EDC4-EAE1-FDCA-695F-893AD9AF510A}"/>
          </ac:spMkLst>
        </pc:spChg>
        <pc:spChg chg="mod">
          <ac:chgData name="Rajendra Thapa" userId="e41109baddaf3fb9" providerId="LiveId" clId="{22FAAC7A-089C-47DC-9E5D-F38571EFDCEA}" dt="2025-11-13T00:13:49.277" v="37058" actId="20577"/>
          <ac:spMkLst>
            <pc:docMk/>
            <pc:sldMk cId="0" sldId="306"/>
            <ac:spMk id="3" creationId="{1D5529E0-C2B1-17AA-1EBF-55F9BFADA137}"/>
          </ac:spMkLst>
        </pc:spChg>
        <pc:spChg chg="add">
          <ac:chgData name="Rajendra Thapa" userId="e41109baddaf3fb9" providerId="LiveId" clId="{22FAAC7A-089C-47DC-9E5D-F38571EFDCEA}" dt="2025-10-26T17:40:31.573" v="16459" actId="26606"/>
          <ac:spMkLst>
            <pc:docMk/>
            <pc:sldMk cId="0" sldId="306"/>
            <ac:spMk id="17" creationId="{1B15ED52-F352-441B-82BF-E0EA34836D08}"/>
          </ac:spMkLst>
        </pc:spChg>
        <pc:spChg chg="add">
          <ac:chgData name="Rajendra Thapa" userId="e41109baddaf3fb9" providerId="LiveId" clId="{22FAAC7A-089C-47DC-9E5D-F38571EFDCEA}" dt="2025-10-26T17:40:31.573" v="16459" actId="26606"/>
          <ac:spMkLst>
            <pc:docMk/>
            <pc:sldMk cId="0" sldId="306"/>
            <ac:spMk id="19" creationId="{3B2E3793-BFE6-45A2-9B7B-E18844431C99}"/>
          </ac:spMkLst>
        </pc:spChg>
        <pc:spChg chg="add">
          <ac:chgData name="Rajendra Thapa" userId="e41109baddaf3fb9" providerId="LiveId" clId="{22FAAC7A-089C-47DC-9E5D-F38571EFDCEA}" dt="2025-10-26T17:40:31.573" v="16459" actId="26606"/>
          <ac:spMkLst>
            <pc:docMk/>
            <pc:sldMk cId="0" sldId="306"/>
            <ac:spMk id="21" creationId="{BC4C4868-CB8F-4AF9-9CDB-8108F2C19B67}"/>
          </ac:spMkLst>
        </pc:spChg>
        <pc:spChg chg="add">
          <ac:chgData name="Rajendra Thapa" userId="e41109baddaf3fb9" providerId="LiveId" clId="{22FAAC7A-089C-47DC-9E5D-F38571EFDCEA}" dt="2025-10-26T17:40:31.573" v="16459" actId="26606"/>
          <ac:spMkLst>
            <pc:docMk/>
            <pc:sldMk cId="0" sldId="306"/>
            <ac:spMk id="23" creationId="{375E0459-6403-40CD-989D-56A4407CA12E}"/>
          </ac:spMkLst>
        </pc:spChg>
        <pc:spChg chg="add">
          <ac:chgData name="Rajendra Thapa" userId="e41109baddaf3fb9" providerId="LiveId" clId="{22FAAC7A-089C-47DC-9E5D-F38571EFDCEA}" dt="2025-10-26T17:40:31.573" v="16459" actId="26606"/>
          <ac:spMkLst>
            <pc:docMk/>
            <pc:sldMk cId="0" sldId="306"/>
            <ac:spMk id="25" creationId="{53E5B1A8-3AC9-4BD1-9BBC-78CA94F2D1BA}"/>
          </ac:spMkLst>
        </pc:spChg>
      </pc:sldChg>
      <pc:sldChg chg="addSp modSp mod setBg">
        <pc:chgData name="Rajendra Thapa" userId="e41109baddaf3fb9" providerId="LiveId" clId="{22FAAC7A-089C-47DC-9E5D-F38571EFDCEA}" dt="2025-11-02T15:45:21.118" v="33047" actId="2711"/>
        <pc:sldMkLst>
          <pc:docMk/>
          <pc:sldMk cId="0" sldId="311"/>
        </pc:sldMkLst>
        <pc:spChg chg="mod">
          <ac:chgData name="Rajendra Thapa" userId="e41109baddaf3fb9" providerId="LiveId" clId="{22FAAC7A-089C-47DC-9E5D-F38571EFDCEA}" dt="2025-11-02T15:45:21.118" v="33047" actId="2711"/>
          <ac:spMkLst>
            <pc:docMk/>
            <pc:sldMk cId="0" sldId="311"/>
            <ac:spMk id="3" creationId="{AD686166-EB45-E604-08E6-370901FAB30D}"/>
          </ac:spMkLst>
        </pc:spChg>
        <pc:spChg chg="mod">
          <ac:chgData name="Rajendra Thapa" userId="e41109baddaf3fb9" providerId="LiveId" clId="{22FAAC7A-089C-47DC-9E5D-F38571EFDCEA}" dt="2025-10-18T23:36:46.599" v="8747" actId="26606"/>
          <ac:spMkLst>
            <pc:docMk/>
            <pc:sldMk cId="0" sldId="311"/>
            <ac:spMk id="4" creationId="{18AF8D98-3F78-8D72-31E7-2AF8D3D5F5BF}"/>
          </ac:spMkLst>
        </pc:spChg>
        <pc:spChg chg="add">
          <ac:chgData name="Rajendra Thapa" userId="e41109baddaf3fb9" providerId="LiveId" clId="{22FAAC7A-089C-47DC-9E5D-F38571EFDCEA}" dt="2025-10-18T23:36:46.599" v="8747" actId="26606"/>
          <ac:spMkLst>
            <pc:docMk/>
            <pc:sldMk cId="0" sldId="311"/>
            <ac:spMk id="9" creationId="{7FF47CB7-972F-479F-A36D-9E72D26EC8DA}"/>
          </ac:spMkLst>
        </pc:spChg>
        <pc:spChg chg="add">
          <ac:chgData name="Rajendra Thapa" userId="e41109baddaf3fb9" providerId="LiveId" clId="{22FAAC7A-089C-47DC-9E5D-F38571EFDCEA}" dt="2025-10-18T23:36:46.599" v="8747" actId="26606"/>
          <ac:spMkLst>
            <pc:docMk/>
            <pc:sldMk cId="0" sldId="311"/>
            <ac:spMk id="11" creationId="{0D153B68-5844-490D-8E67-F616D6D721CA}"/>
          </ac:spMkLst>
        </pc:spChg>
        <pc:spChg chg="add">
          <ac:chgData name="Rajendra Thapa" userId="e41109baddaf3fb9" providerId="LiveId" clId="{22FAAC7A-089C-47DC-9E5D-F38571EFDCEA}" dt="2025-10-18T23:36:46.599" v="8747" actId="26606"/>
          <ac:spMkLst>
            <pc:docMk/>
            <pc:sldMk cId="0" sldId="311"/>
            <ac:spMk id="13" creationId="{9A0D773F-7A7D-4DBB-9DEA-86BB8B8F4BC8}"/>
          </ac:spMkLst>
        </pc:spChg>
        <pc:graphicFrameChg chg="mod ord modGraphic">
          <ac:chgData name="Rajendra Thapa" userId="e41109baddaf3fb9" providerId="LiveId" clId="{22FAAC7A-089C-47DC-9E5D-F38571EFDCEA}" dt="2025-10-18T23:36:46.599" v="8747" actId="26606"/>
          <ac:graphicFrameMkLst>
            <pc:docMk/>
            <pc:sldMk cId="0" sldId="311"/>
            <ac:graphicFrameMk id="2" creationId="{FCDCD904-2761-1257-0B7C-2CD22D7D6735}"/>
          </ac:graphicFrameMkLst>
        </pc:graphicFrameChg>
      </pc:sldChg>
      <pc:sldChg chg="addSp delSp modSp mod ord setBg">
        <pc:chgData name="Rajendra Thapa" userId="e41109baddaf3fb9" providerId="LiveId" clId="{22FAAC7A-089C-47DC-9E5D-F38571EFDCEA}" dt="2025-11-02T15:34:53.579" v="32871" actId="14100"/>
        <pc:sldMkLst>
          <pc:docMk/>
          <pc:sldMk cId="0" sldId="319"/>
        </pc:sldMkLst>
        <pc:spChg chg="mod">
          <ac:chgData name="Rajendra Thapa" userId="e41109baddaf3fb9" providerId="LiveId" clId="{22FAAC7A-089C-47DC-9E5D-F38571EFDCEA}" dt="2025-11-02T15:34:46.919" v="32869" actId="14100"/>
          <ac:spMkLst>
            <pc:docMk/>
            <pc:sldMk cId="0" sldId="319"/>
            <ac:spMk id="2" creationId="{995FF53B-0D04-25F0-FFBE-01457D9DCD98}"/>
          </ac:spMkLst>
        </pc:spChg>
        <pc:spChg chg="add">
          <ac:chgData name="Rajendra Thapa" userId="e41109baddaf3fb9" providerId="LiveId" clId="{22FAAC7A-089C-47DC-9E5D-F38571EFDCEA}" dt="2025-11-02T15:34:31.894" v="32863" actId="26606"/>
          <ac:spMkLst>
            <pc:docMk/>
            <pc:sldMk cId="0" sldId="319"/>
            <ac:spMk id="33" creationId="{73C994B4-9721-4148-9EEC-6793CECDE8DD}"/>
          </ac:spMkLst>
        </pc:spChg>
        <pc:spChg chg="add">
          <ac:chgData name="Rajendra Thapa" userId="e41109baddaf3fb9" providerId="LiveId" clId="{22FAAC7A-089C-47DC-9E5D-F38571EFDCEA}" dt="2025-11-02T15:34:31.894" v="32863" actId="26606"/>
          <ac:spMkLst>
            <pc:docMk/>
            <pc:sldMk cId="0" sldId="319"/>
            <ac:spMk id="34" creationId="{FA392873-A54A-4077-810F-3AFC8F442EC3}"/>
          </ac:spMkLst>
        </pc:spChg>
        <pc:spChg chg="add">
          <ac:chgData name="Rajendra Thapa" userId="e41109baddaf3fb9" providerId="LiveId" clId="{22FAAC7A-089C-47DC-9E5D-F38571EFDCEA}" dt="2025-11-02T15:34:31.894" v="32863" actId="26606"/>
          <ac:spMkLst>
            <pc:docMk/>
            <pc:sldMk cId="0" sldId="319"/>
            <ac:spMk id="37" creationId="{F59BBA36-F6C6-486E-BED0-A1C3C4C4FF77}"/>
          </ac:spMkLst>
        </pc:spChg>
        <pc:graphicFrameChg chg="add mod">
          <ac:chgData name="Rajendra Thapa" userId="e41109baddaf3fb9" providerId="LiveId" clId="{22FAAC7A-089C-47DC-9E5D-F38571EFDCEA}" dt="2025-11-02T15:34:53.579" v="32871" actId="14100"/>
          <ac:graphicFrameMkLst>
            <pc:docMk/>
            <pc:sldMk cId="0" sldId="319"/>
            <ac:graphicFrameMk id="21" creationId="{91A539FA-203E-6140-053E-7645647301D9}"/>
          </ac:graphicFrameMkLst>
        </pc:graphicFrameChg>
      </pc:sldChg>
      <pc:sldChg chg="addSp delSp modSp mod ord setBg modNotes">
        <pc:chgData name="Rajendra Thapa" userId="e41109baddaf3fb9" providerId="LiveId" clId="{22FAAC7A-089C-47DC-9E5D-F38571EFDCEA}" dt="2025-11-12T23:15:36.177" v="36894"/>
        <pc:sldMkLst>
          <pc:docMk/>
          <pc:sldMk cId="0" sldId="322"/>
        </pc:sldMkLst>
        <pc:spChg chg="mod">
          <ac:chgData name="Rajendra Thapa" userId="e41109baddaf3fb9" providerId="LiveId" clId="{22FAAC7A-089C-47DC-9E5D-F38571EFDCEA}" dt="2025-10-29T21:53:52.135" v="16516" actId="20577"/>
          <ac:spMkLst>
            <pc:docMk/>
            <pc:sldMk cId="0" sldId="322"/>
            <ac:spMk id="2" creationId="{D2E0C7C0-02BC-A358-E68B-13D1252562C6}"/>
          </ac:spMkLst>
        </pc:spChg>
        <pc:spChg chg="mod">
          <ac:chgData name="Rajendra Thapa" userId="e41109baddaf3fb9" providerId="LiveId" clId="{22FAAC7A-089C-47DC-9E5D-F38571EFDCEA}" dt="2025-11-02T15:53:40.585" v="33145" actId="14100"/>
          <ac:spMkLst>
            <pc:docMk/>
            <pc:sldMk cId="0" sldId="322"/>
            <ac:spMk id="3" creationId="{46F1521D-4771-E546-4FB9-B3E0BE477A81}"/>
          </ac:spMkLst>
        </pc:spChg>
        <pc:spChg chg="add mod">
          <ac:chgData name="Rajendra Thapa" userId="e41109baddaf3fb9" providerId="LiveId" clId="{22FAAC7A-089C-47DC-9E5D-F38571EFDCEA}" dt="2025-11-02T15:53:22.661" v="33142" actId="255"/>
          <ac:spMkLst>
            <pc:docMk/>
            <pc:sldMk cId="0" sldId="322"/>
            <ac:spMk id="4" creationId="{BCF6E190-059C-C3C0-9CEF-E67A7E43B54C}"/>
          </ac:spMkLst>
        </pc:spChg>
        <pc:spChg chg="add">
          <ac:chgData name="Rajendra Thapa" userId="e41109baddaf3fb9" providerId="LiveId" clId="{22FAAC7A-089C-47DC-9E5D-F38571EFDCEA}" dt="2025-10-26T17:38:21.138" v="16448" actId="26606"/>
          <ac:spMkLst>
            <pc:docMk/>
            <pc:sldMk cId="0" sldId="322"/>
            <ac:spMk id="17" creationId="{1B15ED52-F352-441B-82BF-E0EA34836D08}"/>
          </ac:spMkLst>
        </pc:spChg>
        <pc:spChg chg="add">
          <ac:chgData name="Rajendra Thapa" userId="e41109baddaf3fb9" providerId="LiveId" clId="{22FAAC7A-089C-47DC-9E5D-F38571EFDCEA}" dt="2025-10-26T17:38:21.138" v="16448" actId="26606"/>
          <ac:spMkLst>
            <pc:docMk/>
            <pc:sldMk cId="0" sldId="322"/>
            <ac:spMk id="19" creationId="{3B2E3793-BFE6-45A2-9B7B-E18844431C99}"/>
          </ac:spMkLst>
        </pc:spChg>
        <pc:spChg chg="add">
          <ac:chgData name="Rajendra Thapa" userId="e41109baddaf3fb9" providerId="LiveId" clId="{22FAAC7A-089C-47DC-9E5D-F38571EFDCEA}" dt="2025-10-26T17:38:21.138" v="16448" actId="26606"/>
          <ac:spMkLst>
            <pc:docMk/>
            <pc:sldMk cId="0" sldId="322"/>
            <ac:spMk id="21" creationId="{BC4C4868-CB8F-4AF9-9CDB-8108F2C19B67}"/>
          </ac:spMkLst>
        </pc:spChg>
        <pc:spChg chg="add">
          <ac:chgData name="Rajendra Thapa" userId="e41109baddaf3fb9" providerId="LiveId" clId="{22FAAC7A-089C-47DC-9E5D-F38571EFDCEA}" dt="2025-10-26T17:38:21.138" v="16448" actId="26606"/>
          <ac:spMkLst>
            <pc:docMk/>
            <pc:sldMk cId="0" sldId="322"/>
            <ac:spMk id="23" creationId="{375E0459-6403-40CD-989D-56A4407CA12E}"/>
          </ac:spMkLst>
        </pc:spChg>
        <pc:spChg chg="add">
          <ac:chgData name="Rajendra Thapa" userId="e41109baddaf3fb9" providerId="LiveId" clId="{22FAAC7A-089C-47DC-9E5D-F38571EFDCEA}" dt="2025-10-26T17:38:21.138" v="16448" actId="26606"/>
          <ac:spMkLst>
            <pc:docMk/>
            <pc:sldMk cId="0" sldId="322"/>
            <ac:spMk id="25" creationId="{53E5B1A8-3AC9-4BD1-9BBC-78CA94F2D1BA}"/>
          </ac:spMkLst>
        </pc:spChg>
      </pc:sldChg>
      <pc:sldChg chg="modSp add mod">
        <pc:chgData name="Rajendra Thapa" userId="e41109baddaf3fb9" providerId="LiveId" clId="{22FAAC7A-089C-47DC-9E5D-F38571EFDCEA}" dt="2025-11-02T16:02:59.160" v="33253"/>
        <pc:sldMkLst>
          <pc:docMk/>
          <pc:sldMk cId="1211967068" sldId="324"/>
        </pc:sldMkLst>
        <pc:spChg chg="mod">
          <ac:chgData name="Rajendra Thapa" userId="e41109baddaf3fb9" providerId="LiveId" clId="{22FAAC7A-089C-47DC-9E5D-F38571EFDCEA}" dt="2025-11-02T16:02:05.849" v="33249" actId="255"/>
          <ac:spMkLst>
            <pc:docMk/>
            <pc:sldMk cId="1211967068" sldId="324"/>
            <ac:spMk id="2" creationId="{2A9F983E-FA7C-D775-FBC8-4DD1734B2283}"/>
          </ac:spMkLst>
        </pc:spChg>
        <pc:spChg chg="mod">
          <ac:chgData name="Rajendra Thapa" userId="e41109baddaf3fb9" providerId="LiveId" clId="{22FAAC7A-089C-47DC-9E5D-F38571EFDCEA}" dt="2025-11-02T16:02:15.391" v="33251" actId="14100"/>
          <ac:spMkLst>
            <pc:docMk/>
            <pc:sldMk cId="1211967068" sldId="324"/>
            <ac:spMk id="4" creationId="{5F6D568C-B579-C357-670D-A2EFF32FD118}"/>
          </ac:spMkLst>
        </pc:spChg>
        <pc:graphicFrameChg chg="mod">
          <ac:chgData name="Rajendra Thapa" userId="e41109baddaf3fb9" providerId="LiveId" clId="{22FAAC7A-089C-47DC-9E5D-F38571EFDCEA}" dt="2025-11-02T16:02:59.160" v="33253"/>
          <ac:graphicFrameMkLst>
            <pc:docMk/>
            <pc:sldMk cId="1211967068" sldId="324"/>
            <ac:graphicFrameMk id="11" creationId="{EF535FBE-332C-63D2-7F71-BF4BE67E47A9}"/>
          </ac:graphicFrameMkLst>
        </pc:graphicFrameChg>
        <pc:picChg chg="mod">
          <ac:chgData name="Rajendra Thapa" userId="e41109baddaf3fb9" providerId="LiveId" clId="{22FAAC7A-089C-47DC-9E5D-F38571EFDCEA}" dt="2025-11-02T16:02:30.034" v="33252" actId="1076"/>
          <ac:picMkLst>
            <pc:docMk/>
            <pc:sldMk cId="1211967068" sldId="324"/>
            <ac:picMk id="3" creationId="{F604AD28-5063-8390-5347-9585B192B96B}"/>
          </ac:picMkLst>
        </pc:picChg>
      </pc:sldChg>
      <pc:sldChg chg="delSp modSp add mod setBg delDesignElem">
        <pc:chgData name="Rajendra Thapa" userId="e41109baddaf3fb9" providerId="LiveId" clId="{22FAAC7A-089C-47DC-9E5D-F38571EFDCEA}" dt="2025-11-02T15:42:47.185" v="33017" actId="255"/>
        <pc:sldMkLst>
          <pc:docMk/>
          <pc:sldMk cId="1574731723" sldId="328"/>
        </pc:sldMkLst>
        <pc:spChg chg="mod">
          <ac:chgData name="Rajendra Thapa" userId="e41109baddaf3fb9" providerId="LiveId" clId="{22FAAC7A-089C-47DC-9E5D-F38571EFDCEA}" dt="2025-11-02T15:42:40.317" v="33016" actId="255"/>
          <ac:spMkLst>
            <pc:docMk/>
            <pc:sldMk cId="1574731723" sldId="328"/>
            <ac:spMk id="2" creationId="{AFFB7738-B2F6-A529-94BC-734B74B821A3}"/>
          </ac:spMkLst>
        </pc:spChg>
        <pc:spChg chg="mod">
          <ac:chgData name="Rajendra Thapa" userId="e41109baddaf3fb9" providerId="LiveId" clId="{22FAAC7A-089C-47DC-9E5D-F38571EFDCEA}" dt="2025-11-02T15:42:47.185" v="33017" actId="255"/>
          <ac:spMkLst>
            <pc:docMk/>
            <pc:sldMk cId="1574731723" sldId="328"/>
            <ac:spMk id="3" creationId="{1AE2AD72-6BFA-3C96-1A63-812F5C21D40A}"/>
          </ac:spMkLst>
        </pc:spChg>
      </pc:sldChg>
      <pc:sldChg chg="modSp add del mod">
        <pc:chgData name="Rajendra Thapa" userId="e41109baddaf3fb9" providerId="LiveId" clId="{22FAAC7A-089C-47DC-9E5D-F38571EFDCEA}" dt="2025-11-11T23:31:01.615" v="36603" actId="47"/>
        <pc:sldMkLst>
          <pc:docMk/>
          <pc:sldMk cId="3816232932" sldId="329"/>
        </pc:sldMkLst>
      </pc:sldChg>
      <pc:sldChg chg="addSp delSp modSp mod setBg">
        <pc:chgData name="Rajendra Thapa" userId="e41109baddaf3fb9" providerId="LiveId" clId="{22FAAC7A-089C-47DC-9E5D-F38571EFDCEA}" dt="2025-10-18T23:50:06.291" v="8812" actId="26606"/>
        <pc:sldMkLst>
          <pc:docMk/>
          <pc:sldMk cId="0" sldId="330"/>
        </pc:sldMkLst>
        <pc:spChg chg="add">
          <ac:chgData name="Rajendra Thapa" userId="e41109baddaf3fb9" providerId="LiveId" clId="{22FAAC7A-089C-47DC-9E5D-F38571EFDCEA}" dt="2025-10-18T23:50:06.291" v="8812" actId="26606"/>
          <ac:spMkLst>
            <pc:docMk/>
            <pc:sldMk cId="0" sldId="330"/>
            <ac:spMk id="8" creationId="{AB8C311F-7253-4AED-9701-7FC0708C41C7}"/>
          </ac:spMkLst>
        </pc:spChg>
        <pc:spChg chg="add">
          <ac:chgData name="Rajendra Thapa" userId="e41109baddaf3fb9" providerId="LiveId" clId="{22FAAC7A-089C-47DC-9E5D-F38571EFDCEA}" dt="2025-10-18T23:50:06.291" v="8812" actId="26606"/>
          <ac:spMkLst>
            <pc:docMk/>
            <pc:sldMk cId="0" sldId="330"/>
            <ac:spMk id="10" creationId="{E2384209-CB15-4CDF-9D31-C44FD9A3F20D}"/>
          </ac:spMkLst>
        </pc:spChg>
        <pc:spChg chg="add">
          <ac:chgData name="Rajendra Thapa" userId="e41109baddaf3fb9" providerId="LiveId" clId="{22FAAC7A-089C-47DC-9E5D-F38571EFDCEA}" dt="2025-10-18T23:50:06.291" v="8812" actId="26606"/>
          <ac:spMkLst>
            <pc:docMk/>
            <pc:sldMk cId="0" sldId="330"/>
            <ac:spMk id="12" creationId="{2633B3B5-CC90-43F0-8714-D31D1F3F0209}"/>
          </ac:spMkLst>
        </pc:spChg>
        <pc:spChg chg="add">
          <ac:chgData name="Rajendra Thapa" userId="e41109baddaf3fb9" providerId="LiveId" clId="{22FAAC7A-089C-47DC-9E5D-F38571EFDCEA}" dt="2025-10-18T23:50:06.291" v="8812" actId="26606"/>
          <ac:spMkLst>
            <pc:docMk/>
            <pc:sldMk cId="0" sldId="330"/>
            <ac:spMk id="14" creationId="{A8D57A06-A426-446D-B02C-A2DC6B62E45E}"/>
          </ac:spMkLst>
        </pc:spChg>
        <pc:picChg chg="mod">
          <ac:chgData name="Rajendra Thapa" userId="e41109baddaf3fb9" providerId="LiveId" clId="{22FAAC7A-089C-47DC-9E5D-F38571EFDCEA}" dt="2025-10-18T23:50:06.291" v="8812" actId="26606"/>
          <ac:picMkLst>
            <pc:docMk/>
            <pc:sldMk cId="0" sldId="330"/>
            <ac:picMk id="3" creationId="{8059300E-65C0-C7F5-738E-6422EA851E63}"/>
          </ac:picMkLst>
        </pc:picChg>
      </pc:sldChg>
      <pc:sldChg chg="addSp delSp modSp mod setBg">
        <pc:chgData name="Rajendra Thapa" userId="e41109baddaf3fb9" providerId="LiveId" clId="{22FAAC7A-089C-47DC-9E5D-F38571EFDCEA}" dt="2025-11-02T15:41:44.728" v="33010" actId="255"/>
        <pc:sldMkLst>
          <pc:docMk/>
          <pc:sldMk cId="0" sldId="331"/>
        </pc:sldMkLst>
        <pc:spChg chg="mod">
          <ac:chgData name="Rajendra Thapa" userId="e41109baddaf3fb9" providerId="LiveId" clId="{22FAAC7A-089C-47DC-9E5D-F38571EFDCEA}" dt="2025-11-02T15:41:29.120" v="33007" actId="255"/>
          <ac:spMkLst>
            <pc:docMk/>
            <pc:sldMk cId="0" sldId="331"/>
            <ac:spMk id="2" creationId="{88B12E32-2B96-5C05-0545-08AB7849058E}"/>
          </ac:spMkLst>
        </pc:spChg>
        <pc:spChg chg="add del mod">
          <ac:chgData name="Rajendra Thapa" userId="e41109baddaf3fb9" providerId="LiveId" clId="{22FAAC7A-089C-47DC-9E5D-F38571EFDCEA}" dt="2025-11-02T15:41:44.728" v="33010" actId="255"/>
          <ac:spMkLst>
            <pc:docMk/>
            <pc:sldMk cId="0" sldId="331"/>
            <ac:spMk id="3" creationId="{72C12CCD-C910-645C-BD79-A2F5D440825F}"/>
          </ac:spMkLst>
        </pc:spChg>
        <pc:spChg chg="add">
          <ac:chgData name="Rajendra Thapa" userId="e41109baddaf3fb9" providerId="LiveId" clId="{22FAAC7A-089C-47DC-9E5D-F38571EFDCEA}" dt="2025-11-01T20:10:53.734" v="25384" actId="26606"/>
          <ac:spMkLst>
            <pc:docMk/>
            <pc:sldMk cId="0" sldId="331"/>
            <ac:spMk id="8" creationId="{100EDD19-6802-4EC3-95CE-CFFAB042CFD6}"/>
          </ac:spMkLst>
        </pc:spChg>
        <pc:spChg chg="add">
          <ac:chgData name="Rajendra Thapa" userId="e41109baddaf3fb9" providerId="LiveId" clId="{22FAAC7A-089C-47DC-9E5D-F38571EFDCEA}" dt="2025-11-01T20:10:53.734" v="25384" actId="26606"/>
          <ac:spMkLst>
            <pc:docMk/>
            <pc:sldMk cId="0" sldId="331"/>
            <ac:spMk id="10" creationId="{DB17E863-922E-4C26-BD64-E8FD41D28661}"/>
          </ac:spMkLst>
        </pc:spChg>
      </pc:sldChg>
      <pc:sldChg chg="modSp mod">
        <pc:chgData name="Rajendra Thapa" userId="e41109baddaf3fb9" providerId="LiveId" clId="{22FAAC7A-089C-47DC-9E5D-F38571EFDCEA}" dt="2025-10-29T23:11:19.145" v="16698" actId="14734"/>
        <pc:sldMkLst>
          <pc:docMk/>
          <pc:sldMk cId="0" sldId="333"/>
        </pc:sldMkLst>
        <pc:graphicFrameChg chg="modGraphic">
          <ac:chgData name="Rajendra Thapa" userId="e41109baddaf3fb9" providerId="LiveId" clId="{22FAAC7A-089C-47DC-9E5D-F38571EFDCEA}" dt="2025-10-29T23:11:19.145" v="16698" actId="14734"/>
          <ac:graphicFrameMkLst>
            <pc:docMk/>
            <pc:sldMk cId="0" sldId="333"/>
            <ac:graphicFrameMk id="3" creationId="{56AF4C1E-037E-1A2B-5E6E-0ACC0400F115}"/>
          </ac:graphicFrameMkLst>
        </pc:graphicFrameChg>
        <pc:graphicFrameChg chg="modGraphic">
          <ac:chgData name="Rajendra Thapa" userId="e41109baddaf3fb9" providerId="LiveId" clId="{22FAAC7A-089C-47DC-9E5D-F38571EFDCEA}" dt="2025-10-29T23:11:13.426" v="16697" actId="14734"/>
          <ac:graphicFrameMkLst>
            <pc:docMk/>
            <pc:sldMk cId="0" sldId="333"/>
            <ac:graphicFrameMk id="4" creationId="{C32CD12E-8CBA-54C2-DFF9-F59D876596FB}"/>
          </ac:graphicFrameMkLst>
        </pc:graphicFrameChg>
        <pc:graphicFrameChg chg="modGraphic">
          <ac:chgData name="Rajendra Thapa" userId="e41109baddaf3fb9" providerId="LiveId" clId="{22FAAC7A-089C-47DC-9E5D-F38571EFDCEA}" dt="2025-10-29T23:10:52.851" v="16692" actId="14734"/>
          <ac:graphicFrameMkLst>
            <pc:docMk/>
            <pc:sldMk cId="0" sldId="333"/>
            <ac:graphicFrameMk id="5" creationId="{B6ABB633-664D-5034-8859-5B5D6DC6ABB5}"/>
          </ac:graphicFrameMkLst>
        </pc:graphicFrameChg>
      </pc:sldChg>
      <pc:sldChg chg="modSp mod">
        <pc:chgData name="Rajendra Thapa" userId="e41109baddaf3fb9" providerId="LiveId" clId="{22FAAC7A-089C-47DC-9E5D-F38571EFDCEA}" dt="2025-10-29T23:11:57.549" v="16701" actId="14100"/>
        <pc:sldMkLst>
          <pc:docMk/>
          <pc:sldMk cId="0" sldId="334"/>
        </pc:sldMkLst>
        <pc:graphicFrameChg chg="mod modGraphic">
          <ac:chgData name="Rajendra Thapa" userId="e41109baddaf3fb9" providerId="LiveId" clId="{22FAAC7A-089C-47DC-9E5D-F38571EFDCEA}" dt="2025-10-29T23:11:57.549" v="16701" actId="14100"/>
          <ac:graphicFrameMkLst>
            <pc:docMk/>
            <pc:sldMk cId="0" sldId="334"/>
            <ac:graphicFrameMk id="3" creationId="{B3EB87FA-8B0F-2DB2-BA07-D4AE20AE3D2B}"/>
          </ac:graphicFrameMkLst>
        </pc:graphicFrameChg>
      </pc:sldChg>
      <pc:sldChg chg="addSp delSp modSp mod ord setBg modNotesTx">
        <pc:chgData name="Rajendra Thapa" userId="e41109baddaf3fb9" providerId="LiveId" clId="{22FAAC7A-089C-47DC-9E5D-F38571EFDCEA}" dt="2025-11-11T22:18:37.060" v="34995"/>
        <pc:sldMkLst>
          <pc:docMk/>
          <pc:sldMk cId="0" sldId="335"/>
        </pc:sldMkLst>
        <pc:spChg chg="mod">
          <ac:chgData name="Rajendra Thapa" userId="e41109baddaf3fb9" providerId="LiveId" clId="{22FAAC7A-089C-47DC-9E5D-F38571EFDCEA}" dt="2025-11-01T12:24:38.259" v="20776" actId="20577"/>
          <ac:spMkLst>
            <pc:docMk/>
            <pc:sldMk cId="0" sldId="335"/>
            <ac:spMk id="2" creationId="{4F1693A6-084F-0D94-9EBB-6605E3A00DC6}"/>
          </ac:spMkLst>
        </pc:spChg>
        <pc:spChg chg="mod">
          <ac:chgData name="Rajendra Thapa" userId="e41109baddaf3fb9" providerId="LiveId" clId="{22FAAC7A-089C-47DC-9E5D-F38571EFDCEA}" dt="2025-11-01T09:45:59.770" v="20061" actId="1076"/>
          <ac:spMkLst>
            <pc:docMk/>
            <pc:sldMk cId="0" sldId="335"/>
            <ac:spMk id="3" creationId="{DFACC670-763F-D5D3-2BAF-048766D93720}"/>
          </ac:spMkLst>
        </pc:spChg>
        <pc:spChg chg="mod">
          <ac:chgData name="Rajendra Thapa" userId="e41109baddaf3fb9" providerId="LiveId" clId="{22FAAC7A-089C-47DC-9E5D-F38571EFDCEA}" dt="2025-11-01T09:45:56.369" v="20060" actId="1076"/>
          <ac:spMkLst>
            <pc:docMk/>
            <pc:sldMk cId="0" sldId="335"/>
            <ac:spMk id="4" creationId="{088E97AD-06E4-3B9B-CCDC-710D0AFA4D48}"/>
          </ac:spMkLst>
        </pc:spChg>
      </pc:sldChg>
      <pc:sldChg chg="modSp add mod ord">
        <pc:chgData name="Rajendra Thapa" userId="e41109baddaf3fb9" providerId="LiveId" clId="{22FAAC7A-089C-47DC-9E5D-F38571EFDCEA}" dt="2025-11-13T00:03:56.111" v="36998" actId="1076"/>
        <pc:sldMkLst>
          <pc:docMk/>
          <pc:sldMk cId="2453567840" sldId="336"/>
        </pc:sldMkLst>
        <pc:spChg chg="mod">
          <ac:chgData name="Rajendra Thapa" userId="e41109baddaf3fb9" providerId="LiveId" clId="{22FAAC7A-089C-47DC-9E5D-F38571EFDCEA}" dt="2025-11-13T00:03:56.111" v="36998" actId="1076"/>
          <ac:spMkLst>
            <pc:docMk/>
            <pc:sldMk cId="2453567840" sldId="336"/>
            <ac:spMk id="2" creationId="{4D5092E3-D9F6-8A85-C727-407F26EF4CD9}"/>
          </ac:spMkLst>
        </pc:spChg>
        <pc:spChg chg="mod">
          <ac:chgData name="Rajendra Thapa" userId="e41109baddaf3fb9" providerId="LiveId" clId="{22FAAC7A-089C-47DC-9E5D-F38571EFDCEA}" dt="2025-11-13T00:02:33.871" v="36967" actId="14100"/>
          <ac:spMkLst>
            <pc:docMk/>
            <pc:sldMk cId="2453567840" sldId="336"/>
            <ac:spMk id="3" creationId="{6D644F23-EC33-4474-369B-3428D7E9CD61}"/>
          </ac:spMkLst>
        </pc:spChg>
        <pc:spChg chg="mod">
          <ac:chgData name="Rajendra Thapa" userId="e41109baddaf3fb9" providerId="LiveId" clId="{22FAAC7A-089C-47DC-9E5D-F38571EFDCEA}" dt="2025-11-13T00:03:31.782" v="36980" actId="1076"/>
          <ac:spMkLst>
            <pc:docMk/>
            <pc:sldMk cId="2453567840" sldId="336"/>
            <ac:spMk id="4" creationId="{E5C552FD-B2E7-1B8A-946D-A9A431F632B7}"/>
          </ac:spMkLst>
        </pc:spChg>
        <pc:spChg chg="mod">
          <ac:chgData name="Rajendra Thapa" userId="e41109baddaf3fb9" providerId="LiveId" clId="{22FAAC7A-089C-47DC-9E5D-F38571EFDCEA}" dt="2025-11-13T00:03:28.620" v="36979" actId="1076"/>
          <ac:spMkLst>
            <pc:docMk/>
            <pc:sldMk cId="2453567840" sldId="336"/>
            <ac:spMk id="5" creationId="{5DF694B0-79B1-58D5-35A8-5A588A982FCA}"/>
          </ac:spMkLst>
        </pc:spChg>
        <pc:spChg chg="mod">
          <ac:chgData name="Rajendra Thapa" userId="e41109baddaf3fb9" providerId="LiveId" clId="{22FAAC7A-089C-47DC-9E5D-F38571EFDCEA}" dt="2025-11-13T00:03:21.721" v="36976" actId="14100"/>
          <ac:spMkLst>
            <pc:docMk/>
            <pc:sldMk cId="2453567840" sldId="336"/>
            <ac:spMk id="6" creationId="{76413B0C-BF93-325B-429F-9BF4297AD921}"/>
          </ac:spMkLst>
        </pc:spChg>
      </pc:sldChg>
      <pc:sldChg chg="modSp mod ord modNotesTx">
        <pc:chgData name="Rajendra Thapa" userId="e41109baddaf3fb9" providerId="LiveId" clId="{22FAAC7A-089C-47DC-9E5D-F38571EFDCEA}" dt="2025-11-02T15:55:54.220" v="33162" actId="20577"/>
        <pc:sldMkLst>
          <pc:docMk/>
          <pc:sldMk cId="0" sldId="337"/>
        </pc:sldMkLst>
        <pc:spChg chg="mod">
          <ac:chgData name="Rajendra Thapa" userId="e41109baddaf3fb9" providerId="LiveId" clId="{22FAAC7A-089C-47DC-9E5D-F38571EFDCEA}" dt="2025-11-01T16:32:32.516" v="24630" actId="20577"/>
          <ac:spMkLst>
            <pc:docMk/>
            <pc:sldMk cId="0" sldId="337"/>
            <ac:spMk id="2" creationId="{C25EC44C-A176-2BC4-36BB-03113B8F61B9}"/>
          </ac:spMkLst>
        </pc:spChg>
        <pc:spChg chg="mod">
          <ac:chgData name="Rajendra Thapa" userId="e41109baddaf3fb9" providerId="LiveId" clId="{22FAAC7A-089C-47DC-9E5D-F38571EFDCEA}" dt="2025-11-02T15:55:14.820" v="33152" actId="255"/>
          <ac:spMkLst>
            <pc:docMk/>
            <pc:sldMk cId="0" sldId="337"/>
            <ac:spMk id="3" creationId="{4363BAD1-2A15-C286-6899-55E825FD03D4}"/>
          </ac:spMkLst>
        </pc:spChg>
        <pc:spChg chg="mod">
          <ac:chgData name="Rajendra Thapa" userId="e41109baddaf3fb9" providerId="LiveId" clId="{22FAAC7A-089C-47DC-9E5D-F38571EFDCEA}" dt="2025-11-02T15:55:54.220" v="33162" actId="20577"/>
          <ac:spMkLst>
            <pc:docMk/>
            <pc:sldMk cId="0" sldId="337"/>
            <ac:spMk id="4" creationId="{9D473A6E-5DE9-4AEF-E97E-6A777CF747D6}"/>
          </ac:spMkLst>
        </pc:spChg>
      </pc:sldChg>
      <pc:sldChg chg="addSp delSp modSp mod ord delAnim modNotes">
        <pc:chgData name="Rajendra Thapa" userId="e41109baddaf3fb9" providerId="LiveId" clId="{22FAAC7A-089C-47DC-9E5D-F38571EFDCEA}" dt="2025-11-01T16:32:06.927" v="24600" actId="20577"/>
        <pc:sldMkLst>
          <pc:docMk/>
          <pc:sldMk cId="0" sldId="338"/>
        </pc:sldMkLst>
        <pc:spChg chg="add mod">
          <ac:chgData name="Rajendra Thapa" userId="e41109baddaf3fb9" providerId="LiveId" clId="{22FAAC7A-089C-47DC-9E5D-F38571EFDCEA}" dt="2025-11-01T16:31:20.466" v="24568" actId="20577"/>
          <ac:spMkLst>
            <pc:docMk/>
            <pc:sldMk cId="0" sldId="338"/>
            <ac:spMk id="10" creationId="{11F4202D-49E8-A6A9-BC16-4EBC24C69504}"/>
          </ac:spMkLst>
        </pc:spChg>
        <pc:spChg chg="add mod">
          <ac:chgData name="Rajendra Thapa" userId="e41109baddaf3fb9" providerId="LiveId" clId="{22FAAC7A-089C-47DC-9E5D-F38571EFDCEA}" dt="2025-11-01T16:31:13.210" v="24566" actId="1076"/>
          <ac:spMkLst>
            <pc:docMk/>
            <pc:sldMk cId="0" sldId="338"/>
            <ac:spMk id="11" creationId="{3B1D6C96-FDD0-208B-A8D9-6737A23252A2}"/>
          </ac:spMkLst>
        </pc:spChg>
        <pc:spChg chg="add mod">
          <ac:chgData name="Rajendra Thapa" userId="e41109baddaf3fb9" providerId="LiveId" clId="{22FAAC7A-089C-47DC-9E5D-F38571EFDCEA}" dt="2025-11-01T16:32:06.927" v="24600" actId="20577"/>
          <ac:spMkLst>
            <pc:docMk/>
            <pc:sldMk cId="0" sldId="338"/>
            <ac:spMk id="12" creationId="{AD5290BE-2C21-2A48-286C-2F2E440BB49B}"/>
          </ac:spMkLst>
        </pc:spChg>
      </pc:sldChg>
      <pc:sldChg chg="addSp delSp modSp add mod setBg delDesignElem">
        <pc:chgData name="Rajendra Thapa" userId="e41109baddaf3fb9" providerId="LiveId" clId="{22FAAC7A-089C-47DC-9E5D-F38571EFDCEA}" dt="2025-11-02T16:19:58.097" v="33351" actId="14100"/>
        <pc:sldMkLst>
          <pc:docMk/>
          <pc:sldMk cId="1210026270" sldId="354"/>
        </pc:sldMkLst>
        <pc:spChg chg="mod">
          <ac:chgData name="Rajendra Thapa" userId="e41109baddaf3fb9" providerId="LiveId" clId="{22FAAC7A-089C-47DC-9E5D-F38571EFDCEA}" dt="2025-11-02T16:15:57.116" v="33338" actId="20577"/>
          <ac:spMkLst>
            <pc:docMk/>
            <pc:sldMk cId="1210026270" sldId="354"/>
            <ac:spMk id="2" creationId="{809CC3EF-5C4C-89AB-9E30-C8CEDD565A37}"/>
          </ac:spMkLst>
        </pc:spChg>
        <pc:spChg chg="mod">
          <ac:chgData name="Rajendra Thapa" userId="e41109baddaf3fb9" providerId="LiveId" clId="{22FAAC7A-089C-47DC-9E5D-F38571EFDCEA}" dt="2025-11-02T16:06:25.930" v="33300" actId="14100"/>
          <ac:spMkLst>
            <pc:docMk/>
            <pc:sldMk cId="1210026270" sldId="354"/>
            <ac:spMk id="3" creationId="{6BFD38DA-19CF-EB49-A051-17CD28EB659C}"/>
          </ac:spMkLst>
        </pc:spChg>
        <pc:spChg chg="mod">
          <ac:chgData name="Rajendra Thapa" userId="e41109baddaf3fb9" providerId="LiveId" clId="{22FAAC7A-089C-47DC-9E5D-F38571EFDCEA}" dt="2025-11-02T16:07:24.226" v="33319" actId="20577"/>
          <ac:spMkLst>
            <pc:docMk/>
            <pc:sldMk cId="1210026270" sldId="354"/>
            <ac:spMk id="4" creationId="{6225E644-399E-E1AD-3253-C33714D03592}"/>
          </ac:spMkLst>
        </pc:spChg>
        <pc:spChg chg="add">
          <ac:chgData name="Rajendra Thapa" userId="e41109baddaf3fb9" providerId="LiveId" clId="{22FAAC7A-089C-47DC-9E5D-F38571EFDCEA}" dt="2025-11-02T16:05:12.118" v="33268" actId="26606"/>
          <ac:spMkLst>
            <pc:docMk/>
            <pc:sldMk cId="1210026270" sldId="354"/>
            <ac:spMk id="6" creationId="{21739CA5-F0F5-48E1-8E8C-F24B71827E46}"/>
          </ac:spMkLst>
        </pc:spChg>
        <pc:spChg chg="add">
          <ac:chgData name="Rajendra Thapa" userId="e41109baddaf3fb9" providerId="LiveId" clId="{22FAAC7A-089C-47DC-9E5D-F38571EFDCEA}" dt="2025-11-02T16:05:12.118" v="33268" actId="26606"/>
          <ac:spMkLst>
            <pc:docMk/>
            <pc:sldMk cId="1210026270" sldId="354"/>
            <ac:spMk id="7" creationId="{3EAD2937-F230-41D4-B9C5-975B129BFC20}"/>
          </ac:spMkLst>
        </pc:spChg>
        <pc:spChg chg="add">
          <ac:chgData name="Rajendra Thapa" userId="e41109baddaf3fb9" providerId="LiveId" clId="{22FAAC7A-089C-47DC-9E5D-F38571EFDCEA}" dt="2025-11-02T16:05:12.118" v="33268" actId="26606"/>
          <ac:spMkLst>
            <pc:docMk/>
            <pc:sldMk cId="1210026270" sldId="354"/>
            <ac:spMk id="13" creationId="{CCD444A3-C338-4886-B7F1-4BA2AF46EB64}"/>
          </ac:spMkLst>
        </pc:spChg>
        <pc:picChg chg="add mod">
          <ac:chgData name="Rajendra Thapa" userId="e41109baddaf3fb9" providerId="LiveId" clId="{22FAAC7A-089C-47DC-9E5D-F38571EFDCEA}" dt="2025-11-02T16:19:44.310" v="33348" actId="1076"/>
          <ac:picMkLst>
            <pc:docMk/>
            <pc:sldMk cId="1210026270" sldId="354"/>
            <ac:picMk id="10" creationId="{ED5E9426-E552-6288-3FD5-03230FC192FF}"/>
          </ac:picMkLst>
        </pc:picChg>
        <pc:picChg chg="add mod">
          <ac:chgData name="Rajendra Thapa" userId="e41109baddaf3fb9" providerId="LiveId" clId="{22FAAC7A-089C-47DC-9E5D-F38571EFDCEA}" dt="2025-11-02T16:19:58.097" v="33351" actId="14100"/>
          <ac:picMkLst>
            <pc:docMk/>
            <pc:sldMk cId="1210026270" sldId="354"/>
            <ac:picMk id="12" creationId="{2F5E400B-B855-3385-AB2A-16E0BDEB8F4B}"/>
          </ac:picMkLst>
        </pc:picChg>
      </pc:sldChg>
      <pc:sldChg chg="addSp delSp modSp add mod setBg modAnim delDesignElem modNotesTx">
        <pc:chgData name="Rajendra Thapa" userId="e41109baddaf3fb9" providerId="LiveId" clId="{22FAAC7A-089C-47DC-9E5D-F38571EFDCEA}" dt="2025-11-02T16:04:48.629" v="33265" actId="255"/>
        <pc:sldMkLst>
          <pc:docMk/>
          <pc:sldMk cId="3688099810" sldId="357"/>
        </pc:sldMkLst>
        <pc:spChg chg="mod">
          <ac:chgData name="Rajendra Thapa" userId="e41109baddaf3fb9" providerId="LiveId" clId="{22FAAC7A-089C-47DC-9E5D-F38571EFDCEA}" dt="2025-11-02T16:04:41.450" v="33264" actId="2711"/>
          <ac:spMkLst>
            <pc:docMk/>
            <pc:sldMk cId="3688099810" sldId="357"/>
            <ac:spMk id="2" creationId="{9B199525-B064-2752-CE86-A7DBEA1B04CA}"/>
          </ac:spMkLst>
        </pc:spChg>
        <pc:spChg chg="mod">
          <ac:chgData name="Rajendra Thapa" userId="e41109baddaf3fb9" providerId="LiveId" clId="{22FAAC7A-089C-47DC-9E5D-F38571EFDCEA}" dt="2025-11-02T16:04:32.839" v="33263" actId="2711"/>
          <ac:spMkLst>
            <pc:docMk/>
            <pc:sldMk cId="3688099810" sldId="357"/>
            <ac:spMk id="3" creationId="{956AF63C-A29D-1AC8-4F68-A35C38194C31}"/>
          </ac:spMkLst>
        </pc:spChg>
        <pc:spChg chg="add mod">
          <ac:chgData name="Rajendra Thapa" userId="e41109baddaf3fb9" providerId="LiveId" clId="{22FAAC7A-089C-47DC-9E5D-F38571EFDCEA}" dt="2025-11-02T16:04:48.629" v="33265" actId="255"/>
          <ac:spMkLst>
            <pc:docMk/>
            <pc:sldMk cId="3688099810" sldId="357"/>
            <ac:spMk id="4" creationId="{D9D53859-30F3-DBF4-D0A1-F0B01B492D76}"/>
          </ac:spMkLst>
        </pc:spChg>
        <pc:spChg chg="add">
          <ac:chgData name="Rajendra Thapa" userId="e41109baddaf3fb9" providerId="LiveId" clId="{22FAAC7A-089C-47DC-9E5D-F38571EFDCEA}" dt="2025-11-01T16:38:13.374" v="24672" actId="26606"/>
          <ac:spMkLst>
            <pc:docMk/>
            <pc:sldMk cId="3688099810" sldId="357"/>
            <ac:spMk id="5" creationId="{100EDD19-6802-4EC3-95CE-CFFAB042CFD6}"/>
          </ac:spMkLst>
        </pc:spChg>
        <pc:spChg chg="add">
          <ac:chgData name="Rajendra Thapa" userId="e41109baddaf3fb9" providerId="LiveId" clId="{22FAAC7A-089C-47DC-9E5D-F38571EFDCEA}" dt="2025-11-01T16:38:13.374" v="24672" actId="26606"/>
          <ac:spMkLst>
            <pc:docMk/>
            <pc:sldMk cId="3688099810" sldId="357"/>
            <ac:spMk id="6" creationId="{DB17E863-922E-4C26-BD64-E8FD41D28661}"/>
          </ac:spMkLst>
        </pc:spChg>
      </pc:sldChg>
      <pc:sldChg chg="addSp modSp add mod ord modNotesTx">
        <pc:chgData name="Rajendra Thapa" userId="e41109baddaf3fb9" providerId="LiveId" clId="{22FAAC7A-089C-47DC-9E5D-F38571EFDCEA}" dt="2025-11-02T08:10:01.928" v="29861" actId="20577"/>
        <pc:sldMkLst>
          <pc:docMk/>
          <pc:sldMk cId="1132997198" sldId="358"/>
        </pc:sldMkLst>
        <pc:spChg chg="mod">
          <ac:chgData name="Rajendra Thapa" userId="e41109baddaf3fb9" providerId="LiveId" clId="{22FAAC7A-089C-47DC-9E5D-F38571EFDCEA}" dt="2025-11-02T08:04:30.743" v="29732" actId="14100"/>
          <ac:spMkLst>
            <pc:docMk/>
            <pc:sldMk cId="1132997198" sldId="358"/>
            <ac:spMk id="2" creationId="{040EE2EB-E328-9CBE-39BA-5BD047629D13}"/>
          </ac:spMkLst>
        </pc:spChg>
        <pc:spChg chg="mod">
          <ac:chgData name="Rajendra Thapa" userId="e41109baddaf3fb9" providerId="LiveId" clId="{22FAAC7A-089C-47DC-9E5D-F38571EFDCEA}" dt="2025-11-02T08:07:14.146" v="29733" actId="14100"/>
          <ac:spMkLst>
            <pc:docMk/>
            <pc:sldMk cId="1132997198" sldId="358"/>
            <ac:spMk id="3" creationId="{571B0AE0-1247-9998-5D3C-0B4000CA8301}"/>
          </ac:spMkLst>
        </pc:spChg>
        <pc:spChg chg="mod">
          <ac:chgData name="Rajendra Thapa" userId="e41109baddaf3fb9" providerId="LiveId" clId="{22FAAC7A-089C-47DC-9E5D-F38571EFDCEA}" dt="2025-11-02T08:07:50.878" v="29734" actId="14100"/>
          <ac:spMkLst>
            <pc:docMk/>
            <pc:sldMk cId="1132997198" sldId="358"/>
            <ac:spMk id="4" creationId="{068FACC6-E3AB-D459-6A75-539BDFCEA5C9}"/>
          </ac:spMkLst>
        </pc:spChg>
        <pc:spChg chg="add mod">
          <ac:chgData name="Rajendra Thapa" userId="e41109baddaf3fb9" providerId="LiveId" clId="{22FAAC7A-089C-47DC-9E5D-F38571EFDCEA}" dt="2025-11-02T08:09:40.524" v="29843" actId="255"/>
          <ac:spMkLst>
            <pc:docMk/>
            <pc:sldMk cId="1132997198" sldId="358"/>
            <ac:spMk id="5" creationId="{B3B392B1-F6E2-0539-6857-A4EA5C5D5952}"/>
          </ac:spMkLst>
        </pc:spChg>
      </pc:sldChg>
      <pc:sldChg chg="modSp mod ord modNotesTx">
        <pc:chgData name="Rajendra Thapa" userId="e41109baddaf3fb9" providerId="LiveId" clId="{22FAAC7A-089C-47DC-9E5D-F38571EFDCEA}" dt="2025-11-13T00:05:12.886" v="37010" actId="27636"/>
        <pc:sldMkLst>
          <pc:docMk/>
          <pc:sldMk cId="0" sldId="359"/>
        </pc:sldMkLst>
        <pc:spChg chg="mod">
          <ac:chgData name="Rajendra Thapa" userId="e41109baddaf3fb9" providerId="LiveId" clId="{22FAAC7A-089C-47DC-9E5D-F38571EFDCEA}" dt="2025-11-13T00:05:06.410" v="37008" actId="255"/>
          <ac:spMkLst>
            <pc:docMk/>
            <pc:sldMk cId="0" sldId="359"/>
            <ac:spMk id="2" creationId="{46F7AE78-5676-E2E3-11A3-A7E2B6494F18}"/>
          </ac:spMkLst>
        </pc:spChg>
        <pc:spChg chg="mod">
          <ac:chgData name="Rajendra Thapa" userId="e41109baddaf3fb9" providerId="LiveId" clId="{22FAAC7A-089C-47DC-9E5D-F38571EFDCEA}" dt="2025-11-13T00:05:12.886" v="37010" actId="27636"/>
          <ac:spMkLst>
            <pc:docMk/>
            <pc:sldMk cId="0" sldId="359"/>
            <ac:spMk id="3" creationId="{9A8AB82C-4EFC-6B20-4EF3-5A6885785EDD}"/>
          </ac:spMkLst>
        </pc:spChg>
      </pc:sldChg>
      <pc:sldChg chg="modSp mod">
        <pc:chgData name="Rajendra Thapa" userId="e41109baddaf3fb9" providerId="LiveId" clId="{22FAAC7A-089C-47DC-9E5D-F38571EFDCEA}" dt="2025-11-13T00:06:36.255" v="37027" actId="14100"/>
        <pc:sldMkLst>
          <pc:docMk/>
          <pc:sldMk cId="0" sldId="363"/>
        </pc:sldMkLst>
        <pc:spChg chg="mod">
          <ac:chgData name="Rajendra Thapa" userId="e41109baddaf3fb9" providerId="LiveId" clId="{22FAAC7A-089C-47DC-9E5D-F38571EFDCEA}" dt="2025-11-13T00:06:07.338" v="37019" actId="1076"/>
          <ac:spMkLst>
            <pc:docMk/>
            <pc:sldMk cId="0" sldId="363"/>
            <ac:spMk id="2" creationId="{28850D64-36B9-1AB3-5F14-D42A96219D7E}"/>
          </ac:spMkLst>
        </pc:spChg>
        <pc:spChg chg="mod">
          <ac:chgData name="Rajendra Thapa" userId="e41109baddaf3fb9" providerId="LiveId" clId="{22FAAC7A-089C-47DC-9E5D-F38571EFDCEA}" dt="2025-11-13T00:06:36.255" v="37027" actId="14100"/>
          <ac:spMkLst>
            <pc:docMk/>
            <pc:sldMk cId="0" sldId="363"/>
            <ac:spMk id="3" creationId="{34673CAA-09AD-BCFC-083E-846FE0004A05}"/>
          </ac:spMkLst>
        </pc:spChg>
      </pc:sldChg>
      <pc:sldChg chg="addSp modSp mod setBg">
        <pc:chgData name="Rajendra Thapa" userId="e41109baddaf3fb9" providerId="LiveId" clId="{22FAAC7A-089C-47DC-9E5D-F38571EFDCEA}" dt="2025-10-26T16:05:35.805" v="14824" actId="255"/>
        <pc:sldMkLst>
          <pc:docMk/>
          <pc:sldMk cId="169428110" sldId="365"/>
        </pc:sldMkLst>
        <pc:spChg chg="mod">
          <ac:chgData name="Rajendra Thapa" userId="e41109baddaf3fb9" providerId="LiveId" clId="{22FAAC7A-089C-47DC-9E5D-F38571EFDCEA}" dt="2025-10-26T16:05:35.805" v="14824" actId="255"/>
          <ac:spMkLst>
            <pc:docMk/>
            <pc:sldMk cId="169428110" sldId="365"/>
            <ac:spMk id="2" creationId="{DAB4BAE2-27C5-70D2-5269-7957C3691E63}"/>
          </ac:spMkLst>
        </pc:spChg>
        <pc:picChg chg="mod">
          <ac:chgData name="Rajendra Thapa" userId="e41109baddaf3fb9" providerId="LiveId" clId="{22FAAC7A-089C-47DC-9E5D-F38571EFDCEA}" dt="2025-10-18T21:52:40.364" v="7651" actId="14100"/>
          <ac:picMkLst>
            <pc:docMk/>
            <pc:sldMk cId="169428110" sldId="365"/>
            <ac:picMk id="5" creationId="{3EBDE330-26C8-9674-2974-97E1C1E124F5}"/>
          </ac:picMkLst>
        </pc:picChg>
      </pc:sldChg>
      <pc:sldChg chg="addSp delSp modSp mod setBg">
        <pc:chgData name="Rajendra Thapa" userId="e41109baddaf3fb9" providerId="LiveId" clId="{22FAAC7A-089C-47DC-9E5D-F38571EFDCEA}" dt="2025-10-25T07:12:43.792" v="9147" actId="26606"/>
        <pc:sldMkLst>
          <pc:docMk/>
          <pc:sldMk cId="487072360" sldId="368"/>
        </pc:sldMkLst>
        <pc:spChg chg="add">
          <ac:chgData name="Rajendra Thapa" userId="e41109baddaf3fb9" providerId="LiveId" clId="{22FAAC7A-089C-47DC-9E5D-F38571EFDCEA}" dt="2025-10-25T07:12:43.792" v="9147" actId="26606"/>
          <ac:spMkLst>
            <pc:docMk/>
            <pc:sldMk cId="487072360" sldId="368"/>
            <ac:spMk id="30" creationId="{F3060C83-F051-4F0E-ABAD-AA0DFC48B218}"/>
          </ac:spMkLst>
        </pc:spChg>
        <pc:spChg chg="add">
          <ac:chgData name="Rajendra Thapa" userId="e41109baddaf3fb9" providerId="LiveId" clId="{22FAAC7A-089C-47DC-9E5D-F38571EFDCEA}" dt="2025-10-25T07:12:43.792" v="9147" actId="26606"/>
          <ac:spMkLst>
            <pc:docMk/>
            <pc:sldMk cId="487072360" sldId="368"/>
            <ac:spMk id="32" creationId="{83C98ABE-055B-441F-B07E-44F97F083C39}"/>
          </ac:spMkLst>
        </pc:spChg>
        <pc:spChg chg="add">
          <ac:chgData name="Rajendra Thapa" userId="e41109baddaf3fb9" providerId="LiveId" clId="{22FAAC7A-089C-47DC-9E5D-F38571EFDCEA}" dt="2025-10-25T07:12:43.792" v="9147" actId="26606"/>
          <ac:spMkLst>
            <pc:docMk/>
            <pc:sldMk cId="487072360" sldId="368"/>
            <ac:spMk id="34" creationId="{29FDB030-9B49-4CED-8CCD-4D99382388AC}"/>
          </ac:spMkLst>
        </pc:spChg>
        <pc:spChg chg="add">
          <ac:chgData name="Rajendra Thapa" userId="e41109baddaf3fb9" providerId="LiveId" clId="{22FAAC7A-089C-47DC-9E5D-F38571EFDCEA}" dt="2025-10-25T07:12:43.792" v="9147" actId="26606"/>
          <ac:spMkLst>
            <pc:docMk/>
            <pc:sldMk cId="487072360" sldId="368"/>
            <ac:spMk id="36" creationId="{3783CA14-24A1-485C-8B30-D6A5D87987AD}"/>
          </ac:spMkLst>
        </pc:spChg>
        <pc:spChg chg="add">
          <ac:chgData name="Rajendra Thapa" userId="e41109baddaf3fb9" providerId="LiveId" clId="{22FAAC7A-089C-47DC-9E5D-F38571EFDCEA}" dt="2025-10-25T07:12:43.792" v="9147" actId="26606"/>
          <ac:spMkLst>
            <pc:docMk/>
            <pc:sldMk cId="487072360" sldId="368"/>
            <ac:spMk id="38" creationId="{9A97C86A-04D6-40F7-AE84-31AB43E6A846}"/>
          </ac:spMkLst>
        </pc:spChg>
        <pc:spChg chg="add">
          <ac:chgData name="Rajendra Thapa" userId="e41109baddaf3fb9" providerId="LiveId" clId="{22FAAC7A-089C-47DC-9E5D-F38571EFDCEA}" dt="2025-10-25T07:12:43.792" v="9147" actId="26606"/>
          <ac:spMkLst>
            <pc:docMk/>
            <pc:sldMk cId="487072360" sldId="368"/>
            <ac:spMk id="40" creationId="{FF9F2414-84E8-453E-B1F3-389FDE8192D9}"/>
          </ac:spMkLst>
        </pc:spChg>
        <pc:spChg chg="add">
          <ac:chgData name="Rajendra Thapa" userId="e41109baddaf3fb9" providerId="LiveId" clId="{22FAAC7A-089C-47DC-9E5D-F38571EFDCEA}" dt="2025-10-25T07:12:43.792" v="9147" actId="26606"/>
          <ac:spMkLst>
            <pc:docMk/>
            <pc:sldMk cId="487072360" sldId="368"/>
            <ac:spMk id="42" creationId="{3ECA69A1-7536-43AC-85EF-C7106179F5ED}"/>
          </ac:spMkLst>
        </pc:spChg>
        <pc:picChg chg="add mod">
          <ac:chgData name="Rajendra Thapa" userId="e41109baddaf3fb9" providerId="LiveId" clId="{22FAAC7A-089C-47DC-9E5D-F38571EFDCEA}" dt="2025-10-25T07:12:43.792" v="9147" actId="26606"/>
          <ac:picMkLst>
            <pc:docMk/>
            <pc:sldMk cId="487072360" sldId="368"/>
            <ac:picMk id="13" creationId="{40BD351C-CD7F-4713-FB2A-378229B89265}"/>
          </ac:picMkLst>
        </pc:picChg>
      </pc:sldChg>
      <pc:sldChg chg="addSp delSp modSp mod setBg">
        <pc:chgData name="Rajendra Thapa" userId="e41109baddaf3fb9" providerId="LiveId" clId="{22FAAC7A-089C-47DC-9E5D-F38571EFDCEA}" dt="2025-11-01T14:37:48.156" v="23404" actId="255"/>
        <pc:sldMkLst>
          <pc:docMk/>
          <pc:sldMk cId="600388326" sldId="369"/>
        </pc:sldMkLst>
        <pc:spChg chg="mod">
          <ac:chgData name="Rajendra Thapa" userId="e41109baddaf3fb9" providerId="LiveId" clId="{22FAAC7A-089C-47DC-9E5D-F38571EFDCEA}" dt="2025-11-01T14:37:35.291" v="23403" actId="2711"/>
          <ac:spMkLst>
            <pc:docMk/>
            <pc:sldMk cId="600388326" sldId="369"/>
            <ac:spMk id="2" creationId="{A8582830-E79E-04D3-A721-0C11CFDA70A7}"/>
          </ac:spMkLst>
        </pc:spChg>
        <pc:spChg chg="mod">
          <ac:chgData name="Rajendra Thapa" userId="e41109baddaf3fb9" providerId="LiveId" clId="{22FAAC7A-089C-47DC-9E5D-F38571EFDCEA}" dt="2025-11-01T14:37:48.156" v="23404" actId="255"/>
          <ac:spMkLst>
            <pc:docMk/>
            <pc:sldMk cId="600388326" sldId="369"/>
            <ac:spMk id="3" creationId="{9BE4F60F-D2D0-456C-372C-AEA0831BAAC2}"/>
          </ac:spMkLst>
        </pc:spChg>
        <pc:spChg chg="add">
          <ac:chgData name="Rajendra Thapa" userId="e41109baddaf3fb9" providerId="LiveId" clId="{22FAAC7A-089C-47DC-9E5D-F38571EFDCEA}" dt="2025-11-01T14:37:21.344" v="23398" actId="26606"/>
          <ac:spMkLst>
            <pc:docMk/>
            <pc:sldMk cId="600388326" sldId="369"/>
            <ac:spMk id="50" creationId="{352BEC0E-22F8-46D0-9632-375DB541B06C}"/>
          </ac:spMkLst>
        </pc:spChg>
        <pc:spChg chg="add">
          <ac:chgData name="Rajendra Thapa" userId="e41109baddaf3fb9" providerId="LiveId" clId="{22FAAC7A-089C-47DC-9E5D-F38571EFDCEA}" dt="2025-11-01T14:37:21.344" v="23398" actId="26606"/>
          <ac:spMkLst>
            <pc:docMk/>
            <pc:sldMk cId="600388326" sldId="369"/>
            <ac:spMk id="52" creationId="{3FCFB1DE-0B7E-48CC-BA90-B2AB0889F9D6}"/>
          </ac:spMkLst>
        </pc:spChg>
        <pc:picChg chg="add mod">
          <ac:chgData name="Rajendra Thapa" userId="e41109baddaf3fb9" providerId="LiveId" clId="{22FAAC7A-089C-47DC-9E5D-F38571EFDCEA}" dt="2025-11-01T14:37:21.344" v="23398" actId="26606"/>
          <ac:picMkLst>
            <pc:docMk/>
            <pc:sldMk cId="600388326" sldId="369"/>
            <ac:picMk id="6" creationId="{15351840-1804-41B7-3A6C-A855B4FDC450}"/>
          </ac:picMkLst>
        </pc:picChg>
        <pc:picChg chg="add mod">
          <ac:chgData name="Rajendra Thapa" userId="e41109baddaf3fb9" providerId="LiveId" clId="{22FAAC7A-089C-47DC-9E5D-F38571EFDCEA}" dt="2025-11-01T14:37:21.344" v="23398" actId="26606"/>
          <ac:picMkLst>
            <pc:docMk/>
            <pc:sldMk cId="600388326" sldId="369"/>
            <ac:picMk id="8" creationId="{C4DE0DDC-A432-8CA5-4C39-5950311E7BF4}"/>
          </ac:picMkLst>
        </pc:picChg>
      </pc:sldChg>
      <pc:sldChg chg="addSp delSp modSp mod ord setBg">
        <pc:chgData name="Rajendra Thapa" userId="e41109baddaf3fb9" providerId="LiveId" clId="{22FAAC7A-089C-47DC-9E5D-F38571EFDCEA}" dt="2025-11-01T14:38:34.349" v="23407" actId="255"/>
        <pc:sldMkLst>
          <pc:docMk/>
          <pc:sldMk cId="3787535571" sldId="370"/>
        </pc:sldMkLst>
        <pc:spChg chg="mod">
          <ac:chgData name="Rajendra Thapa" userId="e41109baddaf3fb9" providerId="LiveId" clId="{22FAAC7A-089C-47DC-9E5D-F38571EFDCEA}" dt="2025-11-01T14:38:25.709" v="23406" actId="2711"/>
          <ac:spMkLst>
            <pc:docMk/>
            <pc:sldMk cId="3787535571" sldId="370"/>
            <ac:spMk id="2" creationId="{28F03750-9B44-A384-2F98-608346868831}"/>
          </ac:spMkLst>
        </pc:spChg>
        <pc:spChg chg="mod">
          <ac:chgData name="Rajendra Thapa" userId="e41109baddaf3fb9" providerId="LiveId" clId="{22FAAC7A-089C-47DC-9E5D-F38571EFDCEA}" dt="2025-11-01T14:38:34.349" v="23407" actId="255"/>
          <ac:spMkLst>
            <pc:docMk/>
            <pc:sldMk cId="3787535571" sldId="370"/>
            <ac:spMk id="3" creationId="{F5B63076-2F7C-65E6-1BA4-37346E155FCF}"/>
          </ac:spMkLst>
        </pc:spChg>
        <pc:spChg chg="add">
          <ac:chgData name="Rajendra Thapa" userId="e41109baddaf3fb9" providerId="LiveId" clId="{22FAAC7A-089C-47DC-9E5D-F38571EFDCEA}" dt="2025-10-26T13:18:22.981" v="14269" actId="26606"/>
          <ac:spMkLst>
            <pc:docMk/>
            <pc:sldMk cId="3787535571" sldId="370"/>
            <ac:spMk id="25" creationId="{7FF47CB7-972F-479F-A36D-9E72D26EC8DA}"/>
          </ac:spMkLst>
        </pc:spChg>
        <pc:spChg chg="add">
          <ac:chgData name="Rajendra Thapa" userId="e41109baddaf3fb9" providerId="LiveId" clId="{22FAAC7A-089C-47DC-9E5D-F38571EFDCEA}" dt="2025-10-26T13:18:22.981" v="14269" actId="26606"/>
          <ac:spMkLst>
            <pc:docMk/>
            <pc:sldMk cId="3787535571" sldId="370"/>
            <ac:spMk id="29" creationId="{9A0D773F-7A7D-4DBB-9DEA-86BB8B8F4BC8}"/>
          </ac:spMkLst>
        </pc:spChg>
        <pc:picChg chg="add mod">
          <ac:chgData name="Rajendra Thapa" userId="e41109baddaf3fb9" providerId="LiveId" clId="{22FAAC7A-089C-47DC-9E5D-F38571EFDCEA}" dt="2025-10-26T13:20:17.601" v="14276" actId="1076"/>
          <ac:picMkLst>
            <pc:docMk/>
            <pc:sldMk cId="3787535571" sldId="370"/>
            <ac:picMk id="5" creationId="{DC4F4E1E-2D43-31D7-6215-9417E0813736}"/>
          </ac:picMkLst>
        </pc:picChg>
      </pc:sldChg>
      <pc:sldChg chg="addSp delSp modSp mod ord setBg">
        <pc:chgData name="Rajendra Thapa" userId="e41109baddaf3fb9" providerId="LiveId" clId="{22FAAC7A-089C-47DC-9E5D-F38571EFDCEA}" dt="2025-10-26T16:09:29.087" v="14897" actId="255"/>
        <pc:sldMkLst>
          <pc:docMk/>
          <pc:sldMk cId="2563800082" sldId="371"/>
        </pc:sldMkLst>
        <pc:spChg chg="mod">
          <ac:chgData name="Rajendra Thapa" userId="e41109baddaf3fb9" providerId="LiveId" clId="{22FAAC7A-089C-47DC-9E5D-F38571EFDCEA}" dt="2025-10-26T16:09:29.087" v="14897" actId="255"/>
          <ac:spMkLst>
            <pc:docMk/>
            <pc:sldMk cId="2563800082" sldId="371"/>
            <ac:spMk id="2" creationId="{B47523D7-9382-60B7-0E17-2F56709BA2D8}"/>
          </ac:spMkLst>
        </pc:spChg>
        <pc:spChg chg="mod">
          <ac:chgData name="Rajendra Thapa" userId="e41109baddaf3fb9" providerId="LiveId" clId="{22FAAC7A-089C-47DC-9E5D-F38571EFDCEA}" dt="2025-10-26T16:09:23.129" v="14896" actId="27636"/>
          <ac:spMkLst>
            <pc:docMk/>
            <pc:sldMk cId="2563800082" sldId="371"/>
            <ac:spMk id="3" creationId="{22E230A8-C7FD-C5DD-AE2E-09FDD13BBA4A}"/>
          </ac:spMkLst>
        </pc:spChg>
        <pc:spChg chg="add">
          <ac:chgData name="Rajendra Thapa" userId="e41109baddaf3fb9" providerId="LiveId" clId="{22FAAC7A-089C-47DC-9E5D-F38571EFDCEA}" dt="2025-10-26T13:23:13.487" v="14287" actId="26606"/>
          <ac:spMkLst>
            <pc:docMk/>
            <pc:sldMk cId="2563800082" sldId="371"/>
            <ac:spMk id="38" creationId="{C9A36457-A5F4-4103-A443-02581C09185B}"/>
          </ac:spMkLst>
        </pc:spChg>
        <pc:spChg chg="add">
          <ac:chgData name="Rajendra Thapa" userId="e41109baddaf3fb9" providerId="LiveId" clId="{22FAAC7A-089C-47DC-9E5D-F38571EFDCEA}" dt="2025-10-26T13:23:13.487" v="14287" actId="26606"/>
          <ac:spMkLst>
            <pc:docMk/>
            <pc:sldMk cId="2563800082" sldId="371"/>
            <ac:spMk id="40" creationId="{AA5CF486-D9E5-4A66-898A-F3D62B81B15E}"/>
          </ac:spMkLst>
        </pc:spChg>
      </pc:sldChg>
      <pc:sldChg chg="addSp delSp modSp new mod setBg modNotesTx">
        <pc:chgData name="Rajendra Thapa" userId="e41109baddaf3fb9" providerId="LiveId" clId="{22FAAC7A-089C-47DC-9E5D-F38571EFDCEA}" dt="2025-11-01T15:28:34.237" v="23721" actId="20577"/>
        <pc:sldMkLst>
          <pc:docMk/>
          <pc:sldMk cId="1773191347" sldId="375"/>
        </pc:sldMkLst>
        <pc:spChg chg="add del mod">
          <ac:chgData name="Rajendra Thapa" userId="e41109baddaf3fb9" providerId="LiveId" clId="{22FAAC7A-089C-47DC-9E5D-F38571EFDCEA}" dt="2025-10-25T07:16:52.138" v="9164" actId="26606"/>
          <ac:spMkLst>
            <pc:docMk/>
            <pc:sldMk cId="1773191347" sldId="375"/>
            <ac:spMk id="4" creationId="{FA801332-6C05-4735-6F00-19E1A5913BAF}"/>
          </ac:spMkLst>
        </pc:spChg>
        <pc:spChg chg="add">
          <ac:chgData name="Rajendra Thapa" userId="e41109baddaf3fb9" providerId="LiveId" clId="{22FAAC7A-089C-47DC-9E5D-F38571EFDCEA}" dt="2025-10-25T07:16:52.138" v="9164" actId="26606"/>
          <ac:spMkLst>
            <pc:docMk/>
            <pc:sldMk cId="1773191347" sldId="375"/>
            <ac:spMk id="64" creationId="{BACC6370-2D7E-4714-9D71-7542949D7D5D}"/>
          </ac:spMkLst>
        </pc:spChg>
        <pc:spChg chg="add">
          <ac:chgData name="Rajendra Thapa" userId="e41109baddaf3fb9" providerId="LiveId" clId="{22FAAC7A-089C-47DC-9E5D-F38571EFDCEA}" dt="2025-10-25T07:16:52.138" v="9164" actId="26606"/>
          <ac:spMkLst>
            <pc:docMk/>
            <pc:sldMk cId="1773191347" sldId="375"/>
            <ac:spMk id="65" creationId="{F68B3F68-107C-434F-AA38-110D5EA91B85}"/>
          </ac:spMkLst>
        </pc:spChg>
        <pc:spChg chg="add">
          <ac:chgData name="Rajendra Thapa" userId="e41109baddaf3fb9" providerId="LiveId" clId="{22FAAC7A-089C-47DC-9E5D-F38571EFDCEA}" dt="2025-10-25T07:16:52.138" v="9164" actId="26606"/>
          <ac:spMkLst>
            <pc:docMk/>
            <pc:sldMk cId="1773191347" sldId="375"/>
            <ac:spMk id="66" creationId="{AAD0DBB9-1A4B-4391-81D4-CB19F9AB918A}"/>
          </ac:spMkLst>
        </pc:spChg>
        <pc:spChg chg="add">
          <ac:chgData name="Rajendra Thapa" userId="e41109baddaf3fb9" providerId="LiveId" clId="{22FAAC7A-089C-47DC-9E5D-F38571EFDCEA}" dt="2025-10-25T07:16:52.138" v="9164" actId="26606"/>
          <ac:spMkLst>
            <pc:docMk/>
            <pc:sldMk cId="1773191347" sldId="375"/>
            <ac:spMk id="67" creationId="{063BBA22-50EA-4C4D-BE05-F1CE4E63AA56}"/>
          </ac:spMkLst>
        </pc:spChg>
        <pc:graphicFrameChg chg="add mod ord modGraphic">
          <ac:chgData name="Rajendra Thapa" userId="e41109baddaf3fb9" providerId="LiveId" clId="{22FAAC7A-089C-47DC-9E5D-F38571EFDCEA}" dt="2025-11-01T15:28:34.237" v="23721" actId="20577"/>
          <ac:graphicFrameMkLst>
            <pc:docMk/>
            <pc:sldMk cId="1773191347" sldId="375"/>
            <ac:graphicFrameMk id="15" creationId="{AA6EE2DC-DA7E-CCB9-52D2-E27CA542CF09}"/>
          </ac:graphicFrameMkLst>
        </pc:graphicFrameChg>
      </pc:sldChg>
      <pc:sldChg chg="addSp delSp modSp add del mod setBg">
        <pc:chgData name="Rajendra Thapa" userId="e41109baddaf3fb9" providerId="LiveId" clId="{22FAAC7A-089C-47DC-9E5D-F38571EFDCEA}" dt="2025-11-01T14:49:50.883" v="23548" actId="14100"/>
        <pc:sldMkLst>
          <pc:docMk/>
          <pc:sldMk cId="0" sldId="376"/>
        </pc:sldMkLst>
        <pc:spChg chg="mod">
          <ac:chgData name="Rajendra Thapa" userId="e41109baddaf3fb9" providerId="LiveId" clId="{22FAAC7A-089C-47DC-9E5D-F38571EFDCEA}" dt="2025-11-01T14:44:12.582" v="23458" actId="14100"/>
          <ac:spMkLst>
            <pc:docMk/>
            <pc:sldMk cId="0" sldId="376"/>
            <ac:spMk id="2" creationId="{00000000-0000-0000-0000-000000000000}"/>
          </ac:spMkLst>
        </pc:spChg>
        <pc:spChg chg="mod">
          <ac:chgData name="Rajendra Thapa" userId="e41109baddaf3fb9" providerId="LiveId" clId="{22FAAC7A-089C-47DC-9E5D-F38571EFDCEA}" dt="2025-11-01T14:49:50.883" v="23548" actId="14100"/>
          <ac:spMkLst>
            <pc:docMk/>
            <pc:sldMk cId="0" sldId="376"/>
            <ac:spMk id="3" creationId="{00000000-0000-0000-0000-000000000000}"/>
          </ac:spMkLst>
        </pc:spChg>
        <pc:spChg chg="add">
          <ac:chgData name="Rajendra Thapa" userId="e41109baddaf3fb9" providerId="LiveId" clId="{22FAAC7A-089C-47DC-9E5D-F38571EFDCEA}" dt="2025-11-01T14:41:24.171" v="23422" actId="26606"/>
          <ac:spMkLst>
            <pc:docMk/>
            <pc:sldMk cId="0" sldId="376"/>
            <ac:spMk id="15" creationId="{4FFBEE45-F140-49D5-85EA-C78C24340B23}"/>
          </ac:spMkLst>
        </pc:spChg>
        <pc:picChg chg="add mod">
          <ac:chgData name="Rajendra Thapa" userId="e41109baddaf3fb9" providerId="LiveId" clId="{22FAAC7A-089C-47DC-9E5D-F38571EFDCEA}" dt="2025-11-01T14:49:46.071" v="23547" actId="14100"/>
          <ac:picMkLst>
            <pc:docMk/>
            <pc:sldMk cId="0" sldId="376"/>
            <ac:picMk id="5" creationId="{35BBD091-C5D3-FAAA-5E66-0F5EF31F9E0F}"/>
          </ac:picMkLst>
        </pc:picChg>
      </pc:sldChg>
      <pc:sldChg chg="addSp delSp modSp add mod setBg">
        <pc:chgData name="Rajendra Thapa" userId="e41109baddaf3fb9" providerId="LiveId" clId="{22FAAC7A-089C-47DC-9E5D-F38571EFDCEA}" dt="2025-11-01T14:46:28.015" v="23471" actId="2711"/>
        <pc:sldMkLst>
          <pc:docMk/>
          <pc:sldMk cId="0" sldId="377"/>
        </pc:sldMkLst>
        <pc:spChg chg="mod">
          <ac:chgData name="Rajendra Thapa" userId="e41109baddaf3fb9" providerId="LiveId" clId="{22FAAC7A-089C-47DC-9E5D-F38571EFDCEA}" dt="2025-10-26T13:29:31.220" v="14319" actId="14100"/>
          <ac:spMkLst>
            <pc:docMk/>
            <pc:sldMk cId="0" sldId="377"/>
            <ac:spMk id="2" creationId="{00000000-0000-0000-0000-000000000000}"/>
          </ac:spMkLst>
        </pc:spChg>
        <pc:spChg chg="mod">
          <ac:chgData name="Rajendra Thapa" userId="e41109baddaf3fb9" providerId="LiveId" clId="{22FAAC7A-089C-47DC-9E5D-F38571EFDCEA}" dt="2025-11-01T14:46:28.015" v="23471" actId="2711"/>
          <ac:spMkLst>
            <pc:docMk/>
            <pc:sldMk cId="0" sldId="377"/>
            <ac:spMk id="3" creationId="{00000000-0000-0000-0000-000000000000}"/>
          </ac:spMkLst>
        </pc:spChg>
        <pc:spChg chg="mod">
          <ac:chgData name="Rajendra Thapa" userId="e41109baddaf3fb9" providerId="LiveId" clId="{22FAAC7A-089C-47DC-9E5D-F38571EFDCEA}" dt="2025-11-01T14:46:20.178" v="23470" actId="2711"/>
          <ac:spMkLst>
            <pc:docMk/>
            <pc:sldMk cId="0" sldId="377"/>
            <ac:spMk id="4" creationId="{D6E1C5FA-1017-D5B3-B4AE-FCE941DAB6DB}"/>
          </ac:spMkLst>
        </pc:spChg>
        <pc:picChg chg="add mod">
          <ac:chgData name="Rajendra Thapa" userId="e41109baddaf3fb9" providerId="LiveId" clId="{22FAAC7A-089C-47DC-9E5D-F38571EFDCEA}" dt="2025-10-26T16:19:11.886" v="15062" actId="14100"/>
          <ac:picMkLst>
            <pc:docMk/>
            <pc:sldMk cId="0" sldId="377"/>
            <ac:picMk id="8" creationId="{6C22BD0C-BE36-1CE4-D9DE-C42222FFC837}"/>
          </ac:picMkLst>
        </pc:picChg>
      </pc:sldChg>
      <pc:sldChg chg="addSp delSp modSp new mod ord setBg">
        <pc:chgData name="Rajendra Thapa" userId="e41109baddaf3fb9" providerId="LiveId" clId="{22FAAC7A-089C-47DC-9E5D-F38571EFDCEA}" dt="2025-10-26T16:22:51.651" v="15084" actId="255"/>
        <pc:sldMkLst>
          <pc:docMk/>
          <pc:sldMk cId="3107749994" sldId="378"/>
        </pc:sldMkLst>
        <pc:spChg chg="mod">
          <ac:chgData name="Rajendra Thapa" userId="e41109baddaf3fb9" providerId="LiveId" clId="{22FAAC7A-089C-47DC-9E5D-F38571EFDCEA}" dt="2025-10-26T16:22:51.651" v="15084" actId="255"/>
          <ac:spMkLst>
            <pc:docMk/>
            <pc:sldMk cId="3107749994" sldId="378"/>
            <ac:spMk id="2" creationId="{7FFD809C-0A1D-1DD4-A7BD-5C8AE2052E92}"/>
          </ac:spMkLst>
        </pc:spChg>
        <pc:graphicFrameChg chg="add mod">
          <ac:chgData name="Rajendra Thapa" userId="e41109baddaf3fb9" providerId="LiveId" clId="{22FAAC7A-089C-47DC-9E5D-F38571EFDCEA}" dt="2025-10-26T16:22:43.358" v="15083" actId="255"/>
          <ac:graphicFrameMkLst>
            <pc:docMk/>
            <pc:sldMk cId="3107749994" sldId="378"/>
            <ac:graphicFrameMk id="5" creationId="{E7A5FBD6-0F01-F6F1-68A2-79937E6D1DB4}"/>
          </ac:graphicFrameMkLst>
        </pc:graphicFrameChg>
      </pc:sldChg>
      <pc:sldChg chg="addSp delSp modSp new mod ord setBg">
        <pc:chgData name="Rajendra Thapa" userId="e41109baddaf3fb9" providerId="LiveId" clId="{22FAAC7A-089C-47DC-9E5D-F38571EFDCEA}" dt="2025-10-26T16:24:00.932" v="15093" actId="27636"/>
        <pc:sldMkLst>
          <pc:docMk/>
          <pc:sldMk cId="2589261679" sldId="379"/>
        </pc:sldMkLst>
        <pc:spChg chg="mod">
          <ac:chgData name="Rajendra Thapa" userId="e41109baddaf3fb9" providerId="LiveId" clId="{22FAAC7A-089C-47DC-9E5D-F38571EFDCEA}" dt="2025-10-26T16:23:47.949" v="15089" actId="2711"/>
          <ac:spMkLst>
            <pc:docMk/>
            <pc:sldMk cId="2589261679" sldId="379"/>
            <ac:spMk id="2" creationId="{3EC38E28-7F81-B591-1D99-FF9556D4A105}"/>
          </ac:spMkLst>
        </pc:spChg>
        <pc:spChg chg="add mod">
          <ac:chgData name="Rajendra Thapa" userId="e41109baddaf3fb9" providerId="LiveId" clId="{22FAAC7A-089C-47DC-9E5D-F38571EFDCEA}" dt="2025-10-26T16:24:00.932" v="15093" actId="27636"/>
          <ac:spMkLst>
            <pc:docMk/>
            <pc:sldMk cId="2589261679" sldId="379"/>
            <ac:spMk id="18" creationId="{8A8C4C17-83D0-47B5-8A0D-5CE070487831}"/>
          </ac:spMkLst>
        </pc:spChg>
        <pc:spChg chg="add">
          <ac:chgData name="Rajendra Thapa" userId="e41109baddaf3fb9" providerId="LiveId" clId="{22FAAC7A-089C-47DC-9E5D-F38571EFDCEA}" dt="2025-10-26T16:23:34.709" v="15087" actId="26606"/>
          <ac:spMkLst>
            <pc:docMk/>
            <pc:sldMk cId="2589261679" sldId="379"/>
            <ac:spMk id="71" creationId="{1B15ED52-F352-441B-82BF-E0EA34836D08}"/>
          </ac:spMkLst>
        </pc:spChg>
        <pc:spChg chg="add">
          <ac:chgData name="Rajendra Thapa" userId="e41109baddaf3fb9" providerId="LiveId" clId="{22FAAC7A-089C-47DC-9E5D-F38571EFDCEA}" dt="2025-10-26T16:23:34.709" v="15087" actId="26606"/>
          <ac:spMkLst>
            <pc:docMk/>
            <pc:sldMk cId="2589261679" sldId="379"/>
            <ac:spMk id="73" creationId="{3B2E3793-BFE6-45A2-9B7B-E18844431C99}"/>
          </ac:spMkLst>
        </pc:spChg>
        <pc:spChg chg="add">
          <ac:chgData name="Rajendra Thapa" userId="e41109baddaf3fb9" providerId="LiveId" clId="{22FAAC7A-089C-47DC-9E5D-F38571EFDCEA}" dt="2025-10-26T16:23:34.709" v="15087" actId="26606"/>
          <ac:spMkLst>
            <pc:docMk/>
            <pc:sldMk cId="2589261679" sldId="379"/>
            <ac:spMk id="75" creationId="{BC4C4868-CB8F-4AF9-9CDB-8108F2C19B67}"/>
          </ac:spMkLst>
        </pc:spChg>
        <pc:spChg chg="add">
          <ac:chgData name="Rajendra Thapa" userId="e41109baddaf3fb9" providerId="LiveId" clId="{22FAAC7A-089C-47DC-9E5D-F38571EFDCEA}" dt="2025-10-26T16:23:34.709" v="15087" actId="26606"/>
          <ac:spMkLst>
            <pc:docMk/>
            <pc:sldMk cId="2589261679" sldId="379"/>
            <ac:spMk id="77" creationId="{375E0459-6403-40CD-989D-56A4407CA12E}"/>
          </ac:spMkLst>
        </pc:spChg>
      </pc:sldChg>
      <pc:sldChg chg="addSp delSp modSp new mod ord setBg modNotesTx">
        <pc:chgData name="Rajendra Thapa" userId="e41109baddaf3fb9" providerId="LiveId" clId="{22FAAC7A-089C-47DC-9E5D-F38571EFDCEA}" dt="2025-10-26T13:34:54.405" v="14333" actId="27614"/>
        <pc:sldMkLst>
          <pc:docMk/>
          <pc:sldMk cId="3506038509" sldId="380"/>
        </pc:sldMkLst>
        <pc:spChg chg="add">
          <ac:chgData name="Rajendra Thapa" userId="e41109baddaf3fb9" providerId="LiveId" clId="{22FAAC7A-089C-47DC-9E5D-F38571EFDCEA}" dt="2025-10-26T13:34:29.661" v="14331" actId="26606"/>
          <ac:spMkLst>
            <pc:docMk/>
            <pc:sldMk cId="3506038509" sldId="380"/>
            <ac:spMk id="28" creationId="{AB8C311F-7253-4AED-9701-7FC0708C41C7}"/>
          </ac:spMkLst>
        </pc:spChg>
        <pc:spChg chg="add">
          <ac:chgData name="Rajendra Thapa" userId="e41109baddaf3fb9" providerId="LiveId" clId="{22FAAC7A-089C-47DC-9E5D-F38571EFDCEA}" dt="2025-10-26T13:34:29.661" v="14331" actId="26606"/>
          <ac:spMkLst>
            <pc:docMk/>
            <pc:sldMk cId="3506038509" sldId="380"/>
            <ac:spMk id="32" creationId="{E2384209-CB15-4CDF-9D31-C44FD9A3F20D}"/>
          </ac:spMkLst>
        </pc:spChg>
        <pc:spChg chg="add">
          <ac:chgData name="Rajendra Thapa" userId="e41109baddaf3fb9" providerId="LiveId" clId="{22FAAC7A-089C-47DC-9E5D-F38571EFDCEA}" dt="2025-10-26T13:34:29.661" v="14331" actId="26606"/>
          <ac:spMkLst>
            <pc:docMk/>
            <pc:sldMk cId="3506038509" sldId="380"/>
            <ac:spMk id="37" creationId="{A8D57A06-A426-446D-B02C-A2DC6B62E45E}"/>
          </ac:spMkLst>
        </pc:spChg>
        <pc:spChg chg="add">
          <ac:chgData name="Rajendra Thapa" userId="e41109baddaf3fb9" providerId="LiveId" clId="{22FAAC7A-089C-47DC-9E5D-F38571EFDCEA}" dt="2025-10-26T13:34:29.661" v="14331" actId="26606"/>
          <ac:spMkLst>
            <pc:docMk/>
            <pc:sldMk cId="3506038509" sldId="380"/>
            <ac:spMk id="38" creationId="{2633B3B5-CC90-43F0-8714-D31D1F3F0209}"/>
          </ac:spMkLst>
        </pc:spChg>
        <pc:picChg chg="add mod">
          <ac:chgData name="Rajendra Thapa" userId="e41109baddaf3fb9" providerId="LiveId" clId="{22FAAC7A-089C-47DC-9E5D-F38571EFDCEA}" dt="2025-10-26T13:34:54.405" v="14333" actId="27614"/>
          <ac:picMkLst>
            <pc:docMk/>
            <pc:sldMk cId="3506038509" sldId="380"/>
            <ac:picMk id="6" creationId="{0CC35A54-236A-18BA-DA68-4E88E59A6329}"/>
          </ac:picMkLst>
        </pc:picChg>
      </pc:sldChg>
      <pc:sldChg chg="addSp delSp modSp new mod setBg">
        <pc:chgData name="Rajendra Thapa" userId="e41109baddaf3fb9" providerId="LiveId" clId="{22FAAC7A-089C-47DC-9E5D-F38571EFDCEA}" dt="2025-11-11T22:53:38.895" v="35670" actId="20577"/>
        <pc:sldMkLst>
          <pc:docMk/>
          <pc:sldMk cId="2348523106" sldId="381"/>
        </pc:sldMkLst>
        <pc:spChg chg="mod">
          <ac:chgData name="Rajendra Thapa" userId="e41109baddaf3fb9" providerId="LiveId" clId="{22FAAC7A-089C-47DC-9E5D-F38571EFDCEA}" dt="2025-11-09T23:17:40.207" v="34631" actId="20577"/>
          <ac:spMkLst>
            <pc:docMk/>
            <pc:sldMk cId="2348523106" sldId="381"/>
            <ac:spMk id="2" creationId="{06E873A7-B8F3-9033-2E06-45C5D277373D}"/>
          </ac:spMkLst>
        </pc:spChg>
        <pc:spChg chg="add mod">
          <ac:chgData name="Rajendra Thapa" userId="e41109baddaf3fb9" providerId="LiveId" clId="{22FAAC7A-089C-47DC-9E5D-F38571EFDCEA}" dt="2025-11-11T22:23:49.357" v="35162" actId="20577"/>
          <ac:spMkLst>
            <pc:docMk/>
            <pc:sldMk cId="2348523106" sldId="381"/>
            <ac:spMk id="3" creationId="{9ECBFFCB-330A-24B4-72B8-6BD1C6F733E0}"/>
          </ac:spMkLst>
        </pc:spChg>
        <pc:spChg chg="add mod">
          <ac:chgData name="Rajendra Thapa" userId="e41109baddaf3fb9" providerId="LiveId" clId="{22FAAC7A-089C-47DC-9E5D-F38571EFDCEA}" dt="2025-11-11T22:53:38.895" v="35670" actId="20577"/>
          <ac:spMkLst>
            <pc:docMk/>
            <pc:sldMk cId="2348523106" sldId="381"/>
            <ac:spMk id="4" creationId="{8BE8D72F-4F6F-8CF8-AE13-959E6E0F7517}"/>
          </ac:spMkLst>
        </pc:spChg>
        <pc:spChg chg="add">
          <ac:chgData name="Rajendra Thapa" userId="e41109baddaf3fb9" providerId="LiveId" clId="{22FAAC7A-089C-47DC-9E5D-F38571EFDCEA}" dt="2025-10-26T16:25:19.985" v="15096" actId="26606"/>
          <ac:spMkLst>
            <pc:docMk/>
            <pc:sldMk cId="2348523106" sldId="381"/>
            <ac:spMk id="26" creationId="{1B15ED52-F352-441B-82BF-E0EA34836D08}"/>
          </ac:spMkLst>
        </pc:spChg>
        <pc:spChg chg="add">
          <ac:chgData name="Rajendra Thapa" userId="e41109baddaf3fb9" providerId="LiveId" clId="{22FAAC7A-089C-47DC-9E5D-F38571EFDCEA}" dt="2025-10-26T16:25:19.985" v="15096" actId="26606"/>
          <ac:spMkLst>
            <pc:docMk/>
            <pc:sldMk cId="2348523106" sldId="381"/>
            <ac:spMk id="30" creationId="{BC4C4868-CB8F-4AF9-9CDB-8108F2C19B67}"/>
          </ac:spMkLst>
        </pc:spChg>
        <pc:spChg chg="add">
          <ac:chgData name="Rajendra Thapa" userId="e41109baddaf3fb9" providerId="LiveId" clId="{22FAAC7A-089C-47DC-9E5D-F38571EFDCEA}" dt="2025-10-26T16:25:19.985" v="15096" actId="26606"/>
          <ac:spMkLst>
            <pc:docMk/>
            <pc:sldMk cId="2348523106" sldId="381"/>
            <ac:spMk id="32" creationId="{375E0459-6403-40CD-989D-56A4407CA12E}"/>
          </ac:spMkLst>
        </pc:spChg>
      </pc:sldChg>
      <pc:sldChg chg="addSp delSp modSp new mod setBg">
        <pc:chgData name="Rajendra Thapa" userId="e41109baddaf3fb9" providerId="LiveId" clId="{22FAAC7A-089C-47DC-9E5D-F38571EFDCEA}" dt="2025-10-26T16:26:46.454" v="15106" actId="1076"/>
        <pc:sldMkLst>
          <pc:docMk/>
          <pc:sldMk cId="3800308020" sldId="382"/>
        </pc:sldMkLst>
        <pc:spChg chg="mod">
          <ac:chgData name="Rajendra Thapa" userId="e41109baddaf3fb9" providerId="LiveId" clId="{22FAAC7A-089C-47DC-9E5D-F38571EFDCEA}" dt="2025-10-26T16:26:32.740" v="15104" actId="2711"/>
          <ac:spMkLst>
            <pc:docMk/>
            <pc:sldMk cId="3800308020" sldId="382"/>
            <ac:spMk id="2" creationId="{FE851F65-D1AC-8E1C-06D4-658BE4E99CC2}"/>
          </ac:spMkLst>
        </pc:spChg>
        <pc:spChg chg="add mod">
          <ac:chgData name="Rajendra Thapa" userId="e41109baddaf3fb9" providerId="LiveId" clId="{22FAAC7A-089C-47DC-9E5D-F38571EFDCEA}" dt="2025-10-26T16:26:46.454" v="15106" actId="1076"/>
          <ac:spMkLst>
            <pc:docMk/>
            <pc:sldMk cId="3800308020" sldId="382"/>
            <ac:spMk id="6" creationId="{11F2EBD7-A11D-C1AD-4D73-669F827AF755}"/>
          </ac:spMkLst>
        </pc:spChg>
        <pc:spChg chg="add">
          <ac:chgData name="Rajendra Thapa" userId="e41109baddaf3fb9" providerId="LiveId" clId="{22FAAC7A-089C-47DC-9E5D-F38571EFDCEA}" dt="2025-10-26T16:26:25.522" v="15102" actId="26606"/>
          <ac:spMkLst>
            <pc:docMk/>
            <pc:sldMk cId="3800308020" sldId="382"/>
            <ac:spMk id="28" creationId="{1B15ED52-F352-441B-82BF-E0EA34836D08}"/>
          </ac:spMkLst>
        </pc:spChg>
        <pc:spChg chg="add">
          <ac:chgData name="Rajendra Thapa" userId="e41109baddaf3fb9" providerId="LiveId" clId="{22FAAC7A-089C-47DC-9E5D-F38571EFDCEA}" dt="2025-10-26T16:26:25.522" v="15102" actId="26606"/>
          <ac:spMkLst>
            <pc:docMk/>
            <pc:sldMk cId="3800308020" sldId="382"/>
            <ac:spMk id="34" creationId="{375E0459-6403-40CD-989D-56A4407CA12E}"/>
          </ac:spMkLst>
        </pc:spChg>
        <pc:spChg chg="add">
          <ac:chgData name="Rajendra Thapa" userId="e41109baddaf3fb9" providerId="LiveId" clId="{22FAAC7A-089C-47DC-9E5D-F38571EFDCEA}" dt="2025-10-26T16:26:25.522" v="15102" actId="26606"/>
          <ac:spMkLst>
            <pc:docMk/>
            <pc:sldMk cId="3800308020" sldId="382"/>
            <ac:spMk id="36" creationId="{53E5B1A8-3AC9-4BD1-9BBC-78CA94F2D1BA}"/>
          </ac:spMkLst>
        </pc:spChg>
      </pc:sldChg>
      <pc:sldChg chg="addSp delSp modSp new mod ord setBg">
        <pc:chgData name="Rajendra Thapa" userId="e41109baddaf3fb9" providerId="LiveId" clId="{22FAAC7A-089C-47DC-9E5D-F38571EFDCEA}" dt="2025-11-01T07:27:04.291" v="17930"/>
        <pc:sldMkLst>
          <pc:docMk/>
          <pc:sldMk cId="1203466366" sldId="387"/>
        </pc:sldMkLst>
        <pc:picChg chg="add mod ord">
          <ac:chgData name="Rajendra Thapa" userId="e41109baddaf3fb9" providerId="LiveId" clId="{22FAAC7A-089C-47DC-9E5D-F38571EFDCEA}" dt="2025-10-26T08:02:13.772" v="11716" actId="14100"/>
          <ac:picMkLst>
            <pc:docMk/>
            <pc:sldMk cId="1203466366" sldId="387"/>
            <ac:picMk id="5" creationId="{ACF57FD1-77B4-C304-32CA-8278A0D44025}"/>
          </ac:picMkLst>
        </pc:picChg>
      </pc:sldChg>
      <pc:sldChg chg="modSp new mod">
        <pc:chgData name="Rajendra Thapa" userId="e41109baddaf3fb9" providerId="LiveId" clId="{22FAAC7A-089C-47DC-9E5D-F38571EFDCEA}" dt="2025-11-11T22:16:29.695" v="34956" actId="14100"/>
        <pc:sldMkLst>
          <pc:docMk/>
          <pc:sldMk cId="608947078" sldId="388"/>
        </pc:sldMkLst>
        <pc:spChg chg="mod">
          <ac:chgData name="Rajendra Thapa" userId="e41109baddaf3fb9" providerId="LiveId" clId="{22FAAC7A-089C-47DC-9E5D-F38571EFDCEA}" dt="2025-11-11T22:16:25.467" v="34955" actId="255"/>
          <ac:spMkLst>
            <pc:docMk/>
            <pc:sldMk cId="608947078" sldId="388"/>
            <ac:spMk id="2" creationId="{A8D4F196-CFF9-912D-C000-0CBF2EED4E83}"/>
          </ac:spMkLst>
        </pc:spChg>
        <pc:spChg chg="mod">
          <ac:chgData name="Rajendra Thapa" userId="e41109baddaf3fb9" providerId="LiveId" clId="{22FAAC7A-089C-47DC-9E5D-F38571EFDCEA}" dt="2025-11-11T22:16:29.695" v="34956" actId="14100"/>
          <ac:spMkLst>
            <pc:docMk/>
            <pc:sldMk cId="608947078" sldId="388"/>
            <ac:spMk id="3" creationId="{5E3C4013-B2EE-79A1-9B4F-1A924646D313}"/>
          </ac:spMkLst>
        </pc:spChg>
      </pc:sldChg>
      <pc:sldChg chg="addSp delSp modSp new mod ord modNotesTx">
        <pc:chgData name="Rajendra Thapa" userId="e41109baddaf3fb9" providerId="LiveId" clId="{22FAAC7A-089C-47DC-9E5D-F38571EFDCEA}" dt="2025-11-12T23:59:52.020" v="36954" actId="20577"/>
        <pc:sldMkLst>
          <pc:docMk/>
          <pc:sldMk cId="3374154858" sldId="390"/>
        </pc:sldMkLst>
        <pc:spChg chg="mod">
          <ac:chgData name="Rajendra Thapa" userId="e41109baddaf3fb9" providerId="LiveId" clId="{22FAAC7A-089C-47DC-9E5D-F38571EFDCEA}" dt="2025-11-12T23:59:52.020" v="36954" actId="20577"/>
          <ac:spMkLst>
            <pc:docMk/>
            <pc:sldMk cId="3374154858" sldId="390"/>
            <ac:spMk id="2" creationId="{576014AF-87DE-EF01-D828-AE2CB2F86806}"/>
          </ac:spMkLst>
        </pc:spChg>
        <pc:spChg chg="add mod">
          <ac:chgData name="Rajendra Thapa" userId="e41109baddaf3fb9" providerId="LiveId" clId="{22FAAC7A-089C-47DC-9E5D-F38571EFDCEA}" dt="2025-11-02T15:29:46.425" v="32830" actId="1076"/>
          <ac:spMkLst>
            <pc:docMk/>
            <pc:sldMk cId="3374154858" sldId="390"/>
            <ac:spMk id="4" creationId="{C0B1B4F1-BB1F-0FF3-28FD-C1DE51EFA0BD}"/>
          </ac:spMkLst>
        </pc:spChg>
        <pc:spChg chg="add mod">
          <ac:chgData name="Rajendra Thapa" userId="e41109baddaf3fb9" providerId="LiveId" clId="{22FAAC7A-089C-47DC-9E5D-F38571EFDCEA}" dt="2025-11-02T15:29:58.798" v="32834" actId="1076"/>
          <ac:spMkLst>
            <pc:docMk/>
            <pc:sldMk cId="3374154858" sldId="390"/>
            <ac:spMk id="5" creationId="{B84803C2-2774-3930-5163-E284BC0243C0}"/>
          </ac:spMkLst>
        </pc:spChg>
        <pc:graphicFrameChg chg="add mod modGraphic">
          <ac:chgData name="Rajendra Thapa" userId="e41109baddaf3fb9" providerId="LiveId" clId="{22FAAC7A-089C-47DC-9E5D-F38571EFDCEA}" dt="2025-11-02T15:30:08.389" v="32835" actId="1076"/>
          <ac:graphicFrameMkLst>
            <pc:docMk/>
            <pc:sldMk cId="3374154858" sldId="390"/>
            <ac:graphicFrameMk id="9" creationId="{8CCC49B6-711B-BE6E-512B-F6F9125AAD85}"/>
          </ac:graphicFrameMkLst>
        </pc:graphicFrameChg>
      </pc:sldChg>
      <pc:sldChg chg="modSp new mod ord">
        <pc:chgData name="Rajendra Thapa" userId="e41109baddaf3fb9" providerId="LiveId" clId="{22FAAC7A-089C-47DC-9E5D-F38571EFDCEA}" dt="2025-11-11T22:16:49.234" v="34979" actId="20577"/>
        <pc:sldMkLst>
          <pc:docMk/>
          <pc:sldMk cId="1540487676" sldId="391"/>
        </pc:sldMkLst>
        <pc:spChg chg="mod">
          <ac:chgData name="Rajendra Thapa" userId="e41109baddaf3fb9" providerId="LiveId" clId="{22FAAC7A-089C-47DC-9E5D-F38571EFDCEA}" dt="2025-11-11T22:16:49.234" v="34979" actId="20577"/>
          <ac:spMkLst>
            <pc:docMk/>
            <pc:sldMk cId="1540487676" sldId="391"/>
            <ac:spMk id="2" creationId="{D2ADA99E-70D0-46B7-EF11-71090B468DF5}"/>
          </ac:spMkLst>
        </pc:spChg>
        <pc:spChg chg="mod">
          <ac:chgData name="Rajendra Thapa" userId="e41109baddaf3fb9" providerId="LiveId" clId="{22FAAC7A-089C-47DC-9E5D-F38571EFDCEA}" dt="2025-11-11T22:16:02.376" v="34952" actId="255"/>
          <ac:spMkLst>
            <pc:docMk/>
            <pc:sldMk cId="1540487676" sldId="391"/>
            <ac:spMk id="3" creationId="{ADA8C4FF-B9CC-C9B4-B0B1-1D160BE705DF}"/>
          </ac:spMkLst>
        </pc:spChg>
      </pc:sldChg>
      <pc:sldChg chg="modSp add mod ord">
        <pc:chgData name="Rajendra Thapa" userId="e41109baddaf3fb9" providerId="LiveId" clId="{22FAAC7A-089C-47DC-9E5D-F38571EFDCEA}" dt="2025-11-02T15:26:17.312" v="32794" actId="255"/>
        <pc:sldMkLst>
          <pc:docMk/>
          <pc:sldMk cId="3116615755" sldId="392"/>
        </pc:sldMkLst>
        <pc:spChg chg="mod">
          <ac:chgData name="Rajendra Thapa" userId="e41109baddaf3fb9" providerId="LiveId" clId="{22FAAC7A-089C-47DC-9E5D-F38571EFDCEA}" dt="2025-11-02T15:26:17.312" v="32794" actId="255"/>
          <ac:spMkLst>
            <pc:docMk/>
            <pc:sldMk cId="3116615755" sldId="392"/>
            <ac:spMk id="2" creationId="{87DE0C3A-6ACA-1FF4-0B97-BAF94DC561BB}"/>
          </ac:spMkLst>
        </pc:spChg>
        <pc:spChg chg="mod">
          <ac:chgData name="Rajendra Thapa" userId="e41109baddaf3fb9" providerId="LiveId" clId="{22FAAC7A-089C-47DC-9E5D-F38571EFDCEA}" dt="2025-11-02T15:26:10.542" v="32793" actId="255"/>
          <ac:spMkLst>
            <pc:docMk/>
            <pc:sldMk cId="3116615755" sldId="392"/>
            <ac:spMk id="3" creationId="{B3CADD38-1152-F4B9-BC37-3E26054C4BD2}"/>
          </ac:spMkLst>
        </pc:spChg>
      </pc:sldChg>
      <pc:sldChg chg="addSp delSp modSp new mod ord setBg modNotesTx">
        <pc:chgData name="Rajendra Thapa" userId="e41109baddaf3fb9" providerId="LiveId" clId="{22FAAC7A-089C-47DC-9E5D-F38571EFDCEA}" dt="2025-11-02T15:36:54.024" v="32902"/>
        <pc:sldMkLst>
          <pc:docMk/>
          <pc:sldMk cId="339845459" sldId="394"/>
        </pc:sldMkLst>
        <pc:spChg chg="mod">
          <ac:chgData name="Rajendra Thapa" userId="e41109baddaf3fb9" providerId="LiveId" clId="{22FAAC7A-089C-47DC-9E5D-F38571EFDCEA}" dt="2025-11-02T15:35:42.533" v="32889" actId="27636"/>
          <ac:spMkLst>
            <pc:docMk/>
            <pc:sldMk cId="339845459" sldId="394"/>
            <ac:spMk id="2" creationId="{4E5C2668-60F7-BD3B-B52E-5662CDCEDE92}"/>
          </ac:spMkLst>
        </pc:spChg>
        <pc:spChg chg="mod">
          <ac:chgData name="Rajendra Thapa" userId="e41109baddaf3fb9" providerId="LiveId" clId="{22FAAC7A-089C-47DC-9E5D-F38571EFDCEA}" dt="2025-11-02T15:36:18.401" v="32897" actId="1076"/>
          <ac:spMkLst>
            <pc:docMk/>
            <pc:sldMk cId="339845459" sldId="394"/>
            <ac:spMk id="3" creationId="{CAFE20BB-CE02-84A0-A3BF-272F943FB357}"/>
          </ac:spMkLst>
        </pc:spChg>
        <pc:spChg chg="add mod">
          <ac:chgData name="Rajendra Thapa" userId="e41109baddaf3fb9" providerId="LiveId" clId="{22FAAC7A-089C-47DC-9E5D-F38571EFDCEA}" dt="2025-11-02T15:36:35.404" v="32900" actId="255"/>
          <ac:spMkLst>
            <pc:docMk/>
            <pc:sldMk cId="339845459" sldId="394"/>
            <ac:spMk id="4" creationId="{435087DA-8E1D-7A44-A2A6-C76D21A2EF0A}"/>
          </ac:spMkLst>
        </pc:spChg>
      </pc:sldChg>
      <pc:sldChg chg="addSp delSp modSp new mod ord setBg delDesignElem chgLayout">
        <pc:chgData name="Rajendra Thapa" userId="e41109baddaf3fb9" providerId="LiveId" clId="{22FAAC7A-089C-47DC-9E5D-F38571EFDCEA}" dt="2025-10-26T12:06:08.677" v="13548" actId="14100"/>
        <pc:sldMkLst>
          <pc:docMk/>
          <pc:sldMk cId="2609218092" sldId="397"/>
        </pc:sldMkLst>
        <pc:spChg chg="add mod ord">
          <ac:chgData name="Rajendra Thapa" userId="e41109baddaf3fb9" providerId="LiveId" clId="{22FAAC7A-089C-47DC-9E5D-F38571EFDCEA}" dt="2025-10-26T12:06:06.011" v="13547" actId="1076"/>
          <ac:spMkLst>
            <pc:docMk/>
            <pc:sldMk cId="2609218092" sldId="397"/>
            <ac:spMk id="2" creationId="{B8E3A773-407E-B6FC-2A19-4FD134BAAB99}"/>
          </ac:spMkLst>
        </pc:spChg>
        <pc:grpChg chg="add">
          <ac:chgData name="Rajendra Thapa" userId="e41109baddaf3fb9" providerId="LiveId" clId="{22FAAC7A-089C-47DC-9E5D-F38571EFDCEA}" dt="2025-10-26T12:06:00.916" v="13544" actId="26606"/>
          <ac:grpSpMkLst>
            <pc:docMk/>
            <pc:sldMk cId="2609218092" sldId="397"/>
            <ac:grpSpMk id="9" creationId="{117ED9EE-380C-224B-8619-61C6C01B1B1D}"/>
          </ac:grpSpMkLst>
        </pc:grpChg>
        <pc:graphicFrameChg chg="add mod ord modGraphic">
          <ac:chgData name="Rajendra Thapa" userId="e41109baddaf3fb9" providerId="LiveId" clId="{22FAAC7A-089C-47DC-9E5D-F38571EFDCEA}" dt="2025-10-26T12:06:08.677" v="13548" actId="14100"/>
          <ac:graphicFrameMkLst>
            <pc:docMk/>
            <pc:sldMk cId="2609218092" sldId="397"/>
            <ac:graphicFrameMk id="4" creationId="{FA92E2F3-58A4-4D2C-F54C-490BE63D553D}"/>
          </ac:graphicFrameMkLst>
        </pc:graphicFrameChg>
      </pc:sldChg>
      <pc:sldChg chg="addSp delSp modSp new mod ord setBg">
        <pc:chgData name="Rajendra Thapa" userId="e41109baddaf3fb9" providerId="LiveId" clId="{22FAAC7A-089C-47DC-9E5D-F38571EFDCEA}" dt="2025-11-12T22:09:15.640" v="36747" actId="255"/>
        <pc:sldMkLst>
          <pc:docMk/>
          <pc:sldMk cId="2469789081" sldId="399"/>
        </pc:sldMkLst>
        <pc:spChg chg="mod">
          <ac:chgData name="Rajendra Thapa" userId="e41109baddaf3fb9" providerId="LiveId" clId="{22FAAC7A-089C-47DC-9E5D-F38571EFDCEA}" dt="2025-11-12T22:09:15.640" v="36747" actId="255"/>
          <ac:spMkLst>
            <pc:docMk/>
            <pc:sldMk cId="2469789081" sldId="399"/>
            <ac:spMk id="2" creationId="{D7058C43-8531-D655-075A-9AF41F08AF51}"/>
          </ac:spMkLst>
        </pc:spChg>
        <pc:spChg chg="mod">
          <ac:chgData name="Rajendra Thapa" userId="e41109baddaf3fb9" providerId="LiveId" clId="{22FAAC7A-089C-47DC-9E5D-F38571EFDCEA}" dt="2025-11-01T14:36:58.865" v="23396" actId="26606"/>
          <ac:spMkLst>
            <pc:docMk/>
            <pc:sldMk cId="2469789081" sldId="399"/>
            <ac:spMk id="3" creationId="{E48420BF-FDF9-E53B-7E53-DC8F1FF57945}"/>
          </ac:spMkLst>
        </pc:spChg>
        <pc:spChg chg="add">
          <ac:chgData name="Rajendra Thapa" userId="e41109baddaf3fb9" providerId="LiveId" clId="{22FAAC7A-089C-47DC-9E5D-F38571EFDCEA}" dt="2025-11-01T14:36:58.865" v="23396" actId="26606"/>
          <ac:spMkLst>
            <pc:docMk/>
            <pc:sldMk cId="2469789081" sldId="399"/>
            <ac:spMk id="27" creationId="{9F7D5CDA-D291-4307-BF55-1381FED29634}"/>
          </ac:spMkLst>
        </pc:spChg>
        <pc:picChg chg="add">
          <ac:chgData name="Rajendra Thapa" userId="e41109baddaf3fb9" providerId="LiveId" clId="{22FAAC7A-089C-47DC-9E5D-F38571EFDCEA}" dt="2025-11-01T14:36:58.865" v="23396" actId="26606"/>
          <ac:picMkLst>
            <pc:docMk/>
            <pc:sldMk cId="2469789081" sldId="399"/>
            <ac:picMk id="23" creationId="{115E1C6F-1126-2B78-096C-6E2C618D619E}"/>
          </ac:picMkLst>
        </pc:picChg>
      </pc:sldChg>
      <pc:sldChg chg="delSp modSp new mod">
        <pc:chgData name="Rajendra Thapa" userId="e41109baddaf3fb9" providerId="LiveId" clId="{22FAAC7A-089C-47DC-9E5D-F38571EFDCEA}" dt="2025-10-18T23:08:46.451" v="8512" actId="478"/>
        <pc:sldMkLst>
          <pc:docMk/>
          <pc:sldMk cId="115489782" sldId="401"/>
        </pc:sldMkLst>
        <pc:spChg chg="mod">
          <ac:chgData name="Rajendra Thapa" userId="e41109baddaf3fb9" providerId="LiveId" clId="{22FAAC7A-089C-47DC-9E5D-F38571EFDCEA}" dt="2025-10-18T23:08:43.412" v="8511" actId="20577"/>
          <ac:spMkLst>
            <pc:docMk/>
            <pc:sldMk cId="115489782" sldId="401"/>
            <ac:spMk id="3" creationId="{B6BEA0FE-A46A-02AA-83AD-9C391243A6C5}"/>
          </ac:spMkLst>
        </pc:spChg>
      </pc:sldChg>
      <pc:sldChg chg="addSp delSp modSp new mod ord setBg modNotesTx">
        <pc:chgData name="Rajendra Thapa" userId="e41109baddaf3fb9" providerId="LiveId" clId="{22FAAC7A-089C-47DC-9E5D-F38571EFDCEA}" dt="2025-11-01T16:19:29.156" v="24531"/>
        <pc:sldMkLst>
          <pc:docMk/>
          <pc:sldMk cId="660336410" sldId="403"/>
        </pc:sldMkLst>
        <pc:spChg chg="add mod">
          <ac:chgData name="Rajendra Thapa" userId="e41109baddaf3fb9" providerId="LiveId" clId="{22FAAC7A-089C-47DC-9E5D-F38571EFDCEA}" dt="2025-10-26T13:45:00.492" v="14507" actId="20577"/>
          <ac:spMkLst>
            <pc:docMk/>
            <pc:sldMk cId="660336410" sldId="403"/>
            <ac:spMk id="2" creationId="{EBBA78C3-D98E-DA4D-21BD-E2CE938B21A4}"/>
          </ac:spMkLst>
        </pc:spChg>
        <pc:spChg chg="add">
          <ac:chgData name="Rajendra Thapa" userId="e41109baddaf3fb9" providerId="LiveId" clId="{22FAAC7A-089C-47DC-9E5D-F38571EFDCEA}" dt="2025-10-26T13:44:54.040" v="14498" actId="26606"/>
          <ac:spMkLst>
            <pc:docMk/>
            <pc:sldMk cId="660336410" sldId="403"/>
            <ac:spMk id="10" creationId="{A8384FB5-9ADC-4DDC-881B-597D56F5B15D}"/>
          </ac:spMkLst>
        </pc:spChg>
        <pc:spChg chg="add">
          <ac:chgData name="Rajendra Thapa" userId="e41109baddaf3fb9" providerId="LiveId" clId="{22FAAC7A-089C-47DC-9E5D-F38571EFDCEA}" dt="2025-10-26T13:44:54.040" v="14498" actId="26606"/>
          <ac:spMkLst>
            <pc:docMk/>
            <pc:sldMk cId="660336410" sldId="403"/>
            <ac:spMk id="12" creationId="{91E5A9A7-95C6-4F4F-B00E-C82E07FE62EF}"/>
          </ac:spMkLst>
        </pc:spChg>
        <pc:spChg chg="add">
          <ac:chgData name="Rajendra Thapa" userId="e41109baddaf3fb9" providerId="LiveId" clId="{22FAAC7A-089C-47DC-9E5D-F38571EFDCEA}" dt="2025-10-26T13:44:54.040" v="14498" actId="26606"/>
          <ac:spMkLst>
            <pc:docMk/>
            <pc:sldMk cId="660336410" sldId="403"/>
            <ac:spMk id="14" creationId="{D07DD2DE-F619-49DD-B5E7-03A290FF4ED1}"/>
          </ac:spMkLst>
        </pc:spChg>
        <pc:spChg chg="add">
          <ac:chgData name="Rajendra Thapa" userId="e41109baddaf3fb9" providerId="LiveId" clId="{22FAAC7A-089C-47DC-9E5D-F38571EFDCEA}" dt="2025-10-26T13:44:54.040" v="14498" actId="26606"/>
          <ac:spMkLst>
            <pc:docMk/>
            <pc:sldMk cId="660336410" sldId="403"/>
            <ac:spMk id="16" creationId="{85149191-5F60-4A28-AAFF-039F96B0F3EC}"/>
          </ac:spMkLst>
        </pc:spChg>
        <pc:spChg chg="add">
          <ac:chgData name="Rajendra Thapa" userId="e41109baddaf3fb9" providerId="LiveId" clId="{22FAAC7A-089C-47DC-9E5D-F38571EFDCEA}" dt="2025-10-26T13:44:54.040" v="14498" actId="26606"/>
          <ac:spMkLst>
            <pc:docMk/>
            <pc:sldMk cId="660336410" sldId="403"/>
            <ac:spMk id="18" creationId="{F8260ED5-17F7-4158-B241-D51DD4CF1B7E}"/>
          </ac:spMkLst>
        </pc:spChg>
        <pc:picChg chg="add mod ord">
          <ac:chgData name="Rajendra Thapa" userId="e41109baddaf3fb9" providerId="LiveId" clId="{22FAAC7A-089C-47DC-9E5D-F38571EFDCEA}" dt="2025-10-29T21:49:13.770" v="16468" actId="14100"/>
          <ac:picMkLst>
            <pc:docMk/>
            <pc:sldMk cId="660336410" sldId="403"/>
            <ac:picMk id="5" creationId="{1D85B6C2-2F44-E0A7-B5E3-E1275634D62F}"/>
          </ac:picMkLst>
        </pc:picChg>
      </pc:sldChg>
      <pc:sldChg chg="addSp delSp modSp new mod setBg">
        <pc:chgData name="Rajendra Thapa" userId="e41109baddaf3fb9" providerId="LiveId" clId="{22FAAC7A-089C-47DC-9E5D-F38571EFDCEA}" dt="2025-11-01T14:38:05.528" v="23405" actId="1076"/>
        <pc:sldMkLst>
          <pc:docMk/>
          <pc:sldMk cId="580576886" sldId="405"/>
        </pc:sldMkLst>
        <pc:spChg chg="add mod">
          <ac:chgData name="Rajendra Thapa" userId="e41109baddaf3fb9" providerId="LiveId" clId="{22FAAC7A-089C-47DC-9E5D-F38571EFDCEA}" dt="2025-11-01T14:38:05.528" v="23405" actId="1076"/>
          <ac:spMkLst>
            <pc:docMk/>
            <pc:sldMk cId="580576886" sldId="405"/>
            <ac:spMk id="10" creationId="{17331B90-654E-2AF5-AE89-DD4738CAE7B4}"/>
          </ac:spMkLst>
        </pc:spChg>
        <pc:picChg chg="add mod ord">
          <ac:chgData name="Rajendra Thapa" userId="e41109baddaf3fb9" providerId="LiveId" clId="{22FAAC7A-089C-47DC-9E5D-F38571EFDCEA}" dt="2025-10-25T07:12:03.511" v="9141" actId="26606"/>
          <ac:picMkLst>
            <pc:docMk/>
            <pc:sldMk cId="580576886" sldId="405"/>
            <ac:picMk id="5" creationId="{243DEEF8-EBB3-0451-0550-45B6487ED3E0}"/>
          </ac:picMkLst>
        </pc:picChg>
        <pc:picChg chg="add del mod ord">
          <ac:chgData name="Rajendra Thapa" userId="e41109baddaf3fb9" providerId="LiveId" clId="{22FAAC7A-089C-47DC-9E5D-F38571EFDCEA}" dt="2025-10-25T07:12:03.511" v="9141" actId="26606"/>
          <ac:picMkLst>
            <pc:docMk/>
            <pc:sldMk cId="580576886" sldId="405"/>
            <ac:picMk id="7" creationId="{D89F7359-9B4C-8AFC-9CDF-1CD8F4AFAD4D}"/>
          </ac:picMkLst>
        </pc:picChg>
        <pc:picChg chg="add mod ord">
          <ac:chgData name="Rajendra Thapa" userId="e41109baddaf3fb9" providerId="LiveId" clId="{22FAAC7A-089C-47DC-9E5D-F38571EFDCEA}" dt="2025-10-25T07:12:03.511" v="9141" actId="26606"/>
          <ac:picMkLst>
            <pc:docMk/>
            <pc:sldMk cId="580576886" sldId="405"/>
            <ac:picMk id="9" creationId="{7319DED7-BCA8-FD7D-DCE3-897767FACF0C}"/>
          </ac:picMkLst>
        </pc:picChg>
        <pc:cxnChg chg="add">
          <ac:chgData name="Rajendra Thapa" userId="e41109baddaf3fb9" providerId="LiveId" clId="{22FAAC7A-089C-47DC-9E5D-F38571EFDCEA}" dt="2025-10-25T07:12:03.511" v="9141" actId="26606"/>
          <ac:cxnSpMkLst>
            <pc:docMk/>
            <pc:sldMk cId="580576886" sldId="405"/>
            <ac:cxnSpMk id="32" creationId="{D4BDCD00-BA97-40D8-93CD-0A9CA931BE17}"/>
          </ac:cxnSpMkLst>
        </pc:cxnChg>
        <pc:cxnChg chg="add">
          <ac:chgData name="Rajendra Thapa" userId="e41109baddaf3fb9" providerId="LiveId" clId="{22FAAC7A-089C-47DC-9E5D-F38571EFDCEA}" dt="2025-10-25T07:12:03.511" v="9141" actId="26606"/>
          <ac:cxnSpMkLst>
            <pc:docMk/>
            <pc:sldMk cId="580576886" sldId="405"/>
            <ac:cxnSpMk id="34" creationId="{2D631E40-F51C-4828-B23B-DF903513296E}"/>
          </ac:cxnSpMkLst>
        </pc:cxnChg>
      </pc:sldChg>
      <pc:sldChg chg="addSp delSp modSp new mod setBg modNotesTx">
        <pc:chgData name="Rajendra Thapa" userId="e41109baddaf3fb9" providerId="LiveId" clId="{22FAAC7A-089C-47DC-9E5D-F38571EFDCEA}" dt="2025-11-12T22:17:36.503" v="36751" actId="255"/>
        <pc:sldMkLst>
          <pc:docMk/>
          <pc:sldMk cId="2730648792" sldId="406"/>
        </pc:sldMkLst>
        <pc:spChg chg="add mod ord">
          <ac:chgData name="Rajendra Thapa" userId="e41109baddaf3fb9" providerId="LiveId" clId="{22FAAC7A-089C-47DC-9E5D-F38571EFDCEA}" dt="2025-11-12T22:17:36.503" v="36751" actId="255"/>
          <ac:spMkLst>
            <pc:docMk/>
            <pc:sldMk cId="2730648792" sldId="406"/>
            <ac:spMk id="9" creationId="{631CFE27-5F49-B7BD-9BA2-3476B06DD0F5}"/>
          </ac:spMkLst>
        </pc:spChg>
        <pc:spChg chg="add">
          <ac:chgData name="Rajendra Thapa" userId="e41109baddaf3fb9" providerId="LiveId" clId="{22FAAC7A-089C-47DC-9E5D-F38571EFDCEA}" dt="2025-10-26T16:30:04.058" v="15112" actId="26606"/>
          <ac:spMkLst>
            <pc:docMk/>
            <pc:sldMk cId="2730648792" sldId="406"/>
            <ac:spMk id="14" creationId="{2151139A-886F-4B97-8815-729AD3831BBD}"/>
          </ac:spMkLst>
        </pc:spChg>
        <pc:spChg chg="add">
          <ac:chgData name="Rajendra Thapa" userId="e41109baddaf3fb9" providerId="LiveId" clId="{22FAAC7A-089C-47DC-9E5D-F38571EFDCEA}" dt="2025-10-26T16:30:04.058" v="15112" actId="26606"/>
          <ac:spMkLst>
            <pc:docMk/>
            <pc:sldMk cId="2730648792" sldId="406"/>
            <ac:spMk id="16" creationId="{AB5E08C4-8CDD-4623-A5B8-E998C6DEE3B7}"/>
          </ac:spMkLst>
        </pc:spChg>
        <pc:spChg chg="add">
          <ac:chgData name="Rajendra Thapa" userId="e41109baddaf3fb9" providerId="LiveId" clId="{22FAAC7A-089C-47DC-9E5D-F38571EFDCEA}" dt="2025-10-26T16:30:04.058" v="15112" actId="26606"/>
          <ac:spMkLst>
            <pc:docMk/>
            <pc:sldMk cId="2730648792" sldId="406"/>
            <ac:spMk id="18" creationId="{15F33878-D502-4FFA-8ACE-F2AECDB2A23F}"/>
          </ac:spMkLst>
        </pc:spChg>
        <pc:spChg chg="add">
          <ac:chgData name="Rajendra Thapa" userId="e41109baddaf3fb9" providerId="LiveId" clId="{22FAAC7A-089C-47DC-9E5D-F38571EFDCEA}" dt="2025-10-26T16:30:04.058" v="15112" actId="26606"/>
          <ac:spMkLst>
            <pc:docMk/>
            <pc:sldMk cId="2730648792" sldId="406"/>
            <ac:spMk id="20" creationId="{D3539FEE-81D3-4406-802E-60B20B16F4F6}"/>
          </ac:spMkLst>
        </pc:spChg>
        <pc:spChg chg="add">
          <ac:chgData name="Rajendra Thapa" userId="e41109baddaf3fb9" providerId="LiveId" clId="{22FAAC7A-089C-47DC-9E5D-F38571EFDCEA}" dt="2025-10-26T16:30:04.058" v="15112" actId="26606"/>
          <ac:spMkLst>
            <pc:docMk/>
            <pc:sldMk cId="2730648792" sldId="406"/>
            <ac:spMk id="22" creationId="{DC701763-729E-462F-A5A8-E0DEFEB1E2E4}"/>
          </ac:spMkLst>
        </pc:spChg>
        <pc:picChg chg="add mod ord">
          <ac:chgData name="Rajendra Thapa" userId="e41109baddaf3fb9" providerId="LiveId" clId="{22FAAC7A-089C-47DC-9E5D-F38571EFDCEA}" dt="2025-10-26T16:30:16.096" v="15115" actId="14100"/>
          <ac:picMkLst>
            <pc:docMk/>
            <pc:sldMk cId="2730648792" sldId="406"/>
            <ac:picMk id="5" creationId="{EF6DD330-C96A-88E3-2710-0C8EB7A2BCB8}"/>
          </ac:picMkLst>
        </pc:picChg>
        <pc:picChg chg="add mod">
          <ac:chgData name="Rajendra Thapa" userId="e41109baddaf3fb9" providerId="LiveId" clId="{22FAAC7A-089C-47DC-9E5D-F38571EFDCEA}" dt="2025-10-26T16:30:26.489" v="15117" actId="14100"/>
          <ac:picMkLst>
            <pc:docMk/>
            <pc:sldMk cId="2730648792" sldId="406"/>
            <ac:picMk id="7" creationId="{700A8C07-DCE8-B1B2-7BD5-7465FED9AD64}"/>
          </ac:picMkLst>
        </pc:picChg>
      </pc:sldChg>
      <pc:sldChg chg="addSp delSp modSp new mod setBg modNotesTx">
        <pc:chgData name="Rajendra Thapa" userId="e41109baddaf3fb9" providerId="LiveId" clId="{22FAAC7A-089C-47DC-9E5D-F38571EFDCEA}" dt="2025-11-01T15:24:58.001" v="23644" actId="313"/>
        <pc:sldMkLst>
          <pc:docMk/>
          <pc:sldMk cId="3142927023" sldId="407"/>
        </pc:sldMkLst>
        <pc:spChg chg="add mod">
          <ac:chgData name="Rajendra Thapa" userId="e41109baddaf3fb9" providerId="LiveId" clId="{22FAAC7A-089C-47DC-9E5D-F38571EFDCEA}" dt="2025-11-01T15:11:40.631" v="23582" actId="2711"/>
          <ac:spMkLst>
            <pc:docMk/>
            <pc:sldMk cId="3142927023" sldId="407"/>
            <ac:spMk id="6" creationId="{E7BC0688-DE49-D353-4DDC-9019599435C4}"/>
          </ac:spMkLst>
        </pc:spChg>
        <pc:spChg chg="add mod">
          <ac:chgData name="Rajendra Thapa" userId="e41109baddaf3fb9" providerId="LiveId" clId="{22FAAC7A-089C-47DC-9E5D-F38571EFDCEA}" dt="2025-11-01T15:24:58.001" v="23644" actId="313"/>
          <ac:spMkLst>
            <pc:docMk/>
            <pc:sldMk cId="3142927023" sldId="407"/>
            <ac:spMk id="9" creationId="{CE80ADAD-3AE9-6E45-DC46-936032B9DE5D}"/>
          </ac:spMkLst>
        </pc:spChg>
        <pc:spChg chg="add">
          <ac:chgData name="Rajendra Thapa" userId="e41109baddaf3fb9" providerId="LiveId" clId="{22FAAC7A-089C-47DC-9E5D-F38571EFDCEA}" dt="2025-11-01T15:11:19.887" v="23575" actId="26606"/>
          <ac:spMkLst>
            <pc:docMk/>
            <pc:sldMk cId="3142927023" sldId="407"/>
            <ac:spMk id="49" creationId="{04812C46-200A-4DEB-A05E-3ED6C68C2387}"/>
          </ac:spMkLst>
        </pc:spChg>
        <pc:spChg chg="add">
          <ac:chgData name="Rajendra Thapa" userId="e41109baddaf3fb9" providerId="LiveId" clId="{22FAAC7A-089C-47DC-9E5D-F38571EFDCEA}" dt="2025-11-01T15:11:19.887" v="23575" actId="26606"/>
          <ac:spMkLst>
            <pc:docMk/>
            <pc:sldMk cId="3142927023" sldId="407"/>
            <ac:spMk id="50" creationId="{A783CD55-1776-4C75-9A8F-D1179C0C7B48}"/>
          </ac:spMkLst>
        </pc:spChg>
        <pc:picChg chg="add mod ord">
          <ac:chgData name="Rajendra Thapa" userId="e41109baddaf3fb9" providerId="LiveId" clId="{22FAAC7A-089C-47DC-9E5D-F38571EFDCEA}" dt="2025-11-01T15:11:19.887" v="23574" actId="26606"/>
          <ac:picMkLst>
            <pc:docMk/>
            <pc:sldMk cId="3142927023" sldId="407"/>
            <ac:picMk id="5" creationId="{D692F608-1CC7-0D55-86FC-5F53099C36AB}"/>
          </ac:picMkLst>
        </pc:picChg>
      </pc:sldChg>
      <pc:sldChg chg="addSp delSp modSp new mod modNotesTx">
        <pc:chgData name="Rajendra Thapa" userId="e41109baddaf3fb9" providerId="LiveId" clId="{22FAAC7A-089C-47DC-9E5D-F38571EFDCEA}" dt="2025-11-02T12:47:27.841" v="30718"/>
        <pc:sldMkLst>
          <pc:docMk/>
          <pc:sldMk cId="3291383895" sldId="409"/>
        </pc:sldMkLst>
        <pc:spChg chg="mod">
          <ac:chgData name="Rajendra Thapa" userId="e41109baddaf3fb9" providerId="LiveId" clId="{22FAAC7A-089C-47DC-9E5D-F38571EFDCEA}" dt="2025-10-26T16:44:00.259" v="15327" actId="14100"/>
          <ac:spMkLst>
            <pc:docMk/>
            <pc:sldMk cId="3291383895" sldId="409"/>
            <ac:spMk id="2" creationId="{F09DF03B-19F5-C3AA-FE2B-8072F20E625F}"/>
          </ac:spMkLst>
        </pc:spChg>
        <pc:spChg chg="mod">
          <ac:chgData name="Rajendra Thapa" userId="e41109baddaf3fb9" providerId="LiveId" clId="{22FAAC7A-089C-47DC-9E5D-F38571EFDCEA}" dt="2025-10-26T16:44:21.918" v="15335" actId="1076"/>
          <ac:spMkLst>
            <pc:docMk/>
            <pc:sldMk cId="3291383895" sldId="409"/>
            <ac:spMk id="3" creationId="{8156A4AA-51A5-7ED0-F6FB-84669F5BE4A5}"/>
          </ac:spMkLst>
        </pc:spChg>
        <pc:picChg chg="add mod">
          <ac:chgData name="Rajendra Thapa" userId="e41109baddaf3fb9" providerId="LiveId" clId="{22FAAC7A-089C-47DC-9E5D-F38571EFDCEA}" dt="2025-10-26T16:44:50.718" v="15336" actId="1076"/>
          <ac:picMkLst>
            <pc:docMk/>
            <pc:sldMk cId="3291383895" sldId="409"/>
            <ac:picMk id="6" creationId="{23DBA45A-08C6-8807-1EE6-F324C9DD9A5D}"/>
          </ac:picMkLst>
        </pc:picChg>
        <pc:picChg chg="add mod">
          <ac:chgData name="Rajendra Thapa" userId="e41109baddaf3fb9" providerId="LiveId" clId="{22FAAC7A-089C-47DC-9E5D-F38571EFDCEA}" dt="2025-10-26T16:44:10.120" v="15331" actId="1076"/>
          <ac:picMkLst>
            <pc:docMk/>
            <pc:sldMk cId="3291383895" sldId="409"/>
            <ac:picMk id="7" creationId="{3E1CC36A-421E-79C6-FBFE-CD8E44BB91DE}"/>
          </ac:picMkLst>
        </pc:picChg>
      </pc:sldChg>
      <pc:sldChg chg="addSp delSp modSp new mod ord setBg">
        <pc:chgData name="Rajendra Thapa" userId="e41109baddaf3fb9" providerId="LiveId" clId="{22FAAC7A-089C-47DC-9E5D-F38571EFDCEA}" dt="2025-10-26T17:31:57" v="16429"/>
        <pc:sldMkLst>
          <pc:docMk/>
          <pc:sldMk cId="2042722863" sldId="411"/>
        </pc:sldMkLst>
        <pc:spChg chg="add">
          <ac:chgData name="Rajendra Thapa" userId="e41109baddaf3fb9" providerId="LiveId" clId="{22FAAC7A-089C-47DC-9E5D-F38571EFDCEA}" dt="2025-10-25T12:11:37.280" v="10454" actId="26606"/>
          <ac:spMkLst>
            <pc:docMk/>
            <pc:sldMk cId="2042722863" sldId="411"/>
            <ac:spMk id="10" creationId="{42A4FC2C-047E-45A5-965D-8E1E3BF09BC6}"/>
          </ac:spMkLst>
        </pc:spChg>
        <pc:picChg chg="add mod">
          <ac:chgData name="Rajendra Thapa" userId="e41109baddaf3fb9" providerId="LiveId" clId="{22FAAC7A-089C-47DC-9E5D-F38571EFDCEA}" dt="2025-10-25T12:11:37.280" v="10454" actId="26606"/>
          <ac:picMkLst>
            <pc:docMk/>
            <pc:sldMk cId="2042722863" sldId="411"/>
            <ac:picMk id="5" creationId="{D699CA78-47D2-5815-9998-52328AFD7DFC}"/>
          </ac:picMkLst>
        </pc:picChg>
      </pc:sldChg>
      <pc:sldChg chg="addSp delSp modSp new mod ord setBg">
        <pc:chgData name="Rajendra Thapa" userId="e41109baddaf3fb9" providerId="LiveId" clId="{22FAAC7A-089C-47DC-9E5D-F38571EFDCEA}" dt="2025-11-02T15:37:29.573" v="32905" actId="255"/>
        <pc:sldMkLst>
          <pc:docMk/>
          <pc:sldMk cId="2441587846" sldId="412"/>
        </pc:sldMkLst>
        <pc:spChg chg="mod">
          <ac:chgData name="Rajendra Thapa" userId="e41109baddaf3fb9" providerId="LiveId" clId="{22FAAC7A-089C-47DC-9E5D-F38571EFDCEA}" dt="2025-11-02T15:37:29.573" v="32905" actId="255"/>
          <ac:spMkLst>
            <pc:docMk/>
            <pc:sldMk cId="2441587846" sldId="412"/>
            <ac:spMk id="3" creationId="{9F40364A-11A1-A176-9A8A-1CF1A71F2EA2}"/>
          </ac:spMkLst>
        </pc:spChg>
        <pc:spChg chg="add">
          <ac:chgData name="Rajendra Thapa" userId="e41109baddaf3fb9" providerId="LiveId" clId="{22FAAC7A-089C-47DC-9E5D-F38571EFDCEA}" dt="2025-11-01T18:44:33.512" v="24697" actId="26606"/>
          <ac:spMkLst>
            <pc:docMk/>
            <pc:sldMk cId="2441587846" sldId="412"/>
            <ac:spMk id="8" creationId="{18873D23-2DCF-4B31-A009-95721C06E8E1}"/>
          </ac:spMkLst>
        </pc:spChg>
        <pc:spChg chg="add">
          <ac:chgData name="Rajendra Thapa" userId="e41109baddaf3fb9" providerId="LiveId" clId="{22FAAC7A-089C-47DC-9E5D-F38571EFDCEA}" dt="2025-11-01T18:44:33.512" v="24697" actId="26606"/>
          <ac:spMkLst>
            <pc:docMk/>
            <pc:sldMk cId="2441587846" sldId="412"/>
            <ac:spMk id="10" creationId="{C13EF075-D4EF-4929-ADBC-91B27DA19955}"/>
          </ac:spMkLst>
        </pc:spChg>
        <pc:grpChg chg="add">
          <ac:chgData name="Rajendra Thapa" userId="e41109baddaf3fb9" providerId="LiveId" clId="{22FAAC7A-089C-47DC-9E5D-F38571EFDCEA}" dt="2025-11-01T18:44:33.512" v="24697" actId="26606"/>
          <ac:grpSpMkLst>
            <pc:docMk/>
            <pc:sldMk cId="2441587846" sldId="412"/>
            <ac:grpSpMk id="12" creationId="{DAA26DFA-AAB2-4973-9C17-16D587C7B198}"/>
          </ac:grpSpMkLst>
        </pc:grpChg>
      </pc:sldChg>
      <pc:sldChg chg="modSp new mod">
        <pc:chgData name="Rajendra Thapa" userId="e41109baddaf3fb9" providerId="LiveId" clId="{22FAAC7A-089C-47DC-9E5D-F38571EFDCEA}" dt="2025-11-02T15:33:04.613" v="32855" actId="255"/>
        <pc:sldMkLst>
          <pc:docMk/>
          <pc:sldMk cId="4129460386" sldId="414"/>
        </pc:sldMkLst>
        <pc:spChg chg="mod">
          <ac:chgData name="Rajendra Thapa" userId="e41109baddaf3fb9" providerId="LiveId" clId="{22FAAC7A-089C-47DC-9E5D-F38571EFDCEA}" dt="2025-11-02T15:33:04.613" v="32855" actId="255"/>
          <ac:spMkLst>
            <pc:docMk/>
            <pc:sldMk cId="4129460386" sldId="414"/>
            <ac:spMk id="2" creationId="{6A64EC8F-43E8-DD81-7316-69DE2B9F18F0}"/>
          </ac:spMkLst>
        </pc:spChg>
        <pc:spChg chg="mod">
          <ac:chgData name="Rajendra Thapa" userId="e41109baddaf3fb9" providerId="LiveId" clId="{22FAAC7A-089C-47DC-9E5D-F38571EFDCEA}" dt="2025-11-02T15:32:58.828" v="32854" actId="255"/>
          <ac:spMkLst>
            <pc:docMk/>
            <pc:sldMk cId="4129460386" sldId="414"/>
            <ac:spMk id="3" creationId="{A5EF7227-4409-036D-D072-6FFCAD27F299}"/>
          </ac:spMkLst>
        </pc:spChg>
      </pc:sldChg>
      <pc:sldChg chg="addSp delSp modSp new mod ord setBg modNotesTx">
        <pc:chgData name="Rajendra Thapa" userId="e41109baddaf3fb9" providerId="LiveId" clId="{22FAAC7A-089C-47DC-9E5D-F38571EFDCEA}" dt="2025-11-02T15:32:49.277" v="32853" actId="255"/>
        <pc:sldMkLst>
          <pc:docMk/>
          <pc:sldMk cId="3385565806" sldId="417"/>
        </pc:sldMkLst>
        <pc:spChg chg="mod">
          <ac:chgData name="Rajendra Thapa" userId="e41109baddaf3fb9" providerId="LiveId" clId="{22FAAC7A-089C-47DC-9E5D-F38571EFDCEA}" dt="2025-11-02T15:31:51.143" v="32844" actId="255"/>
          <ac:spMkLst>
            <pc:docMk/>
            <pc:sldMk cId="3385565806" sldId="417"/>
            <ac:spMk id="2" creationId="{944AF59A-184A-2FD7-356B-259C565F0A1A}"/>
          </ac:spMkLst>
        </pc:spChg>
        <pc:spChg chg="add">
          <ac:chgData name="Rajendra Thapa" userId="e41109baddaf3fb9" providerId="LiveId" clId="{22FAAC7A-089C-47DC-9E5D-F38571EFDCEA}" dt="2025-10-26T05:33:33.178" v="11191" actId="26606"/>
          <ac:spMkLst>
            <pc:docMk/>
            <pc:sldMk cId="3385565806" sldId="417"/>
            <ac:spMk id="9" creationId="{53B021B3-DE93-4AB7-8A18-CF5F1CED88B8}"/>
          </ac:spMkLst>
        </pc:spChg>
        <pc:spChg chg="add">
          <ac:chgData name="Rajendra Thapa" userId="e41109baddaf3fb9" providerId="LiveId" clId="{22FAAC7A-089C-47DC-9E5D-F38571EFDCEA}" dt="2025-10-26T05:33:33.178" v="11191" actId="26606"/>
          <ac:spMkLst>
            <pc:docMk/>
            <pc:sldMk cId="3385565806" sldId="417"/>
            <ac:spMk id="11" creationId="{52D502E5-F6B4-4D58-B4AE-FC466FF15EE8}"/>
          </ac:spMkLst>
        </pc:spChg>
        <pc:spChg chg="add">
          <ac:chgData name="Rajendra Thapa" userId="e41109baddaf3fb9" providerId="LiveId" clId="{22FAAC7A-089C-47DC-9E5D-F38571EFDCEA}" dt="2025-10-26T05:33:33.178" v="11191" actId="26606"/>
          <ac:spMkLst>
            <pc:docMk/>
            <pc:sldMk cId="3385565806" sldId="417"/>
            <ac:spMk id="13" creationId="{9DECDBF4-02B6-4BB4-B65B-B8107AD6A9E8}"/>
          </ac:spMkLst>
        </pc:spChg>
        <pc:graphicFrameChg chg="add mod modGraphic">
          <ac:chgData name="Rajendra Thapa" userId="e41109baddaf3fb9" providerId="LiveId" clId="{22FAAC7A-089C-47DC-9E5D-F38571EFDCEA}" dt="2025-11-02T15:32:49.277" v="32853" actId="255"/>
          <ac:graphicFrameMkLst>
            <pc:docMk/>
            <pc:sldMk cId="3385565806" sldId="417"/>
            <ac:graphicFrameMk id="5" creationId="{DD3B7EBF-605C-55F0-019F-10754AAFBBAC}"/>
          </ac:graphicFrameMkLst>
        </pc:graphicFrameChg>
      </pc:sldChg>
      <pc:sldChg chg="addSp delSp modSp new mod ord setBg modNotes">
        <pc:chgData name="Rajendra Thapa" userId="e41109baddaf3fb9" providerId="LiveId" clId="{22FAAC7A-089C-47DC-9E5D-F38571EFDCEA}" dt="2025-10-26T09:06:20.433" v="13008"/>
        <pc:sldMkLst>
          <pc:docMk/>
          <pc:sldMk cId="347778850" sldId="422"/>
        </pc:sldMkLst>
        <pc:spChg chg="add del">
          <ac:chgData name="Rajendra Thapa" userId="e41109baddaf3fb9" providerId="LiveId" clId="{22FAAC7A-089C-47DC-9E5D-F38571EFDCEA}" dt="2025-10-26T07:29:58.130" v="11637" actId="26606"/>
          <ac:spMkLst>
            <pc:docMk/>
            <pc:sldMk cId="347778850" sldId="422"/>
            <ac:spMk id="2" creationId="{6F39ED51-C270-FBF4-5A91-9A9E35C44333}"/>
          </ac:spMkLst>
        </pc:spChg>
        <pc:picChg chg="add mod ord">
          <ac:chgData name="Rajendra Thapa" userId="e41109baddaf3fb9" providerId="LiveId" clId="{22FAAC7A-089C-47DC-9E5D-F38571EFDCEA}" dt="2025-10-26T07:31:39.323" v="11645" actId="14100"/>
          <ac:picMkLst>
            <pc:docMk/>
            <pc:sldMk cId="347778850" sldId="422"/>
            <ac:picMk id="5" creationId="{8D5C112B-C031-72F7-FAC2-54E0057FE624}"/>
          </ac:picMkLst>
        </pc:picChg>
        <pc:picChg chg="add mod">
          <ac:chgData name="Rajendra Thapa" userId="e41109baddaf3fb9" providerId="LiveId" clId="{22FAAC7A-089C-47DC-9E5D-F38571EFDCEA}" dt="2025-10-26T07:31:41.634" v="11646" actId="14100"/>
          <ac:picMkLst>
            <pc:docMk/>
            <pc:sldMk cId="347778850" sldId="422"/>
            <ac:picMk id="7" creationId="{55664051-F0AC-A4C7-7764-DE61A2EBB881}"/>
          </ac:picMkLst>
        </pc:picChg>
      </pc:sldChg>
      <pc:sldChg chg="addSp delSp modSp new mod setBg modNotesTx">
        <pc:chgData name="Rajendra Thapa" userId="e41109baddaf3fb9" providerId="LiveId" clId="{22FAAC7A-089C-47DC-9E5D-F38571EFDCEA}" dt="2025-11-02T15:28:51.324" v="32819" actId="1076"/>
        <pc:sldMkLst>
          <pc:docMk/>
          <pc:sldMk cId="3351387404" sldId="424"/>
        </pc:sldMkLst>
        <pc:spChg chg="mod">
          <ac:chgData name="Rajendra Thapa" userId="e41109baddaf3fb9" providerId="LiveId" clId="{22FAAC7A-089C-47DC-9E5D-F38571EFDCEA}" dt="2025-11-02T15:28:51.324" v="32819" actId="1076"/>
          <ac:spMkLst>
            <pc:docMk/>
            <pc:sldMk cId="3351387404" sldId="424"/>
            <ac:spMk id="2" creationId="{E6FBB00B-EC36-33EF-CEB7-16D16DD976EA}"/>
          </ac:spMkLst>
        </pc:spChg>
        <pc:spChg chg="mod">
          <ac:chgData name="Rajendra Thapa" userId="e41109baddaf3fb9" providerId="LiveId" clId="{22FAAC7A-089C-47DC-9E5D-F38571EFDCEA}" dt="2025-11-02T15:27:55.831" v="32814" actId="1076"/>
          <ac:spMkLst>
            <pc:docMk/>
            <pc:sldMk cId="3351387404" sldId="424"/>
            <ac:spMk id="3" creationId="{C0594F23-6237-32F4-8259-43866E2BFE04}"/>
          </ac:spMkLst>
        </pc:spChg>
        <pc:spChg chg="add mod">
          <ac:chgData name="Rajendra Thapa" userId="e41109baddaf3fb9" providerId="LiveId" clId="{22FAAC7A-089C-47DC-9E5D-F38571EFDCEA}" dt="2025-11-02T15:28:12.181" v="32816" actId="2711"/>
          <ac:spMkLst>
            <pc:docMk/>
            <pc:sldMk cId="3351387404" sldId="424"/>
            <ac:spMk id="4" creationId="{D15E1752-5D8B-2643-C050-C05CC3977D4A}"/>
          </ac:spMkLst>
        </pc:spChg>
        <pc:spChg chg="add">
          <ac:chgData name="Rajendra Thapa" userId="e41109baddaf3fb9" providerId="LiveId" clId="{22FAAC7A-089C-47DC-9E5D-F38571EFDCEA}" dt="2025-11-02T15:27:35.753" v="32810" actId="26606"/>
          <ac:spMkLst>
            <pc:docMk/>
            <pc:sldMk cId="3351387404" sldId="424"/>
            <ac:spMk id="16" creationId="{4FFBEE45-F140-49D5-85EA-C78C24340B23}"/>
          </ac:spMkLst>
        </pc:spChg>
      </pc:sldChg>
      <pc:sldChg chg="addSp delSp modSp new mod ord">
        <pc:chgData name="Rajendra Thapa" userId="e41109baddaf3fb9" providerId="LiveId" clId="{22FAAC7A-089C-47DC-9E5D-F38571EFDCEA}" dt="2025-11-01T07:55:41.435" v="18520"/>
        <pc:sldMkLst>
          <pc:docMk/>
          <pc:sldMk cId="2219466176" sldId="425"/>
        </pc:sldMkLst>
        <pc:picChg chg="add mod ord">
          <ac:chgData name="Rajendra Thapa" userId="e41109baddaf3fb9" providerId="LiveId" clId="{22FAAC7A-089C-47DC-9E5D-F38571EFDCEA}" dt="2025-10-26T08:16:29.881" v="11734" actId="14100"/>
          <ac:picMkLst>
            <pc:docMk/>
            <pc:sldMk cId="2219466176" sldId="425"/>
            <ac:picMk id="5" creationId="{E882B78E-C9FB-0D8E-9646-A6847C034E5E}"/>
          </ac:picMkLst>
        </pc:picChg>
      </pc:sldChg>
      <pc:sldChg chg="addSp modSp new mod">
        <pc:chgData name="Rajendra Thapa" userId="e41109baddaf3fb9" providerId="LiveId" clId="{22FAAC7A-089C-47DC-9E5D-F38571EFDCEA}" dt="2025-11-12T23:23:21.953" v="36936" actId="255"/>
        <pc:sldMkLst>
          <pc:docMk/>
          <pc:sldMk cId="1750275825" sldId="430"/>
        </pc:sldMkLst>
        <pc:spChg chg="mod">
          <ac:chgData name="Rajendra Thapa" userId="e41109baddaf3fb9" providerId="LiveId" clId="{22FAAC7A-089C-47DC-9E5D-F38571EFDCEA}" dt="2025-11-12T23:23:14.675" v="36935" actId="255"/>
          <ac:spMkLst>
            <pc:docMk/>
            <pc:sldMk cId="1750275825" sldId="430"/>
            <ac:spMk id="2" creationId="{76825DAD-C6A0-48E9-38F1-A68E27C54B53}"/>
          </ac:spMkLst>
        </pc:spChg>
        <pc:spChg chg="mod">
          <ac:chgData name="Rajendra Thapa" userId="e41109baddaf3fb9" providerId="LiveId" clId="{22FAAC7A-089C-47DC-9E5D-F38571EFDCEA}" dt="2025-11-12T23:23:21.953" v="36936" actId="255"/>
          <ac:spMkLst>
            <pc:docMk/>
            <pc:sldMk cId="1750275825" sldId="430"/>
            <ac:spMk id="3" creationId="{2290F158-AABC-3B5C-F2CA-3397A5227FA8}"/>
          </ac:spMkLst>
        </pc:spChg>
        <pc:spChg chg="add mod">
          <ac:chgData name="Rajendra Thapa" userId="e41109baddaf3fb9" providerId="LiveId" clId="{22FAAC7A-089C-47DC-9E5D-F38571EFDCEA}" dt="2025-11-01T05:59:27.039" v="16751" actId="14100"/>
          <ac:spMkLst>
            <pc:docMk/>
            <pc:sldMk cId="1750275825" sldId="430"/>
            <ac:spMk id="4" creationId="{18B019A0-72BF-2F10-1E93-B5005DC958AB}"/>
          </ac:spMkLst>
        </pc:spChg>
        <pc:spChg chg="add mod">
          <ac:chgData name="Rajendra Thapa" userId="e41109baddaf3fb9" providerId="LiveId" clId="{22FAAC7A-089C-47DC-9E5D-F38571EFDCEA}" dt="2025-10-26T09:04:36.126" v="13003" actId="20577"/>
          <ac:spMkLst>
            <pc:docMk/>
            <pc:sldMk cId="1750275825" sldId="430"/>
            <ac:spMk id="5" creationId="{1589E31E-6644-3E70-9851-C96139FF5776}"/>
          </ac:spMkLst>
        </pc:spChg>
      </pc:sldChg>
      <pc:sldChg chg="modSp new mod modNotesTx">
        <pc:chgData name="Rajendra Thapa" userId="e41109baddaf3fb9" providerId="LiveId" clId="{22FAAC7A-089C-47DC-9E5D-F38571EFDCEA}" dt="2025-11-02T15:28:43.473" v="32818" actId="255"/>
        <pc:sldMkLst>
          <pc:docMk/>
          <pc:sldMk cId="2000857561" sldId="431"/>
        </pc:sldMkLst>
        <pc:spChg chg="mod">
          <ac:chgData name="Rajendra Thapa" userId="e41109baddaf3fb9" providerId="LiveId" clId="{22FAAC7A-089C-47DC-9E5D-F38571EFDCEA}" dt="2025-11-02T15:28:34.822" v="32817" actId="255"/>
          <ac:spMkLst>
            <pc:docMk/>
            <pc:sldMk cId="2000857561" sldId="431"/>
            <ac:spMk id="2" creationId="{FB66588F-E109-5A9F-2BC0-919B88080D76}"/>
          </ac:spMkLst>
        </pc:spChg>
        <pc:spChg chg="mod">
          <ac:chgData name="Rajendra Thapa" userId="e41109baddaf3fb9" providerId="LiveId" clId="{22FAAC7A-089C-47DC-9E5D-F38571EFDCEA}" dt="2025-11-02T15:28:43.473" v="32818" actId="255"/>
          <ac:spMkLst>
            <pc:docMk/>
            <pc:sldMk cId="2000857561" sldId="431"/>
            <ac:spMk id="3" creationId="{CF19B71F-686F-1163-579D-FEEFB2E677B1}"/>
          </ac:spMkLst>
        </pc:spChg>
      </pc:sldChg>
      <pc:sldChg chg="addSp delSp modSp new mod ord modNotes modNotesTx">
        <pc:chgData name="Rajendra Thapa" userId="e41109baddaf3fb9" providerId="LiveId" clId="{22FAAC7A-089C-47DC-9E5D-F38571EFDCEA}" dt="2025-11-02T15:39:42.965" v="32920" actId="1076"/>
        <pc:sldMkLst>
          <pc:docMk/>
          <pc:sldMk cId="583365060" sldId="432"/>
        </pc:sldMkLst>
        <pc:spChg chg="mod">
          <ac:chgData name="Rajendra Thapa" userId="e41109baddaf3fb9" providerId="LiveId" clId="{22FAAC7A-089C-47DC-9E5D-F38571EFDCEA}" dt="2025-11-02T15:38:45.622" v="32914" actId="255"/>
          <ac:spMkLst>
            <pc:docMk/>
            <pc:sldMk cId="583365060" sldId="432"/>
            <ac:spMk id="2" creationId="{EA039784-8B93-9121-C847-EDDFAC787098}"/>
          </ac:spMkLst>
        </pc:spChg>
        <pc:spChg chg="add mod">
          <ac:chgData name="Rajendra Thapa" userId="e41109baddaf3fb9" providerId="LiveId" clId="{22FAAC7A-089C-47DC-9E5D-F38571EFDCEA}" dt="2025-11-02T15:39:42.965" v="32920" actId="1076"/>
          <ac:spMkLst>
            <pc:docMk/>
            <pc:sldMk cId="583365060" sldId="432"/>
            <ac:spMk id="4" creationId="{CB5B071F-1723-42BF-9EF7-F221E36008BB}"/>
          </ac:spMkLst>
        </pc:spChg>
        <pc:spChg chg="add mod">
          <ac:chgData name="Rajendra Thapa" userId="e41109baddaf3fb9" providerId="LiveId" clId="{22FAAC7A-089C-47DC-9E5D-F38571EFDCEA}" dt="2025-11-02T15:39:35.893" v="32918" actId="1076"/>
          <ac:spMkLst>
            <pc:docMk/>
            <pc:sldMk cId="583365060" sldId="432"/>
            <ac:spMk id="5" creationId="{70656A15-4A9E-2C88-5280-A2A4E810A560}"/>
          </ac:spMkLst>
        </pc:spChg>
        <pc:spChg chg="add mod">
          <ac:chgData name="Rajendra Thapa" userId="e41109baddaf3fb9" providerId="LiveId" clId="{22FAAC7A-089C-47DC-9E5D-F38571EFDCEA}" dt="2025-11-02T15:38:36.919" v="32913" actId="2711"/>
          <ac:spMkLst>
            <pc:docMk/>
            <pc:sldMk cId="583365060" sldId="432"/>
            <ac:spMk id="8" creationId="{A417A58F-5F70-564F-027D-2410CD4BE9EF}"/>
          </ac:spMkLst>
        </pc:spChg>
        <pc:spChg chg="add mod">
          <ac:chgData name="Rajendra Thapa" userId="e41109baddaf3fb9" providerId="LiveId" clId="{22FAAC7A-089C-47DC-9E5D-F38571EFDCEA}" dt="2025-11-02T15:39:38.545" v="32919" actId="1076"/>
          <ac:spMkLst>
            <pc:docMk/>
            <pc:sldMk cId="583365060" sldId="432"/>
            <ac:spMk id="10" creationId="{FB08E0B4-A987-C9CB-1EE3-1E6F6BC18FE5}"/>
          </ac:spMkLst>
        </pc:spChg>
        <pc:graphicFrameChg chg="add">
          <ac:chgData name="Rajendra Thapa" userId="e41109baddaf3fb9" providerId="LiveId" clId="{22FAAC7A-089C-47DC-9E5D-F38571EFDCEA}" dt="2025-10-26T10:57:17.524" v="13336" actId="26606"/>
          <ac:graphicFrameMkLst>
            <pc:docMk/>
            <pc:sldMk cId="583365060" sldId="432"/>
            <ac:graphicFrameMk id="16" creationId="{D5FF5741-2702-7900-EB53-B23F9B71C8ED}"/>
          </ac:graphicFrameMkLst>
        </pc:graphicFrameChg>
      </pc:sldChg>
      <pc:sldChg chg="addSp delSp modSp new mod modNotesTx">
        <pc:chgData name="Rajendra Thapa" userId="e41109baddaf3fb9" providerId="LiveId" clId="{22FAAC7A-089C-47DC-9E5D-F38571EFDCEA}" dt="2025-11-02T15:31:27.928" v="32843" actId="20577"/>
        <pc:sldMkLst>
          <pc:docMk/>
          <pc:sldMk cId="1190991995" sldId="433"/>
        </pc:sldMkLst>
        <pc:spChg chg="mod">
          <ac:chgData name="Rajendra Thapa" userId="e41109baddaf3fb9" providerId="LiveId" clId="{22FAAC7A-089C-47DC-9E5D-F38571EFDCEA}" dt="2025-10-26T11:57:03.464" v="13465" actId="14100"/>
          <ac:spMkLst>
            <pc:docMk/>
            <pc:sldMk cId="1190991995" sldId="433"/>
            <ac:spMk id="2" creationId="{CEE1A87B-0531-5AA7-CD8E-44EAEA7C30FD}"/>
          </ac:spMkLst>
        </pc:spChg>
        <pc:spChg chg="mod">
          <ac:chgData name="Rajendra Thapa" userId="e41109baddaf3fb9" providerId="LiveId" clId="{22FAAC7A-089C-47DC-9E5D-F38571EFDCEA}" dt="2025-11-02T15:30:50.844" v="32837" actId="27636"/>
          <ac:spMkLst>
            <pc:docMk/>
            <pc:sldMk cId="1190991995" sldId="433"/>
            <ac:spMk id="3" creationId="{1056C6FC-CC2A-C1AD-34F6-0111EB9E8A1C}"/>
          </ac:spMkLst>
        </pc:spChg>
        <pc:spChg chg="add mod">
          <ac:chgData name="Rajendra Thapa" userId="e41109baddaf3fb9" providerId="LiveId" clId="{22FAAC7A-089C-47DC-9E5D-F38571EFDCEA}" dt="2025-11-02T15:31:11.336" v="32841" actId="255"/>
          <ac:spMkLst>
            <pc:docMk/>
            <pc:sldMk cId="1190991995" sldId="433"/>
            <ac:spMk id="5" creationId="{1C380658-9270-CE4C-41F8-90F9CFA48AF7}"/>
          </ac:spMkLst>
        </pc:spChg>
        <pc:graphicFrameChg chg="add mod modGraphic">
          <ac:chgData name="Rajendra Thapa" userId="e41109baddaf3fb9" providerId="LiveId" clId="{22FAAC7A-089C-47DC-9E5D-F38571EFDCEA}" dt="2025-11-02T15:31:27.928" v="32843" actId="20577"/>
          <ac:graphicFrameMkLst>
            <pc:docMk/>
            <pc:sldMk cId="1190991995" sldId="433"/>
            <ac:graphicFrameMk id="9" creationId="{33554DD1-B63F-A461-2366-AAC9DD10D56E}"/>
          </ac:graphicFrameMkLst>
        </pc:graphicFrameChg>
      </pc:sldChg>
      <pc:sldChg chg="addSp delSp modSp new mod">
        <pc:chgData name="Rajendra Thapa" userId="e41109baddaf3fb9" providerId="LiveId" clId="{22FAAC7A-089C-47DC-9E5D-F38571EFDCEA}" dt="2025-11-01T14:49:22.026" v="23543" actId="14100"/>
        <pc:sldMkLst>
          <pc:docMk/>
          <pc:sldMk cId="2533340278" sldId="434"/>
        </pc:sldMkLst>
        <pc:spChg chg="mod">
          <ac:chgData name="Rajendra Thapa" userId="e41109baddaf3fb9" providerId="LiveId" clId="{22FAAC7A-089C-47DC-9E5D-F38571EFDCEA}" dt="2025-10-26T16:18:37.856" v="15058" actId="255"/>
          <ac:spMkLst>
            <pc:docMk/>
            <pc:sldMk cId="2533340278" sldId="434"/>
            <ac:spMk id="2" creationId="{F978F7A3-B39C-BEF0-980C-CB91C6E5DFE3}"/>
          </ac:spMkLst>
        </pc:spChg>
        <pc:spChg chg="add mod">
          <ac:chgData name="Rajendra Thapa" userId="e41109baddaf3fb9" providerId="LiveId" clId="{22FAAC7A-089C-47DC-9E5D-F38571EFDCEA}" dt="2025-11-01T14:49:22.026" v="23543" actId="14100"/>
          <ac:spMkLst>
            <pc:docMk/>
            <pc:sldMk cId="2533340278" sldId="434"/>
            <ac:spMk id="3" creationId="{8CBFB2C2-3A21-5474-DDA4-430C21E79C65}"/>
          </ac:spMkLst>
        </pc:spChg>
        <pc:picChg chg="add mod">
          <ac:chgData name="Rajendra Thapa" userId="e41109baddaf3fb9" providerId="LiveId" clId="{22FAAC7A-089C-47DC-9E5D-F38571EFDCEA}" dt="2025-11-01T14:49:15.518" v="23542" actId="14100"/>
          <ac:picMkLst>
            <pc:docMk/>
            <pc:sldMk cId="2533340278" sldId="434"/>
            <ac:picMk id="8" creationId="{33B9F13A-D1DB-A47E-51FD-28CA017ADE20}"/>
          </ac:picMkLst>
        </pc:picChg>
      </pc:sldChg>
      <pc:sldChg chg="addSp modSp new mod ord setBg">
        <pc:chgData name="Rajendra Thapa" userId="e41109baddaf3fb9" providerId="LiveId" clId="{22FAAC7A-089C-47DC-9E5D-F38571EFDCEA}" dt="2025-11-12T22:15:21.567" v="36750" actId="20577"/>
        <pc:sldMkLst>
          <pc:docMk/>
          <pc:sldMk cId="3297430788" sldId="435"/>
        </pc:sldMkLst>
        <pc:spChg chg="mod">
          <ac:chgData name="Rajendra Thapa" userId="e41109baddaf3fb9" providerId="LiveId" clId="{22FAAC7A-089C-47DC-9E5D-F38571EFDCEA}" dt="2025-10-26T16:38:45.101" v="15290" actId="255"/>
          <ac:spMkLst>
            <pc:docMk/>
            <pc:sldMk cId="3297430788" sldId="435"/>
            <ac:spMk id="2" creationId="{052F259D-D3F4-631F-224C-503682BFD494}"/>
          </ac:spMkLst>
        </pc:spChg>
        <pc:spChg chg="mod">
          <ac:chgData name="Rajendra Thapa" userId="e41109baddaf3fb9" providerId="LiveId" clId="{22FAAC7A-089C-47DC-9E5D-F38571EFDCEA}" dt="2025-11-12T22:15:21.567" v="36750" actId="20577"/>
          <ac:spMkLst>
            <pc:docMk/>
            <pc:sldMk cId="3297430788" sldId="435"/>
            <ac:spMk id="3" creationId="{555A73F4-6185-DB77-0730-01B2FE0E63BD}"/>
          </ac:spMkLst>
        </pc:spChg>
        <pc:picChg chg="add mod">
          <ac:chgData name="Rajendra Thapa" userId="e41109baddaf3fb9" providerId="LiveId" clId="{22FAAC7A-089C-47DC-9E5D-F38571EFDCEA}" dt="2025-10-26T16:38:33.360" v="15289" actId="26606"/>
          <ac:picMkLst>
            <pc:docMk/>
            <pc:sldMk cId="3297430788" sldId="435"/>
            <ac:picMk id="5" creationId="{D1EFAD05-265D-F75D-B0EE-8BD020DBBF53}"/>
          </ac:picMkLst>
        </pc:picChg>
        <pc:cxnChg chg="add">
          <ac:chgData name="Rajendra Thapa" userId="e41109baddaf3fb9" providerId="LiveId" clId="{22FAAC7A-089C-47DC-9E5D-F38571EFDCEA}" dt="2025-10-26T16:38:33.360" v="15289" actId="26606"/>
          <ac:cxnSpMkLst>
            <pc:docMk/>
            <pc:sldMk cId="3297430788" sldId="435"/>
            <ac:cxnSpMk id="10" creationId="{FC23E3B9-5ABF-58B3-E2B0-E9A5DAA90037}"/>
          </ac:cxnSpMkLst>
        </pc:cxnChg>
      </pc:sldChg>
      <pc:sldChg chg="addSp delSp modSp new mod">
        <pc:chgData name="Rajendra Thapa" userId="e41109baddaf3fb9" providerId="LiveId" clId="{22FAAC7A-089C-47DC-9E5D-F38571EFDCEA}" dt="2025-11-12T23:10:01.850" v="36892" actId="20577"/>
        <pc:sldMkLst>
          <pc:docMk/>
          <pc:sldMk cId="2766731748" sldId="436"/>
        </pc:sldMkLst>
        <pc:spChg chg="mod">
          <ac:chgData name="Rajendra Thapa" userId="e41109baddaf3fb9" providerId="LiveId" clId="{22FAAC7A-089C-47DC-9E5D-F38571EFDCEA}" dt="2025-10-26T16:46:13.711" v="15359" actId="255"/>
          <ac:spMkLst>
            <pc:docMk/>
            <pc:sldMk cId="2766731748" sldId="436"/>
            <ac:spMk id="2" creationId="{F115FAFE-7733-64FC-9105-FE434C49C975}"/>
          </ac:spMkLst>
        </pc:spChg>
        <pc:spChg chg="add mod">
          <ac:chgData name="Rajendra Thapa" userId="e41109baddaf3fb9" providerId="LiveId" clId="{22FAAC7A-089C-47DC-9E5D-F38571EFDCEA}" dt="2025-11-12T23:10:01.850" v="36892" actId="20577"/>
          <ac:spMkLst>
            <pc:docMk/>
            <pc:sldMk cId="2766731748" sldId="436"/>
            <ac:spMk id="4" creationId="{FA66C71B-3141-D52F-9BB0-14D14B4CD38A}"/>
          </ac:spMkLst>
        </pc:spChg>
        <pc:spChg chg="add mod">
          <ac:chgData name="Rajendra Thapa" userId="e41109baddaf3fb9" providerId="LiveId" clId="{22FAAC7A-089C-47DC-9E5D-F38571EFDCEA}" dt="2025-10-26T16:45:35.902" v="15353" actId="1076"/>
          <ac:spMkLst>
            <pc:docMk/>
            <pc:sldMk cId="2766731748" sldId="436"/>
            <ac:spMk id="5" creationId="{AA500EF6-C3DF-0C95-BE70-3054C6AFE8CA}"/>
          </ac:spMkLst>
        </pc:spChg>
        <pc:picChg chg="add mod">
          <ac:chgData name="Rajendra Thapa" userId="e41109baddaf3fb9" providerId="LiveId" clId="{22FAAC7A-089C-47DC-9E5D-F38571EFDCEA}" dt="2025-10-26T16:45:52.072" v="15358" actId="1076"/>
          <ac:picMkLst>
            <pc:docMk/>
            <pc:sldMk cId="2766731748" sldId="436"/>
            <ac:picMk id="6" creationId="{8531C602-6B33-FE8B-F80F-6FA0688A456F}"/>
          </ac:picMkLst>
        </pc:picChg>
      </pc:sldChg>
      <pc:sldChg chg="modSp new add del mod">
        <pc:chgData name="Rajendra Thapa" userId="e41109baddaf3fb9" providerId="LiveId" clId="{22FAAC7A-089C-47DC-9E5D-F38571EFDCEA}" dt="2025-11-12T23:21:17.107" v="36931" actId="47"/>
        <pc:sldMkLst>
          <pc:docMk/>
          <pc:sldMk cId="2521115465" sldId="437"/>
        </pc:sldMkLst>
      </pc:sldChg>
      <pc:sldChg chg="addSp delSp modSp new mod ord setBg">
        <pc:chgData name="Rajendra Thapa" userId="e41109baddaf3fb9" providerId="LiveId" clId="{22FAAC7A-089C-47DC-9E5D-F38571EFDCEA}" dt="2025-11-02T15:47:59.930" v="33082"/>
        <pc:sldMkLst>
          <pc:docMk/>
          <pc:sldMk cId="2804930865" sldId="438"/>
        </pc:sldMkLst>
        <pc:spChg chg="mod">
          <ac:chgData name="Rajendra Thapa" userId="e41109baddaf3fb9" providerId="LiveId" clId="{22FAAC7A-089C-47DC-9E5D-F38571EFDCEA}" dt="2025-10-29T22:48:20.843" v="16652" actId="26606"/>
          <ac:spMkLst>
            <pc:docMk/>
            <pc:sldMk cId="2804930865" sldId="438"/>
            <ac:spMk id="2" creationId="{B64FC945-D584-BA6A-C5ED-DDC38EC135DE}"/>
          </ac:spMkLst>
        </pc:spChg>
        <pc:spChg chg="add">
          <ac:chgData name="Rajendra Thapa" userId="e41109baddaf3fb9" providerId="LiveId" clId="{22FAAC7A-089C-47DC-9E5D-F38571EFDCEA}" dt="2025-10-29T22:48:20.843" v="16652" actId="26606"/>
          <ac:spMkLst>
            <pc:docMk/>
            <pc:sldMk cId="2804930865" sldId="438"/>
            <ac:spMk id="24" creationId="{047C8CCB-F95D-4249-92DD-651249D3535A}"/>
          </ac:spMkLst>
        </pc:spChg>
        <pc:spChg chg="add">
          <ac:chgData name="Rajendra Thapa" userId="e41109baddaf3fb9" providerId="LiveId" clId="{22FAAC7A-089C-47DC-9E5D-F38571EFDCEA}" dt="2025-10-29T22:48:20.843" v="16652" actId="26606"/>
          <ac:spMkLst>
            <pc:docMk/>
            <pc:sldMk cId="2804930865" sldId="438"/>
            <ac:spMk id="25" creationId="{6753252F-4873-4F63-801D-CC719279A7D5}"/>
          </ac:spMkLst>
        </pc:spChg>
        <pc:picChg chg="add mod">
          <ac:chgData name="Rajendra Thapa" userId="e41109baddaf3fb9" providerId="LiveId" clId="{22FAAC7A-089C-47DC-9E5D-F38571EFDCEA}" dt="2025-10-29T22:49:40.956" v="16656" actId="14100"/>
          <ac:picMkLst>
            <pc:docMk/>
            <pc:sldMk cId="2804930865" sldId="438"/>
            <ac:picMk id="17" creationId="{E8A3D355-DCCA-3108-28FB-0027B1F51819}"/>
          </ac:picMkLst>
        </pc:picChg>
      </pc:sldChg>
      <pc:sldChg chg="addSp delSp modSp new del mod setBg">
        <pc:chgData name="Rajendra Thapa" userId="e41109baddaf3fb9" providerId="LiveId" clId="{22FAAC7A-089C-47DC-9E5D-F38571EFDCEA}" dt="2025-11-12T23:20:16.438" v="36930" actId="47"/>
        <pc:sldMkLst>
          <pc:docMk/>
          <pc:sldMk cId="2407293923" sldId="439"/>
        </pc:sldMkLst>
      </pc:sldChg>
      <pc:sldChg chg="addSp delSp modSp new mod setBg modNotesTx">
        <pc:chgData name="Rajendra Thapa" userId="e41109baddaf3fb9" providerId="LiveId" clId="{22FAAC7A-089C-47DC-9E5D-F38571EFDCEA}" dt="2025-11-01T19:33:47.673" v="25321" actId="1076"/>
        <pc:sldMkLst>
          <pc:docMk/>
          <pc:sldMk cId="3148782071" sldId="440"/>
        </pc:sldMkLst>
        <pc:spChg chg="add">
          <ac:chgData name="Rajendra Thapa" userId="e41109baddaf3fb9" providerId="LiveId" clId="{22FAAC7A-089C-47DC-9E5D-F38571EFDCEA}" dt="2025-11-01T19:33:05.795" v="25311" actId="26606"/>
          <ac:spMkLst>
            <pc:docMk/>
            <pc:sldMk cId="3148782071" sldId="440"/>
            <ac:spMk id="12" creationId="{799448F2-0E5B-42DA-B2D1-11A14E947BD4}"/>
          </ac:spMkLst>
        </pc:spChg>
        <pc:spChg chg="add">
          <ac:chgData name="Rajendra Thapa" userId="e41109baddaf3fb9" providerId="LiveId" clId="{22FAAC7A-089C-47DC-9E5D-F38571EFDCEA}" dt="2025-11-01T19:33:05.795" v="25311" actId="26606"/>
          <ac:spMkLst>
            <pc:docMk/>
            <pc:sldMk cId="3148782071" sldId="440"/>
            <ac:spMk id="13" creationId="{4E8A7552-20E1-4F34-ADAB-C1DB6634D47E}"/>
          </ac:spMkLst>
        </pc:spChg>
        <pc:picChg chg="add mod ord">
          <ac:chgData name="Rajendra Thapa" userId="e41109baddaf3fb9" providerId="LiveId" clId="{22FAAC7A-089C-47DC-9E5D-F38571EFDCEA}" dt="2025-11-01T19:33:05.795" v="25311" actId="26606"/>
          <ac:picMkLst>
            <pc:docMk/>
            <pc:sldMk cId="3148782071" sldId="440"/>
            <ac:picMk id="7" creationId="{38991950-6477-DD47-6067-B31E71061DBE}"/>
          </ac:picMkLst>
        </pc:picChg>
        <pc:picChg chg="add mod">
          <ac:chgData name="Rajendra Thapa" userId="e41109baddaf3fb9" providerId="LiveId" clId="{22FAAC7A-089C-47DC-9E5D-F38571EFDCEA}" dt="2025-11-01T19:33:31.795" v="25317" actId="14100"/>
          <ac:picMkLst>
            <pc:docMk/>
            <pc:sldMk cId="3148782071" sldId="440"/>
            <ac:picMk id="8" creationId="{0467CDA6-253D-0AC5-5B43-5D98FF8211CE}"/>
          </ac:picMkLst>
        </pc:picChg>
        <pc:picChg chg="add mod">
          <ac:chgData name="Rajendra Thapa" userId="e41109baddaf3fb9" providerId="LiveId" clId="{22FAAC7A-089C-47DC-9E5D-F38571EFDCEA}" dt="2025-11-01T19:33:47.673" v="25321" actId="1076"/>
          <ac:picMkLst>
            <pc:docMk/>
            <pc:sldMk cId="3148782071" sldId="440"/>
            <ac:picMk id="10" creationId="{185653BB-49D5-6AE1-066B-E1451F855760}"/>
          </ac:picMkLst>
        </pc:picChg>
      </pc:sldChg>
      <pc:sldChg chg="addSp modSp new mod ord">
        <pc:chgData name="Rajendra Thapa" userId="e41109baddaf3fb9" providerId="LiveId" clId="{22FAAC7A-089C-47DC-9E5D-F38571EFDCEA}" dt="2025-11-12T23:23:52.648" v="36938" actId="255"/>
        <pc:sldMkLst>
          <pc:docMk/>
          <pc:sldMk cId="2186342916" sldId="441"/>
        </pc:sldMkLst>
        <pc:spChg chg="mod">
          <ac:chgData name="Rajendra Thapa" userId="e41109baddaf3fb9" providerId="LiveId" clId="{22FAAC7A-089C-47DC-9E5D-F38571EFDCEA}" dt="2025-11-12T23:23:42.304" v="36937" actId="14100"/>
          <ac:spMkLst>
            <pc:docMk/>
            <pc:sldMk cId="2186342916" sldId="441"/>
            <ac:spMk id="2" creationId="{607A89FA-69CA-66B7-2C85-C6DAA8509647}"/>
          </ac:spMkLst>
        </pc:spChg>
        <pc:spChg chg="mod">
          <ac:chgData name="Rajendra Thapa" userId="e41109baddaf3fb9" providerId="LiveId" clId="{22FAAC7A-089C-47DC-9E5D-F38571EFDCEA}" dt="2025-11-12T23:23:52.648" v="36938" actId="255"/>
          <ac:spMkLst>
            <pc:docMk/>
            <pc:sldMk cId="2186342916" sldId="441"/>
            <ac:spMk id="3" creationId="{69D20646-8AFE-CB75-6EB6-11AC49D99CFC}"/>
          </ac:spMkLst>
        </pc:spChg>
        <pc:picChg chg="add mod">
          <ac:chgData name="Rajendra Thapa" userId="e41109baddaf3fb9" providerId="LiveId" clId="{22FAAC7A-089C-47DC-9E5D-F38571EFDCEA}" dt="2025-11-12T22:56:55.840" v="36857" actId="1076"/>
          <ac:picMkLst>
            <pc:docMk/>
            <pc:sldMk cId="2186342916" sldId="441"/>
            <ac:picMk id="5" creationId="{0347E055-14F8-6DA1-A29D-A8E2825B1153}"/>
          </ac:picMkLst>
        </pc:picChg>
      </pc:sldChg>
      <pc:sldChg chg="addSp delSp modSp new mod modNotesTx">
        <pc:chgData name="Rajendra Thapa" userId="e41109baddaf3fb9" providerId="LiveId" clId="{22FAAC7A-089C-47DC-9E5D-F38571EFDCEA}" dt="2025-11-01T07:43:02.306" v="18196" actId="255"/>
        <pc:sldMkLst>
          <pc:docMk/>
          <pc:sldMk cId="107847321" sldId="442"/>
        </pc:sldMkLst>
        <pc:spChg chg="mod">
          <ac:chgData name="Rajendra Thapa" userId="e41109baddaf3fb9" providerId="LiveId" clId="{22FAAC7A-089C-47DC-9E5D-F38571EFDCEA}" dt="2025-11-01T07:43:02.306" v="18196" actId="255"/>
          <ac:spMkLst>
            <pc:docMk/>
            <pc:sldMk cId="107847321" sldId="442"/>
            <ac:spMk id="2" creationId="{E8DD2306-533C-9E8C-0DA4-86C3DD79965D}"/>
          </ac:spMkLst>
        </pc:spChg>
        <pc:spChg chg="mod">
          <ac:chgData name="Rajendra Thapa" userId="e41109baddaf3fb9" providerId="LiveId" clId="{22FAAC7A-089C-47DC-9E5D-F38571EFDCEA}" dt="2025-11-01T07:17:19.043" v="17921" actId="33524"/>
          <ac:spMkLst>
            <pc:docMk/>
            <pc:sldMk cId="107847321" sldId="442"/>
            <ac:spMk id="3" creationId="{EE9A3F58-08E5-4CF9-53F7-B04CC8E427D1}"/>
          </ac:spMkLst>
        </pc:spChg>
        <pc:graphicFrameChg chg="add mod modGraphic">
          <ac:chgData name="Rajendra Thapa" userId="e41109baddaf3fb9" providerId="LiveId" clId="{22FAAC7A-089C-47DC-9E5D-F38571EFDCEA}" dt="2025-11-01T07:14:03.824" v="17623" actId="33524"/>
          <ac:graphicFrameMkLst>
            <pc:docMk/>
            <pc:sldMk cId="107847321" sldId="442"/>
            <ac:graphicFrameMk id="5" creationId="{21BAD353-D5FB-20AC-851A-334D44EF8D1F}"/>
          </ac:graphicFrameMkLst>
        </pc:graphicFrameChg>
      </pc:sldChg>
      <pc:sldChg chg="modSp new mod modNotesTx">
        <pc:chgData name="Rajendra Thapa" userId="e41109baddaf3fb9" providerId="LiveId" clId="{22FAAC7A-089C-47DC-9E5D-F38571EFDCEA}" dt="2025-11-01T07:53:04.811" v="18514"/>
        <pc:sldMkLst>
          <pc:docMk/>
          <pc:sldMk cId="392049349" sldId="443"/>
        </pc:sldMkLst>
        <pc:spChg chg="mod">
          <ac:chgData name="Rajendra Thapa" userId="e41109baddaf3fb9" providerId="LiveId" clId="{22FAAC7A-089C-47DC-9E5D-F38571EFDCEA}" dt="2025-11-01T07:42:53.337" v="18195" actId="255"/>
          <ac:spMkLst>
            <pc:docMk/>
            <pc:sldMk cId="392049349" sldId="443"/>
            <ac:spMk id="2" creationId="{A1167465-0425-5795-0D06-D9640AD06420}"/>
          </ac:spMkLst>
        </pc:spChg>
        <pc:spChg chg="mod">
          <ac:chgData name="Rajendra Thapa" userId="e41109baddaf3fb9" providerId="LiveId" clId="{22FAAC7A-089C-47DC-9E5D-F38571EFDCEA}" dt="2025-11-01T07:42:41.231" v="18193" actId="14100"/>
          <ac:spMkLst>
            <pc:docMk/>
            <pc:sldMk cId="392049349" sldId="443"/>
            <ac:spMk id="3" creationId="{B39B83D3-4F89-62F4-350F-65EC79D6043B}"/>
          </ac:spMkLst>
        </pc:spChg>
      </pc:sldChg>
      <pc:sldChg chg="modSp new mod">
        <pc:chgData name="Rajendra Thapa" userId="e41109baddaf3fb9" providerId="LiveId" clId="{22FAAC7A-089C-47DC-9E5D-F38571EFDCEA}" dt="2025-11-02T15:33:26.012" v="32859" actId="27636"/>
        <pc:sldMkLst>
          <pc:docMk/>
          <pc:sldMk cId="1766713714" sldId="444"/>
        </pc:sldMkLst>
        <pc:spChg chg="mod">
          <ac:chgData name="Rajendra Thapa" userId="e41109baddaf3fb9" providerId="LiveId" clId="{22FAAC7A-089C-47DC-9E5D-F38571EFDCEA}" dt="2025-11-02T15:33:17.269" v="32857" actId="2711"/>
          <ac:spMkLst>
            <pc:docMk/>
            <pc:sldMk cId="1766713714" sldId="444"/>
            <ac:spMk id="2" creationId="{02048BA8-7B0B-4CC4-89FF-02A4DBC858CC}"/>
          </ac:spMkLst>
        </pc:spChg>
        <pc:spChg chg="mod">
          <ac:chgData name="Rajendra Thapa" userId="e41109baddaf3fb9" providerId="LiveId" clId="{22FAAC7A-089C-47DC-9E5D-F38571EFDCEA}" dt="2025-11-02T15:33:26.012" v="32859" actId="27636"/>
          <ac:spMkLst>
            <pc:docMk/>
            <pc:sldMk cId="1766713714" sldId="444"/>
            <ac:spMk id="3" creationId="{CA593ABE-BB76-E64A-E156-B774C4301A62}"/>
          </ac:spMkLst>
        </pc:spChg>
      </pc:sldChg>
      <pc:sldChg chg="addSp modSp new mod ord modNotesTx">
        <pc:chgData name="Rajendra Thapa" userId="e41109baddaf3fb9" providerId="LiveId" clId="{22FAAC7A-089C-47DC-9E5D-F38571EFDCEA}" dt="2025-11-11T22:17:23.086" v="34984" actId="255"/>
        <pc:sldMkLst>
          <pc:docMk/>
          <pc:sldMk cId="3244668625" sldId="445"/>
        </pc:sldMkLst>
        <pc:spChg chg="mod">
          <ac:chgData name="Rajendra Thapa" userId="e41109baddaf3fb9" providerId="LiveId" clId="{22FAAC7A-089C-47DC-9E5D-F38571EFDCEA}" dt="2025-11-11T22:17:05.632" v="34981" actId="255"/>
          <ac:spMkLst>
            <pc:docMk/>
            <pc:sldMk cId="3244668625" sldId="445"/>
            <ac:spMk id="2" creationId="{E10EDB59-8F26-00D0-2D0A-0C31635984AA}"/>
          </ac:spMkLst>
        </pc:spChg>
        <pc:spChg chg="mod">
          <ac:chgData name="Rajendra Thapa" userId="e41109baddaf3fb9" providerId="LiveId" clId="{22FAAC7A-089C-47DC-9E5D-F38571EFDCEA}" dt="2025-11-11T22:17:23.086" v="34984" actId="255"/>
          <ac:spMkLst>
            <pc:docMk/>
            <pc:sldMk cId="3244668625" sldId="445"/>
            <ac:spMk id="3" creationId="{27DA5A04-67B6-F75C-D859-AD1D9E127775}"/>
          </ac:spMkLst>
        </pc:spChg>
        <pc:spChg chg="add mod">
          <ac:chgData name="Rajendra Thapa" userId="e41109baddaf3fb9" providerId="LiveId" clId="{22FAAC7A-089C-47DC-9E5D-F38571EFDCEA}" dt="2025-11-01T12:15:29.304" v="20615" actId="27636"/>
          <ac:spMkLst>
            <pc:docMk/>
            <pc:sldMk cId="3244668625" sldId="445"/>
            <ac:spMk id="4" creationId="{6E3501D0-CA12-0188-BE87-C7FD46FA4B60}"/>
          </ac:spMkLst>
        </pc:spChg>
      </pc:sldChg>
      <pc:sldChg chg="addSp delSp modSp add mod setBg">
        <pc:chgData name="Rajendra Thapa" userId="e41109baddaf3fb9" providerId="LiveId" clId="{22FAAC7A-089C-47DC-9E5D-F38571EFDCEA}" dt="2025-11-01T15:09:06.814" v="23557" actId="26606"/>
        <pc:sldMkLst>
          <pc:docMk/>
          <pc:sldMk cId="53154443" sldId="447"/>
        </pc:sldMkLst>
        <pc:spChg chg="add">
          <ac:chgData name="Rajendra Thapa" userId="e41109baddaf3fb9" providerId="LiveId" clId="{22FAAC7A-089C-47DC-9E5D-F38571EFDCEA}" dt="2025-11-01T15:09:06.814" v="23557" actId="26606"/>
          <ac:spMkLst>
            <pc:docMk/>
            <pc:sldMk cId="53154443" sldId="447"/>
            <ac:spMk id="9" creationId="{DA2E7C1E-2B5A-4BBA-AE51-1CD8C19309D7}"/>
          </ac:spMkLst>
        </pc:spChg>
        <pc:spChg chg="add">
          <ac:chgData name="Rajendra Thapa" userId="e41109baddaf3fb9" providerId="LiveId" clId="{22FAAC7A-089C-47DC-9E5D-F38571EFDCEA}" dt="2025-11-01T15:09:06.814" v="23557" actId="26606"/>
          <ac:spMkLst>
            <pc:docMk/>
            <pc:sldMk cId="53154443" sldId="447"/>
            <ac:spMk id="11" creationId="{43DF76B1-5174-4FAF-9D19-FFEE98426836}"/>
          </ac:spMkLst>
        </pc:spChg>
        <pc:picChg chg="mod">
          <ac:chgData name="Rajendra Thapa" userId="e41109baddaf3fb9" providerId="LiveId" clId="{22FAAC7A-089C-47DC-9E5D-F38571EFDCEA}" dt="2025-11-01T15:09:06.814" v="23557" actId="26606"/>
          <ac:picMkLst>
            <pc:docMk/>
            <pc:sldMk cId="53154443" sldId="447"/>
            <ac:picMk id="4" creationId="{FF91C647-2D48-C27B-BEC3-FFD7F905BBD1}"/>
          </ac:picMkLst>
        </pc:picChg>
      </pc:sldChg>
      <pc:sldChg chg="add modNotes modNotesTx">
        <pc:chgData name="Rajendra Thapa" userId="e41109baddaf3fb9" providerId="LiveId" clId="{22FAAC7A-089C-47DC-9E5D-F38571EFDCEA}" dt="2025-11-01T10:17:13.909" v="20066"/>
        <pc:sldMkLst>
          <pc:docMk/>
          <pc:sldMk cId="4280337954" sldId="448"/>
        </pc:sldMkLst>
      </pc:sldChg>
      <pc:sldChg chg="add ord">
        <pc:chgData name="Rajendra Thapa" userId="e41109baddaf3fb9" providerId="LiveId" clId="{22FAAC7A-089C-47DC-9E5D-F38571EFDCEA}" dt="2025-11-02T15:48:04.139" v="33084"/>
        <pc:sldMkLst>
          <pc:docMk/>
          <pc:sldMk cId="0" sldId="634"/>
        </pc:sldMkLst>
      </pc:sldChg>
      <pc:sldChg chg="addSp delSp modSp new mod modNotesTx">
        <pc:chgData name="Rajendra Thapa" userId="e41109baddaf3fb9" providerId="LiveId" clId="{22FAAC7A-089C-47DC-9E5D-F38571EFDCEA}" dt="2025-11-13T00:01:43.246" v="36961" actId="27636"/>
        <pc:sldMkLst>
          <pc:docMk/>
          <pc:sldMk cId="308769116" sldId="635"/>
        </pc:sldMkLst>
        <pc:spChg chg="mod">
          <ac:chgData name="Rajendra Thapa" userId="e41109baddaf3fb9" providerId="LiveId" clId="{22FAAC7A-089C-47DC-9E5D-F38571EFDCEA}" dt="2025-11-13T00:01:43.246" v="36961" actId="27636"/>
          <ac:spMkLst>
            <pc:docMk/>
            <pc:sldMk cId="308769116" sldId="635"/>
            <ac:spMk id="2" creationId="{D56B40A5-5668-A6DE-4A4C-DA9BFCB6D8EC}"/>
          </ac:spMkLst>
        </pc:spChg>
        <pc:spChg chg="add mod">
          <ac:chgData name="Rajendra Thapa" userId="e41109baddaf3fb9" providerId="LiveId" clId="{22FAAC7A-089C-47DC-9E5D-F38571EFDCEA}" dt="2025-11-11T22:18:11.201" v="34991" actId="113"/>
          <ac:spMkLst>
            <pc:docMk/>
            <pc:sldMk cId="308769116" sldId="635"/>
            <ac:spMk id="4" creationId="{A781BB9D-8A93-D6C9-0F4A-3F26062030E4}"/>
          </ac:spMkLst>
        </pc:spChg>
        <pc:spChg chg="add mod">
          <ac:chgData name="Rajendra Thapa" userId="e41109baddaf3fb9" providerId="LiveId" clId="{22FAAC7A-089C-47DC-9E5D-F38571EFDCEA}" dt="2025-11-11T22:17:58.977" v="34988" actId="113"/>
          <ac:spMkLst>
            <pc:docMk/>
            <pc:sldMk cId="308769116" sldId="635"/>
            <ac:spMk id="6" creationId="{F98CFCEC-0C19-8356-4264-FA4833ADBF49}"/>
          </ac:spMkLst>
        </pc:spChg>
        <pc:spChg chg="add mod">
          <ac:chgData name="Rajendra Thapa" userId="e41109baddaf3fb9" providerId="LiveId" clId="{22FAAC7A-089C-47DC-9E5D-F38571EFDCEA}" dt="2025-11-11T22:18:07.173" v="34990" actId="113"/>
          <ac:spMkLst>
            <pc:docMk/>
            <pc:sldMk cId="308769116" sldId="635"/>
            <ac:spMk id="7" creationId="{42831429-739B-3505-3F98-F48D59058B1A}"/>
          </ac:spMkLst>
        </pc:spChg>
        <pc:spChg chg="add mod">
          <ac:chgData name="Rajendra Thapa" userId="e41109baddaf3fb9" providerId="LiveId" clId="{22FAAC7A-089C-47DC-9E5D-F38571EFDCEA}" dt="2025-11-11T22:17:55.528" v="34987" actId="113"/>
          <ac:spMkLst>
            <pc:docMk/>
            <pc:sldMk cId="308769116" sldId="635"/>
            <ac:spMk id="8" creationId="{50CD8042-3C68-1270-8658-42E40A3769D8}"/>
          </ac:spMkLst>
        </pc:spChg>
      </pc:sldChg>
      <pc:sldChg chg="addSp modSp new mod modNotesTx">
        <pc:chgData name="Rajendra Thapa" userId="e41109baddaf3fb9" providerId="LiveId" clId="{22FAAC7A-089C-47DC-9E5D-F38571EFDCEA}" dt="2025-11-13T00:01:32.949" v="36959" actId="113"/>
        <pc:sldMkLst>
          <pc:docMk/>
          <pc:sldMk cId="2744757775" sldId="636"/>
        </pc:sldMkLst>
        <pc:spChg chg="mod">
          <ac:chgData name="Rajendra Thapa" userId="e41109baddaf3fb9" providerId="LiveId" clId="{22FAAC7A-089C-47DC-9E5D-F38571EFDCEA}" dt="2025-11-13T00:01:14.545" v="36955" actId="255"/>
          <ac:spMkLst>
            <pc:docMk/>
            <pc:sldMk cId="2744757775" sldId="636"/>
            <ac:spMk id="2" creationId="{72A4B2AD-A2BB-66E9-E752-09AD9EC88A7F}"/>
          </ac:spMkLst>
        </pc:spChg>
        <pc:spChg chg="mod">
          <ac:chgData name="Rajendra Thapa" userId="e41109baddaf3fb9" providerId="LiveId" clId="{22FAAC7A-089C-47DC-9E5D-F38571EFDCEA}" dt="2025-11-13T00:01:24.987" v="36957" actId="113"/>
          <ac:spMkLst>
            <pc:docMk/>
            <pc:sldMk cId="2744757775" sldId="636"/>
            <ac:spMk id="3" creationId="{301AF505-E4D7-0CE1-B035-5F9CCF2297F8}"/>
          </ac:spMkLst>
        </pc:spChg>
        <pc:spChg chg="add mod">
          <ac:chgData name="Rajendra Thapa" userId="e41109baddaf3fb9" providerId="LiveId" clId="{22FAAC7A-089C-47DC-9E5D-F38571EFDCEA}" dt="2025-11-13T00:01:32.949" v="36959" actId="113"/>
          <ac:spMkLst>
            <pc:docMk/>
            <pc:sldMk cId="2744757775" sldId="636"/>
            <ac:spMk id="4" creationId="{A8FDBAAC-A675-8FA4-D68F-EE7535A9EF59}"/>
          </ac:spMkLst>
        </pc:spChg>
      </pc:sldChg>
      <pc:sldChg chg="addSp delSp modSp new mod setBg modNotes modNotesTx">
        <pc:chgData name="Rajendra Thapa" userId="e41109baddaf3fb9" providerId="LiveId" clId="{22FAAC7A-089C-47DC-9E5D-F38571EFDCEA}" dt="2025-11-01T16:11:30.042" v="24402"/>
        <pc:sldMkLst>
          <pc:docMk/>
          <pc:sldMk cId="2253421892" sldId="637"/>
        </pc:sldMkLst>
        <pc:picChg chg="add mod ord">
          <ac:chgData name="Rajendra Thapa" userId="e41109baddaf3fb9" providerId="LiveId" clId="{22FAAC7A-089C-47DC-9E5D-F38571EFDCEA}" dt="2025-11-01T16:11:03.292" v="24400" actId="14100"/>
          <ac:picMkLst>
            <pc:docMk/>
            <pc:sldMk cId="2253421892" sldId="637"/>
            <ac:picMk id="9" creationId="{295A8C9F-694D-942A-3121-FDD4C83CB536}"/>
          </ac:picMkLst>
        </pc:picChg>
      </pc:sldChg>
      <pc:sldChg chg="modSp add del mod ord">
        <pc:chgData name="Rajendra Thapa" userId="e41109baddaf3fb9" providerId="LiveId" clId="{22FAAC7A-089C-47DC-9E5D-F38571EFDCEA}" dt="2025-11-12T23:17:15.957" v="36907" actId="47"/>
        <pc:sldMkLst>
          <pc:docMk/>
          <pc:sldMk cId="1227782283" sldId="639"/>
        </pc:sldMkLst>
      </pc:sldChg>
      <pc:sldChg chg="modSp add mod ord">
        <pc:chgData name="Rajendra Thapa" userId="e41109baddaf3fb9" providerId="LiveId" clId="{22FAAC7A-089C-47DC-9E5D-F38571EFDCEA}" dt="2025-11-02T15:47:58.332" v="33080"/>
        <pc:sldMkLst>
          <pc:docMk/>
          <pc:sldMk cId="3914989129" sldId="640"/>
        </pc:sldMkLst>
        <pc:spChg chg="mod">
          <ac:chgData name="Rajendra Thapa" userId="e41109baddaf3fb9" providerId="LiveId" clId="{22FAAC7A-089C-47DC-9E5D-F38571EFDCEA}" dt="2025-11-02T15:43:05.656" v="33018" actId="255"/>
          <ac:spMkLst>
            <pc:docMk/>
            <pc:sldMk cId="3914989129" sldId="640"/>
            <ac:spMk id="2" creationId="{F4D4E02B-8827-808C-495A-1005AA94894D}"/>
          </ac:spMkLst>
        </pc:spChg>
        <pc:graphicFrameChg chg="modGraphic">
          <ac:chgData name="Rajendra Thapa" userId="e41109baddaf3fb9" providerId="LiveId" clId="{22FAAC7A-089C-47DC-9E5D-F38571EFDCEA}" dt="2025-11-02T15:43:18.273" v="33020" actId="2711"/>
          <ac:graphicFrameMkLst>
            <pc:docMk/>
            <pc:sldMk cId="3914989129" sldId="640"/>
            <ac:graphicFrameMk id="7" creationId="{342DD110-0E09-4924-2086-B30F87CC21BB}"/>
          </ac:graphicFrameMkLst>
        </pc:graphicFrameChg>
      </pc:sldChg>
      <pc:sldChg chg="addSp modSp new mod setBg modNotesTx">
        <pc:chgData name="Rajendra Thapa" userId="e41109baddaf3fb9" providerId="LiveId" clId="{22FAAC7A-089C-47DC-9E5D-F38571EFDCEA}" dt="2025-11-12T22:59:34.227" v="36882" actId="255"/>
        <pc:sldMkLst>
          <pc:docMk/>
          <pc:sldMk cId="3293646975" sldId="642"/>
        </pc:sldMkLst>
        <pc:spChg chg="mod">
          <ac:chgData name="Rajendra Thapa" userId="e41109baddaf3fb9" providerId="LiveId" clId="{22FAAC7A-089C-47DC-9E5D-F38571EFDCEA}" dt="2025-11-12T22:59:34.227" v="36882" actId="255"/>
          <ac:spMkLst>
            <pc:docMk/>
            <pc:sldMk cId="3293646975" sldId="642"/>
            <ac:spMk id="2" creationId="{116C3CE0-01C9-7B0F-A254-27098CFBA1CA}"/>
          </ac:spMkLst>
        </pc:spChg>
        <pc:spChg chg="mod">
          <ac:chgData name="Rajendra Thapa" userId="e41109baddaf3fb9" providerId="LiveId" clId="{22FAAC7A-089C-47DC-9E5D-F38571EFDCEA}" dt="2025-11-01T19:16:34.772" v="25116" actId="20577"/>
          <ac:spMkLst>
            <pc:docMk/>
            <pc:sldMk cId="3293646975" sldId="642"/>
            <ac:spMk id="3" creationId="{90C50A2E-749F-4A0A-0F73-702E9B35BDB4}"/>
          </ac:spMkLst>
        </pc:spChg>
        <pc:picChg chg="add mod">
          <ac:chgData name="Rajendra Thapa" userId="e41109baddaf3fb9" providerId="LiveId" clId="{22FAAC7A-089C-47DC-9E5D-F38571EFDCEA}" dt="2025-11-01T19:23:36.085" v="25248" actId="14100"/>
          <ac:picMkLst>
            <pc:docMk/>
            <pc:sldMk cId="3293646975" sldId="642"/>
            <ac:picMk id="5" creationId="{DA0BF31A-B6B9-3F7E-C18B-1147A1C7DAAD}"/>
          </ac:picMkLst>
        </pc:picChg>
        <pc:cxnChg chg="add">
          <ac:chgData name="Rajendra Thapa" userId="e41109baddaf3fb9" providerId="LiveId" clId="{22FAAC7A-089C-47DC-9E5D-F38571EFDCEA}" dt="2025-11-01T19:13:27.538" v="25080" actId="26606"/>
          <ac:cxnSpMkLst>
            <pc:docMk/>
            <pc:sldMk cId="3293646975" sldId="642"/>
            <ac:cxnSpMk id="10" creationId="{FC23E3B9-5ABF-58B3-E2B0-E9A5DAA90037}"/>
          </ac:cxnSpMkLst>
        </pc:cxnChg>
      </pc:sldChg>
      <pc:sldChg chg="addSp delSp modSp new mod modNotesTx">
        <pc:chgData name="Rajendra Thapa" userId="e41109baddaf3fb9" providerId="LiveId" clId="{22FAAC7A-089C-47DC-9E5D-F38571EFDCEA}" dt="2025-11-12T22:59:21.361" v="36880" actId="255"/>
        <pc:sldMkLst>
          <pc:docMk/>
          <pc:sldMk cId="2188597970" sldId="643"/>
        </pc:sldMkLst>
        <pc:spChg chg="mod">
          <ac:chgData name="Rajendra Thapa" userId="e41109baddaf3fb9" providerId="LiveId" clId="{22FAAC7A-089C-47DC-9E5D-F38571EFDCEA}" dt="2025-11-12T22:59:21.361" v="36880" actId="255"/>
          <ac:spMkLst>
            <pc:docMk/>
            <pc:sldMk cId="2188597970" sldId="643"/>
            <ac:spMk id="2" creationId="{4A89851B-C3E8-DF87-4336-A240DC337CC6}"/>
          </ac:spMkLst>
        </pc:spChg>
        <pc:spChg chg="add mod">
          <ac:chgData name="Rajendra Thapa" userId="e41109baddaf3fb9" providerId="LiveId" clId="{22FAAC7A-089C-47DC-9E5D-F38571EFDCEA}" dt="2025-11-01T19:24:36.817" v="25265" actId="1076"/>
          <ac:spMkLst>
            <pc:docMk/>
            <pc:sldMk cId="2188597970" sldId="643"/>
            <ac:spMk id="6" creationId="{DE414D9D-9E54-021E-E2BB-1934B7D83629}"/>
          </ac:spMkLst>
        </pc:spChg>
        <pc:picChg chg="add mod ord">
          <ac:chgData name="Rajendra Thapa" userId="e41109baddaf3fb9" providerId="LiveId" clId="{22FAAC7A-089C-47DC-9E5D-F38571EFDCEA}" dt="2025-11-01T19:22:10.204" v="25243" actId="14100"/>
          <ac:picMkLst>
            <pc:docMk/>
            <pc:sldMk cId="2188597970" sldId="643"/>
            <ac:picMk id="5" creationId="{3088EA3A-008E-A79B-3269-1FA7B44CCBAD}"/>
          </ac:picMkLst>
        </pc:picChg>
        <pc:picChg chg="add mod">
          <ac:chgData name="Rajendra Thapa" userId="e41109baddaf3fb9" providerId="LiveId" clId="{22FAAC7A-089C-47DC-9E5D-F38571EFDCEA}" dt="2025-11-01T19:21:56.045" v="25240" actId="14100"/>
          <ac:picMkLst>
            <pc:docMk/>
            <pc:sldMk cId="2188597970" sldId="643"/>
            <ac:picMk id="8" creationId="{88C14F62-2519-3B11-0E08-580A96EBBC57}"/>
          </ac:picMkLst>
        </pc:picChg>
      </pc:sldChg>
      <pc:sldChg chg="addSp delSp modSp new mod ord modNotes">
        <pc:chgData name="Rajendra Thapa" userId="e41109baddaf3fb9" providerId="LiveId" clId="{22FAAC7A-089C-47DC-9E5D-F38571EFDCEA}" dt="2025-11-01T20:04:28.425" v="25376"/>
        <pc:sldMkLst>
          <pc:docMk/>
          <pc:sldMk cId="2380080473" sldId="644"/>
        </pc:sldMkLst>
        <pc:spChg chg="mod">
          <ac:chgData name="Rajendra Thapa" userId="e41109baddaf3fb9" providerId="LiveId" clId="{22FAAC7A-089C-47DC-9E5D-F38571EFDCEA}" dt="2025-11-01T19:48:00.235" v="25366" actId="1076"/>
          <ac:spMkLst>
            <pc:docMk/>
            <pc:sldMk cId="2380080473" sldId="644"/>
            <ac:spMk id="2" creationId="{FD433590-3525-D29F-0D68-DAEB8ACEF213}"/>
          </ac:spMkLst>
        </pc:spChg>
        <pc:picChg chg="add mod ord">
          <ac:chgData name="Rajendra Thapa" userId="e41109baddaf3fb9" providerId="LiveId" clId="{22FAAC7A-089C-47DC-9E5D-F38571EFDCEA}" dt="2025-11-01T19:49:09.713" v="25374" actId="14100"/>
          <ac:picMkLst>
            <pc:docMk/>
            <pc:sldMk cId="2380080473" sldId="644"/>
            <ac:picMk id="6" creationId="{9F0294A4-CB77-F698-3220-E4A6D1C0814D}"/>
          </ac:picMkLst>
        </pc:picChg>
        <pc:picChg chg="add mod">
          <ac:chgData name="Rajendra Thapa" userId="e41109baddaf3fb9" providerId="LiveId" clId="{22FAAC7A-089C-47DC-9E5D-F38571EFDCEA}" dt="2025-11-01T19:48:58.617" v="25371" actId="14100"/>
          <ac:picMkLst>
            <pc:docMk/>
            <pc:sldMk cId="2380080473" sldId="644"/>
            <ac:picMk id="8" creationId="{28BE620E-93C4-EABC-5F50-8E3C8499F4EA}"/>
          </ac:picMkLst>
        </pc:picChg>
      </pc:sldChg>
      <pc:sldChg chg="addSp delSp modSp add mod">
        <pc:chgData name="Rajendra Thapa" userId="e41109baddaf3fb9" providerId="LiveId" clId="{22FAAC7A-089C-47DC-9E5D-F38571EFDCEA}" dt="2025-11-01T20:06:00.304" v="25382" actId="478"/>
        <pc:sldMkLst>
          <pc:docMk/>
          <pc:sldMk cId="0" sldId="645"/>
        </pc:sldMkLst>
      </pc:sldChg>
      <pc:sldChg chg="addSp delSp modSp new mod ord modNotesTx">
        <pc:chgData name="Rajendra Thapa" userId="e41109baddaf3fb9" providerId="LiveId" clId="{22FAAC7A-089C-47DC-9E5D-F38571EFDCEA}" dt="2025-11-02T15:48:48.075" v="33091" actId="14100"/>
        <pc:sldMkLst>
          <pc:docMk/>
          <pc:sldMk cId="3668770182" sldId="646"/>
        </pc:sldMkLst>
        <pc:spChg chg="mod">
          <ac:chgData name="Rajendra Thapa" userId="e41109baddaf3fb9" providerId="LiveId" clId="{22FAAC7A-089C-47DC-9E5D-F38571EFDCEA}" dt="2025-11-01T20:46:25.739" v="26320" actId="27636"/>
          <ac:spMkLst>
            <pc:docMk/>
            <pc:sldMk cId="3668770182" sldId="646"/>
            <ac:spMk id="2" creationId="{C017C745-6D36-BBC3-44B3-C7A6818E2BC4}"/>
          </ac:spMkLst>
        </pc:spChg>
        <pc:spChg chg="mod">
          <ac:chgData name="Rajendra Thapa" userId="e41109baddaf3fb9" providerId="LiveId" clId="{22FAAC7A-089C-47DC-9E5D-F38571EFDCEA}" dt="2025-11-01T20:46:20.973" v="26318" actId="14100"/>
          <ac:spMkLst>
            <pc:docMk/>
            <pc:sldMk cId="3668770182" sldId="646"/>
            <ac:spMk id="3" creationId="{6D842C25-A8FF-AA48-D4A7-AABD2E344479}"/>
          </ac:spMkLst>
        </pc:spChg>
        <pc:graphicFrameChg chg="add mod modGraphic">
          <ac:chgData name="Rajendra Thapa" userId="e41109baddaf3fb9" providerId="LiveId" clId="{22FAAC7A-089C-47DC-9E5D-F38571EFDCEA}" dt="2025-11-02T15:48:41.873" v="33090" actId="255"/>
          <ac:graphicFrameMkLst>
            <pc:docMk/>
            <pc:sldMk cId="3668770182" sldId="646"/>
            <ac:graphicFrameMk id="5" creationId="{3BAB2DE3-2910-CB96-EE1D-0D2A9D77B3A2}"/>
          </ac:graphicFrameMkLst>
        </pc:graphicFrameChg>
        <pc:picChg chg="add mod">
          <ac:chgData name="Rajendra Thapa" userId="e41109baddaf3fb9" providerId="LiveId" clId="{22FAAC7A-089C-47DC-9E5D-F38571EFDCEA}" dt="2025-11-02T15:48:48.075" v="33091" actId="14100"/>
          <ac:picMkLst>
            <pc:docMk/>
            <pc:sldMk cId="3668770182" sldId="646"/>
            <ac:picMk id="7" creationId="{0F109422-5888-2155-F4C6-93BAC562EC6A}"/>
          </ac:picMkLst>
        </pc:picChg>
      </pc:sldChg>
      <pc:sldChg chg="addSp delSp modSp new mod setBg modNotesTx">
        <pc:chgData name="Rajendra Thapa" userId="e41109baddaf3fb9" providerId="LiveId" clId="{22FAAC7A-089C-47DC-9E5D-F38571EFDCEA}" dt="2025-11-02T15:58:21.082" v="33191" actId="20577"/>
        <pc:sldMkLst>
          <pc:docMk/>
          <pc:sldMk cId="1270033039" sldId="647"/>
        </pc:sldMkLst>
        <pc:spChg chg="mod">
          <ac:chgData name="Rajendra Thapa" userId="e41109baddaf3fb9" providerId="LiveId" clId="{22FAAC7A-089C-47DC-9E5D-F38571EFDCEA}" dt="2025-11-02T15:56:52.230" v="33173" actId="2711"/>
          <ac:spMkLst>
            <pc:docMk/>
            <pc:sldMk cId="1270033039" sldId="647"/>
            <ac:spMk id="2" creationId="{AACBC425-BC1F-34B3-7B58-57754EE3A455}"/>
          </ac:spMkLst>
        </pc:spChg>
        <pc:spChg chg="mod">
          <ac:chgData name="Rajendra Thapa" userId="e41109baddaf3fb9" providerId="LiveId" clId="{22FAAC7A-089C-47DC-9E5D-F38571EFDCEA}" dt="2025-11-02T07:04:25.272" v="28656" actId="20577"/>
          <ac:spMkLst>
            <pc:docMk/>
            <pc:sldMk cId="1270033039" sldId="647"/>
            <ac:spMk id="3" creationId="{F3C6D91D-5F54-8DE5-63E5-28F16CA0D23D}"/>
          </ac:spMkLst>
        </pc:spChg>
        <pc:spChg chg="add mod">
          <ac:chgData name="Rajendra Thapa" userId="e41109baddaf3fb9" providerId="LiveId" clId="{22FAAC7A-089C-47DC-9E5D-F38571EFDCEA}" dt="2025-11-02T15:58:21.082" v="33191" actId="20577"/>
          <ac:spMkLst>
            <pc:docMk/>
            <pc:sldMk cId="1270033039" sldId="647"/>
            <ac:spMk id="4" creationId="{2DD5F256-6E9B-CCAF-F3D4-B9C5C6482EBD}"/>
          </ac:spMkLst>
        </pc:spChg>
      </pc:sldChg>
      <pc:sldChg chg="addSp modSp new mod setBg modNotesTx">
        <pc:chgData name="Rajendra Thapa" userId="e41109baddaf3fb9" providerId="LiveId" clId="{22FAAC7A-089C-47DC-9E5D-F38571EFDCEA}" dt="2025-11-13T00:05:35.984" v="37013" actId="14100"/>
        <pc:sldMkLst>
          <pc:docMk/>
          <pc:sldMk cId="792255809" sldId="648"/>
        </pc:sldMkLst>
        <pc:spChg chg="mod">
          <ac:chgData name="Rajendra Thapa" userId="e41109baddaf3fb9" providerId="LiveId" clId="{22FAAC7A-089C-47DC-9E5D-F38571EFDCEA}" dt="2025-11-13T00:05:28.081" v="37011" actId="255"/>
          <ac:spMkLst>
            <pc:docMk/>
            <pc:sldMk cId="792255809" sldId="648"/>
            <ac:spMk id="2" creationId="{7AB2AD4B-AFD5-AA34-04B7-38DE5493099E}"/>
          </ac:spMkLst>
        </pc:spChg>
        <pc:spChg chg="mod">
          <ac:chgData name="Rajendra Thapa" userId="e41109baddaf3fb9" providerId="LiveId" clId="{22FAAC7A-089C-47DC-9E5D-F38571EFDCEA}" dt="2025-11-13T00:05:35.984" v="37013" actId="14100"/>
          <ac:spMkLst>
            <pc:docMk/>
            <pc:sldMk cId="792255809" sldId="648"/>
            <ac:spMk id="3" creationId="{6F3A59DB-355C-848B-C113-65C1E0194B5C}"/>
          </ac:spMkLst>
        </pc:spChg>
        <pc:spChg chg="add">
          <ac:chgData name="Rajendra Thapa" userId="e41109baddaf3fb9" providerId="LiveId" clId="{22FAAC7A-089C-47DC-9E5D-F38571EFDCEA}" dt="2025-11-02T07:38:10.344" v="29360" actId="26606"/>
          <ac:spMkLst>
            <pc:docMk/>
            <pc:sldMk cId="792255809" sldId="648"/>
            <ac:spMk id="8" creationId="{100EDD19-6802-4EC3-95CE-CFFAB042CFD6}"/>
          </ac:spMkLst>
        </pc:spChg>
        <pc:spChg chg="add">
          <ac:chgData name="Rajendra Thapa" userId="e41109baddaf3fb9" providerId="LiveId" clId="{22FAAC7A-089C-47DC-9E5D-F38571EFDCEA}" dt="2025-11-02T07:38:10.344" v="29360" actId="26606"/>
          <ac:spMkLst>
            <pc:docMk/>
            <pc:sldMk cId="792255809" sldId="648"/>
            <ac:spMk id="10" creationId="{DB17E863-922E-4C26-BD64-E8FD41D28661}"/>
          </ac:spMkLst>
        </pc:spChg>
      </pc:sldChg>
      <pc:sldChg chg="addSp delSp modSp new mod setBg modNotesTx">
        <pc:chgData name="Rajendra Thapa" userId="e41109baddaf3fb9" providerId="LiveId" clId="{22FAAC7A-089C-47DC-9E5D-F38571EFDCEA}" dt="2025-11-02T08:04:08.943" v="29731" actId="27636"/>
        <pc:sldMkLst>
          <pc:docMk/>
          <pc:sldMk cId="4034495986" sldId="649"/>
        </pc:sldMkLst>
        <pc:spChg chg="mod">
          <ac:chgData name="Rajendra Thapa" userId="e41109baddaf3fb9" providerId="LiveId" clId="{22FAAC7A-089C-47DC-9E5D-F38571EFDCEA}" dt="2025-11-02T08:04:08.943" v="29731" actId="27636"/>
          <ac:spMkLst>
            <pc:docMk/>
            <pc:sldMk cId="4034495986" sldId="649"/>
            <ac:spMk id="2" creationId="{434A14F0-38F9-B205-5985-37D4E7157189}"/>
          </ac:spMkLst>
        </pc:spChg>
        <pc:spChg chg="add mod">
          <ac:chgData name="Rajendra Thapa" userId="e41109baddaf3fb9" providerId="LiveId" clId="{22FAAC7A-089C-47DC-9E5D-F38571EFDCEA}" dt="2025-11-02T08:04:02.588" v="29729" actId="20577"/>
          <ac:spMkLst>
            <pc:docMk/>
            <pc:sldMk cId="4034495986" sldId="649"/>
            <ac:spMk id="8" creationId="{A485149B-053E-0173-113A-7486C310329B}"/>
          </ac:spMkLst>
        </pc:spChg>
        <pc:picChg chg="add mod ord">
          <ac:chgData name="Rajendra Thapa" userId="e41109baddaf3fb9" providerId="LiveId" clId="{22FAAC7A-089C-47DC-9E5D-F38571EFDCEA}" dt="2025-11-02T08:03:54.696" v="29728" actId="14100"/>
          <ac:picMkLst>
            <pc:docMk/>
            <pc:sldMk cId="4034495986" sldId="649"/>
            <ac:picMk id="5" creationId="{275402CA-30F2-B8EB-1A89-81653000ACE2}"/>
          </ac:picMkLst>
        </pc:picChg>
      </pc:sldChg>
      <pc:sldChg chg="addSp delSp modSp new mod setBg modNotesTx">
        <pc:chgData name="Rajendra Thapa" userId="e41109baddaf3fb9" providerId="LiveId" clId="{22FAAC7A-089C-47DC-9E5D-F38571EFDCEA}" dt="2025-11-02T15:54:50.128" v="33151" actId="255"/>
        <pc:sldMkLst>
          <pc:docMk/>
          <pc:sldMk cId="2265690666" sldId="650"/>
        </pc:sldMkLst>
        <pc:spChg chg="mod">
          <ac:chgData name="Rajendra Thapa" userId="e41109baddaf3fb9" providerId="LiveId" clId="{22FAAC7A-089C-47DC-9E5D-F38571EFDCEA}" dt="2025-11-02T15:54:27.423" v="33147" actId="2711"/>
          <ac:spMkLst>
            <pc:docMk/>
            <pc:sldMk cId="2265690666" sldId="650"/>
            <ac:spMk id="2" creationId="{B93E54B7-FEA4-10C1-44EB-3C0748D9BBE9}"/>
          </ac:spMkLst>
        </pc:spChg>
        <pc:spChg chg="mod">
          <ac:chgData name="Rajendra Thapa" userId="e41109baddaf3fb9" providerId="LiveId" clId="{22FAAC7A-089C-47DC-9E5D-F38571EFDCEA}" dt="2025-11-02T15:54:40.725" v="33150" actId="123"/>
          <ac:spMkLst>
            <pc:docMk/>
            <pc:sldMk cId="2265690666" sldId="650"/>
            <ac:spMk id="3" creationId="{A12CE8F4-EAF0-FE65-1B3C-B60E91065EC3}"/>
          </ac:spMkLst>
        </pc:spChg>
        <pc:spChg chg="add mod">
          <ac:chgData name="Rajendra Thapa" userId="e41109baddaf3fb9" providerId="LiveId" clId="{22FAAC7A-089C-47DC-9E5D-F38571EFDCEA}" dt="2025-11-02T15:54:50.128" v="33151" actId="255"/>
          <ac:spMkLst>
            <pc:docMk/>
            <pc:sldMk cId="2265690666" sldId="650"/>
            <ac:spMk id="6" creationId="{346BACB3-4917-6E6B-B36F-90899873A6B9}"/>
          </ac:spMkLst>
        </pc:spChg>
        <pc:picChg chg="add mod ord">
          <ac:chgData name="Rajendra Thapa" userId="e41109baddaf3fb9" providerId="LiveId" clId="{22FAAC7A-089C-47DC-9E5D-F38571EFDCEA}" dt="2025-11-02T08:38:59.367" v="30345" actId="14100"/>
          <ac:picMkLst>
            <pc:docMk/>
            <pc:sldMk cId="2265690666" sldId="650"/>
            <ac:picMk id="4" creationId="{2E670BB3-DBB9-A0FF-EB30-68A39B89FD4E}"/>
          </ac:picMkLst>
        </pc:picChg>
        <pc:picChg chg="add mod">
          <ac:chgData name="Rajendra Thapa" userId="e41109baddaf3fb9" providerId="LiveId" clId="{22FAAC7A-089C-47DC-9E5D-F38571EFDCEA}" dt="2025-11-02T08:44:50.192" v="30407" actId="14100"/>
          <ac:picMkLst>
            <pc:docMk/>
            <pc:sldMk cId="2265690666" sldId="650"/>
            <ac:picMk id="5" creationId="{34671D81-0BE0-57A7-5205-F29202510CCF}"/>
          </ac:picMkLst>
        </pc:picChg>
      </pc:sldChg>
      <pc:sldChg chg="addSp delSp modSp new mod modNotesTx">
        <pc:chgData name="Rajendra Thapa" userId="e41109baddaf3fb9" providerId="LiveId" clId="{22FAAC7A-089C-47DC-9E5D-F38571EFDCEA}" dt="2025-11-02T08:31:51.073" v="30316"/>
        <pc:sldMkLst>
          <pc:docMk/>
          <pc:sldMk cId="2986839563" sldId="651"/>
        </pc:sldMkLst>
        <pc:spChg chg="add mod">
          <ac:chgData name="Rajendra Thapa" userId="e41109baddaf3fb9" providerId="LiveId" clId="{22FAAC7A-089C-47DC-9E5D-F38571EFDCEA}" dt="2025-11-02T08:21:00.548" v="29979" actId="478"/>
          <ac:spMkLst>
            <pc:docMk/>
            <pc:sldMk cId="2986839563" sldId="651"/>
            <ac:spMk id="7" creationId="{04A0CBD4-6545-649A-A5A6-33BA0919EDC1}"/>
          </ac:spMkLst>
        </pc:spChg>
        <pc:picChg chg="add mod">
          <ac:chgData name="Rajendra Thapa" userId="e41109baddaf3fb9" providerId="LiveId" clId="{22FAAC7A-089C-47DC-9E5D-F38571EFDCEA}" dt="2025-11-02T08:23:20.801" v="29994" actId="14100"/>
          <ac:picMkLst>
            <pc:docMk/>
            <pc:sldMk cId="2986839563" sldId="651"/>
            <ac:picMk id="9" creationId="{8B0D0C81-4E70-AF0F-DB28-1C7A0824888E}"/>
          </ac:picMkLst>
        </pc:picChg>
      </pc:sldChg>
      <pc:sldChg chg="delSp modSp new mod">
        <pc:chgData name="Rajendra Thapa" userId="e41109baddaf3fb9" providerId="LiveId" clId="{22FAAC7A-089C-47DC-9E5D-F38571EFDCEA}" dt="2025-11-02T13:58:40.464" v="31292" actId="255"/>
        <pc:sldMkLst>
          <pc:docMk/>
          <pc:sldMk cId="2311874531" sldId="652"/>
        </pc:sldMkLst>
        <pc:spChg chg="mod">
          <ac:chgData name="Rajendra Thapa" userId="e41109baddaf3fb9" providerId="LiveId" clId="{22FAAC7A-089C-47DC-9E5D-F38571EFDCEA}" dt="2025-11-02T13:58:40.464" v="31292" actId="255"/>
          <ac:spMkLst>
            <pc:docMk/>
            <pc:sldMk cId="2311874531" sldId="652"/>
            <ac:spMk id="3" creationId="{BEA184B8-5FC7-888B-8A77-FC113551C4B2}"/>
          </ac:spMkLst>
        </pc:spChg>
      </pc:sldChg>
      <pc:sldChg chg="delSp modSp new mod">
        <pc:chgData name="Rajendra Thapa" userId="e41109baddaf3fb9" providerId="LiveId" clId="{22FAAC7A-089C-47DC-9E5D-F38571EFDCEA}" dt="2025-11-02T13:59:16.363" v="31301" actId="27636"/>
        <pc:sldMkLst>
          <pc:docMk/>
          <pc:sldMk cId="2930286059" sldId="653"/>
        </pc:sldMkLst>
        <pc:spChg chg="mod">
          <ac:chgData name="Rajendra Thapa" userId="e41109baddaf3fb9" providerId="LiveId" clId="{22FAAC7A-089C-47DC-9E5D-F38571EFDCEA}" dt="2025-11-02T13:59:16.363" v="31301" actId="27636"/>
          <ac:spMkLst>
            <pc:docMk/>
            <pc:sldMk cId="2930286059" sldId="653"/>
            <ac:spMk id="3" creationId="{B252BF15-2ACF-C8EE-1356-15F2BABD8872}"/>
          </ac:spMkLst>
        </pc:spChg>
      </pc:sldChg>
      <pc:sldChg chg="delSp modSp new mod">
        <pc:chgData name="Rajendra Thapa" userId="e41109baddaf3fb9" providerId="LiveId" clId="{22FAAC7A-089C-47DC-9E5D-F38571EFDCEA}" dt="2025-11-02T13:59:39.153" v="31308" actId="27636"/>
        <pc:sldMkLst>
          <pc:docMk/>
          <pc:sldMk cId="1812274024" sldId="654"/>
        </pc:sldMkLst>
        <pc:spChg chg="mod">
          <ac:chgData name="Rajendra Thapa" userId="e41109baddaf3fb9" providerId="LiveId" clId="{22FAAC7A-089C-47DC-9E5D-F38571EFDCEA}" dt="2025-11-02T13:59:39.153" v="31308" actId="27636"/>
          <ac:spMkLst>
            <pc:docMk/>
            <pc:sldMk cId="1812274024" sldId="654"/>
            <ac:spMk id="3" creationId="{3A70499C-2E3D-2D59-8B41-B2E5ED1A6043}"/>
          </ac:spMkLst>
        </pc:spChg>
      </pc:sldChg>
      <pc:sldChg chg="delSp modSp new mod">
        <pc:chgData name="Rajendra Thapa" userId="e41109baddaf3fb9" providerId="LiveId" clId="{22FAAC7A-089C-47DC-9E5D-F38571EFDCEA}" dt="2025-11-02T14:04:15.080" v="31354" actId="27636"/>
        <pc:sldMkLst>
          <pc:docMk/>
          <pc:sldMk cId="2148382561" sldId="655"/>
        </pc:sldMkLst>
        <pc:spChg chg="mod">
          <ac:chgData name="Rajendra Thapa" userId="e41109baddaf3fb9" providerId="LiveId" clId="{22FAAC7A-089C-47DC-9E5D-F38571EFDCEA}" dt="2025-11-02T14:04:15.080" v="31354" actId="27636"/>
          <ac:spMkLst>
            <pc:docMk/>
            <pc:sldMk cId="2148382561" sldId="655"/>
            <ac:spMk id="3" creationId="{F06BC21E-6AD1-E83D-B58F-EBAFCB1B7217}"/>
          </ac:spMkLst>
        </pc:spChg>
      </pc:sldChg>
      <pc:sldChg chg="addSp delSp modSp new mod modNotesTx">
        <pc:chgData name="Rajendra Thapa" userId="e41109baddaf3fb9" providerId="LiveId" clId="{22FAAC7A-089C-47DC-9E5D-F38571EFDCEA}" dt="2025-11-13T00:01:59.617" v="36962" actId="1076"/>
        <pc:sldMkLst>
          <pc:docMk/>
          <pc:sldMk cId="313936903" sldId="656"/>
        </pc:sldMkLst>
        <pc:spChg chg="mod">
          <ac:chgData name="Rajendra Thapa" userId="e41109baddaf3fb9" providerId="LiveId" clId="{22FAAC7A-089C-47DC-9E5D-F38571EFDCEA}" dt="2025-11-02T14:17:59.955" v="31813" actId="255"/>
          <ac:spMkLst>
            <pc:docMk/>
            <pc:sldMk cId="313936903" sldId="656"/>
            <ac:spMk id="2" creationId="{A0F81346-2178-4BA6-4686-79F8AE14FB26}"/>
          </ac:spMkLst>
        </pc:spChg>
        <pc:spChg chg="mod">
          <ac:chgData name="Rajendra Thapa" userId="e41109baddaf3fb9" providerId="LiveId" clId="{22FAAC7A-089C-47DC-9E5D-F38571EFDCEA}" dt="2025-11-02T14:18:09.155" v="31816" actId="14100"/>
          <ac:spMkLst>
            <pc:docMk/>
            <pc:sldMk cId="313936903" sldId="656"/>
            <ac:spMk id="3" creationId="{EB75C008-05C5-3019-43E5-7BB06EB24BDF}"/>
          </ac:spMkLst>
        </pc:spChg>
        <pc:spChg chg="add mod">
          <ac:chgData name="Rajendra Thapa" userId="e41109baddaf3fb9" providerId="LiveId" clId="{22FAAC7A-089C-47DC-9E5D-F38571EFDCEA}" dt="2025-11-13T00:01:59.617" v="36962" actId="1076"/>
          <ac:spMkLst>
            <pc:docMk/>
            <pc:sldMk cId="313936903" sldId="656"/>
            <ac:spMk id="6" creationId="{263B7FB3-B925-CA06-0135-EE6A402C33A9}"/>
          </ac:spMkLst>
        </pc:spChg>
      </pc:sldChg>
      <pc:sldChg chg="addSp delSp modSp new mod setBg modNotesTx">
        <pc:chgData name="Rajendra Thapa" userId="e41109baddaf3fb9" providerId="LiveId" clId="{22FAAC7A-089C-47DC-9E5D-F38571EFDCEA}" dt="2025-11-02T15:33:41.729" v="32860" actId="255"/>
        <pc:sldMkLst>
          <pc:docMk/>
          <pc:sldMk cId="3040564820" sldId="657"/>
        </pc:sldMkLst>
        <pc:spChg chg="mod">
          <ac:chgData name="Rajendra Thapa" userId="e41109baddaf3fb9" providerId="LiveId" clId="{22FAAC7A-089C-47DC-9E5D-F38571EFDCEA}" dt="2025-11-02T15:33:41.729" v="32860" actId="255"/>
          <ac:spMkLst>
            <pc:docMk/>
            <pc:sldMk cId="3040564820" sldId="657"/>
            <ac:spMk id="2" creationId="{CBFCB0B3-0A36-D0E9-DCDF-89695BE1A5A9}"/>
          </ac:spMkLst>
        </pc:spChg>
        <pc:spChg chg="mod">
          <ac:chgData name="Rajendra Thapa" userId="e41109baddaf3fb9" providerId="LiveId" clId="{22FAAC7A-089C-47DC-9E5D-F38571EFDCEA}" dt="2025-11-02T15:25:21.886" v="32791" actId="1076"/>
          <ac:spMkLst>
            <pc:docMk/>
            <pc:sldMk cId="3040564820" sldId="657"/>
            <ac:spMk id="3" creationId="{EAD06A7D-CE81-000D-F4EC-AE8DFA59DEB8}"/>
          </ac:spMkLst>
        </pc:spChg>
        <pc:spChg chg="add mod">
          <ac:chgData name="Rajendra Thapa" userId="e41109baddaf3fb9" providerId="LiveId" clId="{22FAAC7A-089C-47DC-9E5D-F38571EFDCEA}" dt="2025-11-02T15:25:14.851" v="32790" actId="1076"/>
          <ac:spMkLst>
            <pc:docMk/>
            <pc:sldMk cId="3040564820" sldId="657"/>
            <ac:spMk id="4" creationId="{F590CA61-B98C-711C-C2BB-CEBE124EE053}"/>
          </ac:spMkLst>
        </pc:spChg>
        <pc:spChg chg="add">
          <ac:chgData name="Rajendra Thapa" userId="e41109baddaf3fb9" providerId="LiveId" clId="{22FAAC7A-089C-47DC-9E5D-F38571EFDCEA}" dt="2025-11-02T14:53:24.289" v="32512" actId="26606"/>
          <ac:spMkLst>
            <pc:docMk/>
            <pc:sldMk cId="3040564820" sldId="657"/>
            <ac:spMk id="10" creationId="{0B9EE3F3-89B7-43C3-8651-C4C96830993D}"/>
          </ac:spMkLst>
        </pc:spChg>
        <pc:spChg chg="add">
          <ac:chgData name="Rajendra Thapa" userId="e41109baddaf3fb9" providerId="LiveId" clId="{22FAAC7A-089C-47DC-9E5D-F38571EFDCEA}" dt="2025-11-02T14:53:24.289" v="32512" actId="26606"/>
          <ac:spMkLst>
            <pc:docMk/>
            <pc:sldMk cId="3040564820" sldId="657"/>
            <ac:spMk id="12" creationId="{33AE4636-AEEC-45D6-84D4-7AC2DA48ECF8}"/>
          </ac:spMkLst>
        </pc:spChg>
        <pc:spChg chg="add">
          <ac:chgData name="Rajendra Thapa" userId="e41109baddaf3fb9" providerId="LiveId" clId="{22FAAC7A-089C-47DC-9E5D-F38571EFDCEA}" dt="2025-11-02T14:53:24.289" v="32512" actId="26606"/>
          <ac:spMkLst>
            <pc:docMk/>
            <pc:sldMk cId="3040564820" sldId="657"/>
            <ac:spMk id="14" creationId="{8D9CE0F4-2EB2-4F1F-8AAC-DB3571D9FE10}"/>
          </ac:spMkLst>
        </pc:spChg>
      </pc:sldChg>
      <pc:sldChg chg="addSp delSp modSp new mod modNotesTx">
        <pc:chgData name="Rajendra Thapa" userId="e41109baddaf3fb9" providerId="LiveId" clId="{22FAAC7A-089C-47DC-9E5D-F38571EFDCEA}" dt="2025-11-09T22:29:25.959" v="33971" actId="20577"/>
        <pc:sldMkLst>
          <pc:docMk/>
          <pc:sldMk cId="1135499625" sldId="658"/>
        </pc:sldMkLst>
        <pc:spChg chg="mod">
          <ac:chgData name="Rajendra Thapa" userId="e41109baddaf3fb9" providerId="LiveId" clId="{22FAAC7A-089C-47DC-9E5D-F38571EFDCEA}" dt="2025-11-09T22:28:32.285" v="33876" actId="255"/>
          <ac:spMkLst>
            <pc:docMk/>
            <pc:sldMk cId="1135499625" sldId="658"/>
            <ac:spMk id="2" creationId="{52ABBDEB-1A47-CD2B-BAA8-1599B52B5E58}"/>
          </ac:spMkLst>
        </pc:spChg>
        <pc:spChg chg="mod">
          <ac:chgData name="Rajendra Thapa" userId="e41109baddaf3fb9" providerId="LiveId" clId="{22FAAC7A-089C-47DC-9E5D-F38571EFDCEA}" dt="2025-11-09T22:28:17.303" v="33873" actId="20577"/>
          <ac:spMkLst>
            <pc:docMk/>
            <pc:sldMk cId="1135499625" sldId="658"/>
            <ac:spMk id="3" creationId="{AC6E77C6-C37E-506F-FF50-39A4C5BAF8D9}"/>
          </ac:spMkLst>
        </pc:spChg>
      </pc:sldChg>
      <pc:sldChg chg="modSp new mod">
        <pc:chgData name="Rajendra Thapa" userId="e41109baddaf3fb9" providerId="LiveId" clId="{22FAAC7A-089C-47DC-9E5D-F38571EFDCEA}" dt="2025-11-09T22:31:38.908" v="34139" actId="255"/>
        <pc:sldMkLst>
          <pc:docMk/>
          <pc:sldMk cId="799232173" sldId="659"/>
        </pc:sldMkLst>
        <pc:spChg chg="mod">
          <ac:chgData name="Rajendra Thapa" userId="e41109baddaf3fb9" providerId="LiveId" clId="{22FAAC7A-089C-47DC-9E5D-F38571EFDCEA}" dt="2025-11-09T22:31:38.908" v="34139" actId="255"/>
          <ac:spMkLst>
            <pc:docMk/>
            <pc:sldMk cId="799232173" sldId="659"/>
            <ac:spMk id="2" creationId="{54F0D428-9153-CD42-12E6-296B7651F79A}"/>
          </ac:spMkLst>
        </pc:spChg>
        <pc:spChg chg="mod">
          <ac:chgData name="Rajendra Thapa" userId="e41109baddaf3fb9" providerId="LiveId" clId="{22FAAC7A-089C-47DC-9E5D-F38571EFDCEA}" dt="2025-11-09T22:31:30.572" v="34138" actId="14100"/>
          <ac:spMkLst>
            <pc:docMk/>
            <pc:sldMk cId="799232173" sldId="659"/>
            <ac:spMk id="3" creationId="{4CB82517-D0E2-BF3B-2616-0C6D4E0559E7}"/>
          </ac:spMkLst>
        </pc:spChg>
      </pc:sldChg>
      <pc:sldChg chg="modSp new mod">
        <pc:chgData name="Rajendra Thapa" userId="e41109baddaf3fb9" providerId="LiveId" clId="{22FAAC7A-089C-47DC-9E5D-F38571EFDCEA}" dt="2025-11-09T22:51:41.041" v="34538" actId="20577"/>
        <pc:sldMkLst>
          <pc:docMk/>
          <pc:sldMk cId="2496599266" sldId="660"/>
        </pc:sldMkLst>
        <pc:spChg chg="mod">
          <ac:chgData name="Rajendra Thapa" userId="e41109baddaf3fb9" providerId="LiveId" clId="{22FAAC7A-089C-47DC-9E5D-F38571EFDCEA}" dt="2025-11-09T22:50:30.272" v="34515" actId="2711"/>
          <ac:spMkLst>
            <pc:docMk/>
            <pc:sldMk cId="2496599266" sldId="660"/>
            <ac:spMk id="2" creationId="{605AB3B4-63CC-488C-874B-B8803496C010}"/>
          </ac:spMkLst>
        </pc:spChg>
        <pc:spChg chg="mod">
          <ac:chgData name="Rajendra Thapa" userId="e41109baddaf3fb9" providerId="LiveId" clId="{22FAAC7A-089C-47DC-9E5D-F38571EFDCEA}" dt="2025-11-09T22:51:41.041" v="34538" actId="20577"/>
          <ac:spMkLst>
            <pc:docMk/>
            <pc:sldMk cId="2496599266" sldId="660"/>
            <ac:spMk id="3" creationId="{5399222C-E6AC-3418-3BBC-A395D7AD0BF8}"/>
          </ac:spMkLst>
        </pc:spChg>
      </pc:sldChg>
      <pc:sldChg chg="modSp new mod">
        <pc:chgData name="Rajendra Thapa" userId="e41109baddaf3fb9" providerId="LiveId" clId="{22FAAC7A-089C-47DC-9E5D-F38571EFDCEA}" dt="2025-11-12T21:55:39.639" v="36738" actId="20577"/>
        <pc:sldMkLst>
          <pc:docMk/>
          <pc:sldMk cId="35660551" sldId="663"/>
        </pc:sldMkLst>
        <pc:spChg chg="mod">
          <ac:chgData name="Rajendra Thapa" userId="e41109baddaf3fb9" providerId="LiveId" clId="{22FAAC7A-089C-47DC-9E5D-F38571EFDCEA}" dt="2025-11-11T23:40:15.791" v="36606" actId="255"/>
          <ac:spMkLst>
            <pc:docMk/>
            <pc:sldMk cId="35660551" sldId="663"/>
            <ac:spMk id="2" creationId="{94E84FA6-28CA-F3A3-A9A2-3A15BEABC156}"/>
          </ac:spMkLst>
        </pc:spChg>
        <pc:spChg chg="mod">
          <ac:chgData name="Rajendra Thapa" userId="e41109baddaf3fb9" providerId="LiveId" clId="{22FAAC7A-089C-47DC-9E5D-F38571EFDCEA}" dt="2025-11-12T21:55:39.639" v="36738" actId="20577"/>
          <ac:spMkLst>
            <pc:docMk/>
            <pc:sldMk cId="35660551" sldId="663"/>
            <ac:spMk id="3" creationId="{E8EDD58B-0CB8-1E2C-FA87-A18AD4244692}"/>
          </ac:spMkLst>
        </pc:spChg>
      </pc:sldChg>
      <pc:sldChg chg="addSp modSp new mod">
        <pc:chgData name="Rajendra Thapa" userId="e41109baddaf3fb9" providerId="LiveId" clId="{22FAAC7A-089C-47DC-9E5D-F38571EFDCEA}" dt="2025-11-11T22:52:52.134" v="35632" actId="1076"/>
        <pc:sldMkLst>
          <pc:docMk/>
          <pc:sldMk cId="2559480778" sldId="664"/>
        </pc:sldMkLst>
        <pc:spChg chg="mod">
          <ac:chgData name="Rajendra Thapa" userId="e41109baddaf3fb9" providerId="LiveId" clId="{22FAAC7A-089C-47DC-9E5D-F38571EFDCEA}" dt="2025-11-11T22:48:28.495" v="35200" actId="20577"/>
          <ac:spMkLst>
            <pc:docMk/>
            <pc:sldMk cId="2559480778" sldId="664"/>
            <ac:spMk id="2" creationId="{038286B8-AE7F-6476-5357-7241FCBE74F8}"/>
          </ac:spMkLst>
        </pc:spChg>
        <pc:spChg chg="mod">
          <ac:chgData name="Rajendra Thapa" userId="e41109baddaf3fb9" providerId="LiveId" clId="{22FAAC7A-089C-47DC-9E5D-F38571EFDCEA}" dt="2025-11-11T22:52:51.230" v="35631" actId="1076"/>
          <ac:spMkLst>
            <pc:docMk/>
            <pc:sldMk cId="2559480778" sldId="664"/>
            <ac:spMk id="3" creationId="{22A2E8D8-E5A7-495F-2498-B2BCD16167C1}"/>
          </ac:spMkLst>
        </pc:spChg>
        <pc:spChg chg="add mod">
          <ac:chgData name="Rajendra Thapa" userId="e41109baddaf3fb9" providerId="LiveId" clId="{22FAAC7A-089C-47DC-9E5D-F38571EFDCEA}" dt="2025-11-11T22:52:52.134" v="35632" actId="1076"/>
          <ac:spMkLst>
            <pc:docMk/>
            <pc:sldMk cId="2559480778" sldId="664"/>
            <ac:spMk id="4" creationId="{C967B93C-2FCD-8896-58C0-E091F8A788F6}"/>
          </ac:spMkLst>
        </pc:spChg>
      </pc:sldChg>
      <pc:sldChg chg="addSp delSp modSp new mod">
        <pc:chgData name="Rajendra Thapa" userId="e41109baddaf3fb9" providerId="LiveId" clId="{22FAAC7A-089C-47DC-9E5D-F38571EFDCEA}" dt="2025-11-11T23:27:35.237" v="36601" actId="14100"/>
        <pc:sldMkLst>
          <pc:docMk/>
          <pc:sldMk cId="2270436498" sldId="665"/>
        </pc:sldMkLst>
        <pc:spChg chg="mod">
          <ac:chgData name="Rajendra Thapa" userId="e41109baddaf3fb9" providerId="LiveId" clId="{22FAAC7A-089C-47DC-9E5D-F38571EFDCEA}" dt="2025-11-11T23:13:10.306" v="36030" actId="1076"/>
          <ac:spMkLst>
            <pc:docMk/>
            <pc:sldMk cId="2270436498" sldId="665"/>
            <ac:spMk id="2" creationId="{5385A67A-E7E8-18D0-1118-21BB81952742}"/>
          </ac:spMkLst>
        </pc:spChg>
        <pc:spChg chg="mod">
          <ac:chgData name="Rajendra Thapa" userId="e41109baddaf3fb9" providerId="LiveId" clId="{22FAAC7A-089C-47DC-9E5D-F38571EFDCEA}" dt="2025-11-11T23:12:59.885" v="36027" actId="14100"/>
          <ac:spMkLst>
            <pc:docMk/>
            <pc:sldMk cId="2270436498" sldId="665"/>
            <ac:spMk id="3" creationId="{470D3624-98CB-081F-8819-68BCB5390FA9}"/>
          </ac:spMkLst>
        </pc:spChg>
        <pc:spChg chg="add mod">
          <ac:chgData name="Rajendra Thapa" userId="e41109baddaf3fb9" providerId="LiveId" clId="{22FAAC7A-089C-47DC-9E5D-F38571EFDCEA}" dt="2025-11-11T23:24:56.197" v="36583" actId="27636"/>
          <ac:spMkLst>
            <pc:docMk/>
            <pc:sldMk cId="2270436498" sldId="665"/>
            <ac:spMk id="4" creationId="{8F1D5098-A9DD-3E5B-778D-86E6F36191F2}"/>
          </ac:spMkLst>
        </pc:spChg>
        <pc:spChg chg="add mod">
          <ac:chgData name="Rajendra Thapa" userId="e41109baddaf3fb9" providerId="LiveId" clId="{22FAAC7A-089C-47DC-9E5D-F38571EFDCEA}" dt="2025-11-11T23:25:53.332" v="36589" actId="1076"/>
          <ac:spMkLst>
            <pc:docMk/>
            <pc:sldMk cId="2270436498" sldId="665"/>
            <ac:spMk id="5" creationId="{6E7A9846-8847-30DB-CCA1-822C81834043}"/>
          </ac:spMkLst>
        </pc:spChg>
        <pc:cxnChg chg="add mod">
          <ac:chgData name="Rajendra Thapa" userId="e41109baddaf3fb9" providerId="LiveId" clId="{22FAAC7A-089C-47DC-9E5D-F38571EFDCEA}" dt="2025-11-11T23:27:02.956" v="36598" actId="14100"/>
          <ac:cxnSpMkLst>
            <pc:docMk/>
            <pc:sldMk cId="2270436498" sldId="665"/>
            <ac:cxnSpMk id="10" creationId="{0251762A-26B6-0045-7D3D-CC4B7EEA454B}"/>
          </ac:cxnSpMkLst>
        </pc:cxnChg>
        <pc:cxnChg chg="add mod">
          <ac:chgData name="Rajendra Thapa" userId="e41109baddaf3fb9" providerId="LiveId" clId="{22FAAC7A-089C-47DC-9E5D-F38571EFDCEA}" dt="2025-11-11T23:27:35.237" v="36601" actId="14100"/>
          <ac:cxnSpMkLst>
            <pc:docMk/>
            <pc:sldMk cId="2270436498" sldId="665"/>
            <ac:cxnSpMk id="14" creationId="{6654C8AC-950C-B012-D2E1-3CDB2ADCACEA}"/>
          </ac:cxnSpMkLst>
        </pc:cxnChg>
      </pc:sldChg>
      <pc:sldChg chg="modSp new del mod">
        <pc:chgData name="Rajendra Thapa" userId="e41109baddaf3fb9" providerId="LiveId" clId="{22FAAC7A-089C-47DC-9E5D-F38571EFDCEA}" dt="2025-11-12T22:51:51.289" v="36850" actId="47"/>
        <pc:sldMkLst>
          <pc:docMk/>
          <pc:sldMk cId="2978438966" sldId="666"/>
        </pc:sldMkLst>
        <pc:spChg chg="mod">
          <ac:chgData name="Rajendra Thapa" userId="e41109baddaf3fb9" providerId="LiveId" clId="{22FAAC7A-089C-47DC-9E5D-F38571EFDCEA}" dt="2025-11-12T22:19:26.622" v="36789" actId="255"/>
          <ac:spMkLst>
            <pc:docMk/>
            <pc:sldMk cId="2978438966" sldId="666"/>
            <ac:spMk id="2" creationId="{4F9BBD4D-7D74-201D-9DBC-BC4F499797A5}"/>
          </ac:spMkLst>
        </pc:spChg>
      </pc:sldChg>
      <pc:sldChg chg="addSp modSp add mod setBg">
        <pc:chgData name="Rajendra Thapa" userId="e41109baddaf3fb9" providerId="LiveId" clId="{22FAAC7A-089C-47DC-9E5D-F38571EFDCEA}" dt="2025-11-12T23:19:49.086" v="36929" actId="14100"/>
        <pc:sldMkLst>
          <pc:docMk/>
          <pc:sldMk cId="133539976" sldId="667"/>
        </pc:sldMkLst>
        <pc:spChg chg="mod">
          <ac:chgData name="Rajendra Thapa" userId="e41109baddaf3fb9" providerId="LiveId" clId="{22FAAC7A-089C-47DC-9E5D-F38571EFDCEA}" dt="2025-11-12T23:18:39.166" v="36917" actId="1076"/>
          <ac:spMkLst>
            <pc:docMk/>
            <pc:sldMk cId="133539976" sldId="667"/>
            <ac:spMk id="2" creationId="{00000000-0000-0000-0000-000000000000}"/>
          </ac:spMkLst>
        </pc:spChg>
        <pc:spChg chg="mod">
          <ac:chgData name="Rajendra Thapa" userId="e41109baddaf3fb9" providerId="LiveId" clId="{22FAAC7A-089C-47DC-9E5D-F38571EFDCEA}" dt="2025-11-12T23:19:49.086" v="36929" actId="14100"/>
          <ac:spMkLst>
            <pc:docMk/>
            <pc:sldMk cId="133539976" sldId="667"/>
            <ac:spMk id="3" creationId="{00000000-0000-0000-0000-000000000000}"/>
          </ac:spMkLst>
        </pc:spChg>
        <pc:spChg chg="add mod">
          <ac:chgData name="Rajendra Thapa" userId="e41109baddaf3fb9" providerId="LiveId" clId="{22FAAC7A-089C-47DC-9E5D-F38571EFDCEA}" dt="2025-11-12T23:19:32.891" v="36926" actId="27636"/>
          <ac:spMkLst>
            <pc:docMk/>
            <pc:sldMk cId="133539976" sldId="667"/>
            <ac:spMk id="4" creationId="{7E1E9579-E017-7EE1-11C6-8BC4CB50F145}"/>
          </ac:spMkLst>
        </pc:spChg>
        <pc:spChg chg="add">
          <ac:chgData name="Rajendra Thapa" userId="e41109baddaf3fb9" providerId="LiveId" clId="{22FAAC7A-089C-47DC-9E5D-F38571EFDCEA}" dt="2025-11-12T22:46:16.090" v="36808" actId="26606"/>
          <ac:spMkLst>
            <pc:docMk/>
            <pc:sldMk cId="133539976" sldId="667"/>
            <ac:spMk id="8" creationId="{70DFC902-7D23-471A-B557-B6B6917D7A0D}"/>
          </ac:spMkLst>
        </pc:spChg>
        <pc:spChg chg="add">
          <ac:chgData name="Rajendra Thapa" userId="e41109baddaf3fb9" providerId="LiveId" clId="{22FAAC7A-089C-47DC-9E5D-F38571EFDCEA}" dt="2025-11-12T22:46:16.090" v="36808" actId="26606"/>
          <ac:spMkLst>
            <pc:docMk/>
            <pc:sldMk cId="133539976" sldId="667"/>
            <ac:spMk id="10" creationId="{A55D5633-D557-4DCA-982C-FF36EB7A1C00}"/>
          </ac:spMkLst>
        </pc:spChg>
        <pc:spChg chg="add">
          <ac:chgData name="Rajendra Thapa" userId="e41109baddaf3fb9" providerId="LiveId" clId="{22FAAC7A-089C-47DC-9E5D-F38571EFDCEA}" dt="2025-11-12T22:46:16.090" v="36808" actId="26606"/>
          <ac:spMkLst>
            <pc:docMk/>
            <pc:sldMk cId="133539976" sldId="667"/>
            <ac:spMk id="12" creationId="{450D3AD2-FA80-415F-A9CE-54D884561CD7}"/>
          </ac:spMkLst>
        </pc:spChg>
      </pc:sldChg>
      <pc:sldChg chg="new del">
        <pc:chgData name="Rajendra Thapa" userId="e41109baddaf3fb9" providerId="LiveId" clId="{22FAAC7A-089C-47DC-9E5D-F38571EFDCEA}" dt="2025-11-13T00:07:29.005" v="37029" actId="47"/>
        <pc:sldMkLst>
          <pc:docMk/>
          <pc:sldMk cId="886428170" sldId="668"/>
        </pc:sldMkLst>
      </pc:sldChg>
      <pc:sldChg chg="addSp delSp modSp new mod">
        <pc:chgData name="Rajendra Thapa" userId="e41109baddaf3fb9" providerId="LiveId" clId="{22FAAC7A-089C-47DC-9E5D-F38571EFDCEA}" dt="2025-11-13T00:17:57.508" v="37094" actId="1076"/>
        <pc:sldMkLst>
          <pc:docMk/>
          <pc:sldMk cId="1905971525" sldId="668"/>
        </pc:sldMkLst>
        <pc:spChg chg="mod">
          <ac:chgData name="Rajendra Thapa" userId="e41109baddaf3fb9" providerId="LiveId" clId="{22FAAC7A-089C-47DC-9E5D-F38571EFDCEA}" dt="2025-11-13T00:17:44.214" v="37090" actId="255"/>
          <ac:spMkLst>
            <pc:docMk/>
            <pc:sldMk cId="1905971525" sldId="668"/>
            <ac:spMk id="2" creationId="{78013911-6D84-415F-4AC1-F812A80E6BA0}"/>
          </ac:spMkLst>
        </pc:spChg>
        <pc:spChg chg="del">
          <ac:chgData name="Rajendra Thapa" userId="e41109baddaf3fb9" providerId="LiveId" clId="{22FAAC7A-089C-47DC-9E5D-F38571EFDCEA}" dt="2025-11-13T00:16:58.014" v="37060"/>
          <ac:spMkLst>
            <pc:docMk/>
            <pc:sldMk cId="1905971525" sldId="668"/>
            <ac:spMk id="3" creationId="{B10EE394-D381-2E4F-2461-A1120DD78C85}"/>
          </ac:spMkLst>
        </pc:spChg>
        <pc:spChg chg="add mod">
          <ac:chgData name="Rajendra Thapa" userId="e41109baddaf3fb9" providerId="LiveId" clId="{22FAAC7A-089C-47DC-9E5D-F38571EFDCEA}" dt="2025-11-13T00:17:57.508" v="37094" actId="1076"/>
          <ac:spMkLst>
            <pc:docMk/>
            <pc:sldMk cId="1905971525" sldId="668"/>
            <ac:spMk id="4" creationId="{500D57FA-57C7-527E-AB0B-E9F4B4A8641D}"/>
          </ac:spMkLst>
        </pc:spChg>
      </pc:sldChg>
      <pc:sldChg chg="addSp delSp modSp new del mod">
        <pc:chgData name="Rajendra Thapa" userId="e41109baddaf3fb9" providerId="LiveId" clId="{22FAAC7A-089C-47DC-9E5D-F38571EFDCEA}" dt="2025-11-12T22:58:25.164" v="36862" actId="47"/>
        <pc:sldMkLst>
          <pc:docMk/>
          <pc:sldMk cId="3180271998" sldId="668"/>
        </pc:sldMkLst>
        <pc:spChg chg="del">
          <ac:chgData name="Rajendra Thapa" userId="e41109baddaf3fb9" providerId="LiveId" clId="{22FAAC7A-089C-47DC-9E5D-F38571EFDCEA}" dt="2025-11-12T22:56:24.279" v="36852" actId="22"/>
          <ac:spMkLst>
            <pc:docMk/>
            <pc:sldMk cId="3180271998" sldId="668"/>
            <ac:spMk id="3" creationId="{65F6FD99-D26C-D779-DDA2-7435DA89E949}"/>
          </ac:spMkLst>
        </pc:spChg>
        <pc:spChg chg="add mod">
          <ac:chgData name="Rajendra Thapa" userId="e41109baddaf3fb9" providerId="LiveId" clId="{22FAAC7A-089C-47DC-9E5D-F38571EFDCEA}" dt="2025-11-12T22:56:47.212" v="36855" actId="21"/>
          <ac:spMkLst>
            <pc:docMk/>
            <pc:sldMk cId="3180271998" sldId="668"/>
            <ac:spMk id="7" creationId="{530A33AA-1F80-078F-B645-77CD303CA0A0}"/>
          </ac:spMkLst>
        </pc:spChg>
        <pc:picChg chg="add del mod ord">
          <ac:chgData name="Rajendra Thapa" userId="e41109baddaf3fb9" providerId="LiveId" clId="{22FAAC7A-089C-47DC-9E5D-F38571EFDCEA}" dt="2025-11-12T22:56:47.212" v="36855" actId="21"/>
          <ac:picMkLst>
            <pc:docMk/>
            <pc:sldMk cId="3180271998" sldId="668"/>
            <ac:picMk id="5" creationId="{0347E055-14F8-6DA1-A29D-A8E2825B1153}"/>
          </ac:picMkLst>
        </pc:picChg>
      </pc:sldChg>
    </pc:docChg>
  </pc:docChgLst>
</pc:chgInfo>
</file>

<file path=ppt/diagrams/_rels/data6.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svg"/><Relationship Id="rId1" Type="http://schemas.openxmlformats.org/officeDocument/2006/relationships/image" Target="../media/image62.png"/><Relationship Id="rId6" Type="http://schemas.openxmlformats.org/officeDocument/2006/relationships/image" Target="../media/image67.svg"/><Relationship Id="rId5" Type="http://schemas.openxmlformats.org/officeDocument/2006/relationships/image" Target="../media/image66.png"/><Relationship Id="rId10" Type="http://schemas.openxmlformats.org/officeDocument/2006/relationships/image" Target="../media/image71.svg"/><Relationship Id="rId4" Type="http://schemas.openxmlformats.org/officeDocument/2006/relationships/image" Target="../media/image65.svg"/><Relationship Id="rId9" Type="http://schemas.openxmlformats.org/officeDocument/2006/relationships/image" Target="../media/image70.png"/></Relationships>
</file>

<file path=ppt/diagrams/_rels/drawing6.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svg"/><Relationship Id="rId1" Type="http://schemas.openxmlformats.org/officeDocument/2006/relationships/image" Target="../media/image62.png"/><Relationship Id="rId6" Type="http://schemas.openxmlformats.org/officeDocument/2006/relationships/image" Target="../media/image67.svg"/><Relationship Id="rId5" Type="http://schemas.openxmlformats.org/officeDocument/2006/relationships/image" Target="../media/image66.png"/><Relationship Id="rId10" Type="http://schemas.openxmlformats.org/officeDocument/2006/relationships/image" Target="../media/image71.svg"/><Relationship Id="rId4" Type="http://schemas.openxmlformats.org/officeDocument/2006/relationships/image" Target="../media/image65.svg"/><Relationship Id="rId9" Type="http://schemas.openxmlformats.org/officeDocument/2006/relationships/image" Target="../media/image7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D50C84-BFAC-4610-8995-174974FD4267}"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en-US"/>
        </a:p>
      </dgm:t>
    </dgm:pt>
    <dgm:pt modelId="{4E9E3774-2BCB-4A77-9B1A-65573DE73102}">
      <dgm:prSet custT="1"/>
      <dgm:spPr/>
      <dgm:t>
        <a:bodyPr/>
        <a:lstStyle/>
        <a:p>
          <a:r>
            <a:rPr lang="en-US" sz="2800" b="0" i="0" baseline="0" dirty="0"/>
            <a:t>MSK Global:</a:t>
          </a:r>
          <a:endParaRPr lang="en-US" sz="2800" dirty="0"/>
        </a:p>
      </dgm:t>
    </dgm:pt>
    <dgm:pt modelId="{D14D6013-35F6-4B22-A289-3412D2FFC817}" type="parTrans" cxnId="{0A6DE1F9-31F6-47E2-9B66-A22D50132135}">
      <dgm:prSet/>
      <dgm:spPr/>
      <dgm:t>
        <a:bodyPr/>
        <a:lstStyle/>
        <a:p>
          <a:endParaRPr lang="en-US"/>
        </a:p>
      </dgm:t>
    </dgm:pt>
    <dgm:pt modelId="{32172F33-45DA-4D00-B4C8-37728B7C1F37}" type="sibTrans" cxnId="{0A6DE1F9-31F6-47E2-9B66-A22D50132135}">
      <dgm:prSet/>
      <dgm:spPr/>
      <dgm:t>
        <a:bodyPr/>
        <a:lstStyle/>
        <a:p>
          <a:endParaRPr lang="en-US"/>
        </a:p>
      </dgm:t>
    </dgm:pt>
    <dgm:pt modelId="{CB153905-507B-462E-BC59-4F63BC26C4C8}">
      <dgm:prSet custT="1"/>
      <dgm:spPr/>
      <dgm:t>
        <a:bodyPr/>
        <a:lstStyle/>
        <a:p>
          <a:r>
            <a:rPr lang="en-US" sz="1400" b="0" i="0" baseline="0" dirty="0"/>
            <a:t>One of the top reasons why patients seek medical care </a:t>
          </a:r>
          <a:endParaRPr lang="en-US" sz="1400" dirty="0"/>
        </a:p>
      </dgm:t>
    </dgm:pt>
    <dgm:pt modelId="{CE7AF7CF-A37F-4D7F-BB0E-64A145C09FDA}" type="parTrans" cxnId="{ACBBF235-64B2-4B49-81D4-5A666D7F548C}">
      <dgm:prSet/>
      <dgm:spPr/>
      <dgm:t>
        <a:bodyPr/>
        <a:lstStyle/>
        <a:p>
          <a:endParaRPr lang="en-US"/>
        </a:p>
      </dgm:t>
    </dgm:pt>
    <dgm:pt modelId="{964A57AF-E3FF-4066-8AD3-98240BDE887B}" type="sibTrans" cxnId="{ACBBF235-64B2-4B49-81D4-5A666D7F548C}">
      <dgm:prSet/>
      <dgm:spPr/>
      <dgm:t>
        <a:bodyPr/>
        <a:lstStyle/>
        <a:p>
          <a:endParaRPr lang="en-US"/>
        </a:p>
      </dgm:t>
    </dgm:pt>
    <dgm:pt modelId="{71C5FF48-60B2-499F-BC74-32A41CE3029B}">
      <dgm:prSet custT="1"/>
      <dgm:spPr/>
      <dgm:t>
        <a:bodyPr/>
        <a:lstStyle/>
        <a:p>
          <a:r>
            <a:rPr lang="en-US" sz="1400" b="0" i="0" baseline="0" dirty="0"/>
            <a:t>LBP is Responsible for more disability than any other Musculoskeletal (MSK) condition</a:t>
          </a:r>
          <a:endParaRPr lang="en-US" sz="1400" dirty="0"/>
        </a:p>
      </dgm:t>
    </dgm:pt>
    <dgm:pt modelId="{5CE0CE3E-5A4F-41AC-A8AA-F53D8ED637B2}" type="parTrans" cxnId="{1C49F87B-CB7C-4635-8747-D87B5824D124}">
      <dgm:prSet/>
      <dgm:spPr/>
      <dgm:t>
        <a:bodyPr/>
        <a:lstStyle/>
        <a:p>
          <a:endParaRPr lang="en-US"/>
        </a:p>
      </dgm:t>
    </dgm:pt>
    <dgm:pt modelId="{5CE758D8-127E-42A6-AC6D-2895BA87380C}" type="sibTrans" cxnId="{1C49F87B-CB7C-4635-8747-D87B5824D124}">
      <dgm:prSet/>
      <dgm:spPr/>
      <dgm:t>
        <a:bodyPr/>
        <a:lstStyle/>
        <a:p>
          <a:endParaRPr lang="en-US"/>
        </a:p>
      </dgm:t>
    </dgm:pt>
    <dgm:pt modelId="{32D22B74-B1D6-4166-A693-6CA3D392C8BC}">
      <dgm:prSet custT="1"/>
      <dgm:spPr/>
      <dgm:t>
        <a:bodyPr/>
        <a:lstStyle/>
        <a:p>
          <a:endParaRPr lang="en-US" sz="1400" dirty="0"/>
        </a:p>
      </dgm:t>
    </dgm:pt>
    <dgm:pt modelId="{5F40DF71-C927-421B-BB74-CE5E77C39D2F}" type="parTrans" cxnId="{7965FE0A-F9B0-4C2D-8F62-1E1690D078F0}">
      <dgm:prSet/>
      <dgm:spPr/>
      <dgm:t>
        <a:bodyPr/>
        <a:lstStyle/>
        <a:p>
          <a:endParaRPr lang="en-GB"/>
        </a:p>
      </dgm:t>
    </dgm:pt>
    <dgm:pt modelId="{3379A101-ACCA-4409-82BF-92FAB6AAAFE4}" type="sibTrans" cxnId="{7965FE0A-F9B0-4C2D-8F62-1E1690D078F0}">
      <dgm:prSet/>
      <dgm:spPr/>
      <dgm:t>
        <a:bodyPr/>
        <a:lstStyle/>
        <a:p>
          <a:endParaRPr lang="en-GB"/>
        </a:p>
      </dgm:t>
    </dgm:pt>
    <dgm:pt modelId="{1068123F-D9F9-4F62-879F-6E148B87EC7E}" type="pres">
      <dgm:prSet presAssocID="{F6D50C84-BFAC-4610-8995-174974FD4267}" presName="Name0" presStyleCnt="0">
        <dgm:presLayoutVars>
          <dgm:dir/>
          <dgm:resizeHandles val="exact"/>
        </dgm:presLayoutVars>
      </dgm:prSet>
      <dgm:spPr/>
    </dgm:pt>
    <dgm:pt modelId="{4FBCA9C4-96AC-4BAA-BB14-B20438A8843B}" type="pres">
      <dgm:prSet presAssocID="{4E9E3774-2BCB-4A77-9B1A-65573DE73102}" presName="parAndChTx" presStyleLbl="node1" presStyleIdx="0" presStyleCnt="1" custScaleY="390137" custLinFactNeighborX="12015" custLinFactNeighborY="2890">
        <dgm:presLayoutVars>
          <dgm:bulletEnabled val="1"/>
        </dgm:presLayoutVars>
      </dgm:prSet>
      <dgm:spPr/>
    </dgm:pt>
  </dgm:ptLst>
  <dgm:cxnLst>
    <dgm:cxn modelId="{7965FE0A-F9B0-4C2D-8F62-1E1690D078F0}" srcId="{4E9E3774-2BCB-4A77-9B1A-65573DE73102}" destId="{32D22B74-B1D6-4166-A693-6CA3D392C8BC}" srcOrd="1" destOrd="0" parTransId="{5F40DF71-C927-421B-BB74-CE5E77C39D2F}" sibTransId="{3379A101-ACCA-4409-82BF-92FAB6AAAFE4}"/>
    <dgm:cxn modelId="{8ED1B410-7A3D-4BD0-A595-67C3C36B78CB}" type="presOf" srcId="{32D22B74-B1D6-4166-A693-6CA3D392C8BC}" destId="{4FBCA9C4-96AC-4BAA-BB14-B20438A8843B}" srcOrd="0" destOrd="2" presId="urn:microsoft.com/office/officeart/2005/8/layout/hChevron3"/>
    <dgm:cxn modelId="{23B63826-2575-474B-A24B-14CA6BAA4FEA}" type="presOf" srcId="{F6D50C84-BFAC-4610-8995-174974FD4267}" destId="{1068123F-D9F9-4F62-879F-6E148B87EC7E}" srcOrd="0" destOrd="0" presId="urn:microsoft.com/office/officeart/2005/8/layout/hChevron3"/>
    <dgm:cxn modelId="{ACBBF235-64B2-4B49-81D4-5A666D7F548C}" srcId="{4E9E3774-2BCB-4A77-9B1A-65573DE73102}" destId="{CB153905-507B-462E-BC59-4F63BC26C4C8}" srcOrd="0" destOrd="0" parTransId="{CE7AF7CF-A37F-4D7F-BB0E-64A145C09FDA}" sibTransId="{964A57AF-E3FF-4066-8AD3-98240BDE887B}"/>
    <dgm:cxn modelId="{FD02DA78-F853-4AC9-8287-2D2CF79A1627}" type="presOf" srcId="{4E9E3774-2BCB-4A77-9B1A-65573DE73102}" destId="{4FBCA9C4-96AC-4BAA-BB14-B20438A8843B}" srcOrd="0" destOrd="0" presId="urn:microsoft.com/office/officeart/2005/8/layout/hChevron3"/>
    <dgm:cxn modelId="{1C49F87B-CB7C-4635-8747-D87B5824D124}" srcId="{4E9E3774-2BCB-4A77-9B1A-65573DE73102}" destId="{71C5FF48-60B2-499F-BC74-32A41CE3029B}" srcOrd="2" destOrd="0" parTransId="{5CE0CE3E-5A4F-41AC-A8AA-F53D8ED637B2}" sibTransId="{5CE758D8-127E-42A6-AC6D-2895BA87380C}"/>
    <dgm:cxn modelId="{DD953393-81F7-4B3E-8AAD-62C13A74D94F}" type="presOf" srcId="{71C5FF48-60B2-499F-BC74-32A41CE3029B}" destId="{4FBCA9C4-96AC-4BAA-BB14-B20438A8843B}" srcOrd="0" destOrd="3" presId="urn:microsoft.com/office/officeart/2005/8/layout/hChevron3"/>
    <dgm:cxn modelId="{E40F7DF9-B884-43FC-86D7-E8284C12333C}" type="presOf" srcId="{CB153905-507B-462E-BC59-4F63BC26C4C8}" destId="{4FBCA9C4-96AC-4BAA-BB14-B20438A8843B}" srcOrd="0" destOrd="1" presId="urn:microsoft.com/office/officeart/2005/8/layout/hChevron3"/>
    <dgm:cxn modelId="{0A6DE1F9-31F6-47E2-9B66-A22D50132135}" srcId="{F6D50C84-BFAC-4610-8995-174974FD4267}" destId="{4E9E3774-2BCB-4A77-9B1A-65573DE73102}" srcOrd="0" destOrd="0" parTransId="{D14D6013-35F6-4B22-A289-3412D2FFC817}" sibTransId="{32172F33-45DA-4D00-B4C8-37728B7C1F37}"/>
    <dgm:cxn modelId="{3D705182-FA59-4D2F-8DA4-CB2798DE4E34}" type="presParOf" srcId="{1068123F-D9F9-4F62-879F-6E148B87EC7E}" destId="{4FBCA9C4-96AC-4BAA-BB14-B20438A8843B}" srcOrd="0"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672D0D8-2C22-4A64-B15B-A2AF3ECE440F}" type="doc">
      <dgm:prSet loTypeId="urn:microsoft.com/office/officeart/2005/8/layout/process1" loCatId="process" qsTypeId="urn:microsoft.com/office/officeart/2005/8/quickstyle/simple1" qsCatId="simple" csTypeId="urn:microsoft.com/office/officeart/2005/8/colors/colorful5" csCatId="colorful"/>
      <dgm:spPr/>
      <dgm:t>
        <a:bodyPr/>
        <a:lstStyle/>
        <a:p>
          <a:endParaRPr lang="en-US"/>
        </a:p>
      </dgm:t>
    </dgm:pt>
    <dgm:pt modelId="{412CE01B-1B31-4402-B348-A1AEAEAC3CA6}">
      <dgm:prSet custT="1"/>
      <dgm:spPr/>
      <dgm:t>
        <a:bodyPr/>
        <a:lstStyle/>
        <a:p>
          <a:r>
            <a:rPr lang="en-US" sz="1400" dirty="0"/>
            <a:t>Pain is defined by the </a:t>
          </a:r>
          <a:r>
            <a:rPr lang="en-US" sz="1400" i="1" dirty="0"/>
            <a:t>International Association for the Study of Pain</a:t>
          </a:r>
          <a:r>
            <a:rPr lang="en-US" sz="1400" dirty="0"/>
            <a:t> as “an unpleasant sensory and emotional experience associated with a real or potential tissue injury or described regarding damage</a:t>
          </a:r>
        </a:p>
      </dgm:t>
    </dgm:pt>
    <dgm:pt modelId="{ADB014BB-860E-43BB-BDEC-A86BF4049B01}" type="parTrans" cxnId="{23972F94-D889-4D64-8DDD-C0D3105366A3}">
      <dgm:prSet/>
      <dgm:spPr/>
      <dgm:t>
        <a:bodyPr/>
        <a:lstStyle/>
        <a:p>
          <a:endParaRPr lang="en-US"/>
        </a:p>
      </dgm:t>
    </dgm:pt>
    <dgm:pt modelId="{78380AE3-0FB9-4600-B7AB-AB9402644E25}" type="sibTrans" cxnId="{23972F94-D889-4D64-8DDD-C0D3105366A3}">
      <dgm:prSet/>
      <dgm:spPr/>
      <dgm:t>
        <a:bodyPr/>
        <a:lstStyle/>
        <a:p>
          <a:endParaRPr lang="en-US"/>
        </a:p>
      </dgm:t>
    </dgm:pt>
    <dgm:pt modelId="{B8AE24D5-210E-4FEA-934C-BA72C41FD97E}">
      <dgm:prSet custT="1"/>
      <dgm:spPr/>
      <dgm:t>
        <a:bodyPr/>
        <a:lstStyle/>
        <a:p>
          <a:r>
            <a:rPr lang="en-US" sz="1400" dirty="0">
              <a:latin typeface="+mn-lt"/>
            </a:rPr>
            <a:t>Pain pathways are complex, dynamic, sensory, cognitive, and </a:t>
          </a:r>
          <a:r>
            <a:rPr lang="en-US" sz="1400" dirty="0" err="1">
              <a:latin typeface="+mn-lt"/>
            </a:rPr>
            <a:t>behavioural</a:t>
          </a:r>
          <a:r>
            <a:rPr lang="en-US" sz="1400" dirty="0">
              <a:latin typeface="+mn-lt"/>
            </a:rPr>
            <a:t> systems that evolved to </a:t>
          </a:r>
          <a:r>
            <a:rPr lang="en-US" sz="1400" dirty="0" err="1">
              <a:latin typeface="+mn-lt"/>
            </a:rPr>
            <a:t>recognise</a:t>
          </a:r>
          <a:r>
            <a:rPr lang="en-US" sz="1400" dirty="0">
              <a:latin typeface="+mn-lt"/>
            </a:rPr>
            <a:t>, integrate, and coordinate a protective reaction to noxious stimuli, involving primitive spinal responses and the complex emotional responses humans consciously experience as pain</a:t>
          </a:r>
        </a:p>
      </dgm:t>
    </dgm:pt>
    <dgm:pt modelId="{F73B8C3E-869E-4942-AF2C-7F0C63D7606E}" type="parTrans" cxnId="{0EF2DC94-B63C-41AB-A930-FBF27946B81C}">
      <dgm:prSet/>
      <dgm:spPr/>
      <dgm:t>
        <a:bodyPr/>
        <a:lstStyle/>
        <a:p>
          <a:endParaRPr lang="en-US"/>
        </a:p>
      </dgm:t>
    </dgm:pt>
    <dgm:pt modelId="{93DC20EB-1293-498F-A828-FC4AA25D9A48}" type="sibTrans" cxnId="{0EF2DC94-B63C-41AB-A930-FBF27946B81C}">
      <dgm:prSet/>
      <dgm:spPr/>
      <dgm:t>
        <a:bodyPr/>
        <a:lstStyle/>
        <a:p>
          <a:endParaRPr lang="en-US"/>
        </a:p>
      </dgm:t>
    </dgm:pt>
    <dgm:pt modelId="{099FDB6E-70FA-44C5-A33C-6DCF307B73E2}">
      <dgm:prSet custT="1"/>
      <dgm:spPr/>
      <dgm:t>
        <a:bodyPr/>
        <a:lstStyle/>
        <a:p>
          <a:r>
            <a:rPr lang="en-GB" sz="1400" dirty="0"/>
            <a:t>Several structures of the Central Nervous System (CNS) compose pain pathways: the spinal cord, thalamus, amygdala, hypothalamus, periaqueductal grey (PAG) matter, basal ganglia, the insular, cingulate cortex, sensory and motor cortices </a:t>
          </a:r>
          <a:endParaRPr lang="en-US" sz="1400" dirty="0"/>
        </a:p>
      </dgm:t>
    </dgm:pt>
    <dgm:pt modelId="{69241B4E-81B0-4BF8-9EA5-5B63E79EE674}" type="parTrans" cxnId="{D2E9E6AC-36F3-4BCD-A6E1-74398F770D1A}">
      <dgm:prSet/>
      <dgm:spPr/>
      <dgm:t>
        <a:bodyPr/>
        <a:lstStyle/>
        <a:p>
          <a:endParaRPr lang="en-US"/>
        </a:p>
      </dgm:t>
    </dgm:pt>
    <dgm:pt modelId="{FFBC133A-5405-477F-BE3B-5CB56814D0A9}" type="sibTrans" cxnId="{D2E9E6AC-36F3-4BCD-A6E1-74398F770D1A}">
      <dgm:prSet/>
      <dgm:spPr/>
      <dgm:t>
        <a:bodyPr/>
        <a:lstStyle/>
        <a:p>
          <a:endParaRPr lang="en-US"/>
        </a:p>
      </dgm:t>
    </dgm:pt>
    <dgm:pt modelId="{AE277791-1379-4072-AD2E-4FC470A4D070}" type="pres">
      <dgm:prSet presAssocID="{2672D0D8-2C22-4A64-B15B-A2AF3ECE440F}" presName="Name0" presStyleCnt="0">
        <dgm:presLayoutVars>
          <dgm:dir/>
          <dgm:resizeHandles val="exact"/>
        </dgm:presLayoutVars>
      </dgm:prSet>
      <dgm:spPr/>
    </dgm:pt>
    <dgm:pt modelId="{B41E8590-25BF-4277-ADE7-A2DDB4B0BDB6}" type="pres">
      <dgm:prSet presAssocID="{412CE01B-1B31-4402-B348-A1AEAEAC3CA6}" presName="node" presStyleLbl="node1" presStyleIdx="0" presStyleCnt="3">
        <dgm:presLayoutVars>
          <dgm:bulletEnabled val="1"/>
        </dgm:presLayoutVars>
      </dgm:prSet>
      <dgm:spPr/>
    </dgm:pt>
    <dgm:pt modelId="{DE9514F5-59FE-4CFF-AFEB-EA706C228068}" type="pres">
      <dgm:prSet presAssocID="{78380AE3-0FB9-4600-B7AB-AB9402644E25}" presName="sibTrans" presStyleLbl="sibTrans2D1" presStyleIdx="0" presStyleCnt="2"/>
      <dgm:spPr/>
    </dgm:pt>
    <dgm:pt modelId="{FC5FE60A-8CC6-4D48-826A-57E7AA03C76E}" type="pres">
      <dgm:prSet presAssocID="{78380AE3-0FB9-4600-B7AB-AB9402644E25}" presName="connectorText" presStyleLbl="sibTrans2D1" presStyleIdx="0" presStyleCnt="2"/>
      <dgm:spPr/>
    </dgm:pt>
    <dgm:pt modelId="{DD217987-9E7A-461B-AB66-EFBF9200188B}" type="pres">
      <dgm:prSet presAssocID="{B8AE24D5-210E-4FEA-934C-BA72C41FD97E}" presName="node" presStyleLbl="node1" presStyleIdx="1" presStyleCnt="3">
        <dgm:presLayoutVars>
          <dgm:bulletEnabled val="1"/>
        </dgm:presLayoutVars>
      </dgm:prSet>
      <dgm:spPr/>
    </dgm:pt>
    <dgm:pt modelId="{CDC93F4E-F224-4B90-B90D-EBB568B80F1F}" type="pres">
      <dgm:prSet presAssocID="{93DC20EB-1293-498F-A828-FC4AA25D9A48}" presName="sibTrans" presStyleLbl="sibTrans2D1" presStyleIdx="1" presStyleCnt="2"/>
      <dgm:spPr/>
    </dgm:pt>
    <dgm:pt modelId="{869DA3A2-CEE4-4EC9-BDEE-290937CF20E5}" type="pres">
      <dgm:prSet presAssocID="{93DC20EB-1293-498F-A828-FC4AA25D9A48}" presName="connectorText" presStyleLbl="sibTrans2D1" presStyleIdx="1" presStyleCnt="2"/>
      <dgm:spPr/>
    </dgm:pt>
    <dgm:pt modelId="{CA0D91DF-9E00-429E-8CB2-D505BC1671B7}" type="pres">
      <dgm:prSet presAssocID="{099FDB6E-70FA-44C5-A33C-6DCF307B73E2}" presName="node" presStyleLbl="node1" presStyleIdx="2" presStyleCnt="3">
        <dgm:presLayoutVars>
          <dgm:bulletEnabled val="1"/>
        </dgm:presLayoutVars>
      </dgm:prSet>
      <dgm:spPr/>
    </dgm:pt>
  </dgm:ptLst>
  <dgm:cxnLst>
    <dgm:cxn modelId="{C3DA3009-94AB-45F6-B219-C78540F28EF0}" type="presOf" srcId="{93DC20EB-1293-498F-A828-FC4AA25D9A48}" destId="{CDC93F4E-F224-4B90-B90D-EBB568B80F1F}" srcOrd="0" destOrd="0" presId="urn:microsoft.com/office/officeart/2005/8/layout/process1"/>
    <dgm:cxn modelId="{2808411D-FAC4-4ABD-8EF0-7761B352FB1A}" type="presOf" srcId="{78380AE3-0FB9-4600-B7AB-AB9402644E25}" destId="{FC5FE60A-8CC6-4D48-826A-57E7AA03C76E}" srcOrd="1" destOrd="0" presId="urn:microsoft.com/office/officeart/2005/8/layout/process1"/>
    <dgm:cxn modelId="{FFA34949-AAB7-417B-994D-1D0741AB612C}" type="presOf" srcId="{2672D0D8-2C22-4A64-B15B-A2AF3ECE440F}" destId="{AE277791-1379-4072-AD2E-4FC470A4D070}" srcOrd="0" destOrd="0" presId="urn:microsoft.com/office/officeart/2005/8/layout/process1"/>
    <dgm:cxn modelId="{307F6C4B-F82D-48C1-8939-5E2328E3B25C}" type="presOf" srcId="{93DC20EB-1293-498F-A828-FC4AA25D9A48}" destId="{869DA3A2-CEE4-4EC9-BDEE-290937CF20E5}" srcOrd="1" destOrd="0" presId="urn:microsoft.com/office/officeart/2005/8/layout/process1"/>
    <dgm:cxn modelId="{8B60DA58-1D54-4371-9BFC-8E33E567F992}" type="presOf" srcId="{412CE01B-1B31-4402-B348-A1AEAEAC3CA6}" destId="{B41E8590-25BF-4277-ADE7-A2DDB4B0BDB6}" srcOrd="0" destOrd="0" presId="urn:microsoft.com/office/officeart/2005/8/layout/process1"/>
    <dgm:cxn modelId="{D5C7708D-33C1-4A94-AAE9-22F4FB111C4D}" type="presOf" srcId="{099FDB6E-70FA-44C5-A33C-6DCF307B73E2}" destId="{CA0D91DF-9E00-429E-8CB2-D505BC1671B7}" srcOrd="0" destOrd="0" presId="urn:microsoft.com/office/officeart/2005/8/layout/process1"/>
    <dgm:cxn modelId="{23972F94-D889-4D64-8DDD-C0D3105366A3}" srcId="{2672D0D8-2C22-4A64-B15B-A2AF3ECE440F}" destId="{412CE01B-1B31-4402-B348-A1AEAEAC3CA6}" srcOrd="0" destOrd="0" parTransId="{ADB014BB-860E-43BB-BDEC-A86BF4049B01}" sibTransId="{78380AE3-0FB9-4600-B7AB-AB9402644E25}"/>
    <dgm:cxn modelId="{0EF2DC94-B63C-41AB-A930-FBF27946B81C}" srcId="{2672D0D8-2C22-4A64-B15B-A2AF3ECE440F}" destId="{B8AE24D5-210E-4FEA-934C-BA72C41FD97E}" srcOrd="1" destOrd="0" parTransId="{F73B8C3E-869E-4942-AF2C-7F0C63D7606E}" sibTransId="{93DC20EB-1293-498F-A828-FC4AA25D9A48}"/>
    <dgm:cxn modelId="{D2E9E6AC-36F3-4BCD-A6E1-74398F770D1A}" srcId="{2672D0D8-2C22-4A64-B15B-A2AF3ECE440F}" destId="{099FDB6E-70FA-44C5-A33C-6DCF307B73E2}" srcOrd="2" destOrd="0" parTransId="{69241B4E-81B0-4BF8-9EA5-5B63E79EE674}" sibTransId="{FFBC133A-5405-477F-BE3B-5CB56814D0A9}"/>
    <dgm:cxn modelId="{63347DF9-F465-49AC-BF48-97282F75106D}" type="presOf" srcId="{78380AE3-0FB9-4600-B7AB-AB9402644E25}" destId="{DE9514F5-59FE-4CFF-AFEB-EA706C228068}" srcOrd="0" destOrd="0" presId="urn:microsoft.com/office/officeart/2005/8/layout/process1"/>
    <dgm:cxn modelId="{F32547FA-6AB4-4E53-B88B-762E4D08D503}" type="presOf" srcId="{B8AE24D5-210E-4FEA-934C-BA72C41FD97E}" destId="{DD217987-9E7A-461B-AB66-EFBF9200188B}" srcOrd="0" destOrd="0" presId="urn:microsoft.com/office/officeart/2005/8/layout/process1"/>
    <dgm:cxn modelId="{EAB9F5C4-E78B-46E9-B676-9DC607705463}" type="presParOf" srcId="{AE277791-1379-4072-AD2E-4FC470A4D070}" destId="{B41E8590-25BF-4277-ADE7-A2DDB4B0BDB6}" srcOrd="0" destOrd="0" presId="urn:microsoft.com/office/officeart/2005/8/layout/process1"/>
    <dgm:cxn modelId="{7D037EEB-65F1-4137-9299-5E4E2F19C4C0}" type="presParOf" srcId="{AE277791-1379-4072-AD2E-4FC470A4D070}" destId="{DE9514F5-59FE-4CFF-AFEB-EA706C228068}" srcOrd="1" destOrd="0" presId="urn:microsoft.com/office/officeart/2005/8/layout/process1"/>
    <dgm:cxn modelId="{E70E5E82-2F2A-4C1A-8327-A1F9C116FA9F}" type="presParOf" srcId="{DE9514F5-59FE-4CFF-AFEB-EA706C228068}" destId="{FC5FE60A-8CC6-4D48-826A-57E7AA03C76E}" srcOrd="0" destOrd="0" presId="urn:microsoft.com/office/officeart/2005/8/layout/process1"/>
    <dgm:cxn modelId="{11F96FF0-E28B-4556-B234-8FBBEA941DB8}" type="presParOf" srcId="{AE277791-1379-4072-AD2E-4FC470A4D070}" destId="{DD217987-9E7A-461B-AB66-EFBF9200188B}" srcOrd="2" destOrd="0" presId="urn:microsoft.com/office/officeart/2005/8/layout/process1"/>
    <dgm:cxn modelId="{28CDF2D4-7981-4CD5-9ACA-6BD2FF752871}" type="presParOf" srcId="{AE277791-1379-4072-AD2E-4FC470A4D070}" destId="{CDC93F4E-F224-4B90-B90D-EBB568B80F1F}" srcOrd="3" destOrd="0" presId="urn:microsoft.com/office/officeart/2005/8/layout/process1"/>
    <dgm:cxn modelId="{5585D3AE-EB99-44B2-9111-5B7B7C6FA676}" type="presParOf" srcId="{CDC93F4E-F224-4B90-B90D-EBB568B80F1F}" destId="{869DA3A2-CEE4-4EC9-BDEE-290937CF20E5}" srcOrd="0" destOrd="0" presId="urn:microsoft.com/office/officeart/2005/8/layout/process1"/>
    <dgm:cxn modelId="{E66F1AF6-5541-48E0-8130-F35F3B2512BD}" type="presParOf" srcId="{AE277791-1379-4072-AD2E-4FC470A4D070}" destId="{CA0D91DF-9E00-429E-8CB2-D505BC1671B7}"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6D571C-1A1E-4311-B5D3-259CCC36BC91}" type="doc">
      <dgm:prSet loTypeId="urn:microsoft.com/office/officeart/2005/8/layout/bProcess2" loCatId="process" qsTypeId="urn:microsoft.com/office/officeart/2005/8/quickstyle/simple1" qsCatId="simple" csTypeId="urn:microsoft.com/office/officeart/2005/8/colors/accent1_2" csCatId="accent1" phldr="1"/>
      <dgm:spPr/>
      <dgm:t>
        <a:bodyPr/>
        <a:lstStyle/>
        <a:p>
          <a:endParaRPr lang="en-US"/>
        </a:p>
      </dgm:t>
    </dgm:pt>
    <dgm:pt modelId="{2022EE1F-3769-4CF2-8D7B-D0727F755880}">
      <dgm:prSet/>
      <dgm:spPr/>
      <dgm:t>
        <a:bodyPr/>
        <a:lstStyle/>
        <a:p>
          <a:r>
            <a:rPr lang="en-US" b="0" i="0" baseline="0"/>
            <a:t>Inflammatory back pain</a:t>
          </a:r>
          <a:endParaRPr lang="en-US"/>
        </a:p>
      </dgm:t>
    </dgm:pt>
    <dgm:pt modelId="{07CDA122-27B9-4377-BEFC-377C36FAE9AC}" type="parTrans" cxnId="{ADFA3512-C84E-450E-99EB-53368211AF65}">
      <dgm:prSet/>
      <dgm:spPr/>
      <dgm:t>
        <a:bodyPr/>
        <a:lstStyle/>
        <a:p>
          <a:endParaRPr lang="en-US"/>
        </a:p>
      </dgm:t>
    </dgm:pt>
    <dgm:pt modelId="{3EB5D3AB-2843-434E-BD18-91D9544B2A11}" type="sibTrans" cxnId="{ADFA3512-C84E-450E-99EB-53368211AF65}">
      <dgm:prSet/>
      <dgm:spPr/>
      <dgm:t>
        <a:bodyPr/>
        <a:lstStyle/>
        <a:p>
          <a:endParaRPr lang="en-US"/>
        </a:p>
      </dgm:t>
    </dgm:pt>
    <dgm:pt modelId="{64613702-EC85-4D87-828E-3E6A1EC9D6D3}">
      <dgm:prSet/>
      <dgm:spPr/>
      <dgm:t>
        <a:bodyPr/>
        <a:lstStyle/>
        <a:p>
          <a:r>
            <a:rPr lang="en-US" b="0" i="0" baseline="0" dirty="0"/>
            <a:t>Is a chronic back pain (≥3 months) caused by inflammation in the spine and  </a:t>
          </a:r>
          <a:r>
            <a:rPr lang="en-US" b="0" i="0" baseline="0" dirty="0" err="1"/>
            <a:t>sacro</a:t>
          </a:r>
          <a:r>
            <a:rPr lang="en-US" b="0" i="0" baseline="0" dirty="0"/>
            <a:t>-iliac joints with </a:t>
          </a:r>
          <a:r>
            <a:rPr lang="en-US" b="1" i="0" baseline="0" dirty="0"/>
            <a:t>insidious onset</a:t>
          </a:r>
          <a:r>
            <a:rPr lang="en-US" b="0" i="0" baseline="0" dirty="0"/>
            <a:t>, </a:t>
          </a:r>
          <a:r>
            <a:rPr lang="en-US" b="1" i="0" baseline="0" dirty="0"/>
            <a:t>morning stiffness</a:t>
          </a:r>
          <a:r>
            <a:rPr lang="en-US" b="0" i="0" baseline="0" dirty="0"/>
            <a:t>, and </a:t>
          </a:r>
          <a:r>
            <a:rPr lang="en-US" b="1" i="0" baseline="0" dirty="0"/>
            <a:t>improvement with exercise but not with rest</a:t>
          </a:r>
          <a:r>
            <a:rPr lang="en-US" b="0" i="0" baseline="0" dirty="0"/>
            <a:t>, often beginning before age 45 and associated with inflammatory markers or HLA-B27 positivity</a:t>
          </a:r>
          <a:endParaRPr lang="en-US" dirty="0"/>
        </a:p>
      </dgm:t>
    </dgm:pt>
    <dgm:pt modelId="{6218DA61-F4B0-4563-B557-C8F10AAF3E31}" type="parTrans" cxnId="{EAFCCCAA-B9C1-4D16-929D-F8CA895D8643}">
      <dgm:prSet/>
      <dgm:spPr/>
      <dgm:t>
        <a:bodyPr/>
        <a:lstStyle/>
        <a:p>
          <a:endParaRPr lang="en-US"/>
        </a:p>
      </dgm:t>
    </dgm:pt>
    <dgm:pt modelId="{9056DBE6-8386-4C0C-9F13-80E9C8F9464E}" type="sibTrans" cxnId="{EAFCCCAA-B9C1-4D16-929D-F8CA895D8643}">
      <dgm:prSet/>
      <dgm:spPr/>
      <dgm:t>
        <a:bodyPr/>
        <a:lstStyle/>
        <a:p>
          <a:endParaRPr lang="en-US"/>
        </a:p>
      </dgm:t>
    </dgm:pt>
    <dgm:pt modelId="{C7CF1A77-C325-41AD-98EB-3AC67FAE36CB}" type="pres">
      <dgm:prSet presAssocID="{656D571C-1A1E-4311-B5D3-259CCC36BC91}" presName="diagram" presStyleCnt="0">
        <dgm:presLayoutVars>
          <dgm:dir/>
          <dgm:resizeHandles/>
        </dgm:presLayoutVars>
      </dgm:prSet>
      <dgm:spPr/>
    </dgm:pt>
    <dgm:pt modelId="{6A93C454-9D84-47AB-9734-DC099E3A0598}" type="pres">
      <dgm:prSet presAssocID="{2022EE1F-3769-4CF2-8D7B-D0727F755880}" presName="firstNode" presStyleLbl="node1" presStyleIdx="0" presStyleCnt="1" custScaleY="160832">
        <dgm:presLayoutVars>
          <dgm:bulletEnabled val="1"/>
        </dgm:presLayoutVars>
      </dgm:prSet>
      <dgm:spPr/>
    </dgm:pt>
  </dgm:ptLst>
  <dgm:cxnLst>
    <dgm:cxn modelId="{ADFA3512-C84E-450E-99EB-53368211AF65}" srcId="{656D571C-1A1E-4311-B5D3-259CCC36BC91}" destId="{2022EE1F-3769-4CF2-8D7B-D0727F755880}" srcOrd="0" destOrd="0" parTransId="{07CDA122-27B9-4377-BEFC-377C36FAE9AC}" sibTransId="{3EB5D3AB-2843-434E-BD18-91D9544B2A11}"/>
    <dgm:cxn modelId="{AFFE156C-384E-4305-B6C8-A80AA84A40B5}" type="presOf" srcId="{656D571C-1A1E-4311-B5D3-259CCC36BC91}" destId="{C7CF1A77-C325-41AD-98EB-3AC67FAE36CB}" srcOrd="0" destOrd="0" presId="urn:microsoft.com/office/officeart/2005/8/layout/bProcess2"/>
    <dgm:cxn modelId="{C4B5BF59-C8FB-4365-A3F5-3994DEE34802}" type="presOf" srcId="{64613702-EC85-4D87-828E-3E6A1EC9D6D3}" destId="{6A93C454-9D84-47AB-9734-DC099E3A0598}" srcOrd="0" destOrd="1" presId="urn:microsoft.com/office/officeart/2005/8/layout/bProcess2"/>
    <dgm:cxn modelId="{EAFCCCAA-B9C1-4D16-929D-F8CA895D8643}" srcId="{2022EE1F-3769-4CF2-8D7B-D0727F755880}" destId="{64613702-EC85-4D87-828E-3E6A1EC9D6D3}" srcOrd="0" destOrd="0" parTransId="{6218DA61-F4B0-4563-B557-C8F10AAF3E31}" sibTransId="{9056DBE6-8386-4C0C-9F13-80E9C8F9464E}"/>
    <dgm:cxn modelId="{07EAB8EC-E119-41DB-A502-674098FFEAEA}" type="presOf" srcId="{2022EE1F-3769-4CF2-8D7B-D0727F755880}" destId="{6A93C454-9D84-47AB-9734-DC099E3A0598}" srcOrd="0" destOrd="0" presId="urn:microsoft.com/office/officeart/2005/8/layout/bProcess2"/>
    <dgm:cxn modelId="{8BE6F4C3-8000-4673-8146-EDC371322850}" type="presParOf" srcId="{C7CF1A77-C325-41AD-98EB-3AC67FAE36CB}" destId="{6A93C454-9D84-47AB-9734-DC099E3A0598}" srcOrd="0" destOrd="0" presId="urn:microsoft.com/office/officeart/2005/8/layout/b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4E38BF9-7443-40A9-9B59-AE731671B433}"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C0C7D55B-D4F9-4945-A6A2-8794502DC79A}">
      <dgm:prSet/>
      <dgm:spPr/>
      <dgm:t>
        <a:bodyPr/>
        <a:lstStyle/>
        <a:p>
          <a:r>
            <a:rPr lang="en-US" b="1"/>
            <a:t>Communicating Risks &amp; Benefits</a:t>
          </a:r>
          <a:endParaRPr lang="en-US"/>
        </a:p>
      </dgm:t>
    </dgm:pt>
    <dgm:pt modelId="{F02086BC-64E0-4A88-B2CB-D91073834B31}" type="parTrans" cxnId="{46C3E3FF-E09E-404B-921C-1ACF5DC06E68}">
      <dgm:prSet/>
      <dgm:spPr/>
      <dgm:t>
        <a:bodyPr/>
        <a:lstStyle/>
        <a:p>
          <a:endParaRPr lang="en-US"/>
        </a:p>
      </dgm:t>
    </dgm:pt>
    <dgm:pt modelId="{A1D5804B-C6A1-4CD7-9E5A-6C3AB2CBE7BE}" type="sibTrans" cxnId="{46C3E3FF-E09E-404B-921C-1ACF5DC06E68}">
      <dgm:prSet/>
      <dgm:spPr/>
      <dgm:t>
        <a:bodyPr/>
        <a:lstStyle/>
        <a:p>
          <a:endParaRPr lang="en-US"/>
        </a:p>
      </dgm:t>
    </dgm:pt>
    <dgm:pt modelId="{D6A36FF0-C34C-41F4-B9A1-85A218CB4268}">
      <dgm:prSet/>
      <dgm:spPr/>
      <dgm:t>
        <a:bodyPr/>
        <a:lstStyle/>
        <a:p>
          <a:r>
            <a:rPr lang="en-US" dirty="0"/>
            <a:t>Personalize risk information based on what matters to the person.</a:t>
          </a:r>
        </a:p>
      </dgm:t>
    </dgm:pt>
    <dgm:pt modelId="{93A1C9DE-EBA9-437F-92A3-9C255F77B47F}" type="parTrans" cxnId="{F249DB11-A9ED-485B-8E36-C96A937295B8}">
      <dgm:prSet/>
      <dgm:spPr/>
      <dgm:t>
        <a:bodyPr/>
        <a:lstStyle/>
        <a:p>
          <a:endParaRPr lang="en-US"/>
        </a:p>
      </dgm:t>
    </dgm:pt>
    <dgm:pt modelId="{C0C51939-3D29-4D7E-B22C-A798F2B284C7}" type="sibTrans" cxnId="{F249DB11-A9ED-485B-8E36-C96A937295B8}">
      <dgm:prSet/>
      <dgm:spPr/>
      <dgm:t>
        <a:bodyPr/>
        <a:lstStyle/>
        <a:p>
          <a:endParaRPr lang="en-US"/>
        </a:p>
      </dgm:t>
    </dgm:pt>
    <dgm:pt modelId="{2FA45553-A30E-4A79-9A1B-E201E8A27AC9}">
      <dgm:prSet/>
      <dgm:spPr/>
      <dgm:t>
        <a:bodyPr/>
        <a:lstStyle/>
        <a:p>
          <a:r>
            <a:rPr lang="en-US"/>
            <a:t>Use </a:t>
          </a:r>
          <a:r>
            <a:rPr lang="en-US" b="1"/>
            <a:t>clear, numerical data</a:t>
          </a:r>
          <a:r>
            <a:rPr lang="en-US"/>
            <a:t> with visual aids (e.g., icon arrays, pictographs).</a:t>
          </a:r>
        </a:p>
      </dgm:t>
    </dgm:pt>
    <dgm:pt modelId="{322E78E1-3289-4B9B-81CC-E736B65B2033}" type="parTrans" cxnId="{3E78142F-7501-45D3-8EAF-0D8CD46113B8}">
      <dgm:prSet/>
      <dgm:spPr/>
      <dgm:t>
        <a:bodyPr/>
        <a:lstStyle/>
        <a:p>
          <a:endParaRPr lang="en-US"/>
        </a:p>
      </dgm:t>
    </dgm:pt>
    <dgm:pt modelId="{6A9EABE8-0245-4E5A-B930-6B6DBE95691B}" type="sibTrans" cxnId="{3E78142F-7501-45D3-8EAF-0D8CD46113B8}">
      <dgm:prSet/>
      <dgm:spPr/>
      <dgm:t>
        <a:bodyPr/>
        <a:lstStyle/>
        <a:p>
          <a:endParaRPr lang="en-US"/>
        </a:p>
      </dgm:t>
    </dgm:pt>
    <dgm:pt modelId="{EB9AED55-1E99-4429-B0CC-638962BB4965}">
      <dgm:prSet/>
      <dgm:spPr/>
      <dgm:t>
        <a:bodyPr/>
        <a:lstStyle/>
        <a:p>
          <a:r>
            <a:rPr lang="en-US"/>
            <a:t>Communicate using:</a:t>
          </a:r>
        </a:p>
      </dgm:t>
    </dgm:pt>
    <dgm:pt modelId="{0073E53E-7DAE-4C92-B1D3-1B0006C5EFBF}" type="parTrans" cxnId="{17908460-4EB4-4D0D-A2DF-B412CFF79962}">
      <dgm:prSet/>
      <dgm:spPr/>
      <dgm:t>
        <a:bodyPr/>
        <a:lstStyle/>
        <a:p>
          <a:endParaRPr lang="en-US"/>
        </a:p>
      </dgm:t>
    </dgm:pt>
    <dgm:pt modelId="{1266C939-E77E-43EB-95A9-6A33DC749A67}" type="sibTrans" cxnId="{17908460-4EB4-4D0D-A2DF-B412CFF79962}">
      <dgm:prSet/>
      <dgm:spPr/>
      <dgm:t>
        <a:bodyPr/>
        <a:lstStyle/>
        <a:p>
          <a:endParaRPr lang="en-US"/>
        </a:p>
      </dgm:t>
    </dgm:pt>
    <dgm:pt modelId="{5CCB348F-A727-440E-A55C-B2FB84C633C0}">
      <dgm:prSet/>
      <dgm:spPr/>
      <dgm:t>
        <a:bodyPr/>
        <a:lstStyle/>
        <a:p>
          <a:r>
            <a:rPr lang="en-US" b="1"/>
            <a:t>Absolute risks</a:t>
          </a:r>
          <a:r>
            <a:rPr lang="en-US"/>
            <a:t> (“1 in 1,000 to 2 in 1,000”)</a:t>
          </a:r>
        </a:p>
      </dgm:t>
    </dgm:pt>
    <dgm:pt modelId="{C05C6172-0CEC-41EF-88E7-850D27739ACC}" type="parTrans" cxnId="{0DF129D9-A339-4D6C-958F-335C89D21404}">
      <dgm:prSet/>
      <dgm:spPr/>
      <dgm:t>
        <a:bodyPr/>
        <a:lstStyle/>
        <a:p>
          <a:endParaRPr lang="en-US"/>
        </a:p>
      </dgm:t>
    </dgm:pt>
    <dgm:pt modelId="{22FC605A-2A75-4344-956C-2B7A527728E4}" type="sibTrans" cxnId="{0DF129D9-A339-4D6C-958F-335C89D21404}">
      <dgm:prSet/>
      <dgm:spPr/>
      <dgm:t>
        <a:bodyPr/>
        <a:lstStyle/>
        <a:p>
          <a:endParaRPr lang="en-US"/>
        </a:p>
      </dgm:t>
    </dgm:pt>
    <dgm:pt modelId="{C2BC2906-3AC2-4315-BE54-BE826B8F6CBE}">
      <dgm:prSet/>
      <dgm:spPr/>
      <dgm:t>
        <a:bodyPr/>
        <a:lstStyle/>
        <a:p>
          <a:r>
            <a:rPr lang="en-US" b="1"/>
            <a:t>Natural frequencies</a:t>
          </a:r>
          <a:r>
            <a:rPr lang="en-US"/>
            <a:t> (10 in 100 instead of 10%)</a:t>
          </a:r>
        </a:p>
      </dgm:t>
    </dgm:pt>
    <dgm:pt modelId="{9ADF5DAE-C8A7-49E5-A800-76D961BA285D}" type="parTrans" cxnId="{10B8F942-CCB7-4684-828A-810E591C24F8}">
      <dgm:prSet/>
      <dgm:spPr/>
      <dgm:t>
        <a:bodyPr/>
        <a:lstStyle/>
        <a:p>
          <a:endParaRPr lang="en-US"/>
        </a:p>
      </dgm:t>
    </dgm:pt>
    <dgm:pt modelId="{1A810B84-55FC-4B6C-A587-96E4F7F3CC00}" type="sibTrans" cxnId="{10B8F942-CCB7-4684-828A-810E591C24F8}">
      <dgm:prSet/>
      <dgm:spPr/>
      <dgm:t>
        <a:bodyPr/>
        <a:lstStyle/>
        <a:p>
          <a:endParaRPr lang="en-US"/>
        </a:p>
      </dgm:t>
    </dgm:pt>
    <dgm:pt modelId="{F51685C8-EAF0-4F1E-87D6-BD084BCC21D6}">
      <dgm:prSet/>
      <dgm:spPr/>
      <dgm:t>
        <a:bodyPr/>
        <a:lstStyle/>
        <a:p>
          <a:r>
            <a:rPr lang="en-US" b="1"/>
            <a:t>Positive and negative framing</a:t>
          </a:r>
          <a:r>
            <a:rPr lang="en-US"/>
            <a:t> (“97 succeed, 3 fail”)</a:t>
          </a:r>
        </a:p>
      </dgm:t>
    </dgm:pt>
    <dgm:pt modelId="{070C5744-CF49-41F9-AE49-62A995870462}" type="parTrans" cxnId="{7C130091-31E7-4591-8270-2FBCF4D00512}">
      <dgm:prSet/>
      <dgm:spPr/>
      <dgm:t>
        <a:bodyPr/>
        <a:lstStyle/>
        <a:p>
          <a:endParaRPr lang="en-US"/>
        </a:p>
      </dgm:t>
    </dgm:pt>
    <dgm:pt modelId="{41ACCB5E-85A2-432E-A0D0-953692C8BE14}" type="sibTrans" cxnId="{7C130091-31E7-4591-8270-2FBCF4D00512}">
      <dgm:prSet/>
      <dgm:spPr/>
      <dgm:t>
        <a:bodyPr/>
        <a:lstStyle/>
        <a:p>
          <a:endParaRPr lang="en-US"/>
        </a:p>
      </dgm:t>
    </dgm:pt>
    <dgm:pt modelId="{82AF1671-7592-4CD7-95DE-559916F5677B}" type="pres">
      <dgm:prSet presAssocID="{84E38BF9-7443-40A9-9B59-AE731671B433}" presName="Name0" presStyleCnt="0">
        <dgm:presLayoutVars>
          <dgm:dir/>
          <dgm:animLvl val="lvl"/>
          <dgm:resizeHandles val="exact"/>
        </dgm:presLayoutVars>
      </dgm:prSet>
      <dgm:spPr/>
    </dgm:pt>
    <dgm:pt modelId="{27B8335D-1744-45C1-BB4A-6C560EBD1BCA}" type="pres">
      <dgm:prSet presAssocID="{C0C7D55B-D4F9-4945-A6A2-8794502DC79A}" presName="linNode" presStyleCnt="0"/>
      <dgm:spPr/>
    </dgm:pt>
    <dgm:pt modelId="{D6BA6CBF-898E-4376-9F9B-F697BB85146B}" type="pres">
      <dgm:prSet presAssocID="{C0C7D55B-D4F9-4945-A6A2-8794502DC79A}" presName="parentText" presStyleLbl="node1" presStyleIdx="0" presStyleCnt="4">
        <dgm:presLayoutVars>
          <dgm:chMax val="1"/>
          <dgm:bulletEnabled val="1"/>
        </dgm:presLayoutVars>
      </dgm:prSet>
      <dgm:spPr/>
    </dgm:pt>
    <dgm:pt modelId="{CA262A73-435B-4329-B2DA-4629D8B15887}" type="pres">
      <dgm:prSet presAssocID="{A1D5804B-C6A1-4CD7-9E5A-6C3AB2CBE7BE}" presName="sp" presStyleCnt="0"/>
      <dgm:spPr/>
    </dgm:pt>
    <dgm:pt modelId="{04A6DF96-36FD-4EA9-92D5-7586C3B414BD}" type="pres">
      <dgm:prSet presAssocID="{D6A36FF0-C34C-41F4-B9A1-85A218CB4268}" presName="linNode" presStyleCnt="0"/>
      <dgm:spPr/>
    </dgm:pt>
    <dgm:pt modelId="{4C94A410-132A-43C4-BB90-569D14AC00A8}" type="pres">
      <dgm:prSet presAssocID="{D6A36FF0-C34C-41F4-B9A1-85A218CB4268}" presName="parentText" presStyleLbl="node1" presStyleIdx="1" presStyleCnt="4">
        <dgm:presLayoutVars>
          <dgm:chMax val="1"/>
          <dgm:bulletEnabled val="1"/>
        </dgm:presLayoutVars>
      </dgm:prSet>
      <dgm:spPr/>
    </dgm:pt>
    <dgm:pt modelId="{2BF20AFD-A7D7-4E81-A91B-C0B57547D00C}" type="pres">
      <dgm:prSet presAssocID="{C0C51939-3D29-4D7E-B22C-A798F2B284C7}" presName="sp" presStyleCnt="0"/>
      <dgm:spPr/>
    </dgm:pt>
    <dgm:pt modelId="{0303E0F4-4696-4798-83CF-FDF0226B79D8}" type="pres">
      <dgm:prSet presAssocID="{2FA45553-A30E-4A79-9A1B-E201E8A27AC9}" presName="linNode" presStyleCnt="0"/>
      <dgm:spPr/>
    </dgm:pt>
    <dgm:pt modelId="{1533FF6B-0493-4811-B9EB-DD8F18CB2FAC}" type="pres">
      <dgm:prSet presAssocID="{2FA45553-A30E-4A79-9A1B-E201E8A27AC9}" presName="parentText" presStyleLbl="node1" presStyleIdx="2" presStyleCnt="4">
        <dgm:presLayoutVars>
          <dgm:chMax val="1"/>
          <dgm:bulletEnabled val="1"/>
        </dgm:presLayoutVars>
      </dgm:prSet>
      <dgm:spPr/>
    </dgm:pt>
    <dgm:pt modelId="{7475DA46-493D-4A34-8DF1-014047320D9C}" type="pres">
      <dgm:prSet presAssocID="{6A9EABE8-0245-4E5A-B930-6B6DBE95691B}" presName="sp" presStyleCnt="0"/>
      <dgm:spPr/>
    </dgm:pt>
    <dgm:pt modelId="{C9D4220E-7D71-4776-B3F0-5A305B15B30E}" type="pres">
      <dgm:prSet presAssocID="{EB9AED55-1E99-4429-B0CC-638962BB4965}" presName="linNode" presStyleCnt="0"/>
      <dgm:spPr/>
    </dgm:pt>
    <dgm:pt modelId="{E7FB4408-E422-4366-9D7E-2D9FCEF2B76E}" type="pres">
      <dgm:prSet presAssocID="{EB9AED55-1E99-4429-B0CC-638962BB4965}" presName="parentText" presStyleLbl="node1" presStyleIdx="3" presStyleCnt="4">
        <dgm:presLayoutVars>
          <dgm:chMax val="1"/>
          <dgm:bulletEnabled val="1"/>
        </dgm:presLayoutVars>
      </dgm:prSet>
      <dgm:spPr/>
    </dgm:pt>
    <dgm:pt modelId="{2D2F48F4-24A8-44B4-8EC7-430A6F423626}" type="pres">
      <dgm:prSet presAssocID="{EB9AED55-1E99-4429-B0CC-638962BB4965}" presName="descendantText" presStyleLbl="alignAccFollowNode1" presStyleIdx="0" presStyleCnt="1">
        <dgm:presLayoutVars>
          <dgm:bulletEnabled val="1"/>
        </dgm:presLayoutVars>
      </dgm:prSet>
      <dgm:spPr/>
    </dgm:pt>
  </dgm:ptLst>
  <dgm:cxnLst>
    <dgm:cxn modelId="{F249DB11-A9ED-485B-8E36-C96A937295B8}" srcId="{84E38BF9-7443-40A9-9B59-AE731671B433}" destId="{D6A36FF0-C34C-41F4-B9A1-85A218CB4268}" srcOrd="1" destOrd="0" parTransId="{93A1C9DE-EBA9-437F-92A3-9C255F77B47F}" sibTransId="{C0C51939-3D29-4D7E-B22C-A798F2B284C7}"/>
    <dgm:cxn modelId="{D1945116-A8CE-448F-81BD-F2A41D063E0A}" type="presOf" srcId="{D6A36FF0-C34C-41F4-B9A1-85A218CB4268}" destId="{4C94A410-132A-43C4-BB90-569D14AC00A8}" srcOrd="0" destOrd="0" presId="urn:microsoft.com/office/officeart/2005/8/layout/vList5"/>
    <dgm:cxn modelId="{3E78142F-7501-45D3-8EAF-0D8CD46113B8}" srcId="{84E38BF9-7443-40A9-9B59-AE731671B433}" destId="{2FA45553-A30E-4A79-9A1B-E201E8A27AC9}" srcOrd="2" destOrd="0" parTransId="{322E78E1-3289-4B9B-81CC-E736B65B2033}" sibTransId="{6A9EABE8-0245-4E5A-B930-6B6DBE95691B}"/>
    <dgm:cxn modelId="{17908460-4EB4-4D0D-A2DF-B412CFF79962}" srcId="{84E38BF9-7443-40A9-9B59-AE731671B433}" destId="{EB9AED55-1E99-4429-B0CC-638962BB4965}" srcOrd="3" destOrd="0" parTransId="{0073E53E-7DAE-4C92-B1D3-1B0006C5EFBF}" sibTransId="{1266C939-E77E-43EB-95A9-6A33DC749A67}"/>
    <dgm:cxn modelId="{10B8F942-CCB7-4684-828A-810E591C24F8}" srcId="{EB9AED55-1E99-4429-B0CC-638962BB4965}" destId="{C2BC2906-3AC2-4315-BE54-BE826B8F6CBE}" srcOrd="1" destOrd="0" parTransId="{9ADF5DAE-C8A7-49E5-A800-76D961BA285D}" sibTransId="{1A810B84-55FC-4B6C-A587-96E4F7F3CC00}"/>
    <dgm:cxn modelId="{5F0A5549-9F43-4F1A-9503-40684D7D41C1}" type="presOf" srcId="{F51685C8-EAF0-4F1E-87D6-BD084BCC21D6}" destId="{2D2F48F4-24A8-44B4-8EC7-430A6F423626}" srcOrd="0" destOrd="2" presId="urn:microsoft.com/office/officeart/2005/8/layout/vList5"/>
    <dgm:cxn modelId="{B776D88D-CAE7-464E-B286-AD4EA107624B}" type="presOf" srcId="{5CCB348F-A727-440E-A55C-B2FB84C633C0}" destId="{2D2F48F4-24A8-44B4-8EC7-430A6F423626}" srcOrd="0" destOrd="0" presId="urn:microsoft.com/office/officeart/2005/8/layout/vList5"/>
    <dgm:cxn modelId="{7C130091-31E7-4591-8270-2FBCF4D00512}" srcId="{EB9AED55-1E99-4429-B0CC-638962BB4965}" destId="{F51685C8-EAF0-4F1E-87D6-BD084BCC21D6}" srcOrd="2" destOrd="0" parTransId="{070C5744-CF49-41F9-AE49-62A995870462}" sibTransId="{41ACCB5E-85A2-432E-A0D0-953692C8BE14}"/>
    <dgm:cxn modelId="{C0F6A99B-B75C-4A6B-990F-ACCE5BEA0588}" type="presOf" srcId="{C2BC2906-3AC2-4315-BE54-BE826B8F6CBE}" destId="{2D2F48F4-24A8-44B4-8EC7-430A6F423626}" srcOrd="0" destOrd="1" presId="urn:microsoft.com/office/officeart/2005/8/layout/vList5"/>
    <dgm:cxn modelId="{7654DCA7-C3E1-4671-90EF-98FA7F9B5BBF}" type="presOf" srcId="{2FA45553-A30E-4A79-9A1B-E201E8A27AC9}" destId="{1533FF6B-0493-4811-B9EB-DD8F18CB2FAC}" srcOrd="0" destOrd="0" presId="urn:microsoft.com/office/officeart/2005/8/layout/vList5"/>
    <dgm:cxn modelId="{0DF129D9-A339-4D6C-958F-335C89D21404}" srcId="{EB9AED55-1E99-4429-B0CC-638962BB4965}" destId="{5CCB348F-A727-440E-A55C-B2FB84C633C0}" srcOrd="0" destOrd="0" parTransId="{C05C6172-0CEC-41EF-88E7-850D27739ACC}" sibTransId="{22FC605A-2A75-4344-956C-2B7A527728E4}"/>
    <dgm:cxn modelId="{7026D1E3-227B-4663-AD58-71E51B14794D}" type="presOf" srcId="{EB9AED55-1E99-4429-B0CC-638962BB4965}" destId="{E7FB4408-E422-4366-9D7E-2D9FCEF2B76E}" srcOrd="0" destOrd="0" presId="urn:microsoft.com/office/officeart/2005/8/layout/vList5"/>
    <dgm:cxn modelId="{F0726AED-C112-4143-8F18-64F8AC1AE1F8}" type="presOf" srcId="{84E38BF9-7443-40A9-9B59-AE731671B433}" destId="{82AF1671-7592-4CD7-95DE-559916F5677B}" srcOrd="0" destOrd="0" presId="urn:microsoft.com/office/officeart/2005/8/layout/vList5"/>
    <dgm:cxn modelId="{87017DF3-904A-49C4-8DB5-843C596C9BF6}" type="presOf" srcId="{C0C7D55B-D4F9-4945-A6A2-8794502DC79A}" destId="{D6BA6CBF-898E-4376-9F9B-F697BB85146B}" srcOrd="0" destOrd="0" presId="urn:microsoft.com/office/officeart/2005/8/layout/vList5"/>
    <dgm:cxn modelId="{46C3E3FF-E09E-404B-921C-1ACF5DC06E68}" srcId="{84E38BF9-7443-40A9-9B59-AE731671B433}" destId="{C0C7D55B-D4F9-4945-A6A2-8794502DC79A}" srcOrd="0" destOrd="0" parTransId="{F02086BC-64E0-4A88-B2CB-D91073834B31}" sibTransId="{A1D5804B-C6A1-4CD7-9E5A-6C3AB2CBE7BE}"/>
    <dgm:cxn modelId="{2197DE18-909F-4FBC-9BA9-CB503AFE3CFA}" type="presParOf" srcId="{82AF1671-7592-4CD7-95DE-559916F5677B}" destId="{27B8335D-1744-45C1-BB4A-6C560EBD1BCA}" srcOrd="0" destOrd="0" presId="urn:microsoft.com/office/officeart/2005/8/layout/vList5"/>
    <dgm:cxn modelId="{81AB8DC0-E4D9-40EB-B8C2-447A6AEAFEAB}" type="presParOf" srcId="{27B8335D-1744-45C1-BB4A-6C560EBD1BCA}" destId="{D6BA6CBF-898E-4376-9F9B-F697BB85146B}" srcOrd="0" destOrd="0" presId="urn:microsoft.com/office/officeart/2005/8/layout/vList5"/>
    <dgm:cxn modelId="{36D4A5DE-149C-447B-9921-F1F1304F5BE5}" type="presParOf" srcId="{82AF1671-7592-4CD7-95DE-559916F5677B}" destId="{CA262A73-435B-4329-B2DA-4629D8B15887}" srcOrd="1" destOrd="0" presId="urn:microsoft.com/office/officeart/2005/8/layout/vList5"/>
    <dgm:cxn modelId="{D7B4200E-B698-4528-A0A5-26492BB1EECE}" type="presParOf" srcId="{82AF1671-7592-4CD7-95DE-559916F5677B}" destId="{04A6DF96-36FD-4EA9-92D5-7586C3B414BD}" srcOrd="2" destOrd="0" presId="urn:microsoft.com/office/officeart/2005/8/layout/vList5"/>
    <dgm:cxn modelId="{33EC3BBA-5571-44C6-BBAC-0084811FCBBE}" type="presParOf" srcId="{04A6DF96-36FD-4EA9-92D5-7586C3B414BD}" destId="{4C94A410-132A-43C4-BB90-569D14AC00A8}" srcOrd="0" destOrd="0" presId="urn:microsoft.com/office/officeart/2005/8/layout/vList5"/>
    <dgm:cxn modelId="{076F8FBE-ECD4-4830-97A9-475FE497949F}" type="presParOf" srcId="{82AF1671-7592-4CD7-95DE-559916F5677B}" destId="{2BF20AFD-A7D7-4E81-A91B-C0B57547D00C}" srcOrd="3" destOrd="0" presId="urn:microsoft.com/office/officeart/2005/8/layout/vList5"/>
    <dgm:cxn modelId="{B3DA7A76-9DB9-4953-AEC1-4AB35469F4F3}" type="presParOf" srcId="{82AF1671-7592-4CD7-95DE-559916F5677B}" destId="{0303E0F4-4696-4798-83CF-FDF0226B79D8}" srcOrd="4" destOrd="0" presId="urn:microsoft.com/office/officeart/2005/8/layout/vList5"/>
    <dgm:cxn modelId="{17AE2B52-9797-4901-AA98-F4D1349BCE80}" type="presParOf" srcId="{0303E0F4-4696-4798-83CF-FDF0226B79D8}" destId="{1533FF6B-0493-4811-B9EB-DD8F18CB2FAC}" srcOrd="0" destOrd="0" presId="urn:microsoft.com/office/officeart/2005/8/layout/vList5"/>
    <dgm:cxn modelId="{1BD0EB89-E960-4C4B-B008-17164150A158}" type="presParOf" srcId="{82AF1671-7592-4CD7-95DE-559916F5677B}" destId="{7475DA46-493D-4A34-8DF1-014047320D9C}" srcOrd="5" destOrd="0" presId="urn:microsoft.com/office/officeart/2005/8/layout/vList5"/>
    <dgm:cxn modelId="{C952181B-30EE-49B3-A0D1-75D4425EFEE1}" type="presParOf" srcId="{82AF1671-7592-4CD7-95DE-559916F5677B}" destId="{C9D4220E-7D71-4776-B3F0-5A305B15B30E}" srcOrd="6" destOrd="0" presId="urn:microsoft.com/office/officeart/2005/8/layout/vList5"/>
    <dgm:cxn modelId="{3DAFE042-4720-4935-8636-6B0DA1C6F7F9}" type="presParOf" srcId="{C9D4220E-7D71-4776-B3F0-5A305B15B30E}" destId="{E7FB4408-E422-4366-9D7E-2D9FCEF2B76E}" srcOrd="0" destOrd="0" presId="urn:microsoft.com/office/officeart/2005/8/layout/vList5"/>
    <dgm:cxn modelId="{66F19800-307F-4A99-8EED-2B955D1183ED}" type="presParOf" srcId="{C9D4220E-7D71-4776-B3F0-5A305B15B30E}" destId="{2D2F48F4-24A8-44B4-8EC7-430A6F423626}"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262468A-4774-41ED-853E-AEBB9C174388}"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253663D9-F4D2-41E2-B272-14EFBA323650}">
      <dgm:prSet/>
      <dgm:spPr/>
      <dgm:t>
        <a:bodyPr/>
        <a:lstStyle/>
        <a:p>
          <a:r>
            <a:rPr lang="en-GB" b="0" i="0" baseline="0"/>
            <a:t>Next steps for management</a:t>
          </a:r>
          <a:endParaRPr lang="en-US"/>
        </a:p>
      </dgm:t>
    </dgm:pt>
    <dgm:pt modelId="{5D57A5CF-AB6D-4608-BA1A-812823567C12}" type="parTrans" cxnId="{903AE8A7-50AE-4761-A736-36ABD8C3A62B}">
      <dgm:prSet/>
      <dgm:spPr/>
      <dgm:t>
        <a:bodyPr/>
        <a:lstStyle/>
        <a:p>
          <a:endParaRPr lang="en-US"/>
        </a:p>
      </dgm:t>
    </dgm:pt>
    <dgm:pt modelId="{266C51FD-3EB6-4F3F-9FB0-3BB4CDB540C8}" type="sibTrans" cxnId="{903AE8A7-50AE-4761-A736-36ABD8C3A62B}">
      <dgm:prSet/>
      <dgm:spPr/>
      <dgm:t>
        <a:bodyPr/>
        <a:lstStyle/>
        <a:p>
          <a:endParaRPr lang="en-US"/>
        </a:p>
      </dgm:t>
    </dgm:pt>
    <dgm:pt modelId="{259A6664-E018-4B85-B1C3-2888A182327A}">
      <dgm:prSet/>
      <dgm:spPr/>
      <dgm:t>
        <a:bodyPr/>
        <a:lstStyle/>
        <a:p>
          <a:r>
            <a:rPr lang="en-GB" b="0" i="0" baseline="0"/>
            <a:t>Are you clear on your diagnosis?</a:t>
          </a:r>
          <a:endParaRPr lang="en-US"/>
        </a:p>
      </dgm:t>
    </dgm:pt>
    <dgm:pt modelId="{AB5CEEBA-12C9-49F0-BEF9-5E2AEE177782}" type="parTrans" cxnId="{6FBFF621-1528-4743-9587-16EFC50B0955}">
      <dgm:prSet/>
      <dgm:spPr/>
      <dgm:t>
        <a:bodyPr/>
        <a:lstStyle/>
        <a:p>
          <a:endParaRPr lang="en-US"/>
        </a:p>
      </dgm:t>
    </dgm:pt>
    <dgm:pt modelId="{4AE4FA02-6081-4E15-9503-2F92B8869809}" type="sibTrans" cxnId="{6FBFF621-1528-4743-9587-16EFC50B0955}">
      <dgm:prSet/>
      <dgm:spPr/>
      <dgm:t>
        <a:bodyPr/>
        <a:lstStyle/>
        <a:p>
          <a:endParaRPr lang="en-US"/>
        </a:p>
      </dgm:t>
    </dgm:pt>
    <dgm:pt modelId="{C463C0CA-1B36-4EAB-A987-B33F7369B427}">
      <dgm:prSet/>
      <dgm:spPr/>
      <dgm:t>
        <a:bodyPr/>
        <a:lstStyle/>
        <a:p>
          <a:r>
            <a:rPr lang="en-GB" b="0" i="0" baseline="0"/>
            <a:t>Are further investigations necessary?</a:t>
          </a:r>
          <a:endParaRPr lang="en-US"/>
        </a:p>
      </dgm:t>
    </dgm:pt>
    <dgm:pt modelId="{95D9B0C3-BF90-4A3C-853E-BB6AF929FCC7}" type="parTrans" cxnId="{EAC32C52-ECD2-484E-8C9E-FE709AF2F0C2}">
      <dgm:prSet/>
      <dgm:spPr/>
      <dgm:t>
        <a:bodyPr/>
        <a:lstStyle/>
        <a:p>
          <a:endParaRPr lang="en-US"/>
        </a:p>
      </dgm:t>
    </dgm:pt>
    <dgm:pt modelId="{F0FD0B78-F573-4F1F-95F0-575018BC4DB4}" type="sibTrans" cxnId="{EAC32C52-ECD2-484E-8C9E-FE709AF2F0C2}">
      <dgm:prSet/>
      <dgm:spPr/>
      <dgm:t>
        <a:bodyPr/>
        <a:lstStyle/>
        <a:p>
          <a:endParaRPr lang="en-US"/>
        </a:p>
      </dgm:t>
    </dgm:pt>
    <dgm:pt modelId="{5DB02997-9BD4-47DB-A64A-A2B5B0CB3F0D}">
      <dgm:prSet/>
      <dgm:spPr/>
      <dgm:t>
        <a:bodyPr/>
        <a:lstStyle/>
        <a:p>
          <a:r>
            <a:rPr lang="en-GB" b="0" i="0" baseline="0"/>
            <a:t>Is analgesia required?</a:t>
          </a:r>
          <a:endParaRPr lang="en-US"/>
        </a:p>
      </dgm:t>
    </dgm:pt>
    <dgm:pt modelId="{CCA171BB-5599-4436-9B4A-5FE41F0367E5}" type="parTrans" cxnId="{6D7D4221-C51A-4D7A-82AB-E0D1231158D7}">
      <dgm:prSet/>
      <dgm:spPr/>
      <dgm:t>
        <a:bodyPr/>
        <a:lstStyle/>
        <a:p>
          <a:endParaRPr lang="en-US"/>
        </a:p>
      </dgm:t>
    </dgm:pt>
    <dgm:pt modelId="{2AC3AEAB-45AC-4EA1-B6BD-108A43EFD2F4}" type="sibTrans" cxnId="{6D7D4221-C51A-4D7A-82AB-E0D1231158D7}">
      <dgm:prSet/>
      <dgm:spPr/>
      <dgm:t>
        <a:bodyPr/>
        <a:lstStyle/>
        <a:p>
          <a:endParaRPr lang="en-US"/>
        </a:p>
      </dgm:t>
    </dgm:pt>
    <dgm:pt modelId="{2F9687E8-7BDD-4030-B765-3F76355EA13B}">
      <dgm:prSet/>
      <dgm:spPr/>
      <dgm:t>
        <a:bodyPr/>
        <a:lstStyle/>
        <a:p>
          <a:r>
            <a:rPr lang="en-GB" b="0" i="0" baseline="0" dirty="0"/>
            <a:t>Given the patient adequate advice including signposting to further information?</a:t>
          </a:r>
          <a:endParaRPr lang="en-US" dirty="0"/>
        </a:p>
      </dgm:t>
    </dgm:pt>
    <dgm:pt modelId="{21ACC1B6-5902-4FA3-9066-BEA3E953C051}" type="parTrans" cxnId="{E2D70CE5-F2E5-44AD-AC45-ABB6DF102518}">
      <dgm:prSet/>
      <dgm:spPr/>
      <dgm:t>
        <a:bodyPr/>
        <a:lstStyle/>
        <a:p>
          <a:endParaRPr lang="en-US"/>
        </a:p>
      </dgm:t>
    </dgm:pt>
    <dgm:pt modelId="{EC08745F-EF61-4CBA-8799-7598D9CFAE87}" type="sibTrans" cxnId="{E2D70CE5-F2E5-44AD-AC45-ABB6DF102518}">
      <dgm:prSet/>
      <dgm:spPr/>
      <dgm:t>
        <a:bodyPr/>
        <a:lstStyle/>
        <a:p>
          <a:endParaRPr lang="en-US"/>
        </a:p>
      </dgm:t>
    </dgm:pt>
    <dgm:pt modelId="{B849D375-9B3A-4BBD-91E9-29874937AA69}">
      <dgm:prSet/>
      <dgm:spPr/>
      <dgm:t>
        <a:bodyPr/>
        <a:lstStyle/>
        <a:p>
          <a:r>
            <a:rPr lang="en-GB" b="0" i="0" baseline="0"/>
            <a:t>Are you confident to provide treatment ? If not what local pathways exist for further assessment and management?</a:t>
          </a:r>
          <a:endParaRPr lang="en-US"/>
        </a:p>
      </dgm:t>
    </dgm:pt>
    <dgm:pt modelId="{7EB979B6-F742-4A1C-85D1-8A2573341936}" type="parTrans" cxnId="{30707EB3-EF43-4CE8-B471-920EE49A111D}">
      <dgm:prSet/>
      <dgm:spPr/>
      <dgm:t>
        <a:bodyPr/>
        <a:lstStyle/>
        <a:p>
          <a:endParaRPr lang="en-US"/>
        </a:p>
      </dgm:t>
    </dgm:pt>
    <dgm:pt modelId="{FA54F7A9-1CBF-4F66-95B4-BD8A70D91050}" type="sibTrans" cxnId="{30707EB3-EF43-4CE8-B471-920EE49A111D}">
      <dgm:prSet/>
      <dgm:spPr/>
      <dgm:t>
        <a:bodyPr/>
        <a:lstStyle/>
        <a:p>
          <a:endParaRPr lang="en-US"/>
        </a:p>
      </dgm:t>
    </dgm:pt>
    <dgm:pt modelId="{6A0F7235-ED9F-4A91-803E-72AD6B7F5E3C}">
      <dgm:prSet/>
      <dgm:spPr/>
      <dgm:t>
        <a:bodyPr/>
        <a:lstStyle/>
        <a:p>
          <a:r>
            <a:rPr lang="en-GB" b="0" i="0" baseline="0"/>
            <a:t>Do guidelines exist to help you with evidence-based management decisions?</a:t>
          </a:r>
          <a:endParaRPr lang="en-US"/>
        </a:p>
      </dgm:t>
    </dgm:pt>
    <dgm:pt modelId="{AA0CA258-7BE4-4C79-B141-9C4FDA9C0893}" type="parTrans" cxnId="{DAACFABC-2FD3-4625-B660-91E1165CE28C}">
      <dgm:prSet/>
      <dgm:spPr/>
      <dgm:t>
        <a:bodyPr/>
        <a:lstStyle/>
        <a:p>
          <a:endParaRPr lang="en-US"/>
        </a:p>
      </dgm:t>
    </dgm:pt>
    <dgm:pt modelId="{FC3655C6-E376-423C-A808-BE8A08AE140C}" type="sibTrans" cxnId="{DAACFABC-2FD3-4625-B660-91E1165CE28C}">
      <dgm:prSet/>
      <dgm:spPr/>
      <dgm:t>
        <a:bodyPr/>
        <a:lstStyle/>
        <a:p>
          <a:endParaRPr lang="en-US"/>
        </a:p>
      </dgm:t>
    </dgm:pt>
    <dgm:pt modelId="{E13315F0-EEB6-4C3C-80D7-FC1602AC6CFB}">
      <dgm:prSet/>
      <dgm:spPr/>
      <dgm:t>
        <a:bodyPr/>
        <a:lstStyle/>
        <a:p>
          <a:r>
            <a:rPr lang="en-GB" b="0" i="0" baseline="0"/>
            <a:t>Are shared decision-making tools available to help support patients to make informed decisions about their care (see resources)?</a:t>
          </a:r>
          <a:endParaRPr lang="en-US"/>
        </a:p>
      </dgm:t>
    </dgm:pt>
    <dgm:pt modelId="{A5499C85-1C13-4807-B116-A4932345E03D}" type="parTrans" cxnId="{1F776F6F-D02B-4D71-9468-D2DB401228CA}">
      <dgm:prSet/>
      <dgm:spPr/>
      <dgm:t>
        <a:bodyPr/>
        <a:lstStyle/>
        <a:p>
          <a:endParaRPr lang="en-US"/>
        </a:p>
      </dgm:t>
    </dgm:pt>
    <dgm:pt modelId="{FF10EADF-E485-4F82-B3D5-5A15AEE17D01}" type="sibTrans" cxnId="{1F776F6F-D02B-4D71-9468-D2DB401228CA}">
      <dgm:prSet/>
      <dgm:spPr/>
      <dgm:t>
        <a:bodyPr/>
        <a:lstStyle/>
        <a:p>
          <a:endParaRPr lang="en-US"/>
        </a:p>
      </dgm:t>
    </dgm:pt>
    <dgm:pt modelId="{9F204B83-E8AF-4EB2-8981-EC7612B21AE2}">
      <dgm:prSet/>
      <dgm:spPr/>
      <dgm:t>
        <a:bodyPr/>
        <a:lstStyle/>
        <a:p>
          <a:r>
            <a:rPr lang="en-GB" b="0" i="0" baseline="0"/>
            <a:t>What follow up plans are in place? This is particularly important for patients with who have any red flag symptoms or if you have identified psychosocial barriers to improvement</a:t>
          </a:r>
          <a:endParaRPr lang="en-US"/>
        </a:p>
      </dgm:t>
    </dgm:pt>
    <dgm:pt modelId="{63E1DE6D-1E97-4ECB-A4D5-143D20719E39}" type="parTrans" cxnId="{E60B68E7-B365-4F4F-BA0C-E35066980A72}">
      <dgm:prSet/>
      <dgm:spPr/>
      <dgm:t>
        <a:bodyPr/>
        <a:lstStyle/>
        <a:p>
          <a:endParaRPr lang="en-US"/>
        </a:p>
      </dgm:t>
    </dgm:pt>
    <dgm:pt modelId="{08404C5A-E488-483D-B822-1607FCE2F218}" type="sibTrans" cxnId="{E60B68E7-B365-4F4F-BA0C-E35066980A72}">
      <dgm:prSet/>
      <dgm:spPr/>
      <dgm:t>
        <a:bodyPr/>
        <a:lstStyle/>
        <a:p>
          <a:endParaRPr lang="en-US"/>
        </a:p>
      </dgm:t>
    </dgm:pt>
    <dgm:pt modelId="{F7B11514-CFC6-4B3E-A4C6-1946E6BB5060}">
      <dgm:prSet/>
      <dgm:spPr/>
      <dgm:t>
        <a:bodyPr/>
        <a:lstStyle/>
        <a:p>
          <a:r>
            <a:rPr lang="en-GB" b="0" i="0" baseline="0"/>
            <a:t>If time off work is required, how can you support rapid return to work? </a:t>
          </a:r>
          <a:endParaRPr lang="en-US"/>
        </a:p>
      </dgm:t>
    </dgm:pt>
    <dgm:pt modelId="{F67C3C29-87A3-41A7-9916-5D51A12F8DFB}" type="parTrans" cxnId="{B11462F3-E26F-421F-860A-63F87E106AC0}">
      <dgm:prSet/>
      <dgm:spPr/>
      <dgm:t>
        <a:bodyPr/>
        <a:lstStyle/>
        <a:p>
          <a:endParaRPr lang="en-US"/>
        </a:p>
      </dgm:t>
    </dgm:pt>
    <dgm:pt modelId="{E3E55511-D86A-442E-AE02-103330FD124E}" type="sibTrans" cxnId="{B11462F3-E26F-421F-860A-63F87E106AC0}">
      <dgm:prSet/>
      <dgm:spPr/>
      <dgm:t>
        <a:bodyPr/>
        <a:lstStyle/>
        <a:p>
          <a:endParaRPr lang="en-US"/>
        </a:p>
      </dgm:t>
    </dgm:pt>
    <dgm:pt modelId="{A1885470-79B3-4C80-8CEF-5FBBCB8C34D5}" type="pres">
      <dgm:prSet presAssocID="{8262468A-4774-41ED-853E-AEBB9C174388}" presName="vert0" presStyleCnt="0">
        <dgm:presLayoutVars>
          <dgm:dir/>
          <dgm:animOne val="branch"/>
          <dgm:animLvl val="lvl"/>
        </dgm:presLayoutVars>
      </dgm:prSet>
      <dgm:spPr/>
    </dgm:pt>
    <dgm:pt modelId="{51374E8D-1B51-4104-96E8-8DB529D78040}" type="pres">
      <dgm:prSet presAssocID="{253663D9-F4D2-41E2-B272-14EFBA323650}" presName="thickLine" presStyleLbl="alignNode1" presStyleIdx="0" presStyleCnt="1"/>
      <dgm:spPr/>
    </dgm:pt>
    <dgm:pt modelId="{A56AB7E9-F827-46BB-AEA0-2E075EFB5232}" type="pres">
      <dgm:prSet presAssocID="{253663D9-F4D2-41E2-B272-14EFBA323650}" presName="horz1" presStyleCnt="0"/>
      <dgm:spPr/>
    </dgm:pt>
    <dgm:pt modelId="{4D8E8BE4-A908-4111-B3A2-DEF6D48A3657}" type="pres">
      <dgm:prSet presAssocID="{253663D9-F4D2-41E2-B272-14EFBA323650}" presName="tx1" presStyleLbl="revTx" presStyleIdx="0" presStyleCnt="10"/>
      <dgm:spPr/>
    </dgm:pt>
    <dgm:pt modelId="{69286B9C-D18B-43B2-A717-1A96FDA8681E}" type="pres">
      <dgm:prSet presAssocID="{253663D9-F4D2-41E2-B272-14EFBA323650}" presName="vert1" presStyleCnt="0"/>
      <dgm:spPr/>
    </dgm:pt>
    <dgm:pt modelId="{7FA17C59-DD95-42A9-AF9E-84D4BBF3C7CC}" type="pres">
      <dgm:prSet presAssocID="{259A6664-E018-4B85-B1C3-2888A182327A}" presName="vertSpace2a" presStyleCnt="0"/>
      <dgm:spPr/>
    </dgm:pt>
    <dgm:pt modelId="{79012475-6C57-4272-99A5-BB3AE8AA27DF}" type="pres">
      <dgm:prSet presAssocID="{259A6664-E018-4B85-B1C3-2888A182327A}" presName="horz2" presStyleCnt="0"/>
      <dgm:spPr/>
    </dgm:pt>
    <dgm:pt modelId="{EBE6C77C-C144-4DA1-BD0A-C54CCBD532E3}" type="pres">
      <dgm:prSet presAssocID="{259A6664-E018-4B85-B1C3-2888A182327A}" presName="horzSpace2" presStyleCnt="0"/>
      <dgm:spPr/>
    </dgm:pt>
    <dgm:pt modelId="{43745A87-1FEF-42D1-81F5-F07C806C7C70}" type="pres">
      <dgm:prSet presAssocID="{259A6664-E018-4B85-B1C3-2888A182327A}" presName="tx2" presStyleLbl="revTx" presStyleIdx="1" presStyleCnt="10"/>
      <dgm:spPr/>
    </dgm:pt>
    <dgm:pt modelId="{CFF3F53C-501D-45A1-808B-79EDF9D89769}" type="pres">
      <dgm:prSet presAssocID="{259A6664-E018-4B85-B1C3-2888A182327A}" presName="vert2" presStyleCnt="0"/>
      <dgm:spPr/>
    </dgm:pt>
    <dgm:pt modelId="{E0BBA8DA-CF24-436D-A27B-D66AE5583741}" type="pres">
      <dgm:prSet presAssocID="{259A6664-E018-4B85-B1C3-2888A182327A}" presName="thinLine2b" presStyleLbl="callout" presStyleIdx="0" presStyleCnt="9"/>
      <dgm:spPr/>
    </dgm:pt>
    <dgm:pt modelId="{6BEC8450-F974-4FFD-A74B-A92BB7E1F98F}" type="pres">
      <dgm:prSet presAssocID="{259A6664-E018-4B85-B1C3-2888A182327A}" presName="vertSpace2b" presStyleCnt="0"/>
      <dgm:spPr/>
    </dgm:pt>
    <dgm:pt modelId="{42381D16-B5A0-4841-BC23-7472B7A93133}" type="pres">
      <dgm:prSet presAssocID="{C463C0CA-1B36-4EAB-A987-B33F7369B427}" presName="horz2" presStyleCnt="0"/>
      <dgm:spPr/>
    </dgm:pt>
    <dgm:pt modelId="{FFFE66FC-2FBC-4A32-A168-60A2B61B97C2}" type="pres">
      <dgm:prSet presAssocID="{C463C0CA-1B36-4EAB-A987-B33F7369B427}" presName="horzSpace2" presStyleCnt="0"/>
      <dgm:spPr/>
    </dgm:pt>
    <dgm:pt modelId="{A49BB356-C85B-46F0-A5B7-0311B09A64CF}" type="pres">
      <dgm:prSet presAssocID="{C463C0CA-1B36-4EAB-A987-B33F7369B427}" presName="tx2" presStyleLbl="revTx" presStyleIdx="2" presStyleCnt="10"/>
      <dgm:spPr/>
    </dgm:pt>
    <dgm:pt modelId="{DA216146-CBD3-481F-83F5-0F9894BFAC0F}" type="pres">
      <dgm:prSet presAssocID="{C463C0CA-1B36-4EAB-A987-B33F7369B427}" presName="vert2" presStyleCnt="0"/>
      <dgm:spPr/>
    </dgm:pt>
    <dgm:pt modelId="{511C5433-6B14-4D6F-A866-C09DCB146D41}" type="pres">
      <dgm:prSet presAssocID="{C463C0CA-1B36-4EAB-A987-B33F7369B427}" presName="thinLine2b" presStyleLbl="callout" presStyleIdx="1" presStyleCnt="9"/>
      <dgm:spPr/>
    </dgm:pt>
    <dgm:pt modelId="{DCDC0A2C-2A5D-4662-B23A-6C8B0215036C}" type="pres">
      <dgm:prSet presAssocID="{C463C0CA-1B36-4EAB-A987-B33F7369B427}" presName="vertSpace2b" presStyleCnt="0"/>
      <dgm:spPr/>
    </dgm:pt>
    <dgm:pt modelId="{F4855844-15A7-4F62-B70C-B45A2A024987}" type="pres">
      <dgm:prSet presAssocID="{5DB02997-9BD4-47DB-A64A-A2B5B0CB3F0D}" presName="horz2" presStyleCnt="0"/>
      <dgm:spPr/>
    </dgm:pt>
    <dgm:pt modelId="{9D5C0050-4992-4BFC-BA2C-4DE4FA490D23}" type="pres">
      <dgm:prSet presAssocID="{5DB02997-9BD4-47DB-A64A-A2B5B0CB3F0D}" presName="horzSpace2" presStyleCnt="0"/>
      <dgm:spPr/>
    </dgm:pt>
    <dgm:pt modelId="{BA9F3EB9-BDC5-4284-A45E-E4C39CBCF4EF}" type="pres">
      <dgm:prSet presAssocID="{5DB02997-9BD4-47DB-A64A-A2B5B0CB3F0D}" presName="tx2" presStyleLbl="revTx" presStyleIdx="3" presStyleCnt="10"/>
      <dgm:spPr/>
    </dgm:pt>
    <dgm:pt modelId="{B5A2AACC-3C74-48A2-8CC6-046B02242BF5}" type="pres">
      <dgm:prSet presAssocID="{5DB02997-9BD4-47DB-A64A-A2B5B0CB3F0D}" presName="vert2" presStyleCnt="0"/>
      <dgm:spPr/>
    </dgm:pt>
    <dgm:pt modelId="{F8BF7263-D304-4D67-A6F5-7CD57CD76EF4}" type="pres">
      <dgm:prSet presAssocID="{5DB02997-9BD4-47DB-A64A-A2B5B0CB3F0D}" presName="thinLine2b" presStyleLbl="callout" presStyleIdx="2" presStyleCnt="9"/>
      <dgm:spPr/>
    </dgm:pt>
    <dgm:pt modelId="{87FEDF25-22D5-4086-A8FF-AEB8CEF60FCD}" type="pres">
      <dgm:prSet presAssocID="{5DB02997-9BD4-47DB-A64A-A2B5B0CB3F0D}" presName="vertSpace2b" presStyleCnt="0"/>
      <dgm:spPr/>
    </dgm:pt>
    <dgm:pt modelId="{E4D4FB76-B5F7-4AB5-BF60-40CD4EFE64EF}" type="pres">
      <dgm:prSet presAssocID="{2F9687E8-7BDD-4030-B765-3F76355EA13B}" presName="horz2" presStyleCnt="0"/>
      <dgm:spPr/>
    </dgm:pt>
    <dgm:pt modelId="{3A129A9D-22EB-403C-8AE9-FDAC3798A743}" type="pres">
      <dgm:prSet presAssocID="{2F9687E8-7BDD-4030-B765-3F76355EA13B}" presName="horzSpace2" presStyleCnt="0"/>
      <dgm:spPr/>
    </dgm:pt>
    <dgm:pt modelId="{38EDEAD5-C67E-48C7-8447-336E77C73773}" type="pres">
      <dgm:prSet presAssocID="{2F9687E8-7BDD-4030-B765-3F76355EA13B}" presName="tx2" presStyleLbl="revTx" presStyleIdx="4" presStyleCnt="10"/>
      <dgm:spPr/>
    </dgm:pt>
    <dgm:pt modelId="{B6399BB2-030B-47CE-A613-027BB9BD4468}" type="pres">
      <dgm:prSet presAssocID="{2F9687E8-7BDD-4030-B765-3F76355EA13B}" presName="vert2" presStyleCnt="0"/>
      <dgm:spPr/>
    </dgm:pt>
    <dgm:pt modelId="{E870292A-0B5F-49F6-82D6-2E092A9B2AAB}" type="pres">
      <dgm:prSet presAssocID="{2F9687E8-7BDD-4030-B765-3F76355EA13B}" presName="thinLine2b" presStyleLbl="callout" presStyleIdx="3" presStyleCnt="9"/>
      <dgm:spPr/>
    </dgm:pt>
    <dgm:pt modelId="{38AB0A6E-EBED-48FA-9D4B-1824BDE8CFE8}" type="pres">
      <dgm:prSet presAssocID="{2F9687E8-7BDD-4030-B765-3F76355EA13B}" presName="vertSpace2b" presStyleCnt="0"/>
      <dgm:spPr/>
    </dgm:pt>
    <dgm:pt modelId="{A5D17A05-A976-4734-966E-6C98DF77E0A3}" type="pres">
      <dgm:prSet presAssocID="{B849D375-9B3A-4BBD-91E9-29874937AA69}" presName="horz2" presStyleCnt="0"/>
      <dgm:spPr/>
    </dgm:pt>
    <dgm:pt modelId="{9023BB5F-68EC-48FB-8F67-20A02ABB33EC}" type="pres">
      <dgm:prSet presAssocID="{B849D375-9B3A-4BBD-91E9-29874937AA69}" presName="horzSpace2" presStyleCnt="0"/>
      <dgm:spPr/>
    </dgm:pt>
    <dgm:pt modelId="{1CDE551C-D01D-4FC8-9588-7C1DB2E1E243}" type="pres">
      <dgm:prSet presAssocID="{B849D375-9B3A-4BBD-91E9-29874937AA69}" presName="tx2" presStyleLbl="revTx" presStyleIdx="5" presStyleCnt="10"/>
      <dgm:spPr/>
    </dgm:pt>
    <dgm:pt modelId="{38A60399-E02B-43F9-AB34-2FC3909CD051}" type="pres">
      <dgm:prSet presAssocID="{B849D375-9B3A-4BBD-91E9-29874937AA69}" presName="vert2" presStyleCnt="0"/>
      <dgm:spPr/>
    </dgm:pt>
    <dgm:pt modelId="{39AFA0AD-B258-43A3-8112-4751200EA620}" type="pres">
      <dgm:prSet presAssocID="{B849D375-9B3A-4BBD-91E9-29874937AA69}" presName="thinLine2b" presStyleLbl="callout" presStyleIdx="4" presStyleCnt="9"/>
      <dgm:spPr/>
    </dgm:pt>
    <dgm:pt modelId="{53B4C75B-4D7A-43F5-934F-526F299872CA}" type="pres">
      <dgm:prSet presAssocID="{B849D375-9B3A-4BBD-91E9-29874937AA69}" presName="vertSpace2b" presStyleCnt="0"/>
      <dgm:spPr/>
    </dgm:pt>
    <dgm:pt modelId="{DBCD53B1-03C7-4960-9F8B-B79A421D3925}" type="pres">
      <dgm:prSet presAssocID="{6A0F7235-ED9F-4A91-803E-72AD6B7F5E3C}" presName="horz2" presStyleCnt="0"/>
      <dgm:spPr/>
    </dgm:pt>
    <dgm:pt modelId="{8FB9C435-91B3-46BF-8C0E-37E0D5AA2190}" type="pres">
      <dgm:prSet presAssocID="{6A0F7235-ED9F-4A91-803E-72AD6B7F5E3C}" presName="horzSpace2" presStyleCnt="0"/>
      <dgm:spPr/>
    </dgm:pt>
    <dgm:pt modelId="{9B07CE96-5100-4994-A6BC-27156172645A}" type="pres">
      <dgm:prSet presAssocID="{6A0F7235-ED9F-4A91-803E-72AD6B7F5E3C}" presName="tx2" presStyleLbl="revTx" presStyleIdx="6" presStyleCnt="10"/>
      <dgm:spPr/>
    </dgm:pt>
    <dgm:pt modelId="{99B65033-4B00-49E6-A8E7-9C6E2BEF9E20}" type="pres">
      <dgm:prSet presAssocID="{6A0F7235-ED9F-4A91-803E-72AD6B7F5E3C}" presName="vert2" presStyleCnt="0"/>
      <dgm:spPr/>
    </dgm:pt>
    <dgm:pt modelId="{95459454-9F5E-4F92-9D9C-BC946CEE70B8}" type="pres">
      <dgm:prSet presAssocID="{6A0F7235-ED9F-4A91-803E-72AD6B7F5E3C}" presName="thinLine2b" presStyleLbl="callout" presStyleIdx="5" presStyleCnt="9"/>
      <dgm:spPr/>
    </dgm:pt>
    <dgm:pt modelId="{7C630D3C-7DD5-4097-8546-EF19FE5A0026}" type="pres">
      <dgm:prSet presAssocID="{6A0F7235-ED9F-4A91-803E-72AD6B7F5E3C}" presName="vertSpace2b" presStyleCnt="0"/>
      <dgm:spPr/>
    </dgm:pt>
    <dgm:pt modelId="{F4B0014D-77AC-46A9-B33F-32D720804211}" type="pres">
      <dgm:prSet presAssocID="{E13315F0-EEB6-4C3C-80D7-FC1602AC6CFB}" presName="horz2" presStyleCnt="0"/>
      <dgm:spPr/>
    </dgm:pt>
    <dgm:pt modelId="{F2195434-DC29-41CD-94B8-5ECC9A5CEA44}" type="pres">
      <dgm:prSet presAssocID="{E13315F0-EEB6-4C3C-80D7-FC1602AC6CFB}" presName="horzSpace2" presStyleCnt="0"/>
      <dgm:spPr/>
    </dgm:pt>
    <dgm:pt modelId="{705BC107-D3F3-40C8-B16B-A5C3C7B72D75}" type="pres">
      <dgm:prSet presAssocID="{E13315F0-EEB6-4C3C-80D7-FC1602AC6CFB}" presName="tx2" presStyleLbl="revTx" presStyleIdx="7" presStyleCnt="10"/>
      <dgm:spPr/>
    </dgm:pt>
    <dgm:pt modelId="{079304FC-BBE6-4ED6-963A-CA7BE27E4F96}" type="pres">
      <dgm:prSet presAssocID="{E13315F0-EEB6-4C3C-80D7-FC1602AC6CFB}" presName="vert2" presStyleCnt="0"/>
      <dgm:spPr/>
    </dgm:pt>
    <dgm:pt modelId="{30DC61B7-A08B-419A-A218-2909BED371E7}" type="pres">
      <dgm:prSet presAssocID="{E13315F0-EEB6-4C3C-80D7-FC1602AC6CFB}" presName="thinLine2b" presStyleLbl="callout" presStyleIdx="6" presStyleCnt="9"/>
      <dgm:spPr/>
    </dgm:pt>
    <dgm:pt modelId="{22B4CB0F-F4B6-4E09-BE6B-08AD9FC2B60B}" type="pres">
      <dgm:prSet presAssocID="{E13315F0-EEB6-4C3C-80D7-FC1602AC6CFB}" presName="vertSpace2b" presStyleCnt="0"/>
      <dgm:spPr/>
    </dgm:pt>
    <dgm:pt modelId="{CF038AA5-ACD1-41F0-8A7E-27AD8024DFFE}" type="pres">
      <dgm:prSet presAssocID="{9F204B83-E8AF-4EB2-8981-EC7612B21AE2}" presName="horz2" presStyleCnt="0"/>
      <dgm:spPr/>
    </dgm:pt>
    <dgm:pt modelId="{0D8A4912-F4BE-455B-BAA9-627B1A13E706}" type="pres">
      <dgm:prSet presAssocID="{9F204B83-E8AF-4EB2-8981-EC7612B21AE2}" presName="horzSpace2" presStyleCnt="0"/>
      <dgm:spPr/>
    </dgm:pt>
    <dgm:pt modelId="{9F77946A-EFC2-4AB2-9D8C-23A76E91F362}" type="pres">
      <dgm:prSet presAssocID="{9F204B83-E8AF-4EB2-8981-EC7612B21AE2}" presName="tx2" presStyleLbl="revTx" presStyleIdx="8" presStyleCnt="10"/>
      <dgm:spPr/>
    </dgm:pt>
    <dgm:pt modelId="{81EEB503-9B16-4311-9FBE-B48B4DC48A33}" type="pres">
      <dgm:prSet presAssocID="{9F204B83-E8AF-4EB2-8981-EC7612B21AE2}" presName="vert2" presStyleCnt="0"/>
      <dgm:spPr/>
    </dgm:pt>
    <dgm:pt modelId="{F02884A0-0F6A-4ADA-9FFC-81E497E585F8}" type="pres">
      <dgm:prSet presAssocID="{9F204B83-E8AF-4EB2-8981-EC7612B21AE2}" presName="thinLine2b" presStyleLbl="callout" presStyleIdx="7" presStyleCnt="9"/>
      <dgm:spPr/>
    </dgm:pt>
    <dgm:pt modelId="{EC331C48-1275-4510-AC83-805D60F2D5B7}" type="pres">
      <dgm:prSet presAssocID="{9F204B83-E8AF-4EB2-8981-EC7612B21AE2}" presName="vertSpace2b" presStyleCnt="0"/>
      <dgm:spPr/>
    </dgm:pt>
    <dgm:pt modelId="{9695264C-99B1-4FD6-AB0E-358A950E5136}" type="pres">
      <dgm:prSet presAssocID="{F7B11514-CFC6-4B3E-A4C6-1946E6BB5060}" presName="horz2" presStyleCnt="0"/>
      <dgm:spPr/>
    </dgm:pt>
    <dgm:pt modelId="{51CCEA59-A948-4315-A4C3-C421FCAD690C}" type="pres">
      <dgm:prSet presAssocID="{F7B11514-CFC6-4B3E-A4C6-1946E6BB5060}" presName="horzSpace2" presStyleCnt="0"/>
      <dgm:spPr/>
    </dgm:pt>
    <dgm:pt modelId="{ADDE826E-C49A-4E0F-81BF-392C446FF682}" type="pres">
      <dgm:prSet presAssocID="{F7B11514-CFC6-4B3E-A4C6-1946E6BB5060}" presName="tx2" presStyleLbl="revTx" presStyleIdx="9" presStyleCnt="10"/>
      <dgm:spPr/>
    </dgm:pt>
    <dgm:pt modelId="{5ECD4154-A711-408C-83D2-3D36386795C9}" type="pres">
      <dgm:prSet presAssocID="{F7B11514-CFC6-4B3E-A4C6-1946E6BB5060}" presName="vert2" presStyleCnt="0"/>
      <dgm:spPr/>
    </dgm:pt>
    <dgm:pt modelId="{8D08A95C-5E99-4C4C-989C-B6E7A4AA02F3}" type="pres">
      <dgm:prSet presAssocID="{F7B11514-CFC6-4B3E-A4C6-1946E6BB5060}" presName="thinLine2b" presStyleLbl="callout" presStyleIdx="8" presStyleCnt="9"/>
      <dgm:spPr/>
    </dgm:pt>
    <dgm:pt modelId="{00DA0CBF-70F9-49AF-8381-869DC89DCB1E}" type="pres">
      <dgm:prSet presAssocID="{F7B11514-CFC6-4B3E-A4C6-1946E6BB5060}" presName="vertSpace2b" presStyleCnt="0"/>
      <dgm:spPr/>
    </dgm:pt>
  </dgm:ptLst>
  <dgm:cxnLst>
    <dgm:cxn modelId="{8CA20212-53FE-44BF-97D0-512D9EC866A2}" type="presOf" srcId="{2F9687E8-7BDD-4030-B765-3F76355EA13B}" destId="{38EDEAD5-C67E-48C7-8447-336E77C73773}" srcOrd="0" destOrd="0" presId="urn:microsoft.com/office/officeart/2008/layout/LinedList"/>
    <dgm:cxn modelId="{581F6420-A6FC-41CD-B669-F1A2EDF9C21E}" type="presOf" srcId="{E13315F0-EEB6-4C3C-80D7-FC1602AC6CFB}" destId="{705BC107-D3F3-40C8-B16B-A5C3C7B72D75}" srcOrd="0" destOrd="0" presId="urn:microsoft.com/office/officeart/2008/layout/LinedList"/>
    <dgm:cxn modelId="{6D7D4221-C51A-4D7A-82AB-E0D1231158D7}" srcId="{253663D9-F4D2-41E2-B272-14EFBA323650}" destId="{5DB02997-9BD4-47DB-A64A-A2B5B0CB3F0D}" srcOrd="2" destOrd="0" parTransId="{CCA171BB-5599-4436-9B4A-5FE41F0367E5}" sibTransId="{2AC3AEAB-45AC-4EA1-B6BD-108A43EFD2F4}"/>
    <dgm:cxn modelId="{6FBFF621-1528-4743-9587-16EFC50B0955}" srcId="{253663D9-F4D2-41E2-B272-14EFBA323650}" destId="{259A6664-E018-4B85-B1C3-2888A182327A}" srcOrd="0" destOrd="0" parTransId="{AB5CEEBA-12C9-49F0-BEF9-5E2AEE177782}" sibTransId="{4AE4FA02-6081-4E15-9503-2F92B8869809}"/>
    <dgm:cxn modelId="{D7E4D228-91DC-4B6D-8D9B-1F46AFEBE563}" type="presOf" srcId="{253663D9-F4D2-41E2-B272-14EFBA323650}" destId="{4D8E8BE4-A908-4111-B3A2-DEF6D48A3657}" srcOrd="0" destOrd="0" presId="urn:microsoft.com/office/officeart/2008/layout/LinedList"/>
    <dgm:cxn modelId="{94CB6134-B8DE-4B6E-A818-5245B6A4B8AE}" type="presOf" srcId="{259A6664-E018-4B85-B1C3-2888A182327A}" destId="{43745A87-1FEF-42D1-81F5-F07C806C7C70}" srcOrd="0" destOrd="0" presId="urn:microsoft.com/office/officeart/2008/layout/LinedList"/>
    <dgm:cxn modelId="{1F776F6F-D02B-4D71-9468-D2DB401228CA}" srcId="{253663D9-F4D2-41E2-B272-14EFBA323650}" destId="{E13315F0-EEB6-4C3C-80D7-FC1602AC6CFB}" srcOrd="6" destOrd="0" parTransId="{A5499C85-1C13-4807-B116-A4932345E03D}" sibTransId="{FF10EADF-E485-4F82-B3D5-5A15AEE17D01}"/>
    <dgm:cxn modelId="{EAC32C52-ECD2-484E-8C9E-FE709AF2F0C2}" srcId="{253663D9-F4D2-41E2-B272-14EFBA323650}" destId="{C463C0CA-1B36-4EAB-A987-B33F7369B427}" srcOrd="1" destOrd="0" parTransId="{95D9B0C3-BF90-4A3C-853E-BB6AF929FCC7}" sibTransId="{F0FD0B78-F573-4F1F-95F0-575018BC4DB4}"/>
    <dgm:cxn modelId="{4E777A7A-97C9-4266-A0A8-9CFC991B7DE4}" type="presOf" srcId="{F7B11514-CFC6-4B3E-A4C6-1946E6BB5060}" destId="{ADDE826E-C49A-4E0F-81BF-392C446FF682}" srcOrd="0" destOrd="0" presId="urn:microsoft.com/office/officeart/2008/layout/LinedList"/>
    <dgm:cxn modelId="{EEB1AF99-E486-4213-B6DD-9E6E034D664E}" type="presOf" srcId="{5DB02997-9BD4-47DB-A64A-A2B5B0CB3F0D}" destId="{BA9F3EB9-BDC5-4284-A45E-E4C39CBCF4EF}" srcOrd="0" destOrd="0" presId="urn:microsoft.com/office/officeart/2008/layout/LinedList"/>
    <dgm:cxn modelId="{903AE8A7-50AE-4761-A736-36ABD8C3A62B}" srcId="{8262468A-4774-41ED-853E-AEBB9C174388}" destId="{253663D9-F4D2-41E2-B272-14EFBA323650}" srcOrd="0" destOrd="0" parTransId="{5D57A5CF-AB6D-4608-BA1A-812823567C12}" sibTransId="{266C51FD-3EB6-4F3F-9FB0-3BB4CDB540C8}"/>
    <dgm:cxn modelId="{D4F267B1-068E-4F6E-8F60-40E680DD5E49}" type="presOf" srcId="{9F204B83-E8AF-4EB2-8981-EC7612B21AE2}" destId="{9F77946A-EFC2-4AB2-9D8C-23A76E91F362}" srcOrd="0" destOrd="0" presId="urn:microsoft.com/office/officeart/2008/layout/LinedList"/>
    <dgm:cxn modelId="{30707EB3-EF43-4CE8-B471-920EE49A111D}" srcId="{253663D9-F4D2-41E2-B272-14EFBA323650}" destId="{B849D375-9B3A-4BBD-91E9-29874937AA69}" srcOrd="4" destOrd="0" parTransId="{7EB979B6-F742-4A1C-85D1-8A2573341936}" sibTransId="{FA54F7A9-1CBF-4F66-95B4-BD8A70D91050}"/>
    <dgm:cxn modelId="{DAACFABC-2FD3-4625-B660-91E1165CE28C}" srcId="{253663D9-F4D2-41E2-B272-14EFBA323650}" destId="{6A0F7235-ED9F-4A91-803E-72AD6B7F5E3C}" srcOrd="5" destOrd="0" parTransId="{AA0CA258-7BE4-4C79-B141-9C4FDA9C0893}" sibTransId="{FC3655C6-E376-423C-A808-BE8A08AE140C}"/>
    <dgm:cxn modelId="{D7E5ECD6-653C-4059-9F1B-6BE35E53202C}" type="presOf" srcId="{B849D375-9B3A-4BBD-91E9-29874937AA69}" destId="{1CDE551C-D01D-4FC8-9588-7C1DB2E1E243}" srcOrd="0" destOrd="0" presId="urn:microsoft.com/office/officeart/2008/layout/LinedList"/>
    <dgm:cxn modelId="{89B1F9DC-E1EE-4481-AFA4-17272D3441A1}" type="presOf" srcId="{8262468A-4774-41ED-853E-AEBB9C174388}" destId="{A1885470-79B3-4C80-8CEF-5FBBCB8C34D5}" srcOrd="0" destOrd="0" presId="urn:microsoft.com/office/officeart/2008/layout/LinedList"/>
    <dgm:cxn modelId="{741DE2DD-0EDA-4AE7-9224-6173FB21AAEF}" type="presOf" srcId="{C463C0CA-1B36-4EAB-A987-B33F7369B427}" destId="{A49BB356-C85B-46F0-A5B7-0311B09A64CF}" srcOrd="0" destOrd="0" presId="urn:microsoft.com/office/officeart/2008/layout/LinedList"/>
    <dgm:cxn modelId="{E2D70CE5-F2E5-44AD-AC45-ABB6DF102518}" srcId="{253663D9-F4D2-41E2-B272-14EFBA323650}" destId="{2F9687E8-7BDD-4030-B765-3F76355EA13B}" srcOrd="3" destOrd="0" parTransId="{21ACC1B6-5902-4FA3-9066-BEA3E953C051}" sibTransId="{EC08745F-EF61-4CBA-8799-7598D9CFAE87}"/>
    <dgm:cxn modelId="{E60B68E7-B365-4F4F-BA0C-E35066980A72}" srcId="{253663D9-F4D2-41E2-B272-14EFBA323650}" destId="{9F204B83-E8AF-4EB2-8981-EC7612B21AE2}" srcOrd="7" destOrd="0" parTransId="{63E1DE6D-1E97-4ECB-A4D5-143D20719E39}" sibTransId="{08404C5A-E488-483D-B822-1607FCE2F218}"/>
    <dgm:cxn modelId="{3FD448F1-6690-4EEF-82EE-3845103FD538}" type="presOf" srcId="{6A0F7235-ED9F-4A91-803E-72AD6B7F5E3C}" destId="{9B07CE96-5100-4994-A6BC-27156172645A}" srcOrd="0" destOrd="0" presId="urn:microsoft.com/office/officeart/2008/layout/LinedList"/>
    <dgm:cxn modelId="{B11462F3-E26F-421F-860A-63F87E106AC0}" srcId="{253663D9-F4D2-41E2-B272-14EFBA323650}" destId="{F7B11514-CFC6-4B3E-A4C6-1946E6BB5060}" srcOrd="8" destOrd="0" parTransId="{F67C3C29-87A3-41A7-9916-5D51A12F8DFB}" sibTransId="{E3E55511-D86A-442E-AE02-103330FD124E}"/>
    <dgm:cxn modelId="{C27BAAD2-0DF1-4597-A8A9-6102718C4656}" type="presParOf" srcId="{A1885470-79B3-4C80-8CEF-5FBBCB8C34D5}" destId="{51374E8D-1B51-4104-96E8-8DB529D78040}" srcOrd="0" destOrd="0" presId="urn:microsoft.com/office/officeart/2008/layout/LinedList"/>
    <dgm:cxn modelId="{C69B956D-530C-4853-B673-3F7C6F72F599}" type="presParOf" srcId="{A1885470-79B3-4C80-8CEF-5FBBCB8C34D5}" destId="{A56AB7E9-F827-46BB-AEA0-2E075EFB5232}" srcOrd="1" destOrd="0" presId="urn:microsoft.com/office/officeart/2008/layout/LinedList"/>
    <dgm:cxn modelId="{31D93C8E-6DEC-42C2-A762-BBA2762DB44D}" type="presParOf" srcId="{A56AB7E9-F827-46BB-AEA0-2E075EFB5232}" destId="{4D8E8BE4-A908-4111-B3A2-DEF6D48A3657}" srcOrd="0" destOrd="0" presId="urn:microsoft.com/office/officeart/2008/layout/LinedList"/>
    <dgm:cxn modelId="{08B06D5E-3DC2-48CB-824D-12FAC7F3CEA2}" type="presParOf" srcId="{A56AB7E9-F827-46BB-AEA0-2E075EFB5232}" destId="{69286B9C-D18B-43B2-A717-1A96FDA8681E}" srcOrd="1" destOrd="0" presId="urn:microsoft.com/office/officeart/2008/layout/LinedList"/>
    <dgm:cxn modelId="{1B72D20E-88D7-4559-A88A-030F2CFBF0B9}" type="presParOf" srcId="{69286B9C-D18B-43B2-A717-1A96FDA8681E}" destId="{7FA17C59-DD95-42A9-AF9E-84D4BBF3C7CC}" srcOrd="0" destOrd="0" presId="urn:microsoft.com/office/officeart/2008/layout/LinedList"/>
    <dgm:cxn modelId="{79AD5E23-334A-46DA-93D9-0A82FA3A5176}" type="presParOf" srcId="{69286B9C-D18B-43B2-A717-1A96FDA8681E}" destId="{79012475-6C57-4272-99A5-BB3AE8AA27DF}" srcOrd="1" destOrd="0" presId="urn:microsoft.com/office/officeart/2008/layout/LinedList"/>
    <dgm:cxn modelId="{D5DBB210-3DA9-4F8F-96C7-7F5A3476AE77}" type="presParOf" srcId="{79012475-6C57-4272-99A5-BB3AE8AA27DF}" destId="{EBE6C77C-C144-4DA1-BD0A-C54CCBD532E3}" srcOrd="0" destOrd="0" presId="urn:microsoft.com/office/officeart/2008/layout/LinedList"/>
    <dgm:cxn modelId="{08A2CBBC-607F-472A-93E3-AF54901DF8E9}" type="presParOf" srcId="{79012475-6C57-4272-99A5-BB3AE8AA27DF}" destId="{43745A87-1FEF-42D1-81F5-F07C806C7C70}" srcOrd="1" destOrd="0" presId="urn:microsoft.com/office/officeart/2008/layout/LinedList"/>
    <dgm:cxn modelId="{ED936CFF-4D2C-432B-9417-B2AD69020878}" type="presParOf" srcId="{79012475-6C57-4272-99A5-BB3AE8AA27DF}" destId="{CFF3F53C-501D-45A1-808B-79EDF9D89769}" srcOrd="2" destOrd="0" presId="urn:microsoft.com/office/officeart/2008/layout/LinedList"/>
    <dgm:cxn modelId="{E5CB832F-D2E3-48D5-80E6-A97BBBDEB973}" type="presParOf" srcId="{69286B9C-D18B-43B2-A717-1A96FDA8681E}" destId="{E0BBA8DA-CF24-436D-A27B-D66AE5583741}" srcOrd="2" destOrd="0" presId="urn:microsoft.com/office/officeart/2008/layout/LinedList"/>
    <dgm:cxn modelId="{347FF9D1-0573-4A4D-A124-DC812C4C59B0}" type="presParOf" srcId="{69286B9C-D18B-43B2-A717-1A96FDA8681E}" destId="{6BEC8450-F974-4FFD-A74B-A92BB7E1F98F}" srcOrd="3" destOrd="0" presId="urn:microsoft.com/office/officeart/2008/layout/LinedList"/>
    <dgm:cxn modelId="{A190A644-B02D-4DA6-8668-FF64F25DF47B}" type="presParOf" srcId="{69286B9C-D18B-43B2-A717-1A96FDA8681E}" destId="{42381D16-B5A0-4841-BC23-7472B7A93133}" srcOrd="4" destOrd="0" presId="urn:microsoft.com/office/officeart/2008/layout/LinedList"/>
    <dgm:cxn modelId="{ADAEC4C8-C226-4F4F-A3B3-278C9925412B}" type="presParOf" srcId="{42381D16-B5A0-4841-BC23-7472B7A93133}" destId="{FFFE66FC-2FBC-4A32-A168-60A2B61B97C2}" srcOrd="0" destOrd="0" presId="urn:microsoft.com/office/officeart/2008/layout/LinedList"/>
    <dgm:cxn modelId="{E7B1550A-E497-48A3-8279-4B48A0A197C9}" type="presParOf" srcId="{42381D16-B5A0-4841-BC23-7472B7A93133}" destId="{A49BB356-C85B-46F0-A5B7-0311B09A64CF}" srcOrd="1" destOrd="0" presId="urn:microsoft.com/office/officeart/2008/layout/LinedList"/>
    <dgm:cxn modelId="{F7B4D226-088E-430A-B58C-7C99F9E637CE}" type="presParOf" srcId="{42381D16-B5A0-4841-BC23-7472B7A93133}" destId="{DA216146-CBD3-481F-83F5-0F9894BFAC0F}" srcOrd="2" destOrd="0" presId="urn:microsoft.com/office/officeart/2008/layout/LinedList"/>
    <dgm:cxn modelId="{85CCEA96-115B-4369-A895-9B052C9C7D89}" type="presParOf" srcId="{69286B9C-D18B-43B2-A717-1A96FDA8681E}" destId="{511C5433-6B14-4D6F-A866-C09DCB146D41}" srcOrd="5" destOrd="0" presId="urn:microsoft.com/office/officeart/2008/layout/LinedList"/>
    <dgm:cxn modelId="{8CD25AB1-317E-44FE-B553-35423683EE5B}" type="presParOf" srcId="{69286B9C-D18B-43B2-A717-1A96FDA8681E}" destId="{DCDC0A2C-2A5D-4662-B23A-6C8B0215036C}" srcOrd="6" destOrd="0" presId="urn:microsoft.com/office/officeart/2008/layout/LinedList"/>
    <dgm:cxn modelId="{79A3A55F-E4AC-4D03-A45D-E073D191F30A}" type="presParOf" srcId="{69286B9C-D18B-43B2-A717-1A96FDA8681E}" destId="{F4855844-15A7-4F62-B70C-B45A2A024987}" srcOrd="7" destOrd="0" presId="urn:microsoft.com/office/officeart/2008/layout/LinedList"/>
    <dgm:cxn modelId="{BD87E2E9-1A84-4D3C-B2B1-75E3AC6786B8}" type="presParOf" srcId="{F4855844-15A7-4F62-B70C-B45A2A024987}" destId="{9D5C0050-4992-4BFC-BA2C-4DE4FA490D23}" srcOrd="0" destOrd="0" presId="urn:microsoft.com/office/officeart/2008/layout/LinedList"/>
    <dgm:cxn modelId="{BD03094A-CD7E-4D96-AE08-F4CADD3BC157}" type="presParOf" srcId="{F4855844-15A7-4F62-B70C-B45A2A024987}" destId="{BA9F3EB9-BDC5-4284-A45E-E4C39CBCF4EF}" srcOrd="1" destOrd="0" presId="urn:microsoft.com/office/officeart/2008/layout/LinedList"/>
    <dgm:cxn modelId="{24BFE21F-68AA-4050-ACD5-C3589F72B9BF}" type="presParOf" srcId="{F4855844-15A7-4F62-B70C-B45A2A024987}" destId="{B5A2AACC-3C74-48A2-8CC6-046B02242BF5}" srcOrd="2" destOrd="0" presId="urn:microsoft.com/office/officeart/2008/layout/LinedList"/>
    <dgm:cxn modelId="{236AE3FE-01C5-4B21-BFF0-CA502B3C3A28}" type="presParOf" srcId="{69286B9C-D18B-43B2-A717-1A96FDA8681E}" destId="{F8BF7263-D304-4D67-A6F5-7CD57CD76EF4}" srcOrd="8" destOrd="0" presId="urn:microsoft.com/office/officeart/2008/layout/LinedList"/>
    <dgm:cxn modelId="{819918F9-D879-4A82-9112-F5F8ABA9C03F}" type="presParOf" srcId="{69286B9C-D18B-43B2-A717-1A96FDA8681E}" destId="{87FEDF25-22D5-4086-A8FF-AEB8CEF60FCD}" srcOrd="9" destOrd="0" presId="urn:microsoft.com/office/officeart/2008/layout/LinedList"/>
    <dgm:cxn modelId="{68C11762-4384-4BA7-B69E-71ACA5E44BB5}" type="presParOf" srcId="{69286B9C-D18B-43B2-A717-1A96FDA8681E}" destId="{E4D4FB76-B5F7-4AB5-BF60-40CD4EFE64EF}" srcOrd="10" destOrd="0" presId="urn:microsoft.com/office/officeart/2008/layout/LinedList"/>
    <dgm:cxn modelId="{A733411A-DBA7-4D67-B305-F3A3E09F2EF0}" type="presParOf" srcId="{E4D4FB76-B5F7-4AB5-BF60-40CD4EFE64EF}" destId="{3A129A9D-22EB-403C-8AE9-FDAC3798A743}" srcOrd="0" destOrd="0" presId="urn:microsoft.com/office/officeart/2008/layout/LinedList"/>
    <dgm:cxn modelId="{6589D565-112C-49C7-B3DC-37D0A2C138A8}" type="presParOf" srcId="{E4D4FB76-B5F7-4AB5-BF60-40CD4EFE64EF}" destId="{38EDEAD5-C67E-48C7-8447-336E77C73773}" srcOrd="1" destOrd="0" presId="urn:microsoft.com/office/officeart/2008/layout/LinedList"/>
    <dgm:cxn modelId="{781A9B9C-D600-441C-B122-A077884720C0}" type="presParOf" srcId="{E4D4FB76-B5F7-4AB5-BF60-40CD4EFE64EF}" destId="{B6399BB2-030B-47CE-A613-027BB9BD4468}" srcOrd="2" destOrd="0" presId="urn:microsoft.com/office/officeart/2008/layout/LinedList"/>
    <dgm:cxn modelId="{016C025A-1FCC-40B0-A41F-05A1D930FCE5}" type="presParOf" srcId="{69286B9C-D18B-43B2-A717-1A96FDA8681E}" destId="{E870292A-0B5F-49F6-82D6-2E092A9B2AAB}" srcOrd="11" destOrd="0" presId="urn:microsoft.com/office/officeart/2008/layout/LinedList"/>
    <dgm:cxn modelId="{4C2F4313-75B8-4BF9-B085-7BCCB25F59E1}" type="presParOf" srcId="{69286B9C-D18B-43B2-A717-1A96FDA8681E}" destId="{38AB0A6E-EBED-48FA-9D4B-1824BDE8CFE8}" srcOrd="12" destOrd="0" presId="urn:microsoft.com/office/officeart/2008/layout/LinedList"/>
    <dgm:cxn modelId="{6A15D506-2ADE-4904-ABB9-5B6E70E75F83}" type="presParOf" srcId="{69286B9C-D18B-43B2-A717-1A96FDA8681E}" destId="{A5D17A05-A976-4734-966E-6C98DF77E0A3}" srcOrd="13" destOrd="0" presId="urn:microsoft.com/office/officeart/2008/layout/LinedList"/>
    <dgm:cxn modelId="{570DAE33-A1EF-47EA-B11D-D8C09FCF2335}" type="presParOf" srcId="{A5D17A05-A976-4734-966E-6C98DF77E0A3}" destId="{9023BB5F-68EC-48FB-8F67-20A02ABB33EC}" srcOrd="0" destOrd="0" presId="urn:microsoft.com/office/officeart/2008/layout/LinedList"/>
    <dgm:cxn modelId="{E5CE4970-DC03-41ED-9FF9-1D9991F23ED8}" type="presParOf" srcId="{A5D17A05-A976-4734-966E-6C98DF77E0A3}" destId="{1CDE551C-D01D-4FC8-9588-7C1DB2E1E243}" srcOrd="1" destOrd="0" presId="urn:microsoft.com/office/officeart/2008/layout/LinedList"/>
    <dgm:cxn modelId="{24E4BB5F-A8A3-4F18-97D3-3D69A2E9A290}" type="presParOf" srcId="{A5D17A05-A976-4734-966E-6C98DF77E0A3}" destId="{38A60399-E02B-43F9-AB34-2FC3909CD051}" srcOrd="2" destOrd="0" presId="urn:microsoft.com/office/officeart/2008/layout/LinedList"/>
    <dgm:cxn modelId="{3DE04131-8700-46A3-97B1-9000FD038B56}" type="presParOf" srcId="{69286B9C-D18B-43B2-A717-1A96FDA8681E}" destId="{39AFA0AD-B258-43A3-8112-4751200EA620}" srcOrd="14" destOrd="0" presId="urn:microsoft.com/office/officeart/2008/layout/LinedList"/>
    <dgm:cxn modelId="{30A01FBE-7E57-43CE-AB70-74FD98D75F74}" type="presParOf" srcId="{69286B9C-D18B-43B2-A717-1A96FDA8681E}" destId="{53B4C75B-4D7A-43F5-934F-526F299872CA}" srcOrd="15" destOrd="0" presId="urn:microsoft.com/office/officeart/2008/layout/LinedList"/>
    <dgm:cxn modelId="{F450E403-4225-442D-B381-CD435D52D08C}" type="presParOf" srcId="{69286B9C-D18B-43B2-A717-1A96FDA8681E}" destId="{DBCD53B1-03C7-4960-9F8B-B79A421D3925}" srcOrd="16" destOrd="0" presId="urn:microsoft.com/office/officeart/2008/layout/LinedList"/>
    <dgm:cxn modelId="{3265ADE7-1779-4739-B2CA-251505E4A1DE}" type="presParOf" srcId="{DBCD53B1-03C7-4960-9F8B-B79A421D3925}" destId="{8FB9C435-91B3-46BF-8C0E-37E0D5AA2190}" srcOrd="0" destOrd="0" presId="urn:microsoft.com/office/officeart/2008/layout/LinedList"/>
    <dgm:cxn modelId="{78BA7250-81D8-4310-84E5-ED7D866D1073}" type="presParOf" srcId="{DBCD53B1-03C7-4960-9F8B-B79A421D3925}" destId="{9B07CE96-5100-4994-A6BC-27156172645A}" srcOrd="1" destOrd="0" presId="urn:microsoft.com/office/officeart/2008/layout/LinedList"/>
    <dgm:cxn modelId="{A6C74CFF-0D8B-4B83-8BA8-F8BDD45151F9}" type="presParOf" srcId="{DBCD53B1-03C7-4960-9F8B-B79A421D3925}" destId="{99B65033-4B00-49E6-A8E7-9C6E2BEF9E20}" srcOrd="2" destOrd="0" presId="urn:microsoft.com/office/officeart/2008/layout/LinedList"/>
    <dgm:cxn modelId="{E9B6D4F0-BB29-434B-A662-8BEB5C42D3A8}" type="presParOf" srcId="{69286B9C-D18B-43B2-A717-1A96FDA8681E}" destId="{95459454-9F5E-4F92-9D9C-BC946CEE70B8}" srcOrd="17" destOrd="0" presId="urn:microsoft.com/office/officeart/2008/layout/LinedList"/>
    <dgm:cxn modelId="{D61AFB72-D5FA-43B8-A44F-409404A8B452}" type="presParOf" srcId="{69286B9C-D18B-43B2-A717-1A96FDA8681E}" destId="{7C630D3C-7DD5-4097-8546-EF19FE5A0026}" srcOrd="18" destOrd="0" presId="urn:microsoft.com/office/officeart/2008/layout/LinedList"/>
    <dgm:cxn modelId="{61CFF23B-7433-4403-B709-108624F908DA}" type="presParOf" srcId="{69286B9C-D18B-43B2-A717-1A96FDA8681E}" destId="{F4B0014D-77AC-46A9-B33F-32D720804211}" srcOrd="19" destOrd="0" presId="urn:microsoft.com/office/officeart/2008/layout/LinedList"/>
    <dgm:cxn modelId="{50675608-093B-408A-85E9-7CA3F4C0FE7E}" type="presParOf" srcId="{F4B0014D-77AC-46A9-B33F-32D720804211}" destId="{F2195434-DC29-41CD-94B8-5ECC9A5CEA44}" srcOrd="0" destOrd="0" presId="urn:microsoft.com/office/officeart/2008/layout/LinedList"/>
    <dgm:cxn modelId="{D96075F2-0A00-43FC-B8F0-B92C8DF5E3CD}" type="presParOf" srcId="{F4B0014D-77AC-46A9-B33F-32D720804211}" destId="{705BC107-D3F3-40C8-B16B-A5C3C7B72D75}" srcOrd="1" destOrd="0" presId="urn:microsoft.com/office/officeart/2008/layout/LinedList"/>
    <dgm:cxn modelId="{626E9C62-810D-4C8A-A310-F2720CE1105F}" type="presParOf" srcId="{F4B0014D-77AC-46A9-B33F-32D720804211}" destId="{079304FC-BBE6-4ED6-963A-CA7BE27E4F96}" srcOrd="2" destOrd="0" presId="urn:microsoft.com/office/officeart/2008/layout/LinedList"/>
    <dgm:cxn modelId="{94207569-7521-4645-8679-D8EF2F597A45}" type="presParOf" srcId="{69286B9C-D18B-43B2-A717-1A96FDA8681E}" destId="{30DC61B7-A08B-419A-A218-2909BED371E7}" srcOrd="20" destOrd="0" presId="urn:microsoft.com/office/officeart/2008/layout/LinedList"/>
    <dgm:cxn modelId="{AD478CBB-5669-408E-9591-8C1CF98D2AF5}" type="presParOf" srcId="{69286B9C-D18B-43B2-A717-1A96FDA8681E}" destId="{22B4CB0F-F4B6-4E09-BE6B-08AD9FC2B60B}" srcOrd="21" destOrd="0" presId="urn:microsoft.com/office/officeart/2008/layout/LinedList"/>
    <dgm:cxn modelId="{6F6A2D6E-E05E-4708-839B-3D8055FF278F}" type="presParOf" srcId="{69286B9C-D18B-43B2-A717-1A96FDA8681E}" destId="{CF038AA5-ACD1-41F0-8A7E-27AD8024DFFE}" srcOrd="22" destOrd="0" presId="urn:microsoft.com/office/officeart/2008/layout/LinedList"/>
    <dgm:cxn modelId="{380F1C43-AEBD-43F2-AB59-0F8851CEDE48}" type="presParOf" srcId="{CF038AA5-ACD1-41F0-8A7E-27AD8024DFFE}" destId="{0D8A4912-F4BE-455B-BAA9-627B1A13E706}" srcOrd="0" destOrd="0" presId="urn:microsoft.com/office/officeart/2008/layout/LinedList"/>
    <dgm:cxn modelId="{0D15711B-8065-4AFA-AC6D-9C7E4581308F}" type="presParOf" srcId="{CF038AA5-ACD1-41F0-8A7E-27AD8024DFFE}" destId="{9F77946A-EFC2-4AB2-9D8C-23A76E91F362}" srcOrd="1" destOrd="0" presId="urn:microsoft.com/office/officeart/2008/layout/LinedList"/>
    <dgm:cxn modelId="{52A93266-0270-46B0-9D81-8BA3732A405D}" type="presParOf" srcId="{CF038AA5-ACD1-41F0-8A7E-27AD8024DFFE}" destId="{81EEB503-9B16-4311-9FBE-B48B4DC48A33}" srcOrd="2" destOrd="0" presId="urn:microsoft.com/office/officeart/2008/layout/LinedList"/>
    <dgm:cxn modelId="{089A0598-5313-4DB8-B6CB-0B4207222A79}" type="presParOf" srcId="{69286B9C-D18B-43B2-A717-1A96FDA8681E}" destId="{F02884A0-0F6A-4ADA-9FFC-81E497E585F8}" srcOrd="23" destOrd="0" presId="urn:microsoft.com/office/officeart/2008/layout/LinedList"/>
    <dgm:cxn modelId="{6DADAF7C-E0B4-437F-8D9C-CDD74CD2C412}" type="presParOf" srcId="{69286B9C-D18B-43B2-A717-1A96FDA8681E}" destId="{EC331C48-1275-4510-AC83-805D60F2D5B7}" srcOrd="24" destOrd="0" presId="urn:microsoft.com/office/officeart/2008/layout/LinedList"/>
    <dgm:cxn modelId="{9FA32857-AB7F-4BF8-A5F6-B91EB5A100B5}" type="presParOf" srcId="{69286B9C-D18B-43B2-A717-1A96FDA8681E}" destId="{9695264C-99B1-4FD6-AB0E-358A950E5136}" srcOrd="25" destOrd="0" presId="urn:microsoft.com/office/officeart/2008/layout/LinedList"/>
    <dgm:cxn modelId="{FBE1E111-DFC2-4451-BA29-0EB91DBFE9A3}" type="presParOf" srcId="{9695264C-99B1-4FD6-AB0E-358A950E5136}" destId="{51CCEA59-A948-4315-A4C3-C421FCAD690C}" srcOrd="0" destOrd="0" presId="urn:microsoft.com/office/officeart/2008/layout/LinedList"/>
    <dgm:cxn modelId="{8DCDC70A-D00E-4528-95D7-4FD2D54593E6}" type="presParOf" srcId="{9695264C-99B1-4FD6-AB0E-358A950E5136}" destId="{ADDE826E-C49A-4E0F-81BF-392C446FF682}" srcOrd="1" destOrd="0" presId="urn:microsoft.com/office/officeart/2008/layout/LinedList"/>
    <dgm:cxn modelId="{6F4F3688-96CA-4D38-B298-F3C8B05A1C0B}" type="presParOf" srcId="{9695264C-99B1-4FD6-AB0E-358A950E5136}" destId="{5ECD4154-A711-408C-83D2-3D36386795C9}" srcOrd="2" destOrd="0" presId="urn:microsoft.com/office/officeart/2008/layout/LinedList"/>
    <dgm:cxn modelId="{F4EF1ECB-B549-4710-BBE7-8D9238AE4EF0}" type="presParOf" srcId="{69286B9C-D18B-43B2-A717-1A96FDA8681E}" destId="{8D08A95C-5E99-4C4C-989C-B6E7A4AA02F3}" srcOrd="26" destOrd="0" presId="urn:microsoft.com/office/officeart/2008/layout/LinedList"/>
    <dgm:cxn modelId="{FE4C965D-EE6B-4176-8654-DBD05965A486}" type="presParOf" srcId="{69286B9C-D18B-43B2-A717-1A96FDA8681E}" destId="{00DA0CBF-70F9-49AF-8381-869DC89DCB1E}" srcOrd="27"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AE26EA0-CB5C-42CA-8571-CA8037FEBD5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B14AF768-F1AA-49C0-A429-8E250A8B75B2}">
      <dgm:prSet custT="1"/>
      <dgm:spPr/>
      <dgm:t>
        <a:bodyPr/>
        <a:lstStyle/>
        <a:p>
          <a:r>
            <a:rPr lang="en-US" sz="1600" dirty="0"/>
            <a:t>Lack of physical activity and prolonged sedentary behavior can exacerbate musculoskeletal pain including spinal pain and disability.</a:t>
          </a:r>
        </a:p>
      </dgm:t>
    </dgm:pt>
    <dgm:pt modelId="{508A7038-0ADE-4660-AA66-9D23301B0253}" type="parTrans" cxnId="{F2B25031-D188-4CA6-9DF6-98D7E26DDB02}">
      <dgm:prSet/>
      <dgm:spPr/>
      <dgm:t>
        <a:bodyPr/>
        <a:lstStyle/>
        <a:p>
          <a:endParaRPr lang="en-US"/>
        </a:p>
      </dgm:t>
    </dgm:pt>
    <dgm:pt modelId="{D122E7F2-0673-4D30-B519-703DE4447B22}" type="sibTrans" cxnId="{F2B25031-D188-4CA6-9DF6-98D7E26DDB02}">
      <dgm:prSet/>
      <dgm:spPr/>
      <dgm:t>
        <a:bodyPr/>
        <a:lstStyle/>
        <a:p>
          <a:endParaRPr lang="en-US"/>
        </a:p>
      </dgm:t>
    </dgm:pt>
    <dgm:pt modelId="{FE105424-4BFC-452D-9E30-9A86050F9D27}">
      <dgm:prSet/>
      <dgm:spPr/>
      <dgm:t>
        <a:bodyPr/>
        <a:lstStyle/>
        <a:p>
          <a:r>
            <a:rPr lang="en-US" dirty="0"/>
            <a:t>Engaging in regular exercise is a safe, effective, and affordable treatment that offers benefits beyond simply reducing pain.</a:t>
          </a:r>
        </a:p>
      </dgm:t>
    </dgm:pt>
    <dgm:pt modelId="{4197253A-D537-48FB-955F-5CB8F41F4DCC}" type="parTrans" cxnId="{199B91F2-9EEF-4ACB-9BE4-EB10BC0DA1D0}">
      <dgm:prSet/>
      <dgm:spPr/>
      <dgm:t>
        <a:bodyPr/>
        <a:lstStyle/>
        <a:p>
          <a:endParaRPr lang="en-US"/>
        </a:p>
      </dgm:t>
    </dgm:pt>
    <dgm:pt modelId="{2DBBFEE2-07F0-40AD-A6C7-58306D4D5DAF}" type="sibTrans" cxnId="{199B91F2-9EEF-4ACB-9BE4-EB10BC0DA1D0}">
      <dgm:prSet/>
      <dgm:spPr/>
      <dgm:t>
        <a:bodyPr/>
        <a:lstStyle/>
        <a:p>
          <a:endParaRPr lang="en-US"/>
        </a:p>
      </dgm:t>
    </dgm:pt>
    <dgm:pt modelId="{288960E9-F4E1-49F2-B7C6-4CCFC93C89D1}">
      <dgm:prSet custT="1"/>
      <dgm:spPr/>
      <dgm:t>
        <a:bodyPr/>
        <a:lstStyle/>
        <a:p>
          <a:r>
            <a:rPr lang="en-US" sz="1600" dirty="0">
              <a:latin typeface="Aptos" panose="020B0004020202020204" pitchFamily="34" charset="0"/>
            </a:rPr>
            <a:t>It enhances sleep quality, emotional health, daily functioning, and overall quality of life.</a:t>
          </a:r>
        </a:p>
      </dgm:t>
    </dgm:pt>
    <dgm:pt modelId="{65FEACE7-2371-464A-869B-F67819FE67EB}" type="parTrans" cxnId="{19D04410-9174-4241-8968-A32E11827F28}">
      <dgm:prSet/>
      <dgm:spPr/>
      <dgm:t>
        <a:bodyPr/>
        <a:lstStyle/>
        <a:p>
          <a:endParaRPr lang="en-US"/>
        </a:p>
      </dgm:t>
    </dgm:pt>
    <dgm:pt modelId="{B128543B-9F0D-4F23-891A-102AE6B915BA}" type="sibTrans" cxnId="{19D04410-9174-4241-8968-A32E11827F28}">
      <dgm:prSet/>
      <dgm:spPr/>
      <dgm:t>
        <a:bodyPr/>
        <a:lstStyle/>
        <a:p>
          <a:endParaRPr lang="en-US"/>
        </a:p>
      </dgm:t>
    </dgm:pt>
    <dgm:pt modelId="{88D46700-B1F4-4B39-8A5A-763C1AAB3DAF}">
      <dgm:prSet custT="1"/>
      <dgm:spPr/>
      <dgm:t>
        <a:bodyPr/>
        <a:lstStyle/>
        <a:p>
          <a:r>
            <a:rPr lang="en-US" sz="1600" dirty="0">
              <a:latin typeface="Aptos" panose="020B0004020202020204" pitchFamily="34" charset="0"/>
            </a:rPr>
            <a:t>Multicomponent exercise programs—including aerobic, strength, flexibility, and balance training—performed at light to moderate intensity, 2–3 times weekly, yield the best results.</a:t>
          </a:r>
        </a:p>
      </dgm:t>
    </dgm:pt>
    <dgm:pt modelId="{2857A01C-4E74-4CB7-A19C-A7B09A36F358}" type="parTrans" cxnId="{932B4C6D-09E9-4EA6-AF76-EF20DD1A2630}">
      <dgm:prSet/>
      <dgm:spPr/>
      <dgm:t>
        <a:bodyPr/>
        <a:lstStyle/>
        <a:p>
          <a:endParaRPr lang="en-US"/>
        </a:p>
      </dgm:t>
    </dgm:pt>
    <dgm:pt modelId="{B02B99D0-7D5A-40EB-8C67-0D0FAA3BEA0D}" type="sibTrans" cxnId="{932B4C6D-09E9-4EA6-AF76-EF20DD1A2630}">
      <dgm:prSet/>
      <dgm:spPr/>
      <dgm:t>
        <a:bodyPr/>
        <a:lstStyle/>
        <a:p>
          <a:endParaRPr lang="en-US"/>
        </a:p>
      </dgm:t>
    </dgm:pt>
    <dgm:pt modelId="{15163A7D-D5D1-4E2B-8184-F0CDEF5A5A60}">
      <dgm:prSet custT="1"/>
      <dgm:spPr/>
      <dgm:t>
        <a:bodyPr/>
        <a:lstStyle/>
        <a:p>
          <a:r>
            <a:rPr lang="en-US" sz="1600" dirty="0">
              <a:latin typeface="Aptos" panose="020B0004020202020204" pitchFamily="34" charset="0"/>
            </a:rPr>
            <a:t>Exercise should be customized to each individual’s needs and reinforced with education and strategies to promote adherence to maintain long-term benefits.</a:t>
          </a:r>
        </a:p>
      </dgm:t>
    </dgm:pt>
    <dgm:pt modelId="{9868B1E5-601C-4785-9B07-2AA4D69D145F}" type="parTrans" cxnId="{B99860EE-7550-4CF6-AFE8-27FE503B6442}">
      <dgm:prSet/>
      <dgm:spPr/>
      <dgm:t>
        <a:bodyPr/>
        <a:lstStyle/>
        <a:p>
          <a:endParaRPr lang="en-US"/>
        </a:p>
      </dgm:t>
    </dgm:pt>
    <dgm:pt modelId="{DE46B5CA-ADC7-4025-B913-B870AAEF0797}" type="sibTrans" cxnId="{B99860EE-7550-4CF6-AFE8-27FE503B6442}">
      <dgm:prSet/>
      <dgm:spPr/>
      <dgm:t>
        <a:bodyPr/>
        <a:lstStyle/>
        <a:p>
          <a:endParaRPr lang="en-US"/>
        </a:p>
      </dgm:t>
    </dgm:pt>
    <dgm:pt modelId="{D3FE8598-6358-4042-AFF9-312878432C3A}" type="pres">
      <dgm:prSet presAssocID="{8AE26EA0-CB5C-42CA-8571-CA8037FEBD5D}" presName="root" presStyleCnt="0">
        <dgm:presLayoutVars>
          <dgm:dir/>
          <dgm:resizeHandles val="exact"/>
        </dgm:presLayoutVars>
      </dgm:prSet>
      <dgm:spPr/>
    </dgm:pt>
    <dgm:pt modelId="{884095EB-42A4-4E3E-967C-E4C240EB8FFE}" type="pres">
      <dgm:prSet presAssocID="{B14AF768-F1AA-49C0-A429-8E250A8B75B2}" presName="compNode" presStyleCnt="0"/>
      <dgm:spPr/>
    </dgm:pt>
    <dgm:pt modelId="{9B82435F-F069-42E8-867B-A0C2B588611A}" type="pres">
      <dgm:prSet presAssocID="{B14AF768-F1AA-49C0-A429-8E250A8B75B2}" presName="bgRect" presStyleLbl="bgShp" presStyleIdx="0" presStyleCnt="5"/>
      <dgm:spPr/>
    </dgm:pt>
    <dgm:pt modelId="{B443530B-5632-46BB-B5FB-D6F638EE5250}" type="pres">
      <dgm:prSet presAssocID="{B14AF768-F1AA-49C0-A429-8E250A8B75B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in in head"/>
        </a:ext>
      </dgm:extLst>
    </dgm:pt>
    <dgm:pt modelId="{8B78A481-6C61-47E4-BD6E-6428D9857D76}" type="pres">
      <dgm:prSet presAssocID="{B14AF768-F1AA-49C0-A429-8E250A8B75B2}" presName="spaceRect" presStyleCnt="0"/>
      <dgm:spPr/>
    </dgm:pt>
    <dgm:pt modelId="{49F61321-5A94-4A64-9C67-971C18A4B4B1}" type="pres">
      <dgm:prSet presAssocID="{B14AF768-F1AA-49C0-A429-8E250A8B75B2}" presName="parTx" presStyleLbl="revTx" presStyleIdx="0" presStyleCnt="5">
        <dgm:presLayoutVars>
          <dgm:chMax val="0"/>
          <dgm:chPref val="0"/>
        </dgm:presLayoutVars>
      </dgm:prSet>
      <dgm:spPr/>
    </dgm:pt>
    <dgm:pt modelId="{02D66773-4FDD-4188-89F4-ADCF0C014934}" type="pres">
      <dgm:prSet presAssocID="{D122E7F2-0673-4D30-B519-703DE4447B22}" presName="sibTrans" presStyleCnt="0"/>
      <dgm:spPr/>
    </dgm:pt>
    <dgm:pt modelId="{0463B8BD-EB8D-4577-A07B-E8309D0F83A6}" type="pres">
      <dgm:prSet presAssocID="{FE105424-4BFC-452D-9E30-9A86050F9D27}" presName="compNode" presStyleCnt="0"/>
      <dgm:spPr/>
    </dgm:pt>
    <dgm:pt modelId="{B392E915-12FB-4150-847A-85230DBDCCEF}" type="pres">
      <dgm:prSet presAssocID="{FE105424-4BFC-452D-9E30-9A86050F9D27}" presName="bgRect" presStyleLbl="bgShp" presStyleIdx="1" presStyleCnt="5"/>
      <dgm:spPr/>
    </dgm:pt>
    <dgm:pt modelId="{40B8FA2D-F2B1-49AF-A8D5-FC3F7F9BA746}" type="pres">
      <dgm:prSet presAssocID="{FE105424-4BFC-452D-9E30-9A86050F9D27}"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ke"/>
        </a:ext>
      </dgm:extLst>
    </dgm:pt>
    <dgm:pt modelId="{3B617B2D-E9B1-4D80-856A-BDC7D68D9EE6}" type="pres">
      <dgm:prSet presAssocID="{FE105424-4BFC-452D-9E30-9A86050F9D27}" presName="spaceRect" presStyleCnt="0"/>
      <dgm:spPr/>
    </dgm:pt>
    <dgm:pt modelId="{F72FCB3F-4CB7-405C-83A3-6F681EFD21BC}" type="pres">
      <dgm:prSet presAssocID="{FE105424-4BFC-452D-9E30-9A86050F9D27}" presName="parTx" presStyleLbl="revTx" presStyleIdx="1" presStyleCnt="5">
        <dgm:presLayoutVars>
          <dgm:chMax val="0"/>
          <dgm:chPref val="0"/>
        </dgm:presLayoutVars>
      </dgm:prSet>
      <dgm:spPr/>
    </dgm:pt>
    <dgm:pt modelId="{25C7A086-2C44-4F47-8121-029BFFF10600}" type="pres">
      <dgm:prSet presAssocID="{2DBBFEE2-07F0-40AD-A6C7-58306D4D5DAF}" presName="sibTrans" presStyleCnt="0"/>
      <dgm:spPr/>
    </dgm:pt>
    <dgm:pt modelId="{C89810B0-2546-4232-A51D-96C51A25236F}" type="pres">
      <dgm:prSet presAssocID="{288960E9-F4E1-49F2-B7C6-4CCFC93C89D1}" presName="compNode" presStyleCnt="0"/>
      <dgm:spPr/>
    </dgm:pt>
    <dgm:pt modelId="{B84E336A-2440-4E83-B65E-B8D21CD3477F}" type="pres">
      <dgm:prSet presAssocID="{288960E9-F4E1-49F2-B7C6-4CCFC93C89D1}" presName="bgRect" presStyleLbl="bgShp" presStyleIdx="2" presStyleCnt="5"/>
      <dgm:spPr/>
    </dgm:pt>
    <dgm:pt modelId="{3E451FA6-6129-41F0-904D-3E1E167BEEEB}" type="pres">
      <dgm:prSet presAssocID="{288960E9-F4E1-49F2-B7C6-4CCFC93C89D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leep"/>
        </a:ext>
      </dgm:extLst>
    </dgm:pt>
    <dgm:pt modelId="{F755D048-B286-4D78-B6ED-DA96D9ECA402}" type="pres">
      <dgm:prSet presAssocID="{288960E9-F4E1-49F2-B7C6-4CCFC93C89D1}" presName="spaceRect" presStyleCnt="0"/>
      <dgm:spPr/>
    </dgm:pt>
    <dgm:pt modelId="{93FF405D-C429-4BA7-902B-FA8F085BFDD3}" type="pres">
      <dgm:prSet presAssocID="{288960E9-F4E1-49F2-B7C6-4CCFC93C89D1}" presName="parTx" presStyleLbl="revTx" presStyleIdx="2" presStyleCnt="5">
        <dgm:presLayoutVars>
          <dgm:chMax val="0"/>
          <dgm:chPref val="0"/>
        </dgm:presLayoutVars>
      </dgm:prSet>
      <dgm:spPr/>
    </dgm:pt>
    <dgm:pt modelId="{B3A6D14B-EC8A-404B-B6F5-9C5062A4D96B}" type="pres">
      <dgm:prSet presAssocID="{B128543B-9F0D-4F23-891A-102AE6B915BA}" presName="sibTrans" presStyleCnt="0"/>
      <dgm:spPr/>
    </dgm:pt>
    <dgm:pt modelId="{AC0CFCCF-3D2F-4F93-8921-82BD873EACC3}" type="pres">
      <dgm:prSet presAssocID="{88D46700-B1F4-4B39-8A5A-763C1AAB3DAF}" presName="compNode" presStyleCnt="0"/>
      <dgm:spPr/>
    </dgm:pt>
    <dgm:pt modelId="{D907278B-4705-4AA7-89C7-5D199C6D68AD}" type="pres">
      <dgm:prSet presAssocID="{88D46700-B1F4-4B39-8A5A-763C1AAB3DAF}" presName="bgRect" presStyleLbl="bgShp" presStyleIdx="3" presStyleCnt="5" custLinFactNeighborX="-345" custLinFactNeighborY="-20754"/>
      <dgm:spPr/>
    </dgm:pt>
    <dgm:pt modelId="{11DC3112-E839-4DD5-B2BF-6F7A04F4AA98}" type="pres">
      <dgm:prSet presAssocID="{88D46700-B1F4-4B39-8A5A-763C1AAB3DA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uscle Arm"/>
        </a:ext>
      </dgm:extLst>
    </dgm:pt>
    <dgm:pt modelId="{FFE8D9E9-A4DC-47A5-9C17-6CE35F1D0B42}" type="pres">
      <dgm:prSet presAssocID="{88D46700-B1F4-4B39-8A5A-763C1AAB3DAF}" presName="spaceRect" presStyleCnt="0"/>
      <dgm:spPr/>
    </dgm:pt>
    <dgm:pt modelId="{09661904-7EA9-4E68-9F66-A7B784182D0F}" type="pres">
      <dgm:prSet presAssocID="{88D46700-B1F4-4B39-8A5A-763C1AAB3DAF}" presName="parTx" presStyleLbl="revTx" presStyleIdx="3" presStyleCnt="5" custLinFactNeighborX="-375" custLinFactNeighborY="-20754">
        <dgm:presLayoutVars>
          <dgm:chMax val="0"/>
          <dgm:chPref val="0"/>
        </dgm:presLayoutVars>
      </dgm:prSet>
      <dgm:spPr/>
    </dgm:pt>
    <dgm:pt modelId="{BEC3434F-3DA8-4A2B-828C-BA1B1E60EE69}" type="pres">
      <dgm:prSet presAssocID="{B02B99D0-7D5A-40EB-8C67-0D0FAA3BEA0D}" presName="sibTrans" presStyleCnt="0"/>
      <dgm:spPr/>
    </dgm:pt>
    <dgm:pt modelId="{6EABBC71-037C-48E9-96FE-1A17BE9B2A3B}" type="pres">
      <dgm:prSet presAssocID="{15163A7D-D5D1-4E2B-8184-F0CDEF5A5A60}" presName="compNode" presStyleCnt="0"/>
      <dgm:spPr/>
    </dgm:pt>
    <dgm:pt modelId="{C39C8099-435A-47C1-A93C-053463E93BFC}" type="pres">
      <dgm:prSet presAssocID="{15163A7D-D5D1-4E2B-8184-F0CDEF5A5A60}" presName="bgRect" presStyleLbl="bgShp" presStyleIdx="4" presStyleCnt="5"/>
      <dgm:spPr/>
    </dgm:pt>
    <dgm:pt modelId="{7A47DC85-716A-44DA-A4CF-FA2E1FF6812F}" type="pres">
      <dgm:prSet presAssocID="{15163A7D-D5D1-4E2B-8184-F0CDEF5A5A60}"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usiness Growth"/>
        </a:ext>
      </dgm:extLst>
    </dgm:pt>
    <dgm:pt modelId="{5CA7C6BD-F485-4907-86DE-893A17DEBF8A}" type="pres">
      <dgm:prSet presAssocID="{15163A7D-D5D1-4E2B-8184-F0CDEF5A5A60}" presName="spaceRect" presStyleCnt="0"/>
      <dgm:spPr/>
    </dgm:pt>
    <dgm:pt modelId="{9D4CC127-84F5-4F07-9BB1-AB9EE0F4D8BB}" type="pres">
      <dgm:prSet presAssocID="{15163A7D-D5D1-4E2B-8184-F0CDEF5A5A60}" presName="parTx" presStyleLbl="revTx" presStyleIdx="4" presStyleCnt="5">
        <dgm:presLayoutVars>
          <dgm:chMax val="0"/>
          <dgm:chPref val="0"/>
        </dgm:presLayoutVars>
      </dgm:prSet>
      <dgm:spPr/>
    </dgm:pt>
  </dgm:ptLst>
  <dgm:cxnLst>
    <dgm:cxn modelId="{19D04410-9174-4241-8968-A32E11827F28}" srcId="{8AE26EA0-CB5C-42CA-8571-CA8037FEBD5D}" destId="{288960E9-F4E1-49F2-B7C6-4CCFC93C89D1}" srcOrd="2" destOrd="0" parTransId="{65FEACE7-2371-464A-869B-F67819FE67EB}" sibTransId="{B128543B-9F0D-4F23-891A-102AE6B915BA}"/>
    <dgm:cxn modelId="{0054B923-1021-42FF-AF34-E2BBE5B698A1}" type="presOf" srcId="{15163A7D-D5D1-4E2B-8184-F0CDEF5A5A60}" destId="{9D4CC127-84F5-4F07-9BB1-AB9EE0F4D8BB}" srcOrd="0" destOrd="0" presId="urn:microsoft.com/office/officeart/2018/2/layout/IconVerticalSolidList"/>
    <dgm:cxn modelId="{9BBBCC28-F017-43B2-9DAA-B9A48E187A59}" type="presOf" srcId="{B14AF768-F1AA-49C0-A429-8E250A8B75B2}" destId="{49F61321-5A94-4A64-9C67-971C18A4B4B1}" srcOrd="0" destOrd="0" presId="urn:microsoft.com/office/officeart/2018/2/layout/IconVerticalSolidList"/>
    <dgm:cxn modelId="{F2B25031-D188-4CA6-9DF6-98D7E26DDB02}" srcId="{8AE26EA0-CB5C-42CA-8571-CA8037FEBD5D}" destId="{B14AF768-F1AA-49C0-A429-8E250A8B75B2}" srcOrd="0" destOrd="0" parTransId="{508A7038-0ADE-4660-AA66-9D23301B0253}" sibTransId="{D122E7F2-0673-4D30-B519-703DE4447B22}"/>
    <dgm:cxn modelId="{A4DE3538-CE77-403B-A3EF-D94C5F3DD5F7}" type="presOf" srcId="{FE105424-4BFC-452D-9E30-9A86050F9D27}" destId="{F72FCB3F-4CB7-405C-83A3-6F681EFD21BC}" srcOrd="0" destOrd="0" presId="urn:microsoft.com/office/officeart/2018/2/layout/IconVerticalSolidList"/>
    <dgm:cxn modelId="{8086AE5E-ABF3-4E24-8BEC-EB6B9D018DF2}" type="presOf" srcId="{8AE26EA0-CB5C-42CA-8571-CA8037FEBD5D}" destId="{D3FE8598-6358-4042-AFF9-312878432C3A}" srcOrd="0" destOrd="0" presId="urn:microsoft.com/office/officeart/2018/2/layout/IconVerticalSolidList"/>
    <dgm:cxn modelId="{932B4C6D-09E9-4EA6-AF76-EF20DD1A2630}" srcId="{8AE26EA0-CB5C-42CA-8571-CA8037FEBD5D}" destId="{88D46700-B1F4-4B39-8A5A-763C1AAB3DAF}" srcOrd="3" destOrd="0" parTransId="{2857A01C-4E74-4CB7-A19C-A7B09A36F358}" sibTransId="{B02B99D0-7D5A-40EB-8C67-0D0FAA3BEA0D}"/>
    <dgm:cxn modelId="{02BC937B-0E0B-4F68-823F-6AAC8B95A455}" type="presOf" srcId="{88D46700-B1F4-4B39-8A5A-763C1AAB3DAF}" destId="{09661904-7EA9-4E68-9F66-A7B784182D0F}" srcOrd="0" destOrd="0" presId="urn:microsoft.com/office/officeart/2018/2/layout/IconVerticalSolidList"/>
    <dgm:cxn modelId="{6DFEAAC9-6209-4C6A-A503-EB31BF37CD1F}" type="presOf" srcId="{288960E9-F4E1-49F2-B7C6-4CCFC93C89D1}" destId="{93FF405D-C429-4BA7-902B-FA8F085BFDD3}" srcOrd="0" destOrd="0" presId="urn:microsoft.com/office/officeart/2018/2/layout/IconVerticalSolidList"/>
    <dgm:cxn modelId="{B99860EE-7550-4CF6-AFE8-27FE503B6442}" srcId="{8AE26EA0-CB5C-42CA-8571-CA8037FEBD5D}" destId="{15163A7D-D5D1-4E2B-8184-F0CDEF5A5A60}" srcOrd="4" destOrd="0" parTransId="{9868B1E5-601C-4785-9B07-2AA4D69D145F}" sibTransId="{DE46B5CA-ADC7-4025-B913-B870AAEF0797}"/>
    <dgm:cxn modelId="{199B91F2-9EEF-4ACB-9BE4-EB10BC0DA1D0}" srcId="{8AE26EA0-CB5C-42CA-8571-CA8037FEBD5D}" destId="{FE105424-4BFC-452D-9E30-9A86050F9D27}" srcOrd="1" destOrd="0" parTransId="{4197253A-D537-48FB-955F-5CB8F41F4DCC}" sibTransId="{2DBBFEE2-07F0-40AD-A6C7-58306D4D5DAF}"/>
    <dgm:cxn modelId="{107FC854-DACB-44B8-B1F2-BBFBE627E60C}" type="presParOf" srcId="{D3FE8598-6358-4042-AFF9-312878432C3A}" destId="{884095EB-42A4-4E3E-967C-E4C240EB8FFE}" srcOrd="0" destOrd="0" presId="urn:microsoft.com/office/officeart/2018/2/layout/IconVerticalSolidList"/>
    <dgm:cxn modelId="{9923A13C-64B9-4076-A985-983EB13E09DE}" type="presParOf" srcId="{884095EB-42A4-4E3E-967C-E4C240EB8FFE}" destId="{9B82435F-F069-42E8-867B-A0C2B588611A}" srcOrd="0" destOrd="0" presId="urn:microsoft.com/office/officeart/2018/2/layout/IconVerticalSolidList"/>
    <dgm:cxn modelId="{FA996AE5-EE2D-4612-A9ED-924A8A95A12C}" type="presParOf" srcId="{884095EB-42A4-4E3E-967C-E4C240EB8FFE}" destId="{B443530B-5632-46BB-B5FB-D6F638EE5250}" srcOrd="1" destOrd="0" presId="urn:microsoft.com/office/officeart/2018/2/layout/IconVerticalSolidList"/>
    <dgm:cxn modelId="{C77143E2-FD08-45AE-AEE4-3462E3DE9D3E}" type="presParOf" srcId="{884095EB-42A4-4E3E-967C-E4C240EB8FFE}" destId="{8B78A481-6C61-47E4-BD6E-6428D9857D76}" srcOrd="2" destOrd="0" presId="urn:microsoft.com/office/officeart/2018/2/layout/IconVerticalSolidList"/>
    <dgm:cxn modelId="{E8157ECE-7DF2-4ABB-8586-C68CA40908EE}" type="presParOf" srcId="{884095EB-42A4-4E3E-967C-E4C240EB8FFE}" destId="{49F61321-5A94-4A64-9C67-971C18A4B4B1}" srcOrd="3" destOrd="0" presId="urn:microsoft.com/office/officeart/2018/2/layout/IconVerticalSolidList"/>
    <dgm:cxn modelId="{904AD991-E2AA-49E5-8142-9F5EF19D8B75}" type="presParOf" srcId="{D3FE8598-6358-4042-AFF9-312878432C3A}" destId="{02D66773-4FDD-4188-89F4-ADCF0C014934}" srcOrd="1" destOrd="0" presId="urn:microsoft.com/office/officeart/2018/2/layout/IconVerticalSolidList"/>
    <dgm:cxn modelId="{9CF24E8E-11D4-4DDC-865A-88E0F7CC7C75}" type="presParOf" srcId="{D3FE8598-6358-4042-AFF9-312878432C3A}" destId="{0463B8BD-EB8D-4577-A07B-E8309D0F83A6}" srcOrd="2" destOrd="0" presId="urn:microsoft.com/office/officeart/2018/2/layout/IconVerticalSolidList"/>
    <dgm:cxn modelId="{84E86839-9CAE-493E-9926-92FA59625E3B}" type="presParOf" srcId="{0463B8BD-EB8D-4577-A07B-E8309D0F83A6}" destId="{B392E915-12FB-4150-847A-85230DBDCCEF}" srcOrd="0" destOrd="0" presId="urn:microsoft.com/office/officeart/2018/2/layout/IconVerticalSolidList"/>
    <dgm:cxn modelId="{B098AF99-8B52-44F2-90E6-00128B7093A8}" type="presParOf" srcId="{0463B8BD-EB8D-4577-A07B-E8309D0F83A6}" destId="{40B8FA2D-F2B1-49AF-A8D5-FC3F7F9BA746}" srcOrd="1" destOrd="0" presId="urn:microsoft.com/office/officeart/2018/2/layout/IconVerticalSolidList"/>
    <dgm:cxn modelId="{1E743341-F3A5-44FD-8CBF-ABA818F2497B}" type="presParOf" srcId="{0463B8BD-EB8D-4577-A07B-E8309D0F83A6}" destId="{3B617B2D-E9B1-4D80-856A-BDC7D68D9EE6}" srcOrd="2" destOrd="0" presId="urn:microsoft.com/office/officeart/2018/2/layout/IconVerticalSolidList"/>
    <dgm:cxn modelId="{61CAC13A-CD39-4E87-A50C-605FBB6E1E76}" type="presParOf" srcId="{0463B8BD-EB8D-4577-A07B-E8309D0F83A6}" destId="{F72FCB3F-4CB7-405C-83A3-6F681EFD21BC}" srcOrd="3" destOrd="0" presId="urn:microsoft.com/office/officeart/2018/2/layout/IconVerticalSolidList"/>
    <dgm:cxn modelId="{937D8009-DEAD-4646-8F15-87F38381FA42}" type="presParOf" srcId="{D3FE8598-6358-4042-AFF9-312878432C3A}" destId="{25C7A086-2C44-4F47-8121-029BFFF10600}" srcOrd="3" destOrd="0" presId="urn:microsoft.com/office/officeart/2018/2/layout/IconVerticalSolidList"/>
    <dgm:cxn modelId="{D6F05F0B-D0A1-49D5-A24D-AFD543871EA5}" type="presParOf" srcId="{D3FE8598-6358-4042-AFF9-312878432C3A}" destId="{C89810B0-2546-4232-A51D-96C51A25236F}" srcOrd="4" destOrd="0" presId="urn:microsoft.com/office/officeart/2018/2/layout/IconVerticalSolidList"/>
    <dgm:cxn modelId="{EB550A3D-0519-49F1-9F84-07892D0E8E41}" type="presParOf" srcId="{C89810B0-2546-4232-A51D-96C51A25236F}" destId="{B84E336A-2440-4E83-B65E-B8D21CD3477F}" srcOrd="0" destOrd="0" presId="urn:microsoft.com/office/officeart/2018/2/layout/IconVerticalSolidList"/>
    <dgm:cxn modelId="{31FE3D41-B6B9-4C5C-9B89-52221A99BD94}" type="presParOf" srcId="{C89810B0-2546-4232-A51D-96C51A25236F}" destId="{3E451FA6-6129-41F0-904D-3E1E167BEEEB}" srcOrd="1" destOrd="0" presId="urn:microsoft.com/office/officeart/2018/2/layout/IconVerticalSolidList"/>
    <dgm:cxn modelId="{637CD4DD-CC3D-4758-92B0-D5268D2A14D0}" type="presParOf" srcId="{C89810B0-2546-4232-A51D-96C51A25236F}" destId="{F755D048-B286-4D78-B6ED-DA96D9ECA402}" srcOrd="2" destOrd="0" presId="urn:microsoft.com/office/officeart/2018/2/layout/IconVerticalSolidList"/>
    <dgm:cxn modelId="{1F9D3B59-5390-4C40-BB4B-B500D124F47F}" type="presParOf" srcId="{C89810B0-2546-4232-A51D-96C51A25236F}" destId="{93FF405D-C429-4BA7-902B-FA8F085BFDD3}" srcOrd="3" destOrd="0" presId="urn:microsoft.com/office/officeart/2018/2/layout/IconVerticalSolidList"/>
    <dgm:cxn modelId="{03174651-73D6-4A32-939C-ABDEE4E7C358}" type="presParOf" srcId="{D3FE8598-6358-4042-AFF9-312878432C3A}" destId="{B3A6D14B-EC8A-404B-B6F5-9C5062A4D96B}" srcOrd="5" destOrd="0" presId="urn:microsoft.com/office/officeart/2018/2/layout/IconVerticalSolidList"/>
    <dgm:cxn modelId="{09429A34-6986-4B22-A284-6ED9CC3148C6}" type="presParOf" srcId="{D3FE8598-6358-4042-AFF9-312878432C3A}" destId="{AC0CFCCF-3D2F-4F93-8921-82BD873EACC3}" srcOrd="6" destOrd="0" presId="urn:microsoft.com/office/officeart/2018/2/layout/IconVerticalSolidList"/>
    <dgm:cxn modelId="{F114519D-EA18-4F4A-8A36-0272C01EB534}" type="presParOf" srcId="{AC0CFCCF-3D2F-4F93-8921-82BD873EACC3}" destId="{D907278B-4705-4AA7-89C7-5D199C6D68AD}" srcOrd="0" destOrd="0" presId="urn:microsoft.com/office/officeart/2018/2/layout/IconVerticalSolidList"/>
    <dgm:cxn modelId="{05A9F90E-F426-46A5-9752-49573ECA7C91}" type="presParOf" srcId="{AC0CFCCF-3D2F-4F93-8921-82BD873EACC3}" destId="{11DC3112-E839-4DD5-B2BF-6F7A04F4AA98}" srcOrd="1" destOrd="0" presId="urn:microsoft.com/office/officeart/2018/2/layout/IconVerticalSolidList"/>
    <dgm:cxn modelId="{2C6D49F4-0F35-403D-BA39-D5569FCE94AF}" type="presParOf" srcId="{AC0CFCCF-3D2F-4F93-8921-82BD873EACC3}" destId="{FFE8D9E9-A4DC-47A5-9C17-6CE35F1D0B42}" srcOrd="2" destOrd="0" presId="urn:microsoft.com/office/officeart/2018/2/layout/IconVerticalSolidList"/>
    <dgm:cxn modelId="{B623E098-26E9-4029-90AE-68005312B4E9}" type="presParOf" srcId="{AC0CFCCF-3D2F-4F93-8921-82BD873EACC3}" destId="{09661904-7EA9-4E68-9F66-A7B784182D0F}" srcOrd="3" destOrd="0" presId="urn:microsoft.com/office/officeart/2018/2/layout/IconVerticalSolidList"/>
    <dgm:cxn modelId="{087E3623-23A4-4FE8-A6DD-79B2E4173FB7}" type="presParOf" srcId="{D3FE8598-6358-4042-AFF9-312878432C3A}" destId="{BEC3434F-3DA8-4A2B-828C-BA1B1E60EE69}" srcOrd="7" destOrd="0" presId="urn:microsoft.com/office/officeart/2018/2/layout/IconVerticalSolidList"/>
    <dgm:cxn modelId="{0BA77B65-07E1-4994-8D18-62CCBD435060}" type="presParOf" srcId="{D3FE8598-6358-4042-AFF9-312878432C3A}" destId="{6EABBC71-037C-48E9-96FE-1A17BE9B2A3B}" srcOrd="8" destOrd="0" presId="urn:microsoft.com/office/officeart/2018/2/layout/IconVerticalSolidList"/>
    <dgm:cxn modelId="{7D47CFFD-37BC-41BE-8ED3-E441C478BA4C}" type="presParOf" srcId="{6EABBC71-037C-48E9-96FE-1A17BE9B2A3B}" destId="{C39C8099-435A-47C1-A93C-053463E93BFC}" srcOrd="0" destOrd="0" presId="urn:microsoft.com/office/officeart/2018/2/layout/IconVerticalSolidList"/>
    <dgm:cxn modelId="{26A2060F-2100-4415-AEB2-2D306A2C3AE2}" type="presParOf" srcId="{6EABBC71-037C-48E9-96FE-1A17BE9B2A3B}" destId="{7A47DC85-716A-44DA-A4CF-FA2E1FF6812F}" srcOrd="1" destOrd="0" presId="urn:microsoft.com/office/officeart/2018/2/layout/IconVerticalSolidList"/>
    <dgm:cxn modelId="{500EA9B0-A4D2-4A50-9F16-605CC179E958}" type="presParOf" srcId="{6EABBC71-037C-48E9-96FE-1A17BE9B2A3B}" destId="{5CA7C6BD-F485-4907-86DE-893A17DEBF8A}" srcOrd="2" destOrd="0" presId="urn:microsoft.com/office/officeart/2018/2/layout/IconVerticalSolidList"/>
    <dgm:cxn modelId="{F615421B-D270-4F97-999C-17B6B3ABABF9}" type="presParOf" srcId="{6EABBC71-037C-48E9-96FE-1A17BE9B2A3B}" destId="{9D4CC127-84F5-4F07-9BB1-AB9EE0F4D8B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F514E2A-411D-4F2A-844A-489382A40D32}"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EAAB5D68-43CB-4FEA-8289-50318E2E19E4}">
      <dgm:prSet custT="1"/>
      <dgm:spPr/>
      <dgm:t>
        <a:bodyPr/>
        <a:lstStyle/>
        <a:p>
          <a:r>
            <a:rPr lang="en-US" sz="1600" b="0" i="0" baseline="0" dirty="0">
              <a:latin typeface="Aptos" panose="020B0004020202020204" pitchFamily="34" charset="0"/>
            </a:rPr>
            <a:t>Mechanism: </a:t>
          </a:r>
          <a:endParaRPr lang="en-US" sz="1600" dirty="0">
            <a:latin typeface="Aptos" panose="020B0004020202020204" pitchFamily="34" charset="0"/>
          </a:endParaRPr>
        </a:p>
      </dgm:t>
    </dgm:pt>
    <dgm:pt modelId="{F3313CCF-8802-4783-B6C5-0E02970ADDFB}" type="parTrans" cxnId="{DA94D8F9-A6AE-48B2-98FA-B4FB0931CA65}">
      <dgm:prSet/>
      <dgm:spPr/>
      <dgm:t>
        <a:bodyPr/>
        <a:lstStyle/>
        <a:p>
          <a:endParaRPr lang="en-US"/>
        </a:p>
      </dgm:t>
    </dgm:pt>
    <dgm:pt modelId="{91B25EB5-8286-47C4-9658-0441A75C1288}" type="sibTrans" cxnId="{DA94D8F9-A6AE-48B2-98FA-B4FB0931CA65}">
      <dgm:prSet/>
      <dgm:spPr/>
      <dgm:t>
        <a:bodyPr/>
        <a:lstStyle/>
        <a:p>
          <a:endParaRPr lang="en-US"/>
        </a:p>
      </dgm:t>
    </dgm:pt>
    <dgm:pt modelId="{B47FD3C9-6F95-47DD-BE90-BD9369689860}">
      <dgm:prSet custT="1"/>
      <dgm:spPr/>
      <dgm:t>
        <a:bodyPr/>
        <a:lstStyle/>
        <a:p>
          <a:r>
            <a:rPr lang="en-US" sz="1600" b="0" i="0" baseline="0" dirty="0">
              <a:latin typeface="Aptos" panose="020B0004020202020204" pitchFamily="34" charset="0"/>
            </a:rPr>
            <a:t>Biomechanical: tissue mobility, fluid dynamics</a:t>
          </a:r>
          <a:endParaRPr lang="en-US" sz="1600" dirty="0">
            <a:latin typeface="Aptos" panose="020B0004020202020204" pitchFamily="34" charset="0"/>
          </a:endParaRPr>
        </a:p>
      </dgm:t>
    </dgm:pt>
    <dgm:pt modelId="{022CF90A-B8F9-46C4-A0A7-8D8A8E3AD2A0}" type="parTrans" cxnId="{B3076A10-7D85-40F7-AFFB-17969287F0D3}">
      <dgm:prSet/>
      <dgm:spPr/>
      <dgm:t>
        <a:bodyPr/>
        <a:lstStyle/>
        <a:p>
          <a:endParaRPr lang="en-US"/>
        </a:p>
      </dgm:t>
    </dgm:pt>
    <dgm:pt modelId="{5272E088-B429-4E06-B304-A59F9BE73BF6}" type="sibTrans" cxnId="{B3076A10-7D85-40F7-AFFB-17969287F0D3}">
      <dgm:prSet/>
      <dgm:spPr/>
      <dgm:t>
        <a:bodyPr/>
        <a:lstStyle/>
        <a:p>
          <a:endParaRPr lang="en-US"/>
        </a:p>
      </dgm:t>
    </dgm:pt>
    <dgm:pt modelId="{9DE767AE-536D-418C-AF10-2C2B81C93518}">
      <dgm:prSet custT="1"/>
      <dgm:spPr/>
      <dgm:t>
        <a:bodyPr/>
        <a:lstStyle/>
        <a:p>
          <a:r>
            <a:rPr lang="en-US" sz="1600" b="0" i="0" baseline="0" dirty="0">
              <a:latin typeface="Aptos" panose="020B0004020202020204" pitchFamily="34" charset="0"/>
            </a:rPr>
            <a:t>Neurological: neural conduction, cortical activation</a:t>
          </a:r>
          <a:endParaRPr lang="en-US" sz="1600" dirty="0">
            <a:latin typeface="Aptos" panose="020B0004020202020204" pitchFamily="34" charset="0"/>
          </a:endParaRPr>
        </a:p>
      </dgm:t>
    </dgm:pt>
    <dgm:pt modelId="{8F533D26-380A-491A-9C37-1AEA03C7EAB5}" type="parTrans" cxnId="{1644FB54-CF70-4165-B11E-7EFE00E799B4}">
      <dgm:prSet/>
      <dgm:spPr/>
      <dgm:t>
        <a:bodyPr/>
        <a:lstStyle/>
        <a:p>
          <a:endParaRPr lang="en-US"/>
        </a:p>
      </dgm:t>
    </dgm:pt>
    <dgm:pt modelId="{C7100856-78E4-46D9-856B-72A7F2D891BE}" type="sibTrans" cxnId="{1644FB54-CF70-4165-B11E-7EFE00E799B4}">
      <dgm:prSet/>
      <dgm:spPr/>
      <dgm:t>
        <a:bodyPr/>
        <a:lstStyle/>
        <a:p>
          <a:endParaRPr lang="en-US"/>
        </a:p>
      </dgm:t>
    </dgm:pt>
    <dgm:pt modelId="{605FABCD-FB66-4B30-8E5C-CF944B57B5D3}">
      <dgm:prSet custT="1"/>
      <dgm:spPr/>
      <dgm:t>
        <a:bodyPr/>
        <a:lstStyle/>
        <a:p>
          <a:r>
            <a:rPr lang="en-US" sz="1600" b="0" i="0" baseline="0" dirty="0">
              <a:latin typeface="Aptos" panose="020B0004020202020204" pitchFamily="34" charset="0"/>
            </a:rPr>
            <a:t>Neurovascular: sympathetic and circulatory responses</a:t>
          </a:r>
          <a:endParaRPr lang="en-US" sz="1600" dirty="0">
            <a:latin typeface="Aptos" panose="020B0004020202020204" pitchFamily="34" charset="0"/>
          </a:endParaRPr>
        </a:p>
      </dgm:t>
    </dgm:pt>
    <dgm:pt modelId="{E79421EC-8573-4015-B832-1A729142EEEF}" type="parTrans" cxnId="{9CD4D77E-6AC3-4873-8C1E-9A17E22509BC}">
      <dgm:prSet/>
      <dgm:spPr/>
      <dgm:t>
        <a:bodyPr/>
        <a:lstStyle/>
        <a:p>
          <a:endParaRPr lang="en-US"/>
        </a:p>
      </dgm:t>
    </dgm:pt>
    <dgm:pt modelId="{01B553FA-6595-4764-B4C7-756B333D62CD}" type="sibTrans" cxnId="{9CD4D77E-6AC3-4873-8C1E-9A17E22509BC}">
      <dgm:prSet/>
      <dgm:spPr/>
      <dgm:t>
        <a:bodyPr/>
        <a:lstStyle/>
        <a:p>
          <a:endParaRPr lang="en-US"/>
        </a:p>
      </dgm:t>
    </dgm:pt>
    <dgm:pt modelId="{F1F71517-BF2E-43BF-9C27-371B62FB685C}">
      <dgm:prSet custT="1"/>
      <dgm:spPr/>
      <dgm:t>
        <a:bodyPr/>
        <a:lstStyle/>
        <a:p>
          <a:r>
            <a:rPr lang="en-US" sz="1600" b="0" i="0" baseline="0" dirty="0">
              <a:latin typeface="Aptos" panose="020B0004020202020204" pitchFamily="34" charset="0"/>
            </a:rPr>
            <a:t>Neurotransmitter/Neuropeptide: serotonin, β-endorphin release</a:t>
          </a:r>
          <a:endParaRPr lang="en-US" sz="1600" dirty="0">
            <a:latin typeface="Aptos" panose="020B0004020202020204" pitchFamily="34" charset="0"/>
          </a:endParaRPr>
        </a:p>
      </dgm:t>
    </dgm:pt>
    <dgm:pt modelId="{FDBC29E9-4037-42A8-90E5-061650E9B33F}" type="parTrans" cxnId="{4DA61F53-B82D-4BD9-83E2-469054987BE8}">
      <dgm:prSet/>
      <dgm:spPr/>
      <dgm:t>
        <a:bodyPr/>
        <a:lstStyle/>
        <a:p>
          <a:endParaRPr lang="en-US"/>
        </a:p>
      </dgm:t>
    </dgm:pt>
    <dgm:pt modelId="{3BED2D4F-F13D-4491-B3D7-3BBA145E9227}" type="sibTrans" cxnId="{4DA61F53-B82D-4BD9-83E2-469054987BE8}">
      <dgm:prSet/>
      <dgm:spPr/>
      <dgm:t>
        <a:bodyPr/>
        <a:lstStyle/>
        <a:p>
          <a:endParaRPr lang="en-US"/>
        </a:p>
      </dgm:t>
    </dgm:pt>
    <dgm:pt modelId="{0FB57FAD-2BCB-4EAB-8D97-047FC67564F5}">
      <dgm:prSet custT="1"/>
      <dgm:spPr/>
      <dgm:t>
        <a:bodyPr/>
        <a:lstStyle/>
        <a:p>
          <a:r>
            <a:rPr lang="en-US" sz="1600" b="0" i="0" baseline="0" dirty="0">
              <a:latin typeface="Aptos" panose="020B0004020202020204" pitchFamily="34" charset="0"/>
            </a:rPr>
            <a:t>Neuromuscular: muscle tone, recruitment changes</a:t>
          </a:r>
          <a:endParaRPr lang="en-US" sz="1600" dirty="0">
            <a:latin typeface="Aptos" panose="020B0004020202020204" pitchFamily="34" charset="0"/>
          </a:endParaRPr>
        </a:p>
      </dgm:t>
    </dgm:pt>
    <dgm:pt modelId="{C5CEF699-9F05-472B-A987-63A820365B26}" type="parTrans" cxnId="{F151DDB4-B2C8-46A2-9E5F-B4BACE9639D9}">
      <dgm:prSet/>
      <dgm:spPr/>
      <dgm:t>
        <a:bodyPr/>
        <a:lstStyle/>
        <a:p>
          <a:endParaRPr lang="en-US"/>
        </a:p>
      </dgm:t>
    </dgm:pt>
    <dgm:pt modelId="{CE3F3907-0BB9-4670-8300-8D1A091B76AC}" type="sibTrans" cxnId="{F151DDB4-B2C8-46A2-9E5F-B4BACE9639D9}">
      <dgm:prSet/>
      <dgm:spPr/>
      <dgm:t>
        <a:bodyPr/>
        <a:lstStyle/>
        <a:p>
          <a:endParaRPr lang="en-US"/>
        </a:p>
      </dgm:t>
    </dgm:pt>
    <dgm:pt modelId="{3CE8CD00-8BA7-4D53-9C97-DE54FB1014DA}">
      <dgm:prSet custT="1"/>
      <dgm:spPr/>
      <dgm:t>
        <a:bodyPr/>
        <a:lstStyle/>
        <a:p>
          <a:r>
            <a:rPr lang="en-US" sz="1600" b="0" i="0" baseline="0" dirty="0">
              <a:latin typeface="Aptos" panose="020B0004020202020204" pitchFamily="34" charset="0"/>
            </a:rPr>
            <a:t>Neuroendocrine: cortisol and hormonal responses</a:t>
          </a:r>
          <a:endParaRPr lang="en-US" sz="1600" dirty="0">
            <a:latin typeface="Aptos" panose="020B0004020202020204" pitchFamily="34" charset="0"/>
          </a:endParaRPr>
        </a:p>
      </dgm:t>
    </dgm:pt>
    <dgm:pt modelId="{DDEF87E2-C17B-450A-9B80-17A17B057805}" type="parTrans" cxnId="{CF0DEA6D-753D-4FEC-961A-50F305B83226}">
      <dgm:prSet/>
      <dgm:spPr/>
      <dgm:t>
        <a:bodyPr/>
        <a:lstStyle/>
        <a:p>
          <a:endParaRPr lang="en-US"/>
        </a:p>
      </dgm:t>
    </dgm:pt>
    <dgm:pt modelId="{8F0D8E09-FE0A-4838-8F5A-0EBFC5C1994C}" type="sibTrans" cxnId="{CF0DEA6D-753D-4FEC-961A-50F305B83226}">
      <dgm:prSet/>
      <dgm:spPr/>
      <dgm:t>
        <a:bodyPr/>
        <a:lstStyle/>
        <a:p>
          <a:endParaRPr lang="en-US"/>
        </a:p>
      </dgm:t>
    </dgm:pt>
    <dgm:pt modelId="{1E8AC0AD-4261-46FD-AAC9-1FD82E83CCE5}">
      <dgm:prSet custT="1"/>
      <dgm:spPr/>
      <dgm:t>
        <a:bodyPr/>
        <a:lstStyle/>
        <a:p>
          <a:r>
            <a:rPr lang="en-US" sz="1600" b="0" i="0" baseline="0" dirty="0">
              <a:latin typeface="Aptos" panose="020B0004020202020204" pitchFamily="34" charset="0"/>
            </a:rPr>
            <a:t>Neuroimmune: inflammatory and anti-inflammatory mediator release</a:t>
          </a:r>
          <a:endParaRPr lang="en-US" sz="1600" dirty="0">
            <a:latin typeface="Aptos" panose="020B0004020202020204" pitchFamily="34" charset="0"/>
          </a:endParaRPr>
        </a:p>
      </dgm:t>
    </dgm:pt>
    <dgm:pt modelId="{8457CBB6-68C0-4438-8DFC-428D3814F279}" type="parTrans" cxnId="{0D2546D5-6C84-4CA2-8550-A1FC89DDA3E2}">
      <dgm:prSet/>
      <dgm:spPr/>
      <dgm:t>
        <a:bodyPr/>
        <a:lstStyle/>
        <a:p>
          <a:endParaRPr lang="en-GB"/>
        </a:p>
      </dgm:t>
    </dgm:pt>
    <dgm:pt modelId="{D99DEFCD-BAF1-4749-ADE1-40336185083D}" type="sibTrans" cxnId="{0D2546D5-6C84-4CA2-8550-A1FC89DDA3E2}">
      <dgm:prSet/>
      <dgm:spPr/>
      <dgm:t>
        <a:bodyPr/>
        <a:lstStyle/>
        <a:p>
          <a:endParaRPr lang="en-GB"/>
        </a:p>
      </dgm:t>
    </dgm:pt>
    <dgm:pt modelId="{086159AE-F519-4E46-88AB-94B45F7E9E75}" type="pres">
      <dgm:prSet presAssocID="{FF514E2A-411D-4F2A-844A-489382A40D32}" presName="diagram" presStyleCnt="0">
        <dgm:presLayoutVars>
          <dgm:dir/>
          <dgm:resizeHandles val="exact"/>
        </dgm:presLayoutVars>
      </dgm:prSet>
      <dgm:spPr/>
    </dgm:pt>
    <dgm:pt modelId="{510C779E-9FBF-42A4-A4CB-3E73828740CD}" type="pres">
      <dgm:prSet presAssocID="{EAAB5D68-43CB-4FEA-8289-50318E2E19E4}" presName="node" presStyleLbl="node1" presStyleIdx="0" presStyleCnt="1">
        <dgm:presLayoutVars>
          <dgm:bulletEnabled val="1"/>
        </dgm:presLayoutVars>
      </dgm:prSet>
      <dgm:spPr/>
    </dgm:pt>
  </dgm:ptLst>
  <dgm:cxnLst>
    <dgm:cxn modelId="{A556D900-1E85-4A22-B720-DF9E061999EF}" type="presOf" srcId="{B47FD3C9-6F95-47DD-BE90-BD9369689860}" destId="{510C779E-9FBF-42A4-A4CB-3E73828740CD}" srcOrd="0" destOrd="1" presId="urn:microsoft.com/office/officeart/2005/8/layout/default"/>
    <dgm:cxn modelId="{11F89C03-E19D-48FF-B3A1-1D25AD27D783}" type="presOf" srcId="{605FABCD-FB66-4B30-8E5C-CF944B57B5D3}" destId="{510C779E-9FBF-42A4-A4CB-3E73828740CD}" srcOrd="0" destOrd="4" presId="urn:microsoft.com/office/officeart/2005/8/layout/default"/>
    <dgm:cxn modelId="{B3076A10-7D85-40F7-AFFB-17969287F0D3}" srcId="{EAAB5D68-43CB-4FEA-8289-50318E2E19E4}" destId="{B47FD3C9-6F95-47DD-BE90-BD9369689860}" srcOrd="0" destOrd="0" parTransId="{022CF90A-B8F9-46C4-A0A7-8D8A8E3AD2A0}" sibTransId="{5272E088-B429-4E06-B304-A59F9BE73BF6}"/>
    <dgm:cxn modelId="{43CDE920-F939-4BBE-9F3C-C134BC94312F}" type="presOf" srcId="{0FB57FAD-2BCB-4EAB-8D97-047FC67564F5}" destId="{510C779E-9FBF-42A4-A4CB-3E73828740CD}" srcOrd="0" destOrd="6" presId="urn:microsoft.com/office/officeart/2005/8/layout/default"/>
    <dgm:cxn modelId="{CF0DEA6D-753D-4FEC-961A-50F305B83226}" srcId="{EAAB5D68-43CB-4FEA-8289-50318E2E19E4}" destId="{3CE8CD00-8BA7-4D53-9C97-DE54FB1014DA}" srcOrd="6" destOrd="0" parTransId="{DDEF87E2-C17B-450A-9B80-17A17B057805}" sibTransId="{8F0D8E09-FE0A-4838-8F5A-0EBFC5C1994C}"/>
    <dgm:cxn modelId="{A11DFC4D-CE2C-46B1-99DD-0324697F3C21}" type="presOf" srcId="{9DE767AE-536D-418C-AF10-2C2B81C93518}" destId="{510C779E-9FBF-42A4-A4CB-3E73828740CD}" srcOrd="0" destOrd="2" presId="urn:microsoft.com/office/officeart/2005/8/layout/default"/>
    <dgm:cxn modelId="{4DA61F53-B82D-4BD9-83E2-469054987BE8}" srcId="{EAAB5D68-43CB-4FEA-8289-50318E2E19E4}" destId="{F1F71517-BF2E-43BF-9C27-371B62FB685C}" srcOrd="4" destOrd="0" parTransId="{FDBC29E9-4037-42A8-90E5-061650E9B33F}" sibTransId="{3BED2D4F-F13D-4491-B3D7-3BBA145E9227}"/>
    <dgm:cxn modelId="{1644FB54-CF70-4165-B11E-7EFE00E799B4}" srcId="{EAAB5D68-43CB-4FEA-8289-50318E2E19E4}" destId="{9DE767AE-536D-418C-AF10-2C2B81C93518}" srcOrd="1" destOrd="0" parTransId="{8F533D26-380A-491A-9C37-1AEA03C7EAB5}" sibTransId="{C7100856-78E4-46D9-856B-72A7F2D891BE}"/>
    <dgm:cxn modelId="{D8E51F55-D162-456F-9365-ECF21AE950CD}" type="presOf" srcId="{1E8AC0AD-4261-46FD-AAC9-1FD82E83CCE5}" destId="{510C779E-9FBF-42A4-A4CB-3E73828740CD}" srcOrd="0" destOrd="3" presId="urn:microsoft.com/office/officeart/2005/8/layout/default"/>
    <dgm:cxn modelId="{9CD4D77E-6AC3-4873-8C1E-9A17E22509BC}" srcId="{EAAB5D68-43CB-4FEA-8289-50318E2E19E4}" destId="{605FABCD-FB66-4B30-8E5C-CF944B57B5D3}" srcOrd="3" destOrd="0" parTransId="{E79421EC-8573-4015-B832-1A729142EEEF}" sibTransId="{01B553FA-6595-4764-B4C7-756B333D62CD}"/>
    <dgm:cxn modelId="{FBF2AD8C-58A3-47DA-B37C-019D1FDC8D39}" type="presOf" srcId="{EAAB5D68-43CB-4FEA-8289-50318E2E19E4}" destId="{510C779E-9FBF-42A4-A4CB-3E73828740CD}" srcOrd="0" destOrd="0" presId="urn:microsoft.com/office/officeart/2005/8/layout/default"/>
    <dgm:cxn modelId="{F62BA5A6-D49B-4301-A923-7CD255DD9192}" type="presOf" srcId="{F1F71517-BF2E-43BF-9C27-371B62FB685C}" destId="{510C779E-9FBF-42A4-A4CB-3E73828740CD}" srcOrd="0" destOrd="5" presId="urn:microsoft.com/office/officeart/2005/8/layout/default"/>
    <dgm:cxn modelId="{F151DDB4-B2C8-46A2-9E5F-B4BACE9639D9}" srcId="{EAAB5D68-43CB-4FEA-8289-50318E2E19E4}" destId="{0FB57FAD-2BCB-4EAB-8D97-047FC67564F5}" srcOrd="5" destOrd="0" parTransId="{C5CEF699-9F05-472B-A987-63A820365B26}" sibTransId="{CE3F3907-0BB9-4670-8300-8D1A091B76AC}"/>
    <dgm:cxn modelId="{0D2546D5-6C84-4CA2-8550-A1FC89DDA3E2}" srcId="{EAAB5D68-43CB-4FEA-8289-50318E2E19E4}" destId="{1E8AC0AD-4261-46FD-AAC9-1FD82E83CCE5}" srcOrd="2" destOrd="0" parTransId="{8457CBB6-68C0-4438-8DFC-428D3814F279}" sibTransId="{D99DEFCD-BAF1-4749-ADE1-40336185083D}"/>
    <dgm:cxn modelId="{47ADA0DF-5FD4-4053-B28B-0F100A067EE0}" type="presOf" srcId="{3CE8CD00-8BA7-4D53-9C97-DE54FB1014DA}" destId="{510C779E-9FBF-42A4-A4CB-3E73828740CD}" srcOrd="0" destOrd="7" presId="urn:microsoft.com/office/officeart/2005/8/layout/default"/>
    <dgm:cxn modelId="{59DF84F9-55F1-4F32-A052-F5C93F2242DD}" type="presOf" srcId="{FF514E2A-411D-4F2A-844A-489382A40D32}" destId="{086159AE-F519-4E46-88AB-94B45F7E9E75}" srcOrd="0" destOrd="0" presId="urn:microsoft.com/office/officeart/2005/8/layout/default"/>
    <dgm:cxn modelId="{DA94D8F9-A6AE-48B2-98FA-B4FB0931CA65}" srcId="{FF514E2A-411D-4F2A-844A-489382A40D32}" destId="{EAAB5D68-43CB-4FEA-8289-50318E2E19E4}" srcOrd="0" destOrd="0" parTransId="{F3313CCF-8802-4783-B6C5-0E02970ADDFB}" sibTransId="{91B25EB5-8286-47C4-9658-0441A75C1288}"/>
    <dgm:cxn modelId="{ED2CA4E2-A2FB-48B9-8C96-79844F650C4E}" type="presParOf" srcId="{086159AE-F519-4E46-88AB-94B45F7E9E75}" destId="{510C779E-9FBF-42A4-A4CB-3E73828740CD}"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A3AC63D-68BC-471A-A85E-0634D97A79F4}"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28835EDA-7F95-4C52-8687-298A2F3C52CD}">
      <dgm:prSet custT="1"/>
      <dgm:spPr/>
      <dgm:t>
        <a:bodyPr/>
        <a:lstStyle/>
        <a:p>
          <a:r>
            <a:rPr lang="en-GB" sz="1600" dirty="0">
              <a:latin typeface="Aptos" panose="020B0004020202020204" pitchFamily="34" charset="0"/>
            </a:rPr>
            <a:t>Do not offer traction for managing back pain with or without sciatica</a:t>
          </a:r>
          <a:endParaRPr lang="en-US" sz="1600" dirty="0">
            <a:latin typeface="Aptos" panose="020B0004020202020204" pitchFamily="34" charset="0"/>
          </a:endParaRPr>
        </a:p>
      </dgm:t>
    </dgm:pt>
    <dgm:pt modelId="{0125E82E-B00E-4CB5-9813-767F3CA4CD69}" type="parTrans" cxnId="{8D2D2DBC-51BB-4705-A881-15603A525C7A}">
      <dgm:prSet/>
      <dgm:spPr/>
      <dgm:t>
        <a:bodyPr/>
        <a:lstStyle/>
        <a:p>
          <a:endParaRPr lang="en-US"/>
        </a:p>
      </dgm:t>
    </dgm:pt>
    <dgm:pt modelId="{79A5FD56-C0AA-41FD-A3E3-7CBABBA1FF3A}" type="sibTrans" cxnId="{8D2D2DBC-51BB-4705-A881-15603A525C7A}">
      <dgm:prSet/>
      <dgm:spPr/>
      <dgm:t>
        <a:bodyPr/>
        <a:lstStyle/>
        <a:p>
          <a:endParaRPr lang="en-US"/>
        </a:p>
      </dgm:t>
    </dgm:pt>
    <dgm:pt modelId="{BAB53A25-41B2-4942-B3D3-E215DB258322}">
      <dgm:prSet custT="1"/>
      <dgm:spPr/>
      <dgm:t>
        <a:bodyPr/>
        <a:lstStyle/>
        <a:p>
          <a:r>
            <a:rPr lang="en-GB" sz="1600" dirty="0">
              <a:highlight>
                <a:srgbClr val="00FF00"/>
              </a:highlight>
              <a:latin typeface="Aptos" panose="020B0004020202020204" pitchFamily="34" charset="0"/>
            </a:rPr>
            <a:t>Consider manual therapy (spinal manipulation, mobilisation or soft tissue techniques such as massage) as part of treatment package including exercises with or without psychological therapy</a:t>
          </a:r>
          <a:endParaRPr lang="en-US" sz="1600" dirty="0">
            <a:highlight>
              <a:srgbClr val="00FF00"/>
            </a:highlight>
            <a:latin typeface="Aptos" panose="020B0004020202020204" pitchFamily="34" charset="0"/>
          </a:endParaRPr>
        </a:p>
      </dgm:t>
    </dgm:pt>
    <dgm:pt modelId="{FE3ED38D-F497-4F28-9677-85739904366C}" type="parTrans" cxnId="{61D74045-19D0-4A82-9DD4-756D1FA0D1C8}">
      <dgm:prSet/>
      <dgm:spPr/>
      <dgm:t>
        <a:bodyPr/>
        <a:lstStyle/>
        <a:p>
          <a:endParaRPr lang="en-US"/>
        </a:p>
      </dgm:t>
    </dgm:pt>
    <dgm:pt modelId="{BF8F8CBB-03C3-4712-81DC-38A6339797DF}" type="sibTrans" cxnId="{61D74045-19D0-4A82-9DD4-756D1FA0D1C8}">
      <dgm:prSet/>
      <dgm:spPr/>
      <dgm:t>
        <a:bodyPr/>
        <a:lstStyle/>
        <a:p>
          <a:endParaRPr lang="en-US"/>
        </a:p>
      </dgm:t>
    </dgm:pt>
    <dgm:pt modelId="{2D3115D5-0551-424E-BC13-4B4C808BBB78}" type="pres">
      <dgm:prSet presAssocID="{4A3AC63D-68BC-471A-A85E-0634D97A79F4}" presName="vert0" presStyleCnt="0">
        <dgm:presLayoutVars>
          <dgm:dir/>
          <dgm:animOne val="branch"/>
          <dgm:animLvl val="lvl"/>
        </dgm:presLayoutVars>
      </dgm:prSet>
      <dgm:spPr/>
    </dgm:pt>
    <dgm:pt modelId="{EB95F3AD-40C9-42CA-93EF-608BDDE07893}" type="pres">
      <dgm:prSet presAssocID="{28835EDA-7F95-4C52-8687-298A2F3C52CD}" presName="thickLine" presStyleLbl="alignNode1" presStyleIdx="0" presStyleCnt="2"/>
      <dgm:spPr/>
    </dgm:pt>
    <dgm:pt modelId="{376AD931-6214-4261-BA98-30E1AC407366}" type="pres">
      <dgm:prSet presAssocID="{28835EDA-7F95-4C52-8687-298A2F3C52CD}" presName="horz1" presStyleCnt="0"/>
      <dgm:spPr/>
    </dgm:pt>
    <dgm:pt modelId="{850322B3-53D5-4604-9D69-DC4901720743}" type="pres">
      <dgm:prSet presAssocID="{28835EDA-7F95-4C52-8687-298A2F3C52CD}" presName="tx1" presStyleLbl="revTx" presStyleIdx="0" presStyleCnt="2" custScaleY="38182"/>
      <dgm:spPr/>
    </dgm:pt>
    <dgm:pt modelId="{557FD90B-9233-412F-A2B9-1879E16453DE}" type="pres">
      <dgm:prSet presAssocID="{28835EDA-7F95-4C52-8687-298A2F3C52CD}" presName="vert1" presStyleCnt="0"/>
      <dgm:spPr/>
    </dgm:pt>
    <dgm:pt modelId="{96A63369-946E-4697-85B2-F267F81BD4D9}" type="pres">
      <dgm:prSet presAssocID="{BAB53A25-41B2-4942-B3D3-E215DB258322}" presName="thickLine" presStyleLbl="alignNode1" presStyleIdx="1" presStyleCnt="2"/>
      <dgm:spPr/>
    </dgm:pt>
    <dgm:pt modelId="{FB978ED3-6BC8-4D4F-BC87-CFB899F7AD34}" type="pres">
      <dgm:prSet presAssocID="{BAB53A25-41B2-4942-B3D3-E215DB258322}" presName="horz1" presStyleCnt="0"/>
      <dgm:spPr/>
    </dgm:pt>
    <dgm:pt modelId="{70899F71-0EA9-4C54-99AD-9D90598A3639}" type="pres">
      <dgm:prSet presAssocID="{BAB53A25-41B2-4942-B3D3-E215DB258322}" presName="tx1" presStyleLbl="revTx" presStyleIdx="1" presStyleCnt="2"/>
      <dgm:spPr/>
    </dgm:pt>
    <dgm:pt modelId="{C383A878-79BB-45C5-AA5C-3CF4DC458CD3}" type="pres">
      <dgm:prSet presAssocID="{BAB53A25-41B2-4942-B3D3-E215DB258322}" presName="vert1" presStyleCnt="0"/>
      <dgm:spPr/>
    </dgm:pt>
  </dgm:ptLst>
  <dgm:cxnLst>
    <dgm:cxn modelId="{D2559A0A-BB17-4DF1-8907-6E6FD923E8F5}" type="presOf" srcId="{28835EDA-7F95-4C52-8687-298A2F3C52CD}" destId="{850322B3-53D5-4604-9D69-DC4901720743}" srcOrd="0" destOrd="0" presId="urn:microsoft.com/office/officeart/2008/layout/LinedList"/>
    <dgm:cxn modelId="{61D74045-19D0-4A82-9DD4-756D1FA0D1C8}" srcId="{4A3AC63D-68BC-471A-A85E-0634D97A79F4}" destId="{BAB53A25-41B2-4942-B3D3-E215DB258322}" srcOrd="1" destOrd="0" parTransId="{FE3ED38D-F497-4F28-9677-85739904366C}" sibTransId="{BF8F8CBB-03C3-4712-81DC-38A6339797DF}"/>
    <dgm:cxn modelId="{8B0E68B6-9528-4148-A82F-BDD5827F56F2}" type="presOf" srcId="{4A3AC63D-68BC-471A-A85E-0634D97A79F4}" destId="{2D3115D5-0551-424E-BC13-4B4C808BBB78}" srcOrd="0" destOrd="0" presId="urn:microsoft.com/office/officeart/2008/layout/LinedList"/>
    <dgm:cxn modelId="{8D2D2DBC-51BB-4705-A881-15603A525C7A}" srcId="{4A3AC63D-68BC-471A-A85E-0634D97A79F4}" destId="{28835EDA-7F95-4C52-8687-298A2F3C52CD}" srcOrd="0" destOrd="0" parTransId="{0125E82E-B00E-4CB5-9813-767F3CA4CD69}" sibTransId="{79A5FD56-C0AA-41FD-A3E3-7CBABBA1FF3A}"/>
    <dgm:cxn modelId="{7F2F02BE-2E51-4A25-A720-85671D66D46C}" type="presOf" srcId="{BAB53A25-41B2-4942-B3D3-E215DB258322}" destId="{70899F71-0EA9-4C54-99AD-9D90598A3639}" srcOrd="0" destOrd="0" presId="urn:microsoft.com/office/officeart/2008/layout/LinedList"/>
    <dgm:cxn modelId="{30C126AA-25C7-4D7B-9E7C-AFF70C84B8E9}" type="presParOf" srcId="{2D3115D5-0551-424E-BC13-4B4C808BBB78}" destId="{EB95F3AD-40C9-42CA-93EF-608BDDE07893}" srcOrd="0" destOrd="0" presId="urn:microsoft.com/office/officeart/2008/layout/LinedList"/>
    <dgm:cxn modelId="{529BDC93-8357-456F-99A6-13DAD4025DF0}" type="presParOf" srcId="{2D3115D5-0551-424E-BC13-4B4C808BBB78}" destId="{376AD931-6214-4261-BA98-30E1AC407366}" srcOrd="1" destOrd="0" presId="urn:microsoft.com/office/officeart/2008/layout/LinedList"/>
    <dgm:cxn modelId="{142EB3FA-679D-47AF-A69B-F5373479CA34}" type="presParOf" srcId="{376AD931-6214-4261-BA98-30E1AC407366}" destId="{850322B3-53D5-4604-9D69-DC4901720743}" srcOrd="0" destOrd="0" presId="urn:microsoft.com/office/officeart/2008/layout/LinedList"/>
    <dgm:cxn modelId="{6FA6EF8E-B41B-49C3-B4F0-AA41224076F8}" type="presParOf" srcId="{376AD931-6214-4261-BA98-30E1AC407366}" destId="{557FD90B-9233-412F-A2B9-1879E16453DE}" srcOrd="1" destOrd="0" presId="urn:microsoft.com/office/officeart/2008/layout/LinedList"/>
    <dgm:cxn modelId="{81F4CF0B-FA9D-4B7E-96FA-57BAEDBFD8DE}" type="presParOf" srcId="{2D3115D5-0551-424E-BC13-4B4C808BBB78}" destId="{96A63369-946E-4697-85B2-F267F81BD4D9}" srcOrd="2" destOrd="0" presId="urn:microsoft.com/office/officeart/2008/layout/LinedList"/>
    <dgm:cxn modelId="{C571E647-41A4-4BF2-8681-7D31C0E8C71B}" type="presParOf" srcId="{2D3115D5-0551-424E-BC13-4B4C808BBB78}" destId="{FB978ED3-6BC8-4D4F-BC87-CFB899F7AD34}" srcOrd="3" destOrd="0" presId="urn:microsoft.com/office/officeart/2008/layout/LinedList"/>
    <dgm:cxn modelId="{E8C6C4F9-325F-41F6-B59E-55191276382E}" type="presParOf" srcId="{FB978ED3-6BC8-4D4F-BC87-CFB899F7AD34}" destId="{70899F71-0EA9-4C54-99AD-9D90598A3639}" srcOrd="0" destOrd="0" presId="urn:microsoft.com/office/officeart/2008/layout/LinedList"/>
    <dgm:cxn modelId="{489A2ACB-E08F-4EE1-9B4C-0A362A55AD3A}" type="presParOf" srcId="{FB978ED3-6BC8-4D4F-BC87-CFB899F7AD34}" destId="{C383A878-79BB-45C5-AA5C-3CF4DC458CD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BCA9C4-96AC-4BAA-BB14-B20438A8843B}">
      <dsp:nvSpPr>
        <dsp:cNvPr id="0" name=""/>
        <dsp:cNvSpPr/>
      </dsp:nvSpPr>
      <dsp:spPr>
        <a:xfrm>
          <a:off x="1881" y="0"/>
          <a:ext cx="1924331" cy="4708014"/>
        </a:xfrm>
        <a:prstGeom prst="homePlate">
          <a:avLst>
            <a:gd name="adj" fmla="val 2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886" tIns="71120" rIns="271545" bIns="71120" numCol="1" spcCol="1270" anchor="t" anchorCtr="0">
          <a:noAutofit/>
        </a:bodyPr>
        <a:lstStyle/>
        <a:p>
          <a:pPr marL="0" lvl="0" indent="0" algn="l" defTabSz="1244600">
            <a:lnSpc>
              <a:spcPct val="90000"/>
            </a:lnSpc>
            <a:spcBef>
              <a:spcPct val="0"/>
            </a:spcBef>
            <a:spcAft>
              <a:spcPct val="35000"/>
            </a:spcAft>
            <a:buNone/>
          </a:pPr>
          <a:r>
            <a:rPr lang="en-US" sz="2800" b="0" i="0" kern="1200" baseline="0" dirty="0"/>
            <a:t>MSK Global:</a:t>
          </a:r>
          <a:endParaRPr lang="en-US" sz="2800" kern="1200" dirty="0"/>
        </a:p>
        <a:p>
          <a:pPr marL="114300" lvl="1" indent="-114300" algn="l" defTabSz="622300">
            <a:lnSpc>
              <a:spcPct val="90000"/>
            </a:lnSpc>
            <a:spcBef>
              <a:spcPct val="0"/>
            </a:spcBef>
            <a:spcAft>
              <a:spcPct val="15000"/>
            </a:spcAft>
            <a:buChar char="•"/>
          </a:pPr>
          <a:r>
            <a:rPr lang="en-US" sz="1400" b="0" i="0" kern="1200" baseline="0" dirty="0"/>
            <a:t>One of the top reasons why patients seek medical care </a:t>
          </a:r>
          <a:endParaRPr lang="en-US" sz="1400" kern="1200" dirty="0"/>
        </a:p>
        <a:p>
          <a:pPr marL="114300" lvl="1" indent="-114300" algn="l" defTabSz="622300">
            <a:lnSpc>
              <a:spcPct val="90000"/>
            </a:lnSpc>
            <a:spcBef>
              <a:spcPct val="0"/>
            </a:spcBef>
            <a:spcAft>
              <a:spcPct val="15000"/>
            </a:spcAft>
            <a:buChar char="•"/>
          </a:pPr>
          <a:endParaRPr lang="en-US" sz="1400" kern="1200" dirty="0"/>
        </a:p>
        <a:p>
          <a:pPr marL="114300" lvl="1" indent="-114300" algn="l" defTabSz="622300">
            <a:lnSpc>
              <a:spcPct val="90000"/>
            </a:lnSpc>
            <a:spcBef>
              <a:spcPct val="0"/>
            </a:spcBef>
            <a:spcAft>
              <a:spcPct val="15000"/>
            </a:spcAft>
            <a:buChar char="•"/>
          </a:pPr>
          <a:r>
            <a:rPr lang="en-US" sz="1400" b="0" i="0" kern="1200" baseline="0" dirty="0"/>
            <a:t>LBP is Responsible for more disability than any other Musculoskeletal (MSK) condition</a:t>
          </a:r>
          <a:endParaRPr lang="en-US" sz="1400" kern="1200" dirty="0"/>
        </a:p>
      </dsp:txBody>
      <dsp:txXfrm>
        <a:off x="1881" y="0"/>
        <a:ext cx="1683790" cy="47080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1E8590-25BF-4277-ADE7-A2DDB4B0BDB6}">
      <dsp:nvSpPr>
        <dsp:cNvPr id="0" name=""/>
        <dsp:cNvSpPr/>
      </dsp:nvSpPr>
      <dsp:spPr>
        <a:xfrm>
          <a:off x="9604" y="1073719"/>
          <a:ext cx="2870689" cy="2045366"/>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Pain is defined by the </a:t>
          </a:r>
          <a:r>
            <a:rPr lang="en-US" sz="1400" i="1" kern="1200" dirty="0"/>
            <a:t>International Association for the Study of Pain</a:t>
          </a:r>
          <a:r>
            <a:rPr lang="en-US" sz="1400" kern="1200" dirty="0"/>
            <a:t> as “an unpleasant sensory and emotional experience associated with a real or potential tissue injury or described regarding damage</a:t>
          </a:r>
        </a:p>
      </dsp:txBody>
      <dsp:txXfrm>
        <a:off x="69511" y="1133626"/>
        <a:ext cx="2750875" cy="1925552"/>
      </dsp:txXfrm>
    </dsp:sp>
    <dsp:sp modelId="{DE9514F5-59FE-4CFF-AFEB-EA706C228068}">
      <dsp:nvSpPr>
        <dsp:cNvPr id="0" name=""/>
        <dsp:cNvSpPr/>
      </dsp:nvSpPr>
      <dsp:spPr>
        <a:xfrm>
          <a:off x="3167362" y="1740437"/>
          <a:ext cx="608586" cy="711930"/>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3167362" y="1882823"/>
        <a:ext cx="426010" cy="427158"/>
      </dsp:txXfrm>
    </dsp:sp>
    <dsp:sp modelId="{DD217987-9E7A-461B-AB66-EFBF9200188B}">
      <dsp:nvSpPr>
        <dsp:cNvPr id="0" name=""/>
        <dsp:cNvSpPr/>
      </dsp:nvSpPr>
      <dsp:spPr>
        <a:xfrm>
          <a:off x="4028569" y="1073719"/>
          <a:ext cx="2870689" cy="2045366"/>
        </a:xfrm>
        <a:prstGeom prst="roundRect">
          <a:avLst>
            <a:gd name="adj" fmla="val 10000"/>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mn-lt"/>
            </a:rPr>
            <a:t>Pain pathways are complex, dynamic, sensory, cognitive, and </a:t>
          </a:r>
          <a:r>
            <a:rPr lang="en-US" sz="1400" kern="1200" dirty="0" err="1">
              <a:latin typeface="+mn-lt"/>
            </a:rPr>
            <a:t>behavioural</a:t>
          </a:r>
          <a:r>
            <a:rPr lang="en-US" sz="1400" kern="1200" dirty="0">
              <a:latin typeface="+mn-lt"/>
            </a:rPr>
            <a:t> systems that evolved to </a:t>
          </a:r>
          <a:r>
            <a:rPr lang="en-US" sz="1400" kern="1200" dirty="0" err="1">
              <a:latin typeface="+mn-lt"/>
            </a:rPr>
            <a:t>recognise</a:t>
          </a:r>
          <a:r>
            <a:rPr lang="en-US" sz="1400" kern="1200" dirty="0">
              <a:latin typeface="+mn-lt"/>
            </a:rPr>
            <a:t>, integrate, and coordinate a protective reaction to noxious stimuli, involving primitive spinal responses and the complex emotional responses humans consciously experience as pain</a:t>
          </a:r>
        </a:p>
      </dsp:txBody>
      <dsp:txXfrm>
        <a:off x="4088476" y="1133626"/>
        <a:ext cx="2750875" cy="1925552"/>
      </dsp:txXfrm>
    </dsp:sp>
    <dsp:sp modelId="{CDC93F4E-F224-4B90-B90D-EBB568B80F1F}">
      <dsp:nvSpPr>
        <dsp:cNvPr id="0" name=""/>
        <dsp:cNvSpPr/>
      </dsp:nvSpPr>
      <dsp:spPr>
        <a:xfrm>
          <a:off x="7186328" y="1740437"/>
          <a:ext cx="608586" cy="711930"/>
        </a:xfrm>
        <a:prstGeom prst="rightArrow">
          <a:avLst>
            <a:gd name="adj1" fmla="val 60000"/>
            <a:gd name="adj2" fmla="val 50000"/>
          </a:avLst>
        </a:prstGeom>
        <a:solidFill>
          <a:schemeClr val="accent5">
            <a:hueOff val="-12152150"/>
            <a:satOff val="-826"/>
            <a:lumOff val="196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7186328" y="1882823"/>
        <a:ext cx="426010" cy="427158"/>
      </dsp:txXfrm>
    </dsp:sp>
    <dsp:sp modelId="{CA0D91DF-9E00-429E-8CB2-D505BC1671B7}">
      <dsp:nvSpPr>
        <dsp:cNvPr id="0" name=""/>
        <dsp:cNvSpPr/>
      </dsp:nvSpPr>
      <dsp:spPr>
        <a:xfrm>
          <a:off x="8047535" y="1073719"/>
          <a:ext cx="2870689" cy="2045366"/>
        </a:xfrm>
        <a:prstGeom prst="roundRect">
          <a:avLst>
            <a:gd name="adj" fmla="val 1000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t>Several structures of the Central Nervous System (CNS) compose pain pathways: the spinal cord, thalamus, amygdala, hypothalamus, periaqueductal grey (PAG) matter, basal ganglia, the insular, cingulate cortex, sensory and motor cortices </a:t>
          </a:r>
          <a:endParaRPr lang="en-US" sz="1400" kern="1200" dirty="0"/>
        </a:p>
      </dsp:txBody>
      <dsp:txXfrm>
        <a:off x="8107442" y="1133626"/>
        <a:ext cx="2750875" cy="19255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93C454-9D84-47AB-9734-DC099E3A0598}">
      <dsp:nvSpPr>
        <dsp:cNvPr id="0" name=""/>
        <dsp:cNvSpPr/>
      </dsp:nvSpPr>
      <dsp:spPr>
        <a:xfrm>
          <a:off x="0" y="237909"/>
          <a:ext cx="3457437" cy="5560665"/>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l" defTabSz="933450">
            <a:lnSpc>
              <a:spcPct val="90000"/>
            </a:lnSpc>
            <a:spcBef>
              <a:spcPct val="0"/>
            </a:spcBef>
            <a:spcAft>
              <a:spcPct val="35000"/>
            </a:spcAft>
            <a:buNone/>
          </a:pPr>
          <a:r>
            <a:rPr lang="en-US" sz="2100" b="0" i="0" kern="1200" baseline="0"/>
            <a:t>Inflammatory back pain</a:t>
          </a:r>
          <a:endParaRPr lang="en-US" sz="2100" kern="1200"/>
        </a:p>
        <a:p>
          <a:pPr marL="171450" lvl="1" indent="-171450" algn="l" defTabSz="711200">
            <a:lnSpc>
              <a:spcPct val="90000"/>
            </a:lnSpc>
            <a:spcBef>
              <a:spcPct val="0"/>
            </a:spcBef>
            <a:spcAft>
              <a:spcPct val="15000"/>
            </a:spcAft>
            <a:buChar char="•"/>
          </a:pPr>
          <a:r>
            <a:rPr lang="en-US" sz="1600" b="0" i="0" kern="1200" baseline="0" dirty="0"/>
            <a:t>Is a chronic back pain (≥3 months) caused by inflammation in the spine and  </a:t>
          </a:r>
          <a:r>
            <a:rPr lang="en-US" sz="1600" b="0" i="0" kern="1200" baseline="0" dirty="0" err="1"/>
            <a:t>sacro</a:t>
          </a:r>
          <a:r>
            <a:rPr lang="en-US" sz="1600" b="0" i="0" kern="1200" baseline="0" dirty="0"/>
            <a:t>-iliac joints with </a:t>
          </a:r>
          <a:r>
            <a:rPr lang="en-US" sz="1600" b="1" i="0" kern="1200" baseline="0" dirty="0"/>
            <a:t>insidious onset</a:t>
          </a:r>
          <a:r>
            <a:rPr lang="en-US" sz="1600" b="0" i="0" kern="1200" baseline="0" dirty="0"/>
            <a:t>, </a:t>
          </a:r>
          <a:r>
            <a:rPr lang="en-US" sz="1600" b="1" i="0" kern="1200" baseline="0" dirty="0"/>
            <a:t>morning stiffness</a:t>
          </a:r>
          <a:r>
            <a:rPr lang="en-US" sz="1600" b="0" i="0" kern="1200" baseline="0" dirty="0"/>
            <a:t>, and </a:t>
          </a:r>
          <a:r>
            <a:rPr lang="en-US" sz="1600" b="1" i="0" kern="1200" baseline="0" dirty="0"/>
            <a:t>improvement with exercise but not with rest</a:t>
          </a:r>
          <a:r>
            <a:rPr lang="en-US" sz="1600" b="0" i="0" kern="1200" baseline="0" dirty="0"/>
            <a:t>, often beginning before age 45 and associated with inflammatory markers or HLA-B27 positivity</a:t>
          </a:r>
          <a:endParaRPr lang="en-US" sz="1600" kern="1200" dirty="0"/>
        </a:p>
      </dsp:txBody>
      <dsp:txXfrm>
        <a:off x="506330" y="1052250"/>
        <a:ext cx="2444777" cy="393198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BA6CBF-898E-4376-9F9B-F697BB85146B}">
      <dsp:nvSpPr>
        <dsp:cNvPr id="0" name=""/>
        <dsp:cNvSpPr/>
      </dsp:nvSpPr>
      <dsp:spPr>
        <a:xfrm>
          <a:off x="0" y="1582"/>
          <a:ext cx="1920856" cy="76126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1" kern="1200"/>
            <a:t>Communicating Risks &amp; Benefits</a:t>
          </a:r>
          <a:endParaRPr lang="en-US" sz="1200" kern="1200"/>
        </a:p>
      </dsp:txBody>
      <dsp:txXfrm>
        <a:off x="37162" y="38744"/>
        <a:ext cx="1846532" cy="686938"/>
      </dsp:txXfrm>
    </dsp:sp>
    <dsp:sp modelId="{4C94A410-132A-43C4-BB90-569D14AC00A8}">
      <dsp:nvSpPr>
        <dsp:cNvPr id="0" name=""/>
        <dsp:cNvSpPr/>
      </dsp:nvSpPr>
      <dsp:spPr>
        <a:xfrm>
          <a:off x="0" y="800908"/>
          <a:ext cx="1920856" cy="76126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kern="1200" dirty="0"/>
            <a:t>Personalize risk information based on what matters to the person.</a:t>
          </a:r>
        </a:p>
      </dsp:txBody>
      <dsp:txXfrm>
        <a:off x="37162" y="838070"/>
        <a:ext cx="1846532" cy="686938"/>
      </dsp:txXfrm>
    </dsp:sp>
    <dsp:sp modelId="{1533FF6B-0493-4811-B9EB-DD8F18CB2FAC}">
      <dsp:nvSpPr>
        <dsp:cNvPr id="0" name=""/>
        <dsp:cNvSpPr/>
      </dsp:nvSpPr>
      <dsp:spPr>
        <a:xfrm>
          <a:off x="0" y="1600233"/>
          <a:ext cx="1920856" cy="76126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kern="1200"/>
            <a:t>Use </a:t>
          </a:r>
          <a:r>
            <a:rPr lang="en-US" sz="1200" b="1" kern="1200"/>
            <a:t>clear, numerical data</a:t>
          </a:r>
          <a:r>
            <a:rPr lang="en-US" sz="1200" kern="1200"/>
            <a:t> with visual aids (e.g., icon arrays, pictographs).</a:t>
          </a:r>
        </a:p>
      </dsp:txBody>
      <dsp:txXfrm>
        <a:off x="37162" y="1637395"/>
        <a:ext cx="1846532" cy="686938"/>
      </dsp:txXfrm>
    </dsp:sp>
    <dsp:sp modelId="{2D2F48F4-24A8-44B4-8EC7-430A6F423626}">
      <dsp:nvSpPr>
        <dsp:cNvPr id="0" name=""/>
        <dsp:cNvSpPr/>
      </dsp:nvSpPr>
      <dsp:spPr>
        <a:xfrm rot="5400000">
          <a:off x="3323779" y="1072762"/>
          <a:ext cx="609009" cy="3414855"/>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en-US" sz="1000" b="1" kern="1200"/>
            <a:t>Absolute risks</a:t>
          </a:r>
          <a:r>
            <a:rPr lang="en-US" sz="1000" kern="1200"/>
            <a:t> (“1 in 1,000 to 2 in 1,000”)</a:t>
          </a:r>
        </a:p>
        <a:p>
          <a:pPr marL="57150" lvl="1" indent="-57150" algn="l" defTabSz="444500">
            <a:lnSpc>
              <a:spcPct val="90000"/>
            </a:lnSpc>
            <a:spcBef>
              <a:spcPct val="0"/>
            </a:spcBef>
            <a:spcAft>
              <a:spcPct val="15000"/>
            </a:spcAft>
            <a:buChar char="•"/>
          </a:pPr>
          <a:r>
            <a:rPr lang="en-US" sz="1000" b="1" kern="1200"/>
            <a:t>Natural frequencies</a:t>
          </a:r>
          <a:r>
            <a:rPr lang="en-US" sz="1000" kern="1200"/>
            <a:t> (10 in 100 instead of 10%)</a:t>
          </a:r>
        </a:p>
        <a:p>
          <a:pPr marL="57150" lvl="1" indent="-57150" algn="l" defTabSz="444500">
            <a:lnSpc>
              <a:spcPct val="90000"/>
            </a:lnSpc>
            <a:spcBef>
              <a:spcPct val="0"/>
            </a:spcBef>
            <a:spcAft>
              <a:spcPct val="15000"/>
            </a:spcAft>
            <a:buChar char="•"/>
          </a:pPr>
          <a:r>
            <a:rPr lang="en-US" sz="1000" b="1" kern="1200"/>
            <a:t>Positive and negative framing</a:t>
          </a:r>
          <a:r>
            <a:rPr lang="en-US" sz="1000" kern="1200"/>
            <a:t> (“97 succeed, 3 fail”)</a:t>
          </a:r>
        </a:p>
      </dsp:txBody>
      <dsp:txXfrm rot="-5400000">
        <a:off x="1920857" y="2505414"/>
        <a:ext cx="3385126" cy="549551"/>
      </dsp:txXfrm>
    </dsp:sp>
    <dsp:sp modelId="{E7FB4408-E422-4366-9D7E-2D9FCEF2B76E}">
      <dsp:nvSpPr>
        <dsp:cNvPr id="0" name=""/>
        <dsp:cNvSpPr/>
      </dsp:nvSpPr>
      <dsp:spPr>
        <a:xfrm>
          <a:off x="0" y="2399558"/>
          <a:ext cx="1920856" cy="76126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kern="1200"/>
            <a:t>Communicate using:</a:t>
          </a:r>
        </a:p>
      </dsp:txBody>
      <dsp:txXfrm>
        <a:off x="37162" y="2436720"/>
        <a:ext cx="1846532" cy="68693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374E8D-1B51-4104-96E8-8DB529D78040}">
      <dsp:nvSpPr>
        <dsp:cNvPr id="0" name=""/>
        <dsp:cNvSpPr/>
      </dsp:nvSpPr>
      <dsp:spPr>
        <a:xfrm>
          <a:off x="0" y="0"/>
          <a:ext cx="8087256"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8E8BE4-A908-4111-B3A2-DEF6D48A3657}">
      <dsp:nvSpPr>
        <dsp:cNvPr id="0" name=""/>
        <dsp:cNvSpPr/>
      </dsp:nvSpPr>
      <dsp:spPr>
        <a:xfrm>
          <a:off x="0" y="0"/>
          <a:ext cx="1617451" cy="4510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b="0" i="0" kern="1200" baseline="0"/>
            <a:t>Next steps for management</a:t>
          </a:r>
          <a:endParaRPr lang="en-US" sz="2000" kern="1200"/>
        </a:p>
      </dsp:txBody>
      <dsp:txXfrm>
        <a:off x="0" y="0"/>
        <a:ext cx="1617451" cy="4510779"/>
      </dsp:txXfrm>
    </dsp:sp>
    <dsp:sp modelId="{43745A87-1FEF-42D1-81F5-F07C806C7C70}">
      <dsp:nvSpPr>
        <dsp:cNvPr id="0" name=""/>
        <dsp:cNvSpPr/>
      </dsp:nvSpPr>
      <dsp:spPr>
        <a:xfrm>
          <a:off x="1738760" y="23732"/>
          <a:ext cx="6348495" cy="474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GB" sz="1200" b="0" i="0" kern="1200" baseline="0"/>
            <a:t>Are you clear on your diagnosis?</a:t>
          </a:r>
          <a:endParaRPr lang="en-US" sz="1200" kern="1200"/>
        </a:p>
      </dsp:txBody>
      <dsp:txXfrm>
        <a:off x="1738760" y="23732"/>
        <a:ext cx="6348495" cy="474644"/>
      </dsp:txXfrm>
    </dsp:sp>
    <dsp:sp modelId="{E0BBA8DA-CF24-436D-A27B-D66AE5583741}">
      <dsp:nvSpPr>
        <dsp:cNvPr id="0" name=""/>
        <dsp:cNvSpPr/>
      </dsp:nvSpPr>
      <dsp:spPr>
        <a:xfrm>
          <a:off x="1617451" y="498377"/>
          <a:ext cx="6469804"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49BB356-C85B-46F0-A5B7-0311B09A64CF}">
      <dsp:nvSpPr>
        <dsp:cNvPr id="0" name=""/>
        <dsp:cNvSpPr/>
      </dsp:nvSpPr>
      <dsp:spPr>
        <a:xfrm>
          <a:off x="1738760" y="522109"/>
          <a:ext cx="6348495" cy="474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GB" sz="1200" b="0" i="0" kern="1200" baseline="0"/>
            <a:t>Are further investigations necessary?</a:t>
          </a:r>
          <a:endParaRPr lang="en-US" sz="1200" kern="1200"/>
        </a:p>
      </dsp:txBody>
      <dsp:txXfrm>
        <a:off x="1738760" y="522109"/>
        <a:ext cx="6348495" cy="474644"/>
      </dsp:txXfrm>
    </dsp:sp>
    <dsp:sp modelId="{511C5433-6B14-4D6F-A866-C09DCB146D41}">
      <dsp:nvSpPr>
        <dsp:cNvPr id="0" name=""/>
        <dsp:cNvSpPr/>
      </dsp:nvSpPr>
      <dsp:spPr>
        <a:xfrm>
          <a:off x="1617451" y="996754"/>
          <a:ext cx="6469804"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A9F3EB9-BDC5-4284-A45E-E4C39CBCF4EF}">
      <dsp:nvSpPr>
        <dsp:cNvPr id="0" name=""/>
        <dsp:cNvSpPr/>
      </dsp:nvSpPr>
      <dsp:spPr>
        <a:xfrm>
          <a:off x="1738760" y="1020486"/>
          <a:ext cx="6348495" cy="474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GB" sz="1200" b="0" i="0" kern="1200" baseline="0"/>
            <a:t>Is analgesia required?</a:t>
          </a:r>
          <a:endParaRPr lang="en-US" sz="1200" kern="1200"/>
        </a:p>
      </dsp:txBody>
      <dsp:txXfrm>
        <a:off x="1738760" y="1020486"/>
        <a:ext cx="6348495" cy="474644"/>
      </dsp:txXfrm>
    </dsp:sp>
    <dsp:sp modelId="{F8BF7263-D304-4D67-A6F5-7CD57CD76EF4}">
      <dsp:nvSpPr>
        <dsp:cNvPr id="0" name=""/>
        <dsp:cNvSpPr/>
      </dsp:nvSpPr>
      <dsp:spPr>
        <a:xfrm>
          <a:off x="1617451" y="1495131"/>
          <a:ext cx="6469804"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8EDEAD5-C67E-48C7-8447-336E77C73773}">
      <dsp:nvSpPr>
        <dsp:cNvPr id="0" name=""/>
        <dsp:cNvSpPr/>
      </dsp:nvSpPr>
      <dsp:spPr>
        <a:xfrm>
          <a:off x="1738760" y="1518863"/>
          <a:ext cx="6348495" cy="474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GB" sz="1200" b="0" i="0" kern="1200" baseline="0" dirty="0"/>
            <a:t>Given the patient adequate advice including signposting to further information?</a:t>
          </a:r>
          <a:endParaRPr lang="en-US" sz="1200" kern="1200" dirty="0"/>
        </a:p>
      </dsp:txBody>
      <dsp:txXfrm>
        <a:off x="1738760" y="1518863"/>
        <a:ext cx="6348495" cy="474644"/>
      </dsp:txXfrm>
    </dsp:sp>
    <dsp:sp modelId="{E870292A-0B5F-49F6-82D6-2E092A9B2AAB}">
      <dsp:nvSpPr>
        <dsp:cNvPr id="0" name=""/>
        <dsp:cNvSpPr/>
      </dsp:nvSpPr>
      <dsp:spPr>
        <a:xfrm>
          <a:off x="1617451" y="1993508"/>
          <a:ext cx="6469804"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CDE551C-D01D-4FC8-9588-7C1DB2E1E243}">
      <dsp:nvSpPr>
        <dsp:cNvPr id="0" name=""/>
        <dsp:cNvSpPr/>
      </dsp:nvSpPr>
      <dsp:spPr>
        <a:xfrm>
          <a:off x="1738760" y="2017241"/>
          <a:ext cx="6348495" cy="474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GB" sz="1200" b="0" i="0" kern="1200" baseline="0"/>
            <a:t>Are you confident to provide treatment ? If not what local pathways exist for further assessment and management?</a:t>
          </a:r>
          <a:endParaRPr lang="en-US" sz="1200" kern="1200"/>
        </a:p>
      </dsp:txBody>
      <dsp:txXfrm>
        <a:off x="1738760" y="2017241"/>
        <a:ext cx="6348495" cy="474644"/>
      </dsp:txXfrm>
    </dsp:sp>
    <dsp:sp modelId="{39AFA0AD-B258-43A3-8112-4751200EA620}">
      <dsp:nvSpPr>
        <dsp:cNvPr id="0" name=""/>
        <dsp:cNvSpPr/>
      </dsp:nvSpPr>
      <dsp:spPr>
        <a:xfrm>
          <a:off x="1617451" y="2491886"/>
          <a:ext cx="6469804"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B07CE96-5100-4994-A6BC-27156172645A}">
      <dsp:nvSpPr>
        <dsp:cNvPr id="0" name=""/>
        <dsp:cNvSpPr/>
      </dsp:nvSpPr>
      <dsp:spPr>
        <a:xfrm>
          <a:off x="1738760" y="2515618"/>
          <a:ext cx="6348495" cy="474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GB" sz="1200" b="0" i="0" kern="1200" baseline="0"/>
            <a:t>Do guidelines exist to help you with evidence-based management decisions?</a:t>
          </a:r>
          <a:endParaRPr lang="en-US" sz="1200" kern="1200"/>
        </a:p>
      </dsp:txBody>
      <dsp:txXfrm>
        <a:off x="1738760" y="2515618"/>
        <a:ext cx="6348495" cy="474644"/>
      </dsp:txXfrm>
    </dsp:sp>
    <dsp:sp modelId="{95459454-9F5E-4F92-9D9C-BC946CEE70B8}">
      <dsp:nvSpPr>
        <dsp:cNvPr id="0" name=""/>
        <dsp:cNvSpPr/>
      </dsp:nvSpPr>
      <dsp:spPr>
        <a:xfrm>
          <a:off x="1617451" y="2990263"/>
          <a:ext cx="6469804"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05BC107-D3F3-40C8-B16B-A5C3C7B72D75}">
      <dsp:nvSpPr>
        <dsp:cNvPr id="0" name=""/>
        <dsp:cNvSpPr/>
      </dsp:nvSpPr>
      <dsp:spPr>
        <a:xfrm>
          <a:off x="1738760" y="3013995"/>
          <a:ext cx="6348495" cy="474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GB" sz="1200" b="0" i="0" kern="1200" baseline="0"/>
            <a:t>Are shared decision-making tools available to help support patients to make informed decisions about their care (see resources)?</a:t>
          </a:r>
          <a:endParaRPr lang="en-US" sz="1200" kern="1200"/>
        </a:p>
      </dsp:txBody>
      <dsp:txXfrm>
        <a:off x="1738760" y="3013995"/>
        <a:ext cx="6348495" cy="474644"/>
      </dsp:txXfrm>
    </dsp:sp>
    <dsp:sp modelId="{30DC61B7-A08B-419A-A218-2909BED371E7}">
      <dsp:nvSpPr>
        <dsp:cNvPr id="0" name=""/>
        <dsp:cNvSpPr/>
      </dsp:nvSpPr>
      <dsp:spPr>
        <a:xfrm>
          <a:off x="1617451" y="3488640"/>
          <a:ext cx="6469804"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F77946A-EFC2-4AB2-9D8C-23A76E91F362}">
      <dsp:nvSpPr>
        <dsp:cNvPr id="0" name=""/>
        <dsp:cNvSpPr/>
      </dsp:nvSpPr>
      <dsp:spPr>
        <a:xfrm>
          <a:off x="1738760" y="3512372"/>
          <a:ext cx="6348495" cy="474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GB" sz="1200" b="0" i="0" kern="1200" baseline="0"/>
            <a:t>What follow up plans are in place? This is particularly important for patients with who have any red flag symptoms or if you have identified psychosocial barriers to improvement</a:t>
          </a:r>
          <a:endParaRPr lang="en-US" sz="1200" kern="1200"/>
        </a:p>
      </dsp:txBody>
      <dsp:txXfrm>
        <a:off x="1738760" y="3512372"/>
        <a:ext cx="6348495" cy="474644"/>
      </dsp:txXfrm>
    </dsp:sp>
    <dsp:sp modelId="{F02884A0-0F6A-4ADA-9FFC-81E497E585F8}">
      <dsp:nvSpPr>
        <dsp:cNvPr id="0" name=""/>
        <dsp:cNvSpPr/>
      </dsp:nvSpPr>
      <dsp:spPr>
        <a:xfrm>
          <a:off x="1617451" y="3987017"/>
          <a:ext cx="6469804"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DDE826E-C49A-4E0F-81BF-392C446FF682}">
      <dsp:nvSpPr>
        <dsp:cNvPr id="0" name=""/>
        <dsp:cNvSpPr/>
      </dsp:nvSpPr>
      <dsp:spPr>
        <a:xfrm>
          <a:off x="1738760" y="4010749"/>
          <a:ext cx="6348495" cy="474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GB" sz="1200" b="0" i="0" kern="1200" baseline="0"/>
            <a:t>If time off work is required, how can you support rapid return to work? </a:t>
          </a:r>
          <a:endParaRPr lang="en-US" sz="1200" kern="1200"/>
        </a:p>
      </dsp:txBody>
      <dsp:txXfrm>
        <a:off x="1738760" y="4010749"/>
        <a:ext cx="6348495" cy="474644"/>
      </dsp:txXfrm>
    </dsp:sp>
    <dsp:sp modelId="{8D08A95C-5E99-4C4C-989C-B6E7A4AA02F3}">
      <dsp:nvSpPr>
        <dsp:cNvPr id="0" name=""/>
        <dsp:cNvSpPr/>
      </dsp:nvSpPr>
      <dsp:spPr>
        <a:xfrm>
          <a:off x="1617451" y="4485394"/>
          <a:ext cx="6469804"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82435F-F069-42E8-867B-A0C2B588611A}">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43530B-5632-46BB-B5FB-D6F638EE5250}">
      <dsp:nvSpPr>
        <dsp:cNvPr id="0" name=""/>
        <dsp:cNvSpPr/>
      </dsp:nvSpPr>
      <dsp:spPr>
        <a:xfrm>
          <a:off x="219348" y="166556"/>
          <a:ext cx="398815" cy="3988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F61321-5A94-4A64-9C67-971C18A4B4B1}">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711200">
            <a:lnSpc>
              <a:spcPct val="90000"/>
            </a:lnSpc>
            <a:spcBef>
              <a:spcPct val="0"/>
            </a:spcBef>
            <a:spcAft>
              <a:spcPct val="35000"/>
            </a:spcAft>
            <a:buNone/>
          </a:pPr>
          <a:r>
            <a:rPr lang="en-US" sz="1600" kern="1200" dirty="0"/>
            <a:t>Lack of physical activity and prolonged sedentary behavior can exacerbate musculoskeletal pain including spinal pain and disability.</a:t>
          </a:r>
        </a:p>
      </dsp:txBody>
      <dsp:txXfrm>
        <a:off x="837512" y="3404"/>
        <a:ext cx="9678087" cy="725119"/>
      </dsp:txXfrm>
    </dsp:sp>
    <dsp:sp modelId="{B392E915-12FB-4150-847A-85230DBDCCEF}">
      <dsp:nvSpPr>
        <dsp:cNvPr id="0" name=""/>
        <dsp:cNvSpPr/>
      </dsp:nvSpPr>
      <dsp:spPr>
        <a:xfrm>
          <a:off x="0" y="909803"/>
          <a:ext cx="10515600" cy="7251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B8FA2D-F2B1-49AF-A8D5-FC3F7F9BA746}">
      <dsp:nvSpPr>
        <dsp:cNvPr id="0" name=""/>
        <dsp:cNvSpPr/>
      </dsp:nvSpPr>
      <dsp:spPr>
        <a:xfrm>
          <a:off x="219348" y="1072955"/>
          <a:ext cx="398815" cy="3988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72FCB3F-4CB7-405C-83A3-6F681EFD21BC}">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44550">
            <a:lnSpc>
              <a:spcPct val="90000"/>
            </a:lnSpc>
            <a:spcBef>
              <a:spcPct val="0"/>
            </a:spcBef>
            <a:spcAft>
              <a:spcPct val="35000"/>
            </a:spcAft>
            <a:buNone/>
          </a:pPr>
          <a:r>
            <a:rPr lang="en-US" sz="1900" kern="1200" dirty="0"/>
            <a:t>Engaging in regular exercise is a safe, effective, and affordable treatment that offers benefits beyond simply reducing pain.</a:t>
          </a:r>
        </a:p>
      </dsp:txBody>
      <dsp:txXfrm>
        <a:off x="837512" y="909803"/>
        <a:ext cx="9678087" cy="725119"/>
      </dsp:txXfrm>
    </dsp:sp>
    <dsp:sp modelId="{B84E336A-2440-4E83-B65E-B8D21CD3477F}">
      <dsp:nvSpPr>
        <dsp:cNvPr id="0" name=""/>
        <dsp:cNvSpPr/>
      </dsp:nvSpPr>
      <dsp:spPr>
        <a:xfrm>
          <a:off x="0" y="1816202"/>
          <a:ext cx="10515600" cy="72511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451FA6-6129-41F0-904D-3E1E167BEEEB}">
      <dsp:nvSpPr>
        <dsp:cNvPr id="0" name=""/>
        <dsp:cNvSpPr/>
      </dsp:nvSpPr>
      <dsp:spPr>
        <a:xfrm>
          <a:off x="219348" y="1979354"/>
          <a:ext cx="398815" cy="3988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3FF405D-C429-4BA7-902B-FA8F085BFDD3}">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711200">
            <a:lnSpc>
              <a:spcPct val="90000"/>
            </a:lnSpc>
            <a:spcBef>
              <a:spcPct val="0"/>
            </a:spcBef>
            <a:spcAft>
              <a:spcPct val="35000"/>
            </a:spcAft>
            <a:buNone/>
          </a:pPr>
          <a:r>
            <a:rPr lang="en-US" sz="1600" kern="1200" dirty="0">
              <a:latin typeface="Aptos" panose="020B0004020202020204" pitchFamily="34" charset="0"/>
            </a:rPr>
            <a:t>It enhances sleep quality, emotional health, daily functioning, and overall quality of life.</a:t>
          </a:r>
        </a:p>
      </dsp:txBody>
      <dsp:txXfrm>
        <a:off x="837512" y="1816202"/>
        <a:ext cx="9678087" cy="725119"/>
      </dsp:txXfrm>
    </dsp:sp>
    <dsp:sp modelId="{D907278B-4705-4AA7-89C7-5D199C6D68AD}">
      <dsp:nvSpPr>
        <dsp:cNvPr id="0" name=""/>
        <dsp:cNvSpPr/>
      </dsp:nvSpPr>
      <dsp:spPr>
        <a:xfrm>
          <a:off x="0" y="2572110"/>
          <a:ext cx="10515600" cy="72511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DC3112-E839-4DD5-B2BF-6F7A04F4AA98}">
      <dsp:nvSpPr>
        <dsp:cNvPr id="0" name=""/>
        <dsp:cNvSpPr/>
      </dsp:nvSpPr>
      <dsp:spPr>
        <a:xfrm>
          <a:off x="219348" y="2885753"/>
          <a:ext cx="398815" cy="3988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661904-7EA9-4E68-9F66-A7B784182D0F}">
      <dsp:nvSpPr>
        <dsp:cNvPr id="0" name=""/>
        <dsp:cNvSpPr/>
      </dsp:nvSpPr>
      <dsp:spPr>
        <a:xfrm>
          <a:off x="801219" y="257211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711200">
            <a:lnSpc>
              <a:spcPct val="90000"/>
            </a:lnSpc>
            <a:spcBef>
              <a:spcPct val="0"/>
            </a:spcBef>
            <a:spcAft>
              <a:spcPct val="35000"/>
            </a:spcAft>
            <a:buNone/>
          </a:pPr>
          <a:r>
            <a:rPr lang="en-US" sz="1600" kern="1200" dirty="0">
              <a:latin typeface="Aptos" panose="020B0004020202020204" pitchFamily="34" charset="0"/>
            </a:rPr>
            <a:t>Multicomponent exercise programs—including aerobic, strength, flexibility, and balance training—performed at light to moderate intensity, 2–3 times weekly, yield the best results.</a:t>
          </a:r>
        </a:p>
      </dsp:txBody>
      <dsp:txXfrm>
        <a:off x="801219" y="2572110"/>
        <a:ext cx="9678087" cy="725119"/>
      </dsp:txXfrm>
    </dsp:sp>
    <dsp:sp modelId="{C39C8099-435A-47C1-A93C-053463E93BFC}">
      <dsp:nvSpPr>
        <dsp:cNvPr id="0" name=""/>
        <dsp:cNvSpPr/>
      </dsp:nvSpPr>
      <dsp:spPr>
        <a:xfrm>
          <a:off x="0" y="3629000"/>
          <a:ext cx="10515600" cy="725119"/>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47DC85-716A-44DA-A4CF-FA2E1FF6812F}">
      <dsp:nvSpPr>
        <dsp:cNvPr id="0" name=""/>
        <dsp:cNvSpPr/>
      </dsp:nvSpPr>
      <dsp:spPr>
        <a:xfrm>
          <a:off x="219348" y="3792152"/>
          <a:ext cx="398815" cy="3988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4CC127-84F5-4F07-9BB1-AB9EE0F4D8BB}">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711200">
            <a:lnSpc>
              <a:spcPct val="90000"/>
            </a:lnSpc>
            <a:spcBef>
              <a:spcPct val="0"/>
            </a:spcBef>
            <a:spcAft>
              <a:spcPct val="35000"/>
            </a:spcAft>
            <a:buNone/>
          </a:pPr>
          <a:r>
            <a:rPr lang="en-US" sz="1600" kern="1200" dirty="0">
              <a:latin typeface="Aptos" panose="020B0004020202020204" pitchFamily="34" charset="0"/>
            </a:rPr>
            <a:t>Exercise should be customized to each individual’s needs and reinforced with education and strategies to promote adherence to maintain long-term benefits.</a:t>
          </a:r>
        </a:p>
      </dsp:txBody>
      <dsp:txXfrm>
        <a:off x="837512" y="3629000"/>
        <a:ext cx="9678087" cy="72511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0C779E-9FBF-42A4-A4CB-3E73828740CD}">
      <dsp:nvSpPr>
        <dsp:cNvPr id="0" name=""/>
        <dsp:cNvSpPr/>
      </dsp:nvSpPr>
      <dsp:spPr>
        <a:xfrm>
          <a:off x="0" y="270513"/>
          <a:ext cx="5028341" cy="30170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dirty="0">
              <a:latin typeface="Aptos" panose="020B0004020202020204" pitchFamily="34" charset="0"/>
            </a:rPr>
            <a:t>Mechanism: </a:t>
          </a:r>
          <a:endParaRPr lang="en-US" sz="1600" kern="1200" dirty="0">
            <a:latin typeface="Aptos" panose="020B0004020202020204" pitchFamily="34" charset="0"/>
          </a:endParaRPr>
        </a:p>
        <a:p>
          <a:pPr marL="171450" lvl="1" indent="-171450" algn="l" defTabSz="711200">
            <a:lnSpc>
              <a:spcPct val="90000"/>
            </a:lnSpc>
            <a:spcBef>
              <a:spcPct val="0"/>
            </a:spcBef>
            <a:spcAft>
              <a:spcPct val="15000"/>
            </a:spcAft>
            <a:buChar char="•"/>
          </a:pPr>
          <a:r>
            <a:rPr lang="en-US" sz="1600" b="0" i="0" kern="1200" baseline="0" dirty="0">
              <a:latin typeface="Aptos" panose="020B0004020202020204" pitchFamily="34" charset="0"/>
            </a:rPr>
            <a:t>Biomechanical: tissue mobility, fluid dynamics</a:t>
          </a:r>
          <a:endParaRPr lang="en-US" sz="1600" kern="1200" dirty="0">
            <a:latin typeface="Aptos" panose="020B0004020202020204" pitchFamily="34" charset="0"/>
          </a:endParaRPr>
        </a:p>
        <a:p>
          <a:pPr marL="171450" lvl="1" indent="-171450" algn="l" defTabSz="711200">
            <a:lnSpc>
              <a:spcPct val="90000"/>
            </a:lnSpc>
            <a:spcBef>
              <a:spcPct val="0"/>
            </a:spcBef>
            <a:spcAft>
              <a:spcPct val="15000"/>
            </a:spcAft>
            <a:buChar char="•"/>
          </a:pPr>
          <a:r>
            <a:rPr lang="en-US" sz="1600" b="0" i="0" kern="1200" baseline="0" dirty="0">
              <a:latin typeface="Aptos" panose="020B0004020202020204" pitchFamily="34" charset="0"/>
            </a:rPr>
            <a:t>Neurological: neural conduction, cortical activation</a:t>
          </a:r>
          <a:endParaRPr lang="en-US" sz="1600" kern="1200" dirty="0">
            <a:latin typeface="Aptos" panose="020B0004020202020204" pitchFamily="34" charset="0"/>
          </a:endParaRPr>
        </a:p>
        <a:p>
          <a:pPr marL="171450" lvl="1" indent="-171450" algn="l" defTabSz="711200">
            <a:lnSpc>
              <a:spcPct val="90000"/>
            </a:lnSpc>
            <a:spcBef>
              <a:spcPct val="0"/>
            </a:spcBef>
            <a:spcAft>
              <a:spcPct val="15000"/>
            </a:spcAft>
            <a:buChar char="•"/>
          </a:pPr>
          <a:r>
            <a:rPr lang="en-US" sz="1600" b="0" i="0" kern="1200" baseline="0" dirty="0">
              <a:latin typeface="Aptos" panose="020B0004020202020204" pitchFamily="34" charset="0"/>
            </a:rPr>
            <a:t>Neuroimmune: inflammatory and anti-inflammatory mediator release</a:t>
          </a:r>
          <a:endParaRPr lang="en-US" sz="1600" kern="1200" dirty="0">
            <a:latin typeface="Aptos" panose="020B0004020202020204" pitchFamily="34" charset="0"/>
          </a:endParaRPr>
        </a:p>
        <a:p>
          <a:pPr marL="171450" lvl="1" indent="-171450" algn="l" defTabSz="711200">
            <a:lnSpc>
              <a:spcPct val="90000"/>
            </a:lnSpc>
            <a:spcBef>
              <a:spcPct val="0"/>
            </a:spcBef>
            <a:spcAft>
              <a:spcPct val="15000"/>
            </a:spcAft>
            <a:buChar char="•"/>
          </a:pPr>
          <a:r>
            <a:rPr lang="en-US" sz="1600" b="0" i="0" kern="1200" baseline="0" dirty="0">
              <a:latin typeface="Aptos" panose="020B0004020202020204" pitchFamily="34" charset="0"/>
            </a:rPr>
            <a:t>Neurovascular: sympathetic and circulatory responses</a:t>
          </a:r>
          <a:endParaRPr lang="en-US" sz="1600" kern="1200" dirty="0">
            <a:latin typeface="Aptos" panose="020B0004020202020204" pitchFamily="34" charset="0"/>
          </a:endParaRPr>
        </a:p>
        <a:p>
          <a:pPr marL="171450" lvl="1" indent="-171450" algn="l" defTabSz="711200">
            <a:lnSpc>
              <a:spcPct val="90000"/>
            </a:lnSpc>
            <a:spcBef>
              <a:spcPct val="0"/>
            </a:spcBef>
            <a:spcAft>
              <a:spcPct val="15000"/>
            </a:spcAft>
            <a:buChar char="•"/>
          </a:pPr>
          <a:r>
            <a:rPr lang="en-US" sz="1600" b="0" i="0" kern="1200" baseline="0" dirty="0">
              <a:latin typeface="Aptos" panose="020B0004020202020204" pitchFamily="34" charset="0"/>
            </a:rPr>
            <a:t>Neurotransmitter/Neuropeptide: serotonin, β-endorphin release</a:t>
          </a:r>
          <a:endParaRPr lang="en-US" sz="1600" kern="1200" dirty="0">
            <a:latin typeface="Aptos" panose="020B0004020202020204" pitchFamily="34" charset="0"/>
          </a:endParaRPr>
        </a:p>
        <a:p>
          <a:pPr marL="171450" lvl="1" indent="-171450" algn="l" defTabSz="711200">
            <a:lnSpc>
              <a:spcPct val="90000"/>
            </a:lnSpc>
            <a:spcBef>
              <a:spcPct val="0"/>
            </a:spcBef>
            <a:spcAft>
              <a:spcPct val="15000"/>
            </a:spcAft>
            <a:buChar char="•"/>
          </a:pPr>
          <a:r>
            <a:rPr lang="en-US" sz="1600" b="0" i="0" kern="1200" baseline="0" dirty="0">
              <a:latin typeface="Aptos" panose="020B0004020202020204" pitchFamily="34" charset="0"/>
            </a:rPr>
            <a:t>Neuromuscular: muscle tone, recruitment changes</a:t>
          </a:r>
          <a:endParaRPr lang="en-US" sz="1600" kern="1200" dirty="0">
            <a:latin typeface="Aptos" panose="020B0004020202020204" pitchFamily="34" charset="0"/>
          </a:endParaRPr>
        </a:p>
        <a:p>
          <a:pPr marL="171450" lvl="1" indent="-171450" algn="l" defTabSz="711200">
            <a:lnSpc>
              <a:spcPct val="90000"/>
            </a:lnSpc>
            <a:spcBef>
              <a:spcPct val="0"/>
            </a:spcBef>
            <a:spcAft>
              <a:spcPct val="15000"/>
            </a:spcAft>
            <a:buChar char="•"/>
          </a:pPr>
          <a:r>
            <a:rPr lang="en-US" sz="1600" b="0" i="0" kern="1200" baseline="0" dirty="0">
              <a:latin typeface="Aptos" panose="020B0004020202020204" pitchFamily="34" charset="0"/>
            </a:rPr>
            <a:t>Neuroendocrine: cortisol and hormonal responses</a:t>
          </a:r>
          <a:endParaRPr lang="en-US" sz="1600" kern="1200" dirty="0">
            <a:latin typeface="Aptos" panose="020B0004020202020204" pitchFamily="34" charset="0"/>
          </a:endParaRPr>
        </a:p>
      </dsp:txBody>
      <dsp:txXfrm>
        <a:off x="0" y="270513"/>
        <a:ext cx="5028341" cy="301700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95F3AD-40C9-42CA-93EF-608BDDE07893}">
      <dsp:nvSpPr>
        <dsp:cNvPr id="0" name=""/>
        <dsp:cNvSpPr/>
      </dsp:nvSpPr>
      <dsp:spPr>
        <a:xfrm>
          <a:off x="0" y="107"/>
          <a:ext cx="518921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0322B3-53D5-4604-9D69-DC4901720743}">
      <dsp:nvSpPr>
        <dsp:cNvPr id="0" name=""/>
        <dsp:cNvSpPr/>
      </dsp:nvSpPr>
      <dsp:spPr>
        <a:xfrm>
          <a:off x="0" y="107"/>
          <a:ext cx="5189217" cy="8535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kern="1200" dirty="0">
              <a:latin typeface="Aptos" panose="020B0004020202020204" pitchFamily="34" charset="0"/>
            </a:rPr>
            <a:t>Do not offer traction for managing back pain with or without sciatica</a:t>
          </a:r>
          <a:endParaRPr lang="en-US" sz="1600" kern="1200" dirty="0">
            <a:latin typeface="Aptos" panose="020B0004020202020204" pitchFamily="34" charset="0"/>
          </a:endParaRPr>
        </a:p>
      </dsp:txBody>
      <dsp:txXfrm>
        <a:off x="0" y="107"/>
        <a:ext cx="5189217" cy="853558"/>
      </dsp:txXfrm>
    </dsp:sp>
    <dsp:sp modelId="{96A63369-946E-4697-85B2-F267F81BD4D9}">
      <dsp:nvSpPr>
        <dsp:cNvPr id="0" name=""/>
        <dsp:cNvSpPr/>
      </dsp:nvSpPr>
      <dsp:spPr>
        <a:xfrm>
          <a:off x="0" y="853666"/>
          <a:ext cx="518921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899F71-0EA9-4C54-99AD-9D90598A3639}">
      <dsp:nvSpPr>
        <dsp:cNvPr id="0" name=""/>
        <dsp:cNvSpPr/>
      </dsp:nvSpPr>
      <dsp:spPr>
        <a:xfrm>
          <a:off x="0" y="853666"/>
          <a:ext cx="5189217" cy="2235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kern="1200" dirty="0">
              <a:highlight>
                <a:srgbClr val="00FF00"/>
              </a:highlight>
              <a:latin typeface="Aptos" panose="020B0004020202020204" pitchFamily="34" charset="0"/>
            </a:rPr>
            <a:t>Consider manual therapy (spinal manipulation, mobilisation or soft tissue techniques such as massage) as part of treatment package including exercises with or without psychological therapy</a:t>
          </a:r>
          <a:endParaRPr lang="en-US" sz="1600" kern="1200" dirty="0">
            <a:highlight>
              <a:srgbClr val="00FF00"/>
            </a:highlight>
            <a:latin typeface="Aptos" panose="020B0004020202020204" pitchFamily="34" charset="0"/>
          </a:endParaRPr>
        </a:p>
      </dsp:txBody>
      <dsp:txXfrm>
        <a:off x="0" y="853666"/>
        <a:ext cx="5189217" cy="2235500"/>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3815B1E-8FC3-F7CB-F52F-13EDA738EEDB}"/>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914400" rtl="0"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Aptos"/>
              </a:defRPr>
            </a:lvl1pPr>
          </a:lstStyle>
          <a:p>
            <a:pPr lvl="0"/>
            <a:endParaRPr lang="en-GB"/>
          </a:p>
        </p:txBody>
      </p:sp>
      <p:sp>
        <p:nvSpPr>
          <p:cNvPr id="3" name="Date Placeholder 2">
            <a:extLst>
              <a:ext uri="{FF2B5EF4-FFF2-40B4-BE49-F238E27FC236}">
                <a16:creationId xmlns:a16="http://schemas.microsoft.com/office/drawing/2014/main" id="{44EA17B7-4DBC-5208-3896-8E8421C8852D}"/>
              </a:ext>
            </a:extLst>
          </p:cNvPr>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914400" rtl="0"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Aptos"/>
              </a:defRPr>
            </a:lvl1pPr>
          </a:lstStyle>
          <a:p>
            <a:pPr lvl="0"/>
            <a:fld id="{A3A330CF-21C6-4B3A-83B9-8C6EE3B3E557}" type="datetime1">
              <a:rPr lang="en-GB"/>
              <a:pPr lvl="0"/>
              <a:t>12/11/2025</a:t>
            </a:fld>
            <a:endParaRPr lang="en-GB"/>
          </a:p>
        </p:txBody>
      </p:sp>
      <p:sp>
        <p:nvSpPr>
          <p:cNvPr id="4" name="Slide Image Placeholder 3">
            <a:extLst>
              <a:ext uri="{FF2B5EF4-FFF2-40B4-BE49-F238E27FC236}">
                <a16:creationId xmlns:a16="http://schemas.microsoft.com/office/drawing/2014/main" id="{63556BEA-2607-53DD-DB74-D2BA591948CA}"/>
              </a:ext>
            </a:extLst>
          </p:cNvPr>
          <p:cNvSpPr>
            <a:spLocks noGrp="1" noRot="1" noChangeAspect="1"/>
          </p:cNvSpPr>
          <p:nvPr>
            <p:ph type="sldImg" idx="2"/>
          </p:nvPr>
        </p:nvSpPr>
        <p:spPr>
          <a:xfrm>
            <a:off x="685800" y="1143000"/>
            <a:ext cx="5486400" cy="3086099"/>
          </a:xfrm>
          <a:prstGeom prst="rect">
            <a:avLst/>
          </a:prstGeom>
          <a:noFill/>
          <a:ln w="12701">
            <a:solidFill>
              <a:srgbClr val="000000"/>
            </a:solidFill>
            <a:prstDash val="solid"/>
          </a:ln>
        </p:spPr>
        <p:txBody>
          <a:bodyPr/>
          <a:lstStyle/>
          <a:p>
            <a:endParaRPr lang="en-GB"/>
          </a:p>
        </p:txBody>
      </p:sp>
      <p:sp>
        <p:nvSpPr>
          <p:cNvPr id="5" name="Notes Placeholder 4">
            <a:extLst>
              <a:ext uri="{FF2B5EF4-FFF2-40B4-BE49-F238E27FC236}">
                <a16:creationId xmlns:a16="http://schemas.microsoft.com/office/drawing/2014/main" id="{367E2C0E-1CF4-0894-8B26-6A382436233C}"/>
              </a:ext>
            </a:extLst>
          </p:cNvPr>
          <p:cNvSpPr txBox="1">
            <a:spLocks noGrp="1"/>
          </p:cNvSpPr>
          <p:nvPr>
            <p:ph type="body" sz="quarter" idx="3"/>
          </p:nvPr>
        </p:nvSpPr>
        <p:spPr>
          <a:xfrm>
            <a:off x="685800" y="4400549"/>
            <a:ext cx="5486400" cy="3600450"/>
          </a:xfrm>
          <a:prstGeom prst="rect">
            <a:avLst/>
          </a:prstGeom>
          <a:noFill/>
          <a:ln>
            <a:noFill/>
          </a:ln>
        </p:spPr>
        <p:txBody>
          <a:bodyPr vert="horz" wrap="square" lIns="91440" tIns="45720" rIns="91440" bIns="45720" anchor="t" anchorCtr="0" compatLnSpc="1">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a:extLst>
              <a:ext uri="{FF2B5EF4-FFF2-40B4-BE49-F238E27FC236}">
                <a16:creationId xmlns:a16="http://schemas.microsoft.com/office/drawing/2014/main" id="{BE79211B-FFF8-4DD0-BC67-FA8D83CBAB6D}"/>
              </a:ext>
            </a:extLst>
          </p:cNvPr>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914400" rtl="0"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Aptos"/>
              </a:defRPr>
            </a:lvl1pPr>
          </a:lstStyle>
          <a:p>
            <a:pPr lvl="0"/>
            <a:endParaRPr lang="en-GB"/>
          </a:p>
        </p:txBody>
      </p:sp>
      <p:sp>
        <p:nvSpPr>
          <p:cNvPr id="7" name="Slide Number Placeholder 6">
            <a:extLst>
              <a:ext uri="{FF2B5EF4-FFF2-40B4-BE49-F238E27FC236}">
                <a16:creationId xmlns:a16="http://schemas.microsoft.com/office/drawing/2014/main" id="{63599C8D-E70E-3100-93E4-2D3EFAEDE333}"/>
              </a:ext>
            </a:extLst>
          </p:cNvPr>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914400" rtl="0"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Aptos"/>
              </a:defRPr>
            </a:lvl1pPr>
          </a:lstStyle>
          <a:p>
            <a:pPr lvl="0"/>
            <a:fld id="{4C8AF816-83EB-4E72-AA1A-DB17AB5FB8F0}" type="slidenum">
              <a:t>‹#›</a:t>
            </a:fld>
            <a:endParaRPr lang="en-GB"/>
          </a:p>
        </p:txBody>
      </p:sp>
    </p:spTree>
    <p:extLst>
      <p:ext uri="{BB962C8B-B14F-4D97-AF65-F5344CB8AC3E}">
        <p14:creationId xmlns:p14="http://schemas.microsoft.com/office/powerpoint/2010/main" val="2065259445"/>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1pPr>
    <a:lvl2pPr marL="457200" marR="0" lvl="1"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2pPr>
    <a:lvl3pPr marL="914400" marR="0" lvl="2"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3pPr>
    <a:lvl4pPr marL="1371600" marR="0" lvl="3"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4pPr>
    <a:lvl5pPr marL="1828800" marR="0" lvl="4"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humanbodypartsanatomy.com/parts-of-the-brain-anatomy/"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teachmephysiology.com/nervous-system/sensory-system/pain-pathway/"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teachmephysiology.com/nervous-system/sensory-system/pain-pathway/"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www.nice.org.uk/guidance/NG59/chapter/Recommendations#non-invasive-treatments-for-low-back-pain-and-sciatica" TargetMode="External"/><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s://www.jospt.org/doi/epdf/10.2519/jospt.2021.0304" TargetMode="External"/><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3" Type="http://schemas.openxmlformats.org/officeDocument/2006/relationships/hyperlink" Target="https://pmc.ncbi.nlm.nih.gov/articles/PMC10815384/" TargetMode="External"/><Relationship Id="rId2" Type="http://schemas.openxmlformats.org/officeDocument/2006/relationships/slide" Target="../slides/slide92.xml"/><Relationship Id="rId1" Type="http://schemas.openxmlformats.org/officeDocument/2006/relationships/notesMaster" Target="../notesMasters/notesMaster1.xml"/><Relationship Id="rId4" Type="http://schemas.openxmlformats.org/officeDocument/2006/relationships/hyperlink" Target="https://assets.publishing.service.gov.uk/media/5d839543ed915d52428dc134/uk-chief-medical-officers-physical-activity-guidelines.pdf" TargetMode="Externa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a:cs typeface="Times New Roman"/>
              </a:rPr>
              <a:t>Bateman, E.A., Fortin, C.D. and Guo, M. (2024). Musculoskeletal mimics of lumbosacral radiculopathy. </a:t>
            </a:r>
            <a:r>
              <a:rPr lang="en-US" sz="1200" i="1" dirty="0">
                <a:latin typeface="Times New Roman"/>
                <a:cs typeface="Times New Roman"/>
              </a:rPr>
              <a:t>Muscle &amp; nerve</a:t>
            </a:r>
            <a:r>
              <a:rPr lang="en-US" sz="1200" dirty="0">
                <a:latin typeface="Times New Roman"/>
                <a:cs typeface="Times New Roman"/>
              </a:rPr>
              <a:t>. </a:t>
            </a:r>
            <a:r>
              <a:rPr lang="en-US" sz="1200" dirty="0" err="1">
                <a:latin typeface="Times New Roman"/>
                <a:cs typeface="Times New Roman"/>
              </a:rPr>
              <a:t>doi:https</a:t>
            </a:r>
            <a:r>
              <a:rPr lang="en-US" sz="1200" dirty="0">
                <a:latin typeface="Times New Roman"/>
                <a:cs typeface="Times New Roman"/>
              </a:rPr>
              <a:t>://doi.org/10.1002/mus.28106.</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cap="none" spc="0" baseline="0" dirty="0">
                <a:solidFill>
                  <a:srgbClr val="000000"/>
                </a:solidFill>
                <a:effectLst/>
                <a:uFillTx/>
                <a:latin typeface="Aptos"/>
              </a:rPr>
              <a:t>Manchikanti, L., Singh, V., Datta, S., Cohen, S.P. and Hirsch, J.A. (2009). </a:t>
            </a:r>
            <a:r>
              <a:rPr lang="en-GB" sz="1200" b="0" i="1" u="none" strike="noStrike" kern="1200" cap="none" spc="0" baseline="0" dirty="0">
                <a:solidFill>
                  <a:srgbClr val="000000"/>
                </a:solidFill>
                <a:effectLst/>
                <a:uFillTx/>
                <a:latin typeface="Aptos"/>
              </a:rPr>
              <a:t>Comprehensive Review of Epidemiology, Scope, and Impact of Spinal Pain - ProQuest</a:t>
            </a:r>
            <a:r>
              <a:rPr lang="en-GB" sz="1200" b="0" i="0" u="none" strike="noStrike" kern="1200" cap="none" spc="0" baseline="0" dirty="0">
                <a:solidFill>
                  <a:srgbClr val="000000"/>
                </a:solidFill>
                <a:effectLst/>
                <a:uFillTx/>
                <a:latin typeface="Aptos"/>
              </a:rPr>
              <a:t>. [online] www.proquest.com. Available at: https://www.proquest.com/openview/151b4bb51a4c7f8660c7f09b620abe1e/1?pq-origsite=gscholar&amp;cbl=5453642 [Accessed 19 Apr. 2024].</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cap="none" spc="0" baseline="0" dirty="0">
                <a:solidFill>
                  <a:srgbClr val="000000"/>
                </a:solidFill>
                <a:effectLst/>
                <a:uFillTx/>
                <a:latin typeface="Aptos"/>
              </a:rPr>
              <a:t>Wu, H., Li, Y., Zou, C., Guo, W., Han, F., Huang, G. and Sun, L. (2025). Global burden of neck pain and its gender and regional inequalities from 1990 - 2021: a comprehensive analysis from the Global Burden of Disease Study 2021. </a:t>
            </a:r>
            <a:r>
              <a:rPr lang="en-GB" sz="1200" b="0" i="1" u="none" strike="noStrike" kern="1200" cap="none" spc="0" baseline="0" dirty="0">
                <a:solidFill>
                  <a:srgbClr val="000000"/>
                </a:solidFill>
                <a:effectLst/>
                <a:uFillTx/>
                <a:latin typeface="Aptos"/>
              </a:rPr>
              <a:t>BMC Musculoskeletal Disorders</a:t>
            </a:r>
            <a:r>
              <a:rPr lang="en-GB" sz="1200" b="0" i="0" u="none" strike="noStrike" kern="1200" cap="none" spc="0" baseline="0" dirty="0">
                <a:solidFill>
                  <a:srgbClr val="000000"/>
                </a:solidFill>
                <a:effectLst/>
                <a:uFillTx/>
                <a:latin typeface="Aptos"/>
              </a:rPr>
              <a:t>, 26(1). </a:t>
            </a:r>
            <a:r>
              <a:rPr lang="en-GB" sz="1200" b="0" i="0" u="none" strike="noStrike" kern="1200" cap="none" spc="0" baseline="0" dirty="0" err="1">
                <a:solidFill>
                  <a:srgbClr val="000000"/>
                </a:solidFill>
                <a:effectLst/>
                <a:uFillTx/>
                <a:latin typeface="Aptos"/>
              </a:rPr>
              <a:t>doi:https</a:t>
            </a:r>
            <a:r>
              <a:rPr lang="en-GB" sz="1200" b="0" i="0" u="none" strike="noStrike" kern="1200" cap="none" spc="0" baseline="0" dirty="0">
                <a:solidFill>
                  <a:srgbClr val="000000"/>
                </a:solidFill>
                <a:effectLst/>
                <a:uFillTx/>
                <a:latin typeface="Aptos"/>
              </a:rPr>
              <a:t>://doi.org/10.1186/s12891-025-08331-6.</a:t>
            </a:r>
          </a:p>
          <a:p>
            <a:r>
              <a:rPr lang="en-GB" dirty="0"/>
              <a:t>https://www.who.int/news-room/fact-sheets/detail/low-back-pain</a:t>
            </a:r>
          </a:p>
          <a:p>
            <a:r>
              <a:rPr lang="en-GB" dirty="0"/>
              <a:t>https://cks.nice.org.uk/topics/back-pain-low-without-radiculopathy/background-information/prevalence/</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4</a:t>
            </a:fld>
            <a:endParaRPr lang="en-GB"/>
          </a:p>
        </p:txBody>
      </p:sp>
    </p:spTree>
    <p:extLst>
      <p:ext uri="{BB962C8B-B14F-4D97-AF65-F5344CB8AC3E}">
        <p14:creationId xmlns:p14="http://schemas.microsoft.com/office/powerpoint/2010/main" val="2240992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spc="0" baseline="0" dirty="0">
                <a:solidFill>
                  <a:srgbClr val="000000"/>
                </a:solidFill>
                <a:effectLst/>
                <a:uFillTx/>
                <a:latin typeface="Aptos"/>
              </a:rPr>
              <a:t>Protecting Blood Vessels:</a:t>
            </a:r>
            <a:r>
              <a:rPr lang="en-US" sz="1200" b="0" i="0" u="none" strike="noStrike" kern="1200" cap="none" spc="0" baseline="0" dirty="0">
                <a:solidFill>
                  <a:srgbClr val="000000"/>
                </a:solidFill>
                <a:effectLst/>
                <a:uFillTx/>
                <a:latin typeface="Aptos"/>
              </a:rPr>
              <a:t> Vertebrae C1–C6 contain </a:t>
            </a:r>
            <a:r>
              <a:rPr lang="en-US" sz="1200" b="1" i="0" u="none" strike="noStrike" kern="1200" cap="none" spc="0" baseline="0" dirty="0">
                <a:solidFill>
                  <a:srgbClr val="000000"/>
                </a:solidFill>
                <a:effectLst/>
                <a:uFillTx/>
                <a:latin typeface="Aptos"/>
              </a:rPr>
              <a:t>openings called transverse foramina</a:t>
            </a:r>
            <a:r>
              <a:rPr lang="en-US" sz="1200" b="0" i="0" u="none" strike="noStrike" kern="1200" cap="none" spc="0" baseline="0" dirty="0">
                <a:solidFill>
                  <a:srgbClr val="000000"/>
                </a:solidFill>
                <a:effectLst/>
                <a:uFillTx/>
                <a:latin typeface="Aptos"/>
              </a:rPr>
              <a:t>, which serve as protective pathways for arteries carrying oxygen-rich blood to the </a:t>
            </a:r>
            <a:r>
              <a:rPr lang="en-US" sz="1200" b="1" i="0" u="none" strike="noStrike" kern="1200" cap="none" spc="0" baseline="0" dirty="0">
                <a:solidFill>
                  <a:srgbClr val="000000"/>
                </a:solidFill>
                <a:effectLst/>
                <a:uFillTx/>
                <a:latin typeface="Aptos"/>
                <a:hlinkClick r:id="rId3"/>
              </a:rPr>
              <a:t>brain</a:t>
            </a:r>
            <a:r>
              <a:rPr lang="en-US" sz="1200" b="0" i="0" u="none" strike="noStrike" kern="1200" cap="none" spc="0" baseline="0" dirty="0">
                <a:solidFill>
                  <a:srgbClr val="000000"/>
                </a:solidFill>
                <a:effectLst/>
                <a:uFillTx/>
                <a:latin typeface="Aptos"/>
              </a:rPr>
              <a:t>.</a:t>
            </a:r>
          </a:p>
          <a:p>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7</a:t>
            </a:fld>
            <a:endParaRPr lang="en-GB"/>
          </a:p>
        </p:txBody>
      </p:sp>
    </p:spTree>
    <p:extLst>
      <p:ext uri="{BB962C8B-B14F-4D97-AF65-F5344CB8AC3E}">
        <p14:creationId xmlns:p14="http://schemas.microsoft.com/office/powerpoint/2010/main" val="2220140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12</a:t>
            </a:fld>
            <a:endParaRPr lang="en-GB"/>
          </a:p>
        </p:txBody>
      </p:sp>
    </p:spTree>
    <p:extLst>
      <p:ext uri="{BB962C8B-B14F-4D97-AF65-F5344CB8AC3E}">
        <p14:creationId xmlns:p14="http://schemas.microsoft.com/office/powerpoint/2010/main" val="22674086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hlinkClick r:id="rId3"/>
              </a:rPr>
              <a:t>Pain Pathways - </a:t>
            </a:r>
            <a:r>
              <a:rPr lang="en-GB" dirty="0" err="1">
                <a:hlinkClick r:id="rId3"/>
              </a:rPr>
              <a:t>TeachMePhysiology</a:t>
            </a:r>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18</a:t>
            </a:fld>
            <a:endParaRPr lang="en-GB"/>
          </a:p>
        </p:txBody>
      </p:sp>
    </p:spTree>
    <p:extLst>
      <p:ext uri="{BB962C8B-B14F-4D97-AF65-F5344CB8AC3E}">
        <p14:creationId xmlns:p14="http://schemas.microsoft.com/office/powerpoint/2010/main" val="3224560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hlinkClick r:id="rId3"/>
              </a:rPr>
              <a:t>Pain Pathways - </a:t>
            </a:r>
            <a:r>
              <a:rPr lang="en-GB" dirty="0" err="1">
                <a:hlinkClick r:id="rId3"/>
              </a:rPr>
              <a:t>TeachMePhysiology</a:t>
            </a:r>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19</a:t>
            </a:fld>
            <a:endParaRPr lang="en-GB"/>
          </a:p>
        </p:txBody>
      </p:sp>
    </p:spTree>
    <p:extLst>
      <p:ext uri="{BB962C8B-B14F-4D97-AF65-F5344CB8AC3E}">
        <p14:creationId xmlns:p14="http://schemas.microsoft.com/office/powerpoint/2010/main" val="18082937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https://teachmephysiology.com/nervous-system/sensory-system/pain-pathway/</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24</a:t>
            </a:fld>
            <a:endParaRPr lang="en-GB"/>
          </a:p>
        </p:txBody>
      </p:sp>
    </p:spTree>
    <p:extLst>
      <p:ext uri="{BB962C8B-B14F-4D97-AF65-F5344CB8AC3E}">
        <p14:creationId xmlns:p14="http://schemas.microsoft.com/office/powerpoint/2010/main" val="1615051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26</a:t>
            </a:fld>
            <a:endParaRPr lang="en-GB"/>
          </a:p>
        </p:txBody>
      </p:sp>
    </p:spTree>
    <p:extLst>
      <p:ext uri="{BB962C8B-B14F-4D97-AF65-F5344CB8AC3E}">
        <p14:creationId xmlns:p14="http://schemas.microsoft.com/office/powerpoint/2010/main" val="15405770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https://www.painphysicianjournal.com/current/pdf?article=MjMyNQ%3D%3D&amp;journal=88</a:t>
            </a:r>
          </a:p>
          <a:p>
            <a:endParaRPr lang="en-GB" dirty="0"/>
          </a:p>
          <a:p>
            <a:r>
              <a:rPr lang="en-GB" sz="1200" b="0" i="0" u="none" strike="noStrike" kern="1200" cap="none" spc="0" baseline="0" dirty="0">
                <a:solidFill>
                  <a:srgbClr val="000000"/>
                </a:solidFill>
                <a:effectLst/>
                <a:uFillTx/>
                <a:latin typeface="Aptos"/>
              </a:rPr>
              <a:t>Atkins, E., Kerr, J. and </a:t>
            </a:r>
            <a:r>
              <a:rPr lang="en-GB" sz="1200" b="0" i="0" u="none" strike="noStrike" kern="1200" cap="none" spc="0" baseline="0" dirty="0" err="1">
                <a:solidFill>
                  <a:srgbClr val="000000"/>
                </a:solidFill>
                <a:effectLst/>
                <a:uFillTx/>
                <a:latin typeface="Aptos"/>
              </a:rPr>
              <a:t>Goodlad</a:t>
            </a:r>
            <a:r>
              <a:rPr lang="en-GB" sz="1200" b="0" i="0" u="none" strike="noStrike" kern="1200" cap="none" spc="0" baseline="0" dirty="0">
                <a:solidFill>
                  <a:srgbClr val="000000"/>
                </a:solidFill>
                <a:effectLst/>
                <a:uFillTx/>
                <a:latin typeface="Aptos"/>
              </a:rPr>
              <a:t>, E. (2016). </a:t>
            </a:r>
            <a:r>
              <a:rPr lang="en-GB" sz="1200" b="0" i="1" u="none" strike="noStrike" kern="1200" cap="none" spc="0" baseline="0" dirty="0">
                <a:solidFill>
                  <a:srgbClr val="000000"/>
                </a:solidFill>
                <a:effectLst/>
                <a:uFillTx/>
                <a:latin typeface="Aptos"/>
              </a:rPr>
              <a:t>A Practical Approach to Musculoskeletal Medicine : Assessment, Diagnosis, Treatment</a:t>
            </a:r>
            <a:r>
              <a:rPr lang="en-GB" sz="1200" b="0" i="0" u="none" strike="noStrike" kern="1200" cap="none" spc="0" baseline="0" dirty="0">
                <a:solidFill>
                  <a:srgbClr val="000000"/>
                </a:solidFill>
                <a:effectLst/>
                <a:uFillTx/>
                <a:latin typeface="Aptos"/>
              </a:rPr>
              <a:t>. Edinburgh: Elsevier.</a:t>
            </a:r>
            <a:endParaRPr lang="en-GB" dirty="0"/>
          </a:p>
          <a:p>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27</a:t>
            </a:fld>
            <a:endParaRPr lang="en-GB"/>
          </a:p>
        </p:txBody>
      </p:sp>
    </p:spTree>
    <p:extLst>
      <p:ext uri="{BB962C8B-B14F-4D97-AF65-F5344CB8AC3E}">
        <p14:creationId xmlns:p14="http://schemas.microsoft.com/office/powerpoint/2010/main" val="32040275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https://europeanpainfederation.eu/what-is-the-bio-psycho-social-model-of-pain/</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28</a:t>
            </a:fld>
            <a:endParaRPr lang="en-GB"/>
          </a:p>
        </p:txBody>
      </p:sp>
    </p:spTree>
    <p:extLst>
      <p:ext uri="{BB962C8B-B14F-4D97-AF65-F5344CB8AC3E}">
        <p14:creationId xmlns:p14="http://schemas.microsoft.com/office/powerpoint/2010/main" val="17660881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https://pubmed.ncbi.nlm.nih.gov/33284644/</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29</a:t>
            </a:fld>
            <a:endParaRPr lang="en-GB"/>
          </a:p>
        </p:txBody>
      </p:sp>
    </p:spTree>
    <p:extLst>
      <p:ext uri="{BB962C8B-B14F-4D97-AF65-F5344CB8AC3E}">
        <p14:creationId xmlns:p14="http://schemas.microsoft.com/office/powerpoint/2010/main" val="34389854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A practical approach to musculoskeletal medicine: Assessment, diagnosis and treatment</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30</a:t>
            </a:fld>
            <a:endParaRPr lang="en-GB"/>
          </a:p>
        </p:txBody>
      </p:sp>
    </p:spTree>
    <p:extLst>
      <p:ext uri="{BB962C8B-B14F-4D97-AF65-F5344CB8AC3E}">
        <p14:creationId xmlns:p14="http://schemas.microsoft.com/office/powerpoint/2010/main" val="20631030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https://www.physio-pedia.com/Generalised_Anxiety_Disorder</a:t>
            </a:r>
          </a:p>
          <a:p>
            <a:r>
              <a:rPr lang="en-GB" dirty="0"/>
              <a:t>https://patient.info/doctor/mental-health/phq-9</a:t>
            </a:r>
          </a:p>
          <a:p>
            <a:r>
              <a:rPr lang="en-GB" dirty="0"/>
              <a:t>https://pmc.ncbi.nlm.nih.gov/articles/PMC7549295/</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31</a:t>
            </a:fld>
            <a:endParaRPr lang="en-GB"/>
          </a:p>
        </p:txBody>
      </p:sp>
    </p:spTree>
    <p:extLst>
      <p:ext uri="{BB962C8B-B14F-4D97-AF65-F5344CB8AC3E}">
        <p14:creationId xmlns:p14="http://schemas.microsoft.com/office/powerpoint/2010/main" val="885172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https://patient.info/doctor/mental-health/gad-7</a:t>
            </a:r>
          </a:p>
          <a:p>
            <a:r>
              <a:rPr lang="en-GB" dirty="0"/>
              <a:t>https://pubmed.ncbi.nlm.nih.gov/16717171/</a:t>
            </a:r>
          </a:p>
          <a:p>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32</a:t>
            </a:fld>
            <a:endParaRPr lang="en-GB"/>
          </a:p>
        </p:txBody>
      </p:sp>
    </p:spTree>
    <p:extLst>
      <p:ext uri="{BB962C8B-B14F-4D97-AF65-F5344CB8AC3E}">
        <p14:creationId xmlns:p14="http://schemas.microsoft.com/office/powerpoint/2010/main" val="2500986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33</a:t>
            </a:fld>
            <a:endParaRPr lang="en-GB"/>
          </a:p>
        </p:txBody>
      </p:sp>
    </p:spTree>
    <p:extLst>
      <p:ext uri="{BB962C8B-B14F-4D97-AF65-F5344CB8AC3E}">
        <p14:creationId xmlns:p14="http://schemas.microsoft.com/office/powerpoint/2010/main" val="16041537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Nice guidelines</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34</a:t>
            </a:fld>
            <a:endParaRPr lang="en-GB"/>
          </a:p>
        </p:txBody>
      </p:sp>
    </p:spTree>
    <p:extLst>
      <p:ext uri="{BB962C8B-B14F-4D97-AF65-F5344CB8AC3E}">
        <p14:creationId xmlns:p14="http://schemas.microsoft.com/office/powerpoint/2010/main" val="22427750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A practical approach to musculoskeletal medicine, Dutton Orthopaedic</a:t>
            </a:r>
          </a:p>
          <a:p>
            <a:r>
              <a:rPr lang="en-GB" dirty="0"/>
              <a:t>Textbook of orthopaedic Trauma and Rheumatology</a:t>
            </a:r>
          </a:p>
          <a:p>
            <a:endParaRPr lang="en-GB" dirty="0"/>
          </a:p>
          <a:p>
            <a:r>
              <a:rPr lang="en-GB" dirty="0"/>
              <a:t>https://stpsupport.nice.org.uk/mecc/index.html#group-section-The-MECC-approach-Sd0eBNaUnA</a:t>
            </a:r>
          </a:p>
          <a:p>
            <a:r>
              <a:rPr lang="en-GB" dirty="0"/>
              <a:t>https://pubmed.ncbi.nlm.nih.gov/36408805/</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35</a:t>
            </a:fld>
            <a:endParaRPr lang="en-GB"/>
          </a:p>
        </p:txBody>
      </p:sp>
    </p:spTree>
    <p:extLst>
      <p:ext uri="{BB962C8B-B14F-4D97-AF65-F5344CB8AC3E}">
        <p14:creationId xmlns:p14="http://schemas.microsoft.com/office/powerpoint/2010/main" val="35362788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https://pmc.ncbi.nlm.nih.gov/articles/PMC11210582/</a:t>
            </a:r>
          </a:p>
          <a:p>
            <a:r>
              <a:rPr lang="en-GB" dirty="0"/>
              <a:t>https://www.physio-pedia.com/Calgary-Cambridge_Guide_to_the_Medical_Interview_-_Initiating_the_Session</a:t>
            </a:r>
          </a:p>
          <a:p>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37</a:t>
            </a:fld>
            <a:endParaRPr lang="en-GB"/>
          </a:p>
        </p:txBody>
      </p:sp>
    </p:spTree>
    <p:extLst>
      <p:ext uri="{BB962C8B-B14F-4D97-AF65-F5344CB8AC3E}">
        <p14:creationId xmlns:p14="http://schemas.microsoft.com/office/powerpoint/2010/main" val="34272844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endParaRPr lang="en-GB" dirty="0"/>
          </a:p>
          <a:p>
            <a:r>
              <a:rPr lang="en-GB" dirty="0"/>
              <a:t>Dotton Orthopaedic</a:t>
            </a:r>
          </a:p>
          <a:p>
            <a:r>
              <a:rPr lang="en-GB" dirty="0"/>
              <a:t>https://www.physio-pedia.com/Hoffmann's_Sign</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38</a:t>
            </a:fld>
            <a:endParaRPr lang="en-GB"/>
          </a:p>
        </p:txBody>
      </p:sp>
    </p:spTree>
    <p:extLst>
      <p:ext uri="{BB962C8B-B14F-4D97-AF65-F5344CB8AC3E}">
        <p14:creationId xmlns:p14="http://schemas.microsoft.com/office/powerpoint/2010/main" val="25493833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https://link.springer.com/article/10.1186/1746-1340-14-26?utm_source=chatgpt.com</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39</a:t>
            </a:fld>
            <a:endParaRPr lang="en-GB"/>
          </a:p>
        </p:txBody>
      </p:sp>
    </p:spTree>
    <p:extLst>
      <p:ext uri="{BB962C8B-B14F-4D97-AF65-F5344CB8AC3E}">
        <p14:creationId xmlns:p14="http://schemas.microsoft.com/office/powerpoint/2010/main" val="1901032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https://musculoskeletalkey.com/decision-making-and-flag-systems/</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40</a:t>
            </a:fld>
            <a:endParaRPr lang="en-GB"/>
          </a:p>
        </p:txBody>
      </p:sp>
    </p:spTree>
    <p:extLst>
      <p:ext uri="{BB962C8B-B14F-4D97-AF65-F5344CB8AC3E}">
        <p14:creationId xmlns:p14="http://schemas.microsoft.com/office/powerpoint/2010/main" val="26461855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https://www.jospt.org/doi/epdf/10.2519/jospt.2020.9971</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42</a:t>
            </a:fld>
            <a:endParaRPr lang="en-GB"/>
          </a:p>
        </p:txBody>
      </p:sp>
    </p:spTree>
    <p:extLst>
      <p:ext uri="{BB962C8B-B14F-4D97-AF65-F5344CB8AC3E}">
        <p14:creationId xmlns:p14="http://schemas.microsoft.com/office/powerpoint/2010/main" val="19118002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43</a:t>
            </a:fld>
            <a:endParaRPr lang="en-GB"/>
          </a:p>
        </p:txBody>
      </p:sp>
    </p:spTree>
    <p:extLst>
      <p:ext uri="{BB962C8B-B14F-4D97-AF65-F5344CB8AC3E}">
        <p14:creationId xmlns:p14="http://schemas.microsoft.com/office/powerpoint/2010/main" val="40759675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endParaRPr lang="en-GB" dirty="0"/>
          </a:p>
          <a:p>
            <a:r>
              <a:rPr lang="en-GB" dirty="0"/>
              <a:t>https://pmc.ncbi.nlm.nih.gov/articles/PMC10876847/</a:t>
            </a:r>
          </a:p>
          <a:p>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44</a:t>
            </a:fld>
            <a:endParaRPr lang="en-GB"/>
          </a:p>
        </p:txBody>
      </p:sp>
    </p:spTree>
    <p:extLst>
      <p:ext uri="{BB962C8B-B14F-4D97-AF65-F5344CB8AC3E}">
        <p14:creationId xmlns:p14="http://schemas.microsoft.com/office/powerpoint/2010/main" val="1443671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https://cks.nice.org.uk/topics/back-pain-low-without-radiculopathy/diagnosis/differential-diagnosis/</a:t>
            </a:r>
          </a:p>
          <a:p>
            <a:r>
              <a:rPr lang="en-GB" dirty="0"/>
              <a:t>https://cks.nice.org.uk/topics/neck-pain-non-specific/diagnosis/differential-diagnosis/</a:t>
            </a:r>
          </a:p>
          <a:p>
            <a:r>
              <a:rPr lang="en-GB" dirty="0"/>
              <a:t>https://pmc.ncbi.nlm.nih.gov/articles/PMC10876847/</a:t>
            </a:r>
          </a:p>
          <a:p>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46</a:t>
            </a:fld>
            <a:endParaRPr lang="en-GB"/>
          </a:p>
        </p:txBody>
      </p:sp>
    </p:spTree>
    <p:extLst>
      <p:ext uri="{BB962C8B-B14F-4D97-AF65-F5344CB8AC3E}">
        <p14:creationId xmlns:p14="http://schemas.microsoft.com/office/powerpoint/2010/main" val="11942376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https://pmc.ncbi.nlm.nih.gov/articles/PMC10084730/</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48</a:t>
            </a:fld>
            <a:endParaRPr lang="en-GB"/>
          </a:p>
        </p:txBody>
      </p:sp>
    </p:spTree>
    <p:extLst>
      <p:ext uri="{BB962C8B-B14F-4D97-AF65-F5344CB8AC3E}">
        <p14:creationId xmlns:p14="http://schemas.microsoft.com/office/powerpoint/2010/main" val="21808129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https://fraxplus.org/calculation-tool</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49</a:t>
            </a:fld>
            <a:endParaRPr lang="en-GB"/>
          </a:p>
        </p:txBody>
      </p:sp>
    </p:spTree>
    <p:extLst>
      <p:ext uri="{BB962C8B-B14F-4D97-AF65-F5344CB8AC3E}">
        <p14:creationId xmlns:p14="http://schemas.microsoft.com/office/powerpoint/2010/main" val="1088849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https://pmc.ncbi.nlm.nih.gov/articles/PMC11052148/</a:t>
            </a:r>
          </a:p>
          <a:p>
            <a:r>
              <a:rPr lang="en-GB" dirty="0"/>
              <a:t>The MSK and Chronic pain update handbook</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51</a:t>
            </a:fld>
            <a:endParaRPr lang="en-GB"/>
          </a:p>
        </p:txBody>
      </p:sp>
    </p:spTree>
    <p:extLst>
      <p:ext uri="{BB962C8B-B14F-4D97-AF65-F5344CB8AC3E}">
        <p14:creationId xmlns:p14="http://schemas.microsoft.com/office/powerpoint/2010/main" val="10645708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53</a:t>
            </a:fld>
            <a:endParaRPr lang="en-GB"/>
          </a:p>
        </p:txBody>
      </p:sp>
    </p:spTree>
    <p:extLst>
      <p:ext uri="{BB962C8B-B14F-4D97-AF65-F5344CB8AC3E}">
        <p14:creationId xmlns:p14="http://schemas.microsoft.com/office/powerpoint/2010/main" val="15974159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https://cks.nice.org.uk/topics/back-pain-low-without-radiculopathy/diagnosis/differential-diagnosis/</a:t>
            </a:r>
          </a:p>
          <a:p>
            <a:r>
              <a:rPr lang="en-GB" dirty="0"/>
              <a:t>https://cks.nice.org.uk/topics/neck-pain-non-specific/diagnosis/differential-diagnosis/</a:t>
            </a:r>
          </a:p>
          <a:p>
            <a:r>
              <a:rPr lang="en-GB" dirty="0"/>
              <a:t>https://pmc.ncbi.nlm.nih.gov/articles/PMC10876847/</a:t>
            </a:r>
          </a:p>
          <a:p>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55</a:t>
            </a:fld>
            <a:endParaRPr lang="en-GB"/>
          </a:p>
        </p:txBody>
      </p:sp>
    </p:spTree>
    <p:extLst>
      <p:ext uri="{BB962C8B-B14F-4D97-AF65-F5344CB8AC3E}">
        <p14:creationId xmlns:p14="http://schemas.microsoft.com/office/powerpoint/2010/main" val="17845229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https://pmc.ncbi.nlm.nih.gov/articles/PMC10159340/</a:t>
            </a:r>
          </a:p>
          <a:p>
            <a:r>
              <a:rPr lang="en-GB" dirty="0"/>
              <a:t>https://girft-interactivepathways.org.uk/cauda-equina-1/spinal-suspected-cauda-equina-syndrome-2a/</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56</a:t>
            </a:fld>
            <a:endParaRPr lang="en-GB"/>
          </a:p>
        </p:txBody>
      </p:sp>
    </p:spTree>
    <p:extLst>
      <p:ext uri="{BB962C8B-B14F-4D97-AF65-F5344CB8AC3E}">
        <p14:creationId xmlns:p14="http://schemas.microsoft.com/office/powerpoint/2010/main" val="29536271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https://girft-interactivepathways.org.uk/cauda-equina-1/</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57</a:t>
            </a:fld>
            <a:endParaRPr lang="en-GB"/>
          </a:p>
        </p:txBody>
      </p:sp>
    </p:spTree>
    <p:extLst>
      <p:ext uri="{BB962C8B-B14F-4D97-AF65-F5344CB8AC3E}">
        <p14:creationId xmlns:p14="http://schemas.microsoft.com/office/powerpoint/2010/main" val="10223596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https://www.thespinejournalonline.com/action/showPdf?pii=S1529-9430%2814%2900409-4</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59</a:t>
            </a:fld>
            <a:endParaRPr lang="en-GB"/>
          </a:p>
        </p:txBody>
      </p:sp>
    </p:spTree>
    <p:extLst>
      <p:ext uri="{BB962C8B-B14F-4D97-AF65-F5344CB8AC3E}">
        <p14:creationId xmlns:p14="http://schemas.microsoft.com/office/powerpoint/2010/main" val="29828149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F8F57271-EB0F-A22B-4B0F-05D07C7BE09A}"/>
              </a:ext>
            </a:extLst>
          </p:cNvPr>
          <p:cNvSpPr>
            <a:spLocks noChangeArrowheads="1"/>
          </p:cNvSpPr>
          <p:nvPr/>
        </p:nvSpPr>
        <p:spPr bwMode="auto">
          <a:xfrm>
            <a:off x="4164013" y="0"/>
            <a:ext cx="318452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prstClr val="black"/>
              </a:solidFill>
              <a:latin typeface="Calibri" charset="0"/>
              <a:ea typeface="ＭＳ Ｐゴシック" charset="0"/>
            </a:endParaRPr>
          </a:p>
        </p:txBody>
      </p:sp>
      <p:sp>
        <p:nvSpPr>
          <p:cNvPr id="115715" name="Rectangle 3">
            <a:extLst>
              <a:ext uri="{FF2B5EF4-FFF2-40B4-BE49-F238E27FC236}">
                <a16:creationId xmlns:a16="http://schemas.microsoft.com/office/drawing/2014/main" id="{22B3D462-D306-9A44-5B3C-AA6A43E9C87D}"/>
              </a:ext>
            </a:extLst>
          </p:cNvPr>
          <p:cNvSpPr>
            <a:spLocks noChangeArrowheads="1"/>
          </p:cNvSpPr>
          <p:nvPr/>
        </p:nvSpPr>
        <p:spPr bwMode="auto">
          <a:xfrm>
            <a:off x="4164013" y="9237663"/>
            <a:ext cx="318452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5250" tIns="47625" rIns="95250" bIns="47625" anchor="b"/>
          <a:lstStyle/>
          <a:p>
            <a:pPr algn="r" defTabSz="950913">
              <a:defRPr/>
            </a:pPr>
            <a:r>
              <a:rPr lang="en-GB" sz="1200">
                <a:solidFill>
                  <a:prstClr val="black"/>
                </a:solidFill>
                <a:latin typeface="Times New Roman" charset="0"/>
                <a:ea typeface="ＭＳ Ｐゴシック" charset="0"/>
              </a:rPr>
              <a:t>1</a:t>
            </a:r>
          </a:p>
        </p:txBody>
      </p:sp>
      <p:sp>
        <p:nvSpPr>
          <p:cNvPr id="115716" name="Rectangle 4">
            <a:extLst>
              <a:ext uri="{FF2B5EF4-FFF2-40B4-BE49-F238E27FC236}">
                <a16:creationId xmlns:a16="http://schemas.microsoft.com/office/drawing/2014/main" id="{FC170F37-CF85-3069-F5FB-D44C87788596}"/>
              </a:ext>
            </a:extLst>
          </p:cNvPr>
          <p:cNvSpPr>
            <a:spLocks noChangeArrowheads="1"/>
          </p:cNvSpPr>
          <p:nvPr/>
        </p:nvSpPr>
        <p:spPr bwMode="auto">
          <a:xfrm>
            <a:off x="0" y="9237663"/>
            <a:ext cx="318452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prstClr val="black"/>
              </a:solidFill>
              <a:latin typeface="Calibri" charset="0"/>
              <a:ea typeface="ＭＳ Ｐゴシック" charset="0"/>
            </a:endParaRPr>
          </a:p>
        </p:txBody>
      </p:sp>
      <p:sp>
        <p:nvSpPr>
          <p:cNvPr id="115717" name="Rectangle 5">
            <a:extLst>
              <a:ext uri="{FF2B5EF4-FFF2-40B4-BE49-F238E27FC236}">
                <a16:creationId xmlns:a16="http://schemas.microsoft.com/office/drawing/2014/main" id="{DAA1968F-CE5D-9E19-3BA3-A1362EF50D83}"/>
              </a:ext>
            </a:extLst>
          </p:cNvPr>
          <p:cNvSpPr>
            <a:spLocks noChangeArrowheads="1"/>
          </p:cNvSpPr>
          <p:nvPr/>
        </p:nvSpPr>
        <p:spPr bwMode="auto">
          <a:xfrm>
            <a:off x="0" y="0"/>
            <a:ext cx="318452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prstClr val="black"/>
              </a:solidFill>
              <a:latin typeface="Calibri" charset="0"/>
              <a:ea typeface="ＭＳ Ｐゴシック" charset="0"/>
            </a:endParaRPr>
          </a:p>
        </p:txBody>
      </p:sp>
      <p:sp>
        <p:nvSpPr>
          <p:cNvPr id="55302" name="Rectangle 6">
            <a:extLst>
              <a:ext uri="{FF2B5EF4-FFF2-40B4-BE49-F238E27FC236}">
                <a16:creationId xmlns:a16="http://schemas.microsoft.com/office/drawing/2014/main" id="{45795FFD-85F3-9FE1-E390-4069B34685B0}"/>
              </a:ext>
            </a:extLst>
          </p:cNvPr>
          <p:cNvSpPr>
            <a:spLocks noGrp="1" noRot="1" noChangeAspect="1" noChangeArrowheads="1" noTextEdit="1"/>
          </p:cNvSpPr>
          <p:nvPr>
            <p:ph type="sldImg"/>
          </p:nvPr>
        </p:nvSpPr>
        <p:spPr>
          <a:xfrm>
            <a:off x="409575" y="854075"/>
            <a:ext cx="6038850" cy="3397250"/>
          </a:xfrm>
          <a:ln cap="flat"/>
        </p:spPr>
        <p:txBody>
          <a:bodyPr/>
          <a:lstStyle/>
          <a:p>
            <a:endParaRPr lang="en-GB"/>
          </a:p>
        </p:txBody>
      </p:sp>
      <p:sp>
        <p:nvSpPr>
          <p:cNvPr id="115719" name="Rectangle 7">
            <a:extLst>
              <a:ext uri="{FF2B5EF4-FFF2-40B4-BE49-F238E27FC236}">
                <a16:creationId xmlns:a16="http://schemas.microsoft.com/office/drawing/2014/main" id="{91167AE2-AA70-E583-819D-F7B0B931C04E}"/>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45D831-BE46-864D-1B81-359B06278D0C}"/>
              </a:ext>
            </a:extLst>
          </p:cNvPr>
          <p:cNvSpPr>
            <a:spLocks noGrp="1" noRot="1" noChangeAspect="1"/>
          </p:cNvSpPr>
          <p:nvPr>
            <p:ph type="sldImg"/>
          </p:nvPr>
        </p:nvSpPr>
        <p:spPr>
          <a:xfrm>
            <a:off x="685800" y="1143000"/>
            <a:ext cx="5486400" cy="3086100"/>
          </a:xfrm>
        </p:spPr>
        <p:txBody>
          <a:bodyPr/>
          <a:lstStyle/>
          <a:p>
            <a:endParaRPr lang="en-GB"/>
          </a:p>
        </p:txBody>
      </p:sp>
      <p:sp>
        <p:nvSpPr>
          <p:cNvPr id="3" name="Notes Placeholder 2">
            <a:extLst>
              <a:ext uri="{FF2B5EF4-FFF2-40B4-BE49-F238E27FC236}">
                <a16:creationId xmlns:a16="http://schemas.microsoft.com/office/drawing/2014/main" id="{6897CF8F-1E84-0ECE-F25D-56133AAABF89}"/>
              </a:ext>
            </a:extLst>
          </p:cNvPr>
          <p:cNvSpPr txBox="1">
            <a:spLocks noGrp="1"/>
          </p:cNvSpPr>
          <p:nvPr>
            <p:ph type="body" sz="quarter" idx="1"/>
          </p:nvPr>
        </p:nvSpPr>
        <p:spPr/>
        <p:txBody>
          <a:bodyPr/>
          <a:lstStyle/>
          <a:p>
            <a:pPr lvl="0"/>
            <a:r>
              <a:rPr lang="en-US" b="1" dirty="0"/>
              <a:t>Interpretation:</a:t>
            </a:r>
            <a:endParaRPr lang="en-US" dirty="0"/>
          </a:p>
          <a:p>
            <a:pPr marL="285750" lvl="0" indent="-285750">
              <a:buSzPct val="100000"/>
              <a:buFont typeface="Arial"/>
              <a:buChar char="•"/>
            </a:pPr>
            <a:r>
              <a:rPr lang="en-US" b="1" dirty="0"/>
              <a:t>Positive Romberg Sign:</a:t>
            </a:r>
            <a:br>
              <a:rPr lang="en-US" b="1" dirty="0"/>
            </a:br>
            <a:r>
              <a:rPr lang="en-US" b="1" dirty="0"/>
              <a:t> Patient becomes unsteady or falls only when eyes are closed</a:t>
            </a:r>
            <a:r>
              <a:rPr lang="en-US" dirty="0"/>
              <a:t> → Suggests </a:t>
            </a:r>
            <a:r>
              <a:rPr lang="en-US" b="1" dirty="0"/>
              <a:t>sensory ataxia</a:t>
            </a:r>
            <a:r>
              <a:rPr lang="en-US" dirty="0"/>
              <a:t> (loss of proprioception).</a:t>
            </a:r>
          </a:p>
          <a:p>
            <a:pPr marL="285750" lvl="0" indent="-285750">
              <a:buSzPct val="100000"/>
              <a:buFont typeface="Arial"/>
              <a:buChar char="•"/>
            </a:pPr>
            <a:r>
              <a:rPr lang="en-US" b="1" dirty="0"/>
              <a:t>Negative Romberg Sign:</a:t>
            </a:r>
            <a:br>
              <a:rPr lang="en-US" b="1" dirty="0"/>
            </a:br>
            <a:r>
              <a:rPr lang="en-US" b="1" dirty="0"/>
              <a:t> Patient maintains balance with eyes closed → Normal</a:t>
            </a:r>
            <a:r>
              <a:rPr lang="en-US" dirty="0"/>
              <a:t> proprioceptive function.</a:t>
            </a:r>
          </a:p>
          <a:p>
            <a:pPr marL="285750" lvl="0" indent="-285750">
              <a:buSzPct val="100000"/>
              <a:buFont typeface="Arial"/>
              <a:buChar char="•"/>
            </a:pPr>
            <a:r>
              <a:rPr lang="en-US" b="1" dirty="0"/>
              <a:t>Instability with eyes open and closed:</a:t>
            </a:r>
            <a:br>
              <a:rPr lang="en-US" b="1" dirty="0"/>
            </a:br>
            <a:r>
              <a:rPr lang="en-US" b="1" dirty="0"/>
              <a:t> Suggests cerebellar ataxia</a:t>
            </a:r>
            <a:r>
              <a:rPr lang="en-US" dirty="0"/>
              <a:t> (not proprioceptive).</a:t>
            </a:r>
            <a:endParaRPr lang="en-US" dirty="0">
              <a:ea typeface="Calibri"/>
              <a:cs typeface="Calibri"/>
            </a:endParaRPr>
          </a:p>
          <a:p>
            <a:pPr lvl="0"/>
            <a:endParaRPr lang="en-US" dirty="0">
              <a:ea typeface="Calibri"/>
              <a:cs typeface="Calibri"/>
            </a:endParaRPr>
          </a:p>
        </p:txBody>
      </p:sp>
      <p:sp>
        <p:nvSpPr>
          <p:cNvPr id="4" name="Slide Number Placeholder 3">
            <a:extLst>
              <a:ext uri="{FF2B5EF4-FFF2-40B4-BE49-F238E27FC236}">
                <a16:creationId xmlns:a16="http://schemas.microsoft.com/office/drawing/2014/main" id="{DA35F401-9E49-CAFF-93B3-2B4A8619E76A}"/>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5ABA869C-1AB1-4E73-9490-AF404D9756D1}" type="slidenum">
              <a:t>66</a:t>
            </a:fld>
            <a:endParaRPr lang="en-GB" sz="1200" b="0" i="0" u="none" strike="noStrike" kern="1200" cap="none" spc="0" baseline="0">
              <a:solidFill>
                <a:srgbClr val="000000"/>
              </a:solidFill>
              <a:uFillTx/>
              <a:latin typeface="Apto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68</a:t>
            </a:fld>
            <a:endParaRPr lang="en-GB"/>
          </a:p>
        </p:txBody>
      </p:sp>
    </p:spTree>
    <p:extLst>
      <p:ext uri="{BB962C8B-B14F-4D97-AF65-F5344CB8AC3E}">
        <p14:creationId xmlns:p14="http://schemas.microsoft.com/office/powerpoint/2010/main" val="13653783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74</a:t>
            </a:fld>
            <a:endParaRPr lang="en-GB"/>
          </a:p>
        </p:txBody>
      </p:sp>
    </p:spTree>
    <p:extLst>
      <p:ext uri="{BB962C8B-B14F-4D97-AF65-F5344CB8AC3E}">
        <p14:creationId xmlns:p14="http://schemas.microsoft.com/office/powerpoint/2010/main" val="16453215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75</a:t>
            </a:fld>
            <a:endParaRPr lang="en-GB"/>
          </a:p>
        </p:txBody>
      </p:sp>
    </p:spTree>
    <p:extLst>
      <p:ext uri="{BB962C8B-B14F-4D97-AF65-F5344CB8AC3E}">
        <p14:creationId xmlns:p14="http://schemas.microsoft.com/office/powerpoint/2010/main" val="31866606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76</a:t>
            </a:fld>
            <a:endParaRPr lang="en-GB"/>
          </a:p>
        </p:txBody>
      </p:sp>
    </p:spTree>
    <p:extLst>
      <p:ext uri="{BB962C8B-B14F-4D97-AF65-F5344CB8AC3E}">
        <p14:creationId xmlns:p14="http://schemas.microsoft.com/office/powerpoint/2010/main" val="39053674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https://www.nice.org.uk/guidance/ng197/resources/shared-decision-making-pdf-66142087186885</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79</a:t>
            </a:fld>
            <a:endParaRPr lang="en-GB"/>
          </a:p>
        </p:txBody>
      </p:sp>
    </p:spTree>
    <p:extLst>
      <p:ext uri="{BB962C8B-B14F-4D97-AF65-F5344CB8AC3E}">
        <p14:creationId xmlns:p14="http://schemas.microsoft.com/office/powerpoint/2010/main" val="34287837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Dutton Orthopaedic 5</a:t>
            </a:r>
            <a:r>
              <a:rPr lang="en-GB" baseline="30000" dirty="0"/>
              <a:t>th</a:t>
            </a:r>
            <a:r>
              <a:rPr lang="en-GB" dirty="0"/>
              <a:t> edition</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81</a:t>
            </a:fld>
            <a:endParaRPr lang="en-GB"/>
          </a:p>
        </p:txBody>
      </p:sp>
    </p:spTree>
    <p:extLst>
      <p:ext uri="{BB962C8B-B14F-4D97-AF65-F5344CB8AC3E}">
        <p14:creationId xmlns:p14="http://schemas.microsoft.com/office/powerpoint/2010/main" val="26136175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US" dirty="0">
                <a:hlinkClick r:id="rId3"/>
              </a:rPr>
              <a:t>Recommendations | Low back pain and sciatica in over 16s: assessment and management | Guidance | NICE</a:t>
            </a:r>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82</a:t>
            </a:fld>
            <a:endParaRPr lang="en-GB"/>
          </a:p>
        </p:txBody>
      </p:sp>
    </p:spTree>
    <p:extLst>
      <p:ext uri="{BB962C8B-B14F-4D97-AF65-F5344CB8AC3E}">
        <p14:creationId xmlns:p14="http://schemas.microsoft.com/office/powerpoint/2010/main" val="37017958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US" sz="1200" b="0" i="0" u="none" strike="noStrike" kern="1200" cap="none" spc="0" baseline="0" dirty="0">
                <a:solidFill>
                  <a:srgbClr val="000000"/>
                </a:solidFill>
                <a:effectLst/>
                <a:uFillTx/>
                <a:latin typeface="Aptos"/>
              </a:rPr>
              <a:t>Almeida, M., </a:t>
            </a:r>
            <a:r>
              <a:rPr lang="en-US" sz="1200" b="0" i="0" u="none" strike="noStrike" kern="1200" cap="none" spc="0" baseline="0" dirty="0" err="1">
                <a:solidFill>
                  <a:srgbClr val="000000"/>
                </a:solidFill>
                <a:effectLst/>
                <a:uFillTx/>
                <a:latin typeface="Aptos"/>
              </a:rPr>
              <a:t>Saragiotto</a:t>
            </a:r>
            <a:r>
              <a:rPr lang="en-US" sz="1200" b="0" i="0" u="none" strike="noStrike" kern="1200" cap="none" spc="0" baseline="0" dirty="0">
                <a:solidFill>
                  <a:srgbClr val="000000"/>
                </a:solidFill>
                <a:effectLst/>
                <a:uFillTx/>
                <a:latin typeface="Aptos"/>
              </a:rPr>
              <a:t>, B., Richards, B. and Maher, C.G. (2018). Primary care management of non-specific low back pain: key messages from recent clinical guidelines. </a:t>
            </a:r>
            <a:r>
              <a:rPr lang="en-US" sz="1200" b="0" i="1" u="none" strike="noStrike" kern="1200" cap="none" spc="0" baseline="0" dirty="0">
                <a:solidFill>
                  <a:srgbClr val="000000"/>
                </a:solidFill>
                <a:effectLst/>
                <a:uFillTx/>
                <a:latin typeface="Aptos"/>
              </a:rPr>
              <a:t>Medical Journal of Australia</a:t>
            </a:r>
            <a:r>
              <a:rPr lang="en-US" sz="1200" b="0" i="0" u="none" strike="noStrike" kern="1200" cap="none" spc="0" baseline="0" dirty="0">
                <a:solidFill>
                  <a:srgbClr val="000000"/>
                </a:solidFill>
                <a:effectLst/>
                <a:uFillTx/>
                <a:latin typeface="Aptos"/>
              </a:rPr>
              <a:t>, 208(6), pp.272–275. </a:t>
            </a:r>
            <a:r>
              <a:rPr lang="en-US" sz="1200" b="0" i="0" u="none" strike="noStrike" kern="1200" cap="none" spc="0" baseline="0" dirty="0" err="1">
                <a:solidFill>
                  <a:srgbClr val="000000"/>
                </a:solidFill>
                <a:effectLst/>
                <a:uFillTx/>
                <a:latin typeface="Aptos"/>
              </a:rPr>
              <a:t>doi:https</a:t>
            </a:r>
            <a:r>
              <a:rPr lang="en-US" sz="1200" b="0" i="0" u="none" strike="noStrike" kern="1200" cap="none" spc="0" baseline="0" dirty="0">
                <a:solidFill>
                  <a:srgbClr val="000000"/>
                </a:solidFill>
                <a:effectLst/>
                <a:uFillTx/>
                <a:latin typeface="Aptos"/>
              </a:rPr>
              <a:t>://doi.org/10.5694/mja17.01152.</a:t>
            </a:r>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85</a:t>
            </a:fld>
            <a:endParaRPr lang="en-GB"/>
          </a:p>
        </p:txBody>
      </p:sp>
    </p:spTree>
    <p:extLst>
      <p:ext uri="{BB962C8B-B14F-4D97-AF65-F5344CB8AC3E}">
        <p14:creationId xmlns:p14="http://schemas.microsoft.com/office/powerpoint/2010/main" val="21183944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Self care: https://www.who.int/health-topics/self-care#tab=tab_1</a:t>
            </a:r>
          </a:p>
          <a:p>
            <a:r>
              <a:rPr lang="en-GB" dirty="0"/>
              <a:t>https://newhamgpvts.org.uk/wp-content/uploads/2019/10/selfcareandselfmanagementintroduction1570462267582.pdf</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86</a:t>
            </a:fld>
            <a:endParaRPr lang="en-GB"/>
          </a:p>
        </p:txBody>
      </p:sp>
    </p:spTree>
    <p:extLst>
      <p:ext uri="{BB962C8B-B14F-4D97-AF65-F5344CB8AC3E}">
        <p14:creationId xmlns:p14="http://schemas.microsoft.com/office/powerpoint/2010/main" val="55197728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https://www.physio-pedia.com/Motivational_Interviewing</a:t>
            </a:r>
          </a:p>
          <a:p>
            <a:r>
              <a:rPr lang="en-GB" dirty="0"/>
              <a:t>https://livewellwithpain.co.uk/resources-for-people-with-pain/ten-footsteps-to-living-well-with-pain/</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87</a:t>
            </a:fld>
            <a:endParaRPr lang="en-GB"/>
          </a:p>
        </p:txBody>
      </p:sp>
    </p:spTree>
    <p:extLst>
      <p:ext uri="{BB962C8B-B14F-4D97-AF65-F5344CB8AC3E}">
        <p14:creationId xmlns:p14="http://schemas.microsoft.com/office/powerpoint/2010/main" val="5111968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https://pubmed.ncbi.nlm.nih.gov/38662515/</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88</a:t>
            </a:fld>
            <a:endParaRPr lang="en-GB"/>
          </a:p>
        </p:txBody>
      </p:sp>
    </p:spTree>
    <p:extLst>
      <p:ext uri="{BB962C8B-B14F-4D97-AF65-F5344CB8AC3E}">
        <p14:creationId xmlns:p14="http://schemas.microsoft.com/office/powerpoint/2010/main" val="35844697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US" dirty="0">
                <a:hlinkClick r:id="rId3"/>
              </a:rPr>
              <a:t>Interventions for the Management of Acute and Chronic Low Back Pain: Revision 2021</a:t>
            </a:r>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90</a:t>
            </a:fld>
            <a:endParaRPr lang="en-GB"/>
          </a:p>
        </p:txBody>
      </p:sp>
    </p:spTree>
    <p:extLst>
      <p:ext uri="{BB962C8B-B14F-4D97-AF65-F5344CB8AC3E}">
        <p14:creationId xmlns:p14="http://schemas.microsoft.com/office/powerpoint/2010/main" val="5807657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US" dirty="0">
                <a:hlinkClick r:id="rId3"/>
              </a:rPr>
              <a:t>The Role of Physical Exercise in Chronic Musculoskeletal Pain: Best Medicine—A Narrative Review – PMC</a:t>
            </a:r>
            <a:endParaRPr lang="en-US" dirty="0"/>
          </a:p>
          <a:p>
            <a:r>
              <a:rPr lang="en-US" dirty="0">
                <a:hlinkClick r:id="rId4"/>
              </a:rPr>
              <a:t>UK Chief Medical Officers' Physical Activity Guidelines</a:t>
            </a:r>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92</a:t>
            </a:fld>
            <a:endParaRPr lang="en-GB"/>
          </a:p>
        </p:txBody>
      </p:sp>
    </p:spTree>
    <p:extLst>
      <p:ext uri="{BB962C8B-B14F-4D97-AF65-F5344CB8AC3E}">
        <p14:creationId xmlns:p14="http://schemas.microsoft.com/office/powerpoint/2010/main" val="29294114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https://journals.plos.org/plosone/article?id=10.1371/journal.pone.0319586</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93</a:t>
            </a:fld>
            <a:endParaRPr lang="en-GB"/>
          </a:p>
        </p:txBody>
      </p:sp>
    </p:spTree>
    <p:extLst>
      <p:ext uri="{BB962C8B-B14F-4D97-AF65-F5344CB8AC3E}">
        <p14:creationId xmlns:p14="http://schemas.microsoft.com/office/powerpoint/2010/main" val="187747634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sz="1200" b="0" i="0" u="none" strike="noStrike" kern="1200" cap="none" spc="0" baseline="0" dirty="0">
                <a:solidFill>
                  <a:srgbClr val="000000"/>
                </a:solidFill>
                <a:effectLst/>
                <a:uFillTx/>
                <a:latin typeface="Aptos"/>
              </a:rPr>
              <a:t>Chevan, J. and </a:t>
            </a:r>
            <a:r>
              <a:rPr lang="en-US" sz="1200" b="0" i="0" u="none" strike="noStrike" kern="1200" cap="none" spc="0" baseline="0" dirty="0" err="1">
                <a:solidFill>
                  <a:srgbClr val="000000"/>
                </a:solidFill>
                <a:effectLst/>
                <a:uFillTx/>
                <a:latin typeface="Aptos"/>
              </a:rPr>
              <a:t>Clapis</a:t>
            </a:r>
            <a:r>
              <a:rPr lang="en-US" sz="1200" b="0" i="0" u="none" strike="noStrike" kern="1200" cap="none" spc="0" baseline="0" dirty="0">
                <a:solidFill>
                  <a:srgbClr val="000000"/>
                </a:solidFill>
                <a:effectLst/>
                <a:uFillTx/>
                <a:latin typeface="Aptos"/>
              </a:rPr>
              <a:t>, P.A. (2013). </a:t>
            </a:r>
            <a:r>
              <a:rPr lang="en-US" sz="1200" b="0" i="1" u="none" strike="noStrike" kern="1200" cap="none" spc="0" baseline="0" dirty="0">
                <a:solidFill>
                  <a:srgbClr val="000000"/>
                </a:solidFill>
                <a:effectLst/>
                <a:uFillTx/>
                <a:latin typeface="Aptos"/>
              </a:rPr>
              <a:t>Physical therapy management of low back pain : a case-based approach</a:t>
            </a:r>
            <a:r>
              <a:rPr lang="en-US" sz="1200" b="0" i="0" u="none" strike="noStrike" kern="1200" cap="none" spc="0" baseline="0" dirty="0">
                <a:solidFill>
                  <a:srgbClr val="000000"/>
                </a:solidFill>
                <a:effectLst/>
                <a:uFillTx/>
                <a:latin typeface="Aptos"/>
              </a:rPr>
              <a:t>. Burlington, Ma: Jones &amp; Bartlett Learning.</a:t>
            </a:r>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94</a:t>
            </a:fld>
            <a:endParaRPr lang="en-GB"/>
          </a:p>
        </p:txBody>
      </p:sp>
    </p:spTree>
    <p:extLst>
      <p:ext uri="{BB962C8B-B14F-4D97-AF65-F5344CB8AC3E}">
        <p14:creationId xmlns:p14="http://schemas.microsoft.com/office/powerpoint/2010/main" val="247091473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NICE guidelines</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95</a:t>
            </a:fld>
            <a:endParaRPr lang="en-GB"/>
          </a:p>
        </p:txBody>
      </p:sp>
    </p:spTree>
    <p:extLst>
      <p:ext uri="{BB962C8B-B14F-4D97-AF65-F5344CB8AC3E}">
        <p14:creationId xmlns:p14="http://schemas.microsoft.com/office/powerpoint/2010/main" val="49432363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https://www.physio-pedia.com/Neurodynamic_Assessment#Upper_limb_tension_test_1_.28median_nerve_bias.29</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96</a:t>
            </a:fld>
            <a:endParaRPr lang="en-GB"/>
          </a:p>
        </p:txBody>
      </p:sp>
    </p:spTree>
    <p:extLst>
      <p:ext uri="{BB962C8B-B14F-4D97-AF65-F5344CB8AC3E}">
        <p14:creationId xmlns:p14="http://schemas.microsoft.com/office/powerpoint/2010/main" val="371245688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https://pmc.ncbi.nlm.nih.gov/articles/PMC8088811/</a:t>
            </a:r>
          </a:p>
          <a:p>
            <a:r>
              <a:rPr lang="en-GB" dirty="0"/>
              <a:t>https://bnf.nice.org.uk/treatment-summaries/analgesics/#non-opioid-analgesics-and-compound-analgesic-preparations</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97</a:t>
            </a:fld>
            <a:endParaRPr lang="en-GB"/>
          </a:p>
        </p:txBody>
      </p:sp>
    </p:spTree>
    <p:extLst>
      <p:ext uri="{BB962C8B-B14F-4D97-AF65-F5344CB8AC3E}">
        <p14:creationId xmlns:p14="http://schemas.microsoft.com/office/powerpoint/2010/main" val="128372672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https://cks.nice.org.uk/topics/analgesia-mild-to-moderate-pain/</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98</a:t>
            </a:fld>
            <a:endParaRPr lang="en-GB"/>
          </a:p>
        </p:txBody>
      </p:sp>
    </p:spTree>
    <p:extLst>
      <p:ext uri="{BB962C8B-B14F-4D97-AF65-F5344CB8AC3E}">
        <p14:creationId xmlns:p14="http://schemas.microsoft.com/office/powerpoint/2010/main" val="113041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https://www.asianspinejournal.org/upload/pdf/asj-9-645.pdf</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102</a:t>
            </a:fld>
            <a:endParaRPr lang="en-GB"/>
          </a:p>
        </p:txBody>
      </p:sp>
    </p:spTree>
    <p:extLst>
      <p:ext uri="{BB962C8B-B14F-4D97-AF65-F5344CB8AC3E}">
        <p14:creationId xmlns:p14="http://schemas.microsoft.com/office/powerpoint/2010/main" val="276488174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NICE Guidelines</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103</a:t>
            </a:fld>
            <a:endParaRPr lang="en-GB"/>
          </a:p>
        </p:txBody>
      </p:sp>
    </p:spTree>
    <p:extLst>
      <p:ext uri="{BB962C8B-B14F-4D97-AF65-F5344CB8AC3E}">
        <p14:creationId xmlns:p14="http://schemas.microsoft.com/office/powerpoint/2010/main" val="340209717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104</a:t>
            </a:fld>
            <a:endParaRPr lang="en-GB"/>
          </a:p>
        </p:txBody>
      </p:sp>
    </p:spTree>
    <p:extLst>
      <p:ext uri="{BB962C8B-B14F-4D97-AF65-F5344CB8AC3E}">
        <p14:creationId xmlns:p14="http://schemas.microsoft.com/office/powerpoint/2010/main" val="218774051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https://pmc.ncbi.nlm.nih.gov/articles/PMC10080412/</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105</a:t>
            </a:fld>
            <a:endParaRPr lang="en-GB"/>
          </a:p>
        </p:txBody>
      </p:sp>
    </p:spTree>
    <p:extLst>
      <p:ext uri="{BB962C8B-B14F-4D97-AF65-F5344CB8AC3E}">
        <p14:creationId xmlns:p14="http://schemas.microsoft.com/office/powerpoint/2010/main" val="125630824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https://www.physio-pedia.com/Lumbar_Fusion_Rehabilitation</a:t>
            </a:r>
          </a:p>
          <a:p>
            <a:r>
              <a:rPr lang="en-GB"/>
              <a:t>https://ejns.springeropen.com/articles/10.1186/s41984-024-00270-z?utm_source=chatgpt.com</a:t>
            </a:r>
            <a:endParaRPr lang="en-GB" dirty="0"/>
          </a:p>
        </p:txBody>
      </p:sp>
      <p:sp>
        <p:nvSpPr>
          <p:cNvPr id="4" name="Slide Number Placeholder 3"/>
          <p:cNvSpPr>
            <a:spLocks noGrp="1"/>
          </p:cNvSpPr>
          <p:nvPr>
            <p:ph type="sldNum" sz="quarter" idx="5"/>
          </p:nvPr>
        </p:nvSpPr>
        <p:spPr/>
        <p:txBody>
          <a:bodyPr/>
          <a:lstStyle/>
          <a:p>
            <a:pPr lvl="0"/>
            <a:fld id="{4C8AF816-83EB-4E72-AA1A-DB17AB5FB8F0}" type="slidenum">
              <a:rPr lang="en-GB" smtClean="0"/>
              <a:t>107</a:t>
            </a:fld>
            <a:endParaRPr lang="en-GB"/>
          </a:p>
        </p:txBody>
      </p:sp>
    </p:spTree>
    <p:extLst>
      <p:ext uri="{BB962C8B-B14F-4D97-AF65-F5344CB8AC3E}">
        <p14:creationId xmlns:p14="http://schemas.microsoft.com/office/powerpoint/2010/main" val="319264946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https://www.thelancet.com/journals/lancet/article/PIIS0140-6736(18)30489-6/fulltext</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108</a:t>
            </a:fld>
            <a:endParaRPr lang="en-GB"/>
          </a:p>
        </p:txBody>
      </p:sp>
    </p:spTree>
    <p:extLst>
      <p:ext uri="{BB962C8B-B14F-4D97-AF65-F5344CB8AC3E}">
        <p14:creationId xmlns:p14="http://schemas.microsoft.com/office/powerpoint/2010/main" val="236530806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https://bjsm-bmj-com.uniessexlib.idm.oclc.org/content/bjsports/54/12/698.full.pdf</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110</a:t>
            </a:fld>
            <a:endParaRPr lang="en-GB"/>
          </a:p>
        </p:txBody>
      </p:sp>
    </p:spTree>
    <p:extLst>
      <p:ext uri="{BB962C8B-B14F-4D97-AF65-F5344CB8AC3E}">
        <p14:creationId xmlns:p14="http://schemas.microsoft.com/office/powerpoint/2010/main" val="26554762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https://backcare.org.uk/wp-content/uploads/2021/02/705-Top-10-Tips-for-Back-Pain.pdf</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111</a:t>
            </a:fld>
            <a:endParaRPr lang="en-GB"/>
          </a:p>
        </p:txBody>
      </p:sp>
    </p:spTree>
    <p:extLst>
      <p:ext uri="{BB962C8B-B14F-4D97-AF65-F5344CB8AC3E}">
        <p14:creationId xmlns:p14="http://schemas.microsoft.com/office/powerpoint/2010/main" val="407548168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r>
              <a:rPr lang="en-GB" dirty="0"/>
              <a:t>https://pmc.ncbi.nlm.nih.gov/articles/PMC6301356/?utm_source=chatgpt.com</a:t>
            </a:r>
          </a:p>
        </p:txBody>
      </p:sp>
      <p:sp>
        <p:nvSpPr>
          <p:cNvPr id="4" name="Slide Number Placeholder 3"/>
          <p:cNvSpPr>
            <a:spLocks noGrp="1"/>
          </p:cNvSpPr>
          <p:nvPr>
            <p:ph type="sldNum" sz="quarter" idx="5"/>
          </p:nvPr>
        </p:nvSpPr>
        <p:spPr/>
        <p:txBody>
          <a:bodyPr/>
          <a:lstStyle/>
          <a:p>
            <a:pPr lvl="0"/>
            <a:fld id="{4C8AF816-83EB-4E72-AA1A-DB17AB5FB8F0}" type="slidenum">
              <a:rPr lang="en-GB" smtClean="0"/>
              <a:t>112</a:t>
            </a:fld>
            <a:endParaRPr lang="en-GB"/>
          </a:p>
        </p:txBody>
      </p:sp>
    </p:spTree>
    <p:extLst>
      <p:ext uri="{BB962C8B-B14F-4D97-AF65-F5344CB8AC3E}">
        <p14:creationId xmlns:p14="http://schemas.microsoft.com/office/powerpoint/2010/main" val="2366702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B9789-AF15-ECBF-4B9B-DFA66884CF0D}"/>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endParaRPr lang="en-GB"/>
          </a:p>
        </p:txBody>
      </p:sp>
      <p:sp>
        <p:nvSpPr>
          <p:cNvPr id="3" name="Subtitle 2">
            <a:extLst>
              <a:ext uri="{FF2B5EF4-FFF2-40B4-BE49-F238E27FC236}">
                <a16:creationId xmlns:a16="http://schemas.microsoft.com/office/drawing/2014/main" id="{1832F2CB-69A3-7550-65BC-1D6A8C9209C5}"/>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endParaRPr lang="en-GB"/>
          </a:p>
        </p:txBody>
      </p:sp>
      <p:sp>
        <p:nvSpPr>
          <p:cNvPr id="4" name="Date Placeholder 3">
            <a:extLst>
              <a:ext uri="{FF2B5EF4-FFF2-40B4-BE49-F238E27FC236}">
                <a16:creationId xmlns:a16="http://schemas.microsoft.com/office/drawing/2014/main" id="{D6E832B1-D1F6-4682-4297-56B0C74A6997}"/>
              </a:ext>
            </a:extLst>
          </p:cNvPr>
          <p:cNvSpPr txBox="1">
            <a:spLocks noGrp="1"/>
          </p:cNvSpPr>
          <p:nvPr>
            <p:ph type="dt" sz="half" idx="7"/>
          </p:nvPr>
        </p:nvSpPr>
        <p:spPr/>
        <p:txBody>
          <a:bodyPr/>
          <a:lstStyle>
            <a:lvl1pPr>
              <a:defRPr/>
            </a:lvl1pPr>
          </a:lstStyle>
          <a:p>
            <a:pPr lvl="0"/>
            <a:fld id="{FA9AA611-A3DF-40C1-BBA7-7ABCA6183480}" type="datetime1">
              <a:rPr lang="en-GB"/>
              <a:pPr lvl="0"/>
              <a:t>12/11/2025</a:t>
            </a:fld>
            <a:endParaRPr lang="en-GB"/>
          </a:p>
        </p:txBody>
      </p:sp>
      <p:sp>
        <p:nvSpPr>
          <p:cNvPr id="5" name="Footer Placeholder 4">
            <a:extLst>
              <a:ext uri="{FF2B5EF4-FFF2-40B4-BE49-F238E27FC236}">
                <a16:creationId xmlns:a16="http://schemas.microsoft.com/office/drawing/2014/main" id="{D6892739-73F4-7935-F61F-A2F78705588C}"/>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9C9CFD24-6FFA-F28D-7BDA-94ADE1D0F86A}"/>
              </a:ext>
            </a:extLst>
          </p:cNvPr>
          <p:cNvSpPr txBox="1">
            <a:spLocks noGrp="1"/>
          </p:cNvSpPr>
          <p:nvPr>
            <p:ph type="sldNum" sz="quarter" idx="8"/>
          </p:nvPr>
        </p:nvSpPr>
        <p:spPr/>
        <p:txBody>
          <a:bodyPr/>
          <a:lstStyle>
            <a:lvl1pPr>
              <a:defRPr/>
            </a:lvl1pPr>
          </a:lstStyle>
          <a:p>
            <a:pPr lvl="0"/>
            <a:fld id="{5CE693AF-3AE7-463E-8F0C-3E968AB838D0}" type="slidenum">
              <a:t>‹#›</a:t>
            </a:fld>
            <a:endParaRPr lang="en-GB"/>
          </a:p>
        </p:txBody>
      </p:sp>
    </p:spTree>
    <p:extLst>
      <p:ext uri="{BB962C8B-B14F-4D97-AF65-F5344CB8AC3E}">
        <p14:creationId xmlns:p14="http://schemas.microsoft.com/office/powerpoint/2010/main" val="311135637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C51A2-7AE4-9FD5-AD05-A3F4CAEB2DE4}"/>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21F82259-2EBC-3A58-BACC-9DA1ED9C73F8}"/>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992D0FC-0C83-25B6-581C-2B1A2678CDA5}"/>
              </a:ext>
            </a:extLst>
          </p:cNvPr>
          <p:cNvSpPr txBox="1">
            <a:spLocks noGrp="1"/>
          </p:cNvSpPr>
          <p:nvPr>
            <p:ph type="dt" sz="half" idx="7"/>
          </p:nvPr>
        </p:nvSpPr>
        <p:spPr/>
        <p:txBody>
          <a:bodyPr/>
          <a:lstStyle>
            <a:lvl1pPr>
              <a:defRPr/>
            </a:lvl1pPr>
          </a:lstStyle>
          <a:p>
            <a:pPr lvl="0"/>
            <a:fld id="{914B733F-ED42-4775-82EC-72C3B31957AF}" type="datetime1">
              <a:rPr lang="en-GB"/>
              <a:pPr lvl="0"/>
              <a:t>12/11/2025</a:t>
            </a:fld>
            <a:endParaRPr lang="en-GB"/>
          </a:p>
        </p:txBody>
      </p:sp>
      <p:sp>
        <p:nvSpPr>
          <p:cNvPr id="5" name="Footer Placeholder 4">
            <a:extLst>
              <a:ext uri="{FF2B5EF4-FFF2-40B4-BE49-F238E27FC236}">
                <a16:creationId xmlns:a16="http://schemas.microsoft.com/office/drawing/2014/main" id="{D4798E0D-8F08-2C93-5AAB-D55C93E2BAF6}"/>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67C81684-8F3A-4B1D-0228-CB836E77F0FE}"/>
              </a:ext>
            </a:extLst>
          </p:cNvPr>
          <p:cNvSpPr txBox="1">
            <a:spLocks noGrp="1"/>
          </p:cNvSpPr>
          <p:nvPr>
            <p:ph type="sldNum" sz="quarter" idx="8"/>
          </p:nvPr>
        </p:nvSpPr>
        <p:spPr/>
        <p:txBody>
          <a:bodyPr/>
          <a:lstStyle>
            <a:lvl1pPr>
              <a:defRPr/>
            </a:lvl1pPr>
          </a:lstStyle>
          <a:p>
            <a:pPr lvl="0"/>
            <a:fld id="{5D22EEDF-2054-43FD-8CEF-ABC7C0F47C7D}" type="slidenum">
              <a:t>‹#›</a:t>
            </a:fld>
            <a:endParaRPr lang="en-GB"/>
          </a:p>
        </p:txBody>
      </p:sp>
    </p:spTree>
    <p:extLst>
      <p:ext uri="{BB962C8B-B14F-4D97-AF65-F5344CB8AC3E}">
        <p14:creationId xmlns:p14="http://schemas.microsoft.com/office/powerpoint/2010/main" val="426884437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CB778-D7BE-DD9D-4F3A-50331FC6D4B9}"/>
              </a:ext>
            </a:extLst>
          </p:cNvPr>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3CAEE469-91B7-8FC7-A2F8-99EF2F7C7597}"/>
              </a:ext>
            </a:extLst>
          </p:cNvPr>
          <p:cNvSpPr txBox="1">
            <a:spLocks noGrp="1"/>
          </p:cNvSpPr>
          <p:nvPr>
            <p:ph type="body" idx="1"/>
          </p:nvPr>
        </p:nvSpPr>
        <p:spPr>
          <a:xfrm>
            <a:off x="831847" y="4589465"/>
            <a:ext cx="10515600" cy="1500182"/>
          </a:xfrm>
        </p:spPr>
        <p:txBody>
          <a:bodyPr/>
          <a:lstStyle>
            <a:lvl1pPr marL="0" indent="0">
              <a:buNone/>
              <a:defRPr sz="2400">
                <a:solidFill>
                  <a:srgbClr val="767676"/>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6E5C65F8-772B-48EF-DA9B-C90DC18994B3}"/>
              </a:ext>
            </a:extLst>
          </p:cNvPr>
          <p:cNvSpPr txBox="1">
            <a:spLocks noGrp="1"/>
          </p:cNvSpPr>
          <p:nvPr>
            <p:ph type="dt" sz="half" idx="7"/>
          </p:nvPr>
        </p:nvSpPr>
        <p:spPr/>
        <p:txBody>
          <a:bodyPr/>
          <a:lstStyle>
            <a:lvl1pPr>
              <a:defRPr/>
            </a:lvl1pPr>
          </a:lstStyle>
          <a:p>
            <a:pPr lvl="0"/>
            <a:fld id="{6E52EB2A-76DD-489D-A4D4-C2E37EC6519B}" type="datetime1">
              <a:rPr lang="en-GB"/>
              <a:pPr lvl="0"/>
              <a:t>12/11/2025</a:t>
            </a:fld>
            <a:endParaRPr lang="en-GB"/>
          </a:p>
        </p:txBody>
      </p:sp>
      <p:sp>
        <p:nvSpPr>
          <p:cNvPr id="5" name="Footer Placeholder 4">
            <a:extLst>
              <a:ext uri="{FF2B5EF4-FFF2-40B4-BE49-F238E27FC236}">
                <a16:creationId xmlns:a16="http://schemas.microsoft.com/office/drawing/2014/main" id="{061E2DD5-B2AC-36DE-DA81-2A5756C0954C}"/>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27F0F80B-E7BA-43B1-7EF0-E6BDFB41E28E}"/>
              </a:ext>
            </a:extLst>
          </p:cNvPr>
          <p:cNvSpPr txBox="1">
            <a:spLocks noGrp="1"/>
          </p:cNvSpPr>
          <p:nvPr>
            <p:ph type="sldNum" sz="quarter" idx="8"/>
          </p:nvPr>
        </p:nvSpPr>
        <p:spPr/>
        <p:txBody>
          <a:bodyPr/>
          <a:lstStyle>
            <a:lvl1pPr>
              <a:defRPr/>
            </a:lvl1pPr>
          </a:lstStyle>
          <a:p>
            <a:pPr lvl="0"/>
            <a:fld id="{89D9D808-4FD9-4152-88FB-1B0474F41D4F}" type="slidenum">
              <a:t>‹#›</a:t>
            </a:fld>
            <a:endParaRPr lang="en-GB"/>
          </a:p>
        </p:txBody>
      </p:sp>
    </p:spTree>
    <p:extLst>
      <p:ext uri="{BB962C8B-B14F-4D97-AF65-F5344CB8AC3E}">
        <p14:creationId xmlns:p14="http://schemas.microsoft.com/office/powerpoint/2010/main" val="1577196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3EFBA-08B7-56DF-F519-509AACB56CC3}"/>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C1E14B94-3B71-9F05-7E56-8630C11163EC}"/>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0BF0E07-08F5-D8F7-68EE-6072F70340BB}"/>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221E06E-CECB-3A21-33F2-A7BEDDB74BF2}"/>
              </a:ext>
            </a:extLst>
          </p:cNvPr>
          <p:cNvSpPr txBox="1">
            <a:spLocks noGrp="1"/>
          </p:cNvSpPr>
          <p:nvPr>
            <p:ph type="dt" sz="half" idx="7"/>
          </p:nvPr>
        </p:nvSpPr>
        <p:spPr/>
        <p:txBody>
          <a:bodyPr/>
          <a:lstStyle>
            <a:lvl1pPr>
              <a:defRPr/>
            </a:lvl1pPr>
          </a:lstStyle>
          <a:p>
            <a:pPr lvl="0"/>
            <a:fld id="{C5816D5B-6182-4BDA-AAF0-CB9B7A54D219}" type="datetime1">
              <a:rPr lang="en-GB"/>
              <a:pPr lvl="0"/>
              <a:t>12/11/2025</a:t>
            </a:fld>
            <a:endParaRPr lang="en-GB"/>
          </a:p>
        </p:txBody>
      </p:sp>
      <p:sp>
        <p:nvSpPr>
          <p:cNvPr id="6" name="Footer Placeholder 5">
            <a:extLst>
              <a:ext uri="{FF2B5EF4-FFF2-40B4-BE49-F238E27FC236}">
                <a16:creationId xmlns:a16="http://schemas.microsoft.com/office/drawing/2014/main" id="{93F4B5BE-23AE-7603-7A24-9A4A6C8F3D2E}"/>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97BB57AA-2AD2-3E91-4883-5DB2385F3188}"/>
              </a:ext>
            </a:extLst>
          </p:cNvPr>
          <p:cNvSpPr txBox="1">
            <a:spLocks noGrp="1"/>
          </p:cNvSpPr>
          <p:nvPr>
            <p:ph type="sldNum" sz="quarter" idx="8"/>
          </p:nvPr>
        </p:nvSpPr>
        <p:spPr/>
        <p:txBody>
          <a:bodyPr/>
          <a:lstStyle>
            <a:lvl1pPr>
              <a:defRPr/>
            </a:lvl1pPr>
          </a:lstStyle>
          <a:p>
            <a:pPr lvl="0"/>
            <a:fld id="{CB9FEBC2-DB3A-49D8-8949-1FF1A19DEC7E}" type="slidenum">
              <a:t>‹#›</a:t>
            </a:fld>
            <a:endParaRPr lang="en-GB"/>
          </a:p>
        </p:txBody>
      </p:sp>
    </p:spTree>
    <p:extLst>
      <p:ext uri="{BB962C8B-B14F-4D97-AF65-F5344CB8AC3E}">
        <p14:creationId xmlns:p14="http://schemas.microsoft.com/office/powerpoint/2010/main" val="212303140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8B032-7FC5-718D-3FAA-0E9FB81BEDC9}"/>
              </a:ext>
            </a:extLst>
          </p:cNvPr>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256A8483-037C-1537-7BFC-9109766CD715}"/>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4D650075-A167-9EE7-9620-E04D357A0056}"/>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F26C5EF-C4E6-3D66-3DD8-CAA911774AB6}"/>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0ED498B5-52B3-4E85-1CA5-ADE78D973720}"/>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E0DDA77-D5FA-F9F1-01F7-3145F8FEED59}"/>
              </a:ext>
            </a:extLst>
          </p:cNvPr>
          <p:cNvSpPr txBox="1">
            <a:spLocks noGrp="1"/>
          </p:cNvSpPr>
          <p:nvPr>
            <p:ph type="dt" sz="half" idx="7"/>
          </p:nvPr>
        </p:nvSpPr>
        <p:spPr/>
        <p:txBody>
          <a:bodyPr/>
          <a:lstStyle>
            <a:lvl1pPr>
              <a:defRPr/>
            </a:lvl1pPr>
          </a:lstStyle>
          <a:p>
            <a:pPr lvl="0"/>
            <a:fld id="{D0C18A6F-46A3-43E3-8491-16331DA87907}" type="datetime1">
              <a:rPr lang="en-GB"/>
              <a:pPr lvl="0"/>
              <a:t>12/11/2025</a:t>
            </a:fld>
            <a:endParaRPr lang="en-GB"/>
          </a:p>
        </p:txBody>
      </p:sp>
      <p:sp>
        <p:nvSpPr>
          <p:cNvPr id="8" name="Footer Placeholder 7">
            <a:extLst>
              <a:ext uri="{FF2B5EF4-FFF2-40B4-BE49-F238E27FC236}">
                <a16:creationId xmlns:a16="http://schemas.microsoft.com/office/drawing/2014/main" id="{940C6F94-86F1-EE19-24ED-E4B4891F5CC0}"/>
              </a:ext>
            </a:extLst>
          </p:cNvPr>
          <p:cNvSpPr txBox="1">
            <a:spLocks noGrp="1"/>
          </p:cNvSpPr>
          <p:nvPr>
            <p:ph type="ftr" sz="quarter" idx="9"/>
          </p:nvPr>
        </p:nvSpPr>
        <p:spPr/>
        <p:txBody>
          <a:bodyPr/>
          <a:lstStyle>
            <a:lvl1pPr>
              <a:defRPr/>
            </a:lvl1pPr>
          </a:lstStyle>
          <a:p>
            <a:pPr lvl="0"/>
            <a:endParaRPr lang="en-GB"/>
          </a:p>
        </p:txBody>
      </p:sp>
      <p:sp>
        <p:nvSpPr>
          <p:cNvPr id="9" name="Slide Number Placeholder 8">
            <a:extLst>
              <a:ext uri="{FF2B5EF4-FFF2-40B4-BE49-F238E27FC236}">
                <a16:creationId xmlns:a16="http://schemas.microsoft.com/office/drawing/2014/main" id="{7A745FF7-3132-257F-5541-F98B677AC49E}"/>
              </a:ext>
            </a:extLst>
          </p:cNvPr>
          <p:cNvSpPr txBox="1">
            <a:spLocks noGrp="1"/>
          </p:cNvSpPr>
          <p:nvPr>
            <p:ph type="sldNum" sz="quarter" idx="8"/>
          </p:nvPr>
        </p:nvSpPr>
        <p:spPr/>
        <p:txBody>
          <a:bodyPr/>
          <a:lstStyle>
            <a:lvl1pPr>
              <a:defRPr/>
            </a:lvl1pPr>
          </a:lstStyle>
          <a:p>
            <a:pPr lvl="0"/>
            <a:fld id="{D1498DBC-17B2-4C2E-BA49-98620B3DED00}" type="slidenum">
              <a:t>‹#›</a:t>
            </a:fld>
            <a:endParaRPr lang="en-GB"/>
          </a:p>
        </p:txBody>
      </p:sp>
    </p:spTree>
    <p:extLst>
      <p:ext uri="{BB962C8B-B14F-4D97-AF65-F5344CB8AC3E}">
        <p14:creationId xmlns:p14="http://schemas.microsoft.com/office/powerpoint/2010/main" val="2344365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A9B6A-0019-C24C-922F-3859D9707E93}"/>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Date Placeholder 2">
            <a:extLst>
              <a:ext uri="{FF2B5EF4-FFF2-40B4-BE49-F238E27FC236}">
                <a16:creationId xmlns:a16="http://schemas.microsoft.com/office/drawing/2014/main" id="{2F637087-E1A8-4A05-7BFE-A181E128DB4D}"/>
              </a:ext>
            </a:extLst>
          </p:cNvPr>
          <p:cNvSpPr txBox="1">
            <a:spLocks noGrp="1"/>
          </p:cNvSpPr>
          <p:nvPr>
            <p:ph type="dt" sz="half" idx="7"/>
          </p:nvPr>
        </p:nvSpPr>
        <p:spPr/>
        <p:txBody>
          <a:bodyPr/>
          <a:lstStyle>
            <a:lvl1pPr>
              <a:defRPr/>
            </a:lvl1pPr>
          </a:lstStyle>
          <a:p>
            <a:pPr lvl="0"/>
            <a:fld id="{A52EE222-7955-468E-8013-E3F9A88BEB78}" type="datetime1">
              <a:rPr lang="en-GB"/>
              <a:pPr lvl="0"/>
              <a:t>12/11/2025</a:t>
            </a:fld>
            <a:endParaRPr lang="en-GB"/>
          </a:p>
        </p:txBody>
      </p:sp>
      <p:sp>
        <p:nvSpPr>
          <p:cNvPr id="4" name="Footer Placeholder 3">
            <a:extLst>
              <a:ext uri="{FF2B5EF4-FFF2-40B4-BE49-F238E27FC236}">
                <a16:creationId xmlns:a16="http://schemas.microsoft.com/office/drawing/2014/main" id="{86CDE5EE-77E0-83F2-0A94-585085FCAAA2}"/>
              </a:ext>
            </a:extLst>
          </p:cNvPr>
          <p:cNvSpPr txBox="1">
            <a:spLocks noGrp="1"/>
          </p:cNvSpPr>
          <p:nvPr>
            <p:ph type="ftr" sz="quarter" idx="9"/>
          </p:nvPr>
        </p:nvSpPr>
        <p:spPr/>
        <p:txBody>
          <a:bodyPr/>
          <a:lstStyle>
            <a:lvl1pPr>
              <a:defRPr/>
            </a:lvl1pPr>
          </a:lstStyle>
          <a:p>
            <a:pPr lvl="0"/>
            <a:endParaRPr lang="en-GB"/>
          </a:p>
        </p:txBody>
      </p:sp>
      <p:sp>
        <p:nvSpPr>
          <p:cNvPr id="5" name="Slide Number Placeholder 4">
            <a:extLst>
              <a:ext uri="{FF2B5EF4-FFF2-40B4-BE49-F238E27FC236}">
                <a16:creationId xmlns:a16="http://schemas.microsoft.com/office/drawing/2014/main" id="{D32C82FD-49BB-CA3C-7D93-C818E1F9DC98}"/>
              </a:ext>
            </a:extLst>
          </p:cNvPr>
          <p:cNvSpPr txBox="1">
            <a:spLocks noGrp="1"/>
          </p:cNvSpPr>
          <p:nvPr>
            <p:ph type="sldNum" sz="quarter" idx="8"/>
          </p:nvPr>
        </p:nvSpPr>
        <p:spPr/>
        <p:txBody>
          <a:bodyPr/>
          <a:lstStyle>
            <a:lvl1pPr>
              <a:defRPr/>
            </a:lvl1pPr>
          </a:lstStyle>
          <a:p>
            <a:pPr lvl="0"/>
            <a:fld id="{240ED26F-5B7D-471E-9583-83E75530DBFC}" type="slidenum">
              <a:t>‹#›</a:t>
            </a:fld>
            <a:endParaRPr lang="en-GB"/>
          </a:p>
        </p:txBody>
      </p:sp>
    </p:spTree>
    <p:extLst>
      <p:ext uri="{BB962C8B-B14F-4D97-AF65-F5344CB8AC3E}">
        <p14:creationId xmlns:p14="http://schemas.microsoft.com/office/powerpoint/2010/main" val="4220759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7F23FC-492F-AA80-826B-36977477C341}"/>
              </a:ext>
            </a:extLst>
          </p:cNvPr>
          <p:cNvSpPr txBox="1">
            <a:spLocks noGrp="1"/>
          </p:cNvSpPr>
          <p:nvPr>
            <p:ph type="dt" sz="half" idx="7"/>
          </p:nvPr>
        </p:nvSpPr>
        <p:spPr/>
        <p:txBody>
          <a:bodyPr/>
          <a:lstStyle>
            <a:lvl1pPr>
              <a:defRPr/>
            </a:lvl1pPr>
          </a:lstStyle>
          <a:p>
            <a:pPr lvl="0"/>
            <a:fld id="{093746AA-A0E0-421E-804C-C19185A49255}" type="datetime1">
              <a:rPr lang="en-GB"/>
              <a:pPr lvl="0"/>
              <a:t>12/11/2025</a:t>
            </a:fld>
            <a:endParaRPr lang="en-GB"/>
          </a:p>
        </p:txBody>
      </p:sp>
      <p:sp>
        <p:nvSpPr>
          <p:cNvPr id="3" name="Footer Placeholder 2">
            <a:extLst>
              <a:ext uri="{FF2B5EF4-FFF2-40B4-BE49-F238E27FC236}">
                <a16:creationId xmlns:a16="http://schemas.microsoft.com/office/drawing/2014/main" id="{4310D7AD-029C-F8A1-C706-860715219EE6}"/>
              </a:ext>
            </a:extLst>
          </p:cNvPr>
          <p:cNvSpPr txBox="1">
            <a:spLocks noGrp="1"/>
          </p:cNvSpPr>
          <p:nvPr>
            <p:ph type="ftr" sz="quarter" idx="9"/>
          </p:nvPr>
        </p:nvSpPr>
        <p:spPr/>
        <p:txBody>
          <a:bodyPr/>
          <a:lstStyle>
            <a:lvl1pPr>
              <a:defRPr/>
            </a:lvl1pPr>
          </a:lstStyle>
          <a:p>
            <a:pPr lvl="0"/>
            <a:endParaRPr lang="en-GB"/>
          </a:p>
        </p:txBody>
      </p:sp>
      <p:sp>
        <p:nvSpPr>
          <p:cNvPr id="4" name="Slide Number Placeholder 3">
            <a:extLst>
              <a:ext uri="{FF2B5EF4-FFF2-40B4-BE49-F238E27FC236}">
                <a16:creationId xmlns:a16="http://schemas.microsoft.com/office/drawing/2014/main" id="{75EF4D5B-25A5-FFC4-8FF7-80E7A893729D}"/>
              </a:ext>
            </a:extLst>
          </p:cNvPr>
          <p:cNvSpPr txBox="1">
            <a:spLocks noGrp="1"/>
          </p:cNvSpPr>
          <p:nvPr>
            <p:ph type="sldNum" sz="quarter" idx="8"/>
          </p:nvPr>
        </p:nvSpPr>
        <p:spPr/>
        <p:txBody>
          <a:bodyPr/>
          <a:lstStyle>
            <a:lvl1pPr>
              <a:defRPr/>
            </a:lvl1pPr>
          </a:lstStyle>
          <a:p>
            <a:pPr lvl="0"/>
            <a:fld id="{D68F75D9-9D5C-4456-B8A7-9901187518FA}" type="slidenum">
              <a:t>‹#›</a:t>
            </a:fld>
            <a:endParaRPr lang="en-GB"/>
          </a:p>
        </p:txBody>
      </p:sp>
    </p:spTree>
    <p:extLst>
      <p:ext uri="{BB962C8B-B14F-4D97-AF65-F5344CB8AC3E}">
        <p14:creationId xmlns:p14="http://schemas.microsoft.com/office/powerpoint/2010/main" val="3659034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E6776-ABE7-06A9-55BC-572B39C5A4AA}"/>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3D552A3E-4805-214F-E97D-D9423964A1F7}"/>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7678988-D84F-90BA-DA9D-032AEE04053E}"/>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B11D1BFA-EEDA-C3DB-0C3C-5A3A1FD8C725}"/>
              </a:ext>
            </a:extLst>
          </p:cNvPr>
          <p:cNvSpPr txBox="1">
            <a:spLocks noGrp="1"/>
          </p:cNvSpPr>
          <p:nvPr>
            <p:ph type="dt" sz="half" idx="7"/>
          </p:nvPr>
        </p:nvSpPr>
        <p:spPr/>
        <p:txBody>
          <a:bodyPr/>
          <a:lstStyle>
            <a:lvl1pPr>
              <a:defRPr/>
            </a:lvl1pPr>
          </a:lstStyle>
          <a:p>
            <a:pPr lvl="0"/>
            <a:fld id="{50482425-771A-45DA-9ED5-661C5CEF91A3}" type="datetime1">
              <a:rPr lang="en-GB"/>
              <a:pPr lvl="0"/>
              <a:t>12/11/2025</a:t>
            </a:fld>
            <a:endParaRPr lang="en-GB"/>
          </a:p>
        </p:txBody>
      </p:sp>
      <p:sp>
        <p:nvSpPr>
          <p:cNvPr id="6" name="Footer Placeholder 5">
            <a:extLst>
              <a:ext uri="{FF2B5EF4-FFF2-40B4-BE49-F238E27FC236}">
                <a16:creationId xmlns:a16="http://schemas.microsoft.com/office/drawing/2014/main" id="{EFBDF8F2-66F8-E42B-857D-E9BE2A9B8701}"/>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D403AFA9-2368-BFD0-2434-D23320E4BD4D}"/>
              </a:ext>
            </a:extLst>
          </p:cNvPr>
          <p:cNvSpPr txBox="1">
            <a:spLocks noGrp="1"/>
          </p:cNvSpPr>
          <p:nvPr>
            <p:ph type="sldNum" sz="quarter" idx="8"/>
          </p:nvPr>
        </p:nvSpPr>
        <p:spPr/>
        <p:txBody>
          <a:bodyPr/>
          <a:lstStyle>
            <a:lvl1pPr>
              <a:defRPr/>
            </a:lvl1pPr>
          </a:lstStyle>
          <a:p>
            <a:pPr lvl="0"/>
            <a:fld id="{A040F210-E421-4379-BA2C-3B9427FC5513}" type="slidenum">
              <a:t>‹#›</a:t>
            </a:fld>
            <a:endParaRPr lang="en-GB"/>
          </a:p>
        </p:txBody>
      </p:sp>
    </p:spTree>
    <p:extLst>
      <p:ext uri="{BB962C8B-B14F-4D97-AF65-F5344CB8AC3E}">
        <p14:creationId xmlns:p14="http://schemas.microsoft.com/office/powerpoint/2010/main" val="4015089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FCCA4-6C10-9B6D-ED6B-B4C96AC53335}"/>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GB"/>
          </a:p>
        </p:txBody>
      </p:sp>
      <p:sp>
        <p:nvSpPr>
          <p:cNvPr id="3" name="Picture Placeholder 2">
            <a:extLst>
              <a:ext uri="{FF2B5EF4-FFF2-40B4-BE49-F238E27FC236}">
                <a16:creationId xmlns:a16="http://schemas.microsoft.com/office/drawing/2014/main" id="{A49A60A9-3F2B-F00F-067F-374C81FF0EF7}"/>
              </a:ext>
            </a:extLst>
          </p:cNvPr>
          <p:cNvSpPr txBox="1">
            <a:spLocks noGrp="1"/>
          </p:cNvSpPr>
          <p:nvPr>
            <p:ph type="pic" idx="1"/>
          </p:nvPr>
        </p:nvSpPr>
        <p:spPr>
          <a:xfrm>
            <a:off x="5183184" y="987423"/>
            <a:ext cx="6172200" cy="4873623"/>
          </a:xfrm>
        </p:spPr>
        <p:txBody>
          <a:bodyPr/>
          <a:lstStyle>
            <a:lvl1pPr marL="0" indent="0">
              <a:buNone/>
              <a:defRPr lang="en-GB" sz="3200"/>
            </a:lvl1pPr>
          </a:lstStyle>
          <a:p>
            <a:pPr lvl="0"/>
            <a:endParaRPr lang="en-GB"/>
          </a:p>
        </p:txBody>
      </p:sp>
      <p:sp>
        <p:nvSpPr>
          <p:cNvPr id="4" name="Text Placeholder 3">
            <a:extLst>
              <a:ext uri="{FF2B5EF4-FFF2-40B4-BE49-F238E27FC236}">
                <a16:creationId xmlns:a16="http://schemas.microsoft.com/office/drawing/2014/main" id="{7C59B829-EB07-9E49-A7FD-C60535DB24B1}"/>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48602E46-42CA-662B-6FDD-1C0D39014552}"/>
              </a:ext>
            </a:extLst>
          </p:cNvPr>
          <p:cNvSpPr txBox="1">
            <a:spLocks noGrp="1"/>
          </p:cNvSpPr>
          <p:nvPr>
            <p:ph type="dt" sz="half" idx="7"/>
          </p:nvPr>
        </p:nvSpPr>
        <p:spPr/>
        <p:txBody>
          <a:bodyPr/>
          <a:lstStyle>
            <a:lvl1pPr>
              <a:defRPr/>
            </a:lvl1pPr>
          </a:lstStyle>
          <a:p>
            <a:pPr lvl="0"/>
            <a:fld id="{5C874729-A2B2-4BB3-B5AA-4D07FC59A3B8}" type="datetime1">
              <a:rPr lang="en-GB"/>
              <a:pPr lvl="0"/>
              <a:t>12/11/2025</a:t>
            </a:fld>
            <a:endParaRPr lang="en-GB"/>
          </a:p>
        </p:txBody>
      </p:sp>
      <p:sp>
        <p:nvSpPr>
          <p:cNvPr id="6" name="Footer Placeholder 5">
            <a:extLst>
              <a:ext uri="{FF2B5EF4-FFF2-40B4-BE49-F238E27FC236}">
                <a16:creationId xmlns:a16="http://schemas.microsoft.com/office/drawing/2014/main" id="{97FD5404-EE26-E497-8EEE-4B14E41FF1D9}"/>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EB8B1C54-C282-5E18-15BE-F155974D6181}"/>
              </a:ext>
            </a:extLst>
          </p:cNvPr>
          <p:cNvSpPr txBox="1">
            <a:spLocks noGrp="1"/>
          </p:cNvSpPr>
          <p:nvPr>
            <p:ph type="sldNum" sz="quarter" idx="8"/>
          </p:nvPr>
        </p:nvSpPr>
        <p:spPr/>
        <p:txBody>
          <a:bodyPr/>
          <a:lstStyle>
            <a:lvl1pPr>
              <a:defRPr/>
            </a:lvl1pPr>
          </a:lstStyle>
          <a:p>
            <a:pPr lvl="0"/>
            <a:fld id="{8A8B2A96-0C9E-49FF-B29C-D83704C0ADC8}" type="slidenum">
              <a:t>‹#›</a:t>
            </a:fld>
            <a:endParaRPr lang="en-GB"/>
          </a:p>
        </p:txBody>
      </p:sp>
    </p:spTree>
    <p:extLst>
      <p:ext uri="{BB962C8B-B14F-4D97-AF65-F5344CB8AC3E}">
        <p14:creationId xmlns:p14="http://schemas.microsoft.com/office/powerpoint/2010/main" val="3578876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1AB09-D5A5-31AF-4573-3058C17A3289}"/>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Vertical Text Placeholder 2">
            <a:extLst>
              <a:ext uri="{FF2B5EF4-FFF2-40B4-BE49-F238E27FC236}">
                <a16:creationId xmlns:a16="http://schemas.microsoft.com/office/drawing/2014/main" id="{762BBD54-6D9F-C184-493E-D6289DA9112A}"/>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4583E18-8484-43DA-68F6-2CB15BA4B7DC}"/>
              </a:ext>
            </a:extLst>
          </p:cNvPr>
          <p:cNvSpPr txBox="1">
            <a:spLocks noGrp="1"/>
          </p:cNvSpPr>
          <p:nvPr>
            <p:ph type="dt" sz="half" idx="7"/>
          </p:nvPr>
        </p:nvSpPr>
        <p:spPr/>
        <p:txBody>
          <a:bodyPr/>
          <a:lstStyle>
            <a:lvl1pPr>
              <a:defRPr/>
            </a:lvl1pPr>
          </a:lstStyle>
          <a:p>
            <a:pPr lvl="0"/>
            <a:fld id="{0C93ACA2-F762-4DE1-A187-45A3E2AFF7AA}" type="datetime1">
              <a:rPr lang="en-GB"/>
              <a:pPr lvl="0"/>
              <a:t>12/11/2025</a:t>
            </a:fld>
            <a:endParaRPr lang="en-GB"/>
          </a:p>
        </p:txBody>
      </p:sp>
      <p:sp>
        <p:nvSpPr>
          <p:cNvPr id="5" name="Footer Placeholder 4">
            <a:extLst>
              <a:ext uri="{FF2B5EF4-FFF2-40B4-BE49-F238E27FC236}">
                <a16:creationId xmlns:a16="http://schemas.microsoft.com/office/drawing/2014/main" id="{01958B3F-4B58-6027-F9FB-DC4DBF7B3260}"/>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E9C55F94-17F1-641B-CDC5-9D98546F23FE}"/>
              </a:ext>
            </a:extLst>
          </p:cNvPr>
          <p:cNvSpPr txBox="1">
            <a:spLocks noGrp="1"/>
          </p:cNvSpPr>
          <p:nvPr>
            <p:ph type="sldNum" sz="quarter" idx="8"/>
          </p:nvPr>
        </p:nvSpPr>
        <p:spPr/>
        <p:txBody>
          <a:bodyPr/>
          <a:lstStyle>
            <a:lvl1pPr>
              <a:defRPr/>
            </a:lvl1pPr>
          </a:lstStyle>
          <a:p>
            <a:pPr lvl="0"/>
            <a:fld id="{B4EB03D8-71C7-4997-8EE2-1731727BAA90}" type="slidenum">
              <a:t>‹#›</a:t>
            </a:fld>
            <a:endParaRPr lang="en-GB"/>
          </a:p>
        </p:txBody>
      </p:sp>
    </p:spTree>
    <p:extLst>
      <p:ext uri="{BB962C8B-B14F-4D97-AF65-F5344CB8AC3E}">
        <p14:creationId xmlns:p14="http://schemas.microsoft.com/office/powerpoint/2010/main" val="1824849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FA67D0-40BC-1F6E-52BC-71ACAAF8130B}"/>
              </a:ext>
            </a:extLst>
          </p:cNvPr>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endParaRPr lang="en-GB"/>
          </a:p>
        </p:txBody>
      </p:sp>
      <p:sp>
        <p:nvSpPr>
          <p:cNvPr id="3" name="Vertical Text Placeholder 2">
            <a:extLst>
              <a:ext uri="{FF2B5EF4-FFF2-40B4-BE49-F238E27FC236}">
                <a16:creationId xmlns:a16="http://schemas.microsoft.com/office/drawing/2014/main" id="{F437314E-D6CA-B3A0-D24C-240E8326AF0C}"/>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C2C2BD0-740E-EFE1-833C-0ED593F2A28B}"/>
              </a:ext>
            </a:extLst>
          </p:cNvPr>
          <p:cNvSpPr txBox="1">
            <a:spLocks noGrp="1"/>
          </p:cNvSpPr>
          <p:nvPr>
            <p:ph type="dt" sz="half" idx="7"/>
          </p:nvPr>
        </p:nvSpPr>
        <p:spPr/>
        <p:txBody>
          <a:bodyPr/>
          <a:lstStyle>
            <a:lvl1pPr>
              <a:defRPr/>
            </a:lvl1pPr>
          </a:lstStyle>
          <a:p>
            <a:pPr lvl="0"/>
            <a:fld id="{2E9D61BF-A789-48AB-A20C-ED0FB9B4131B}" type="datetime1">
              <a:rPr lang="en-GB"/>
              <a:pPr lvl="0"/>
              <a:t>12/11/2025</a:t>
            </a:fld>
            <a:endParaRPr lang="en-GB"/>
          </a:p>
        </p:txBody>
      </p:sp>
      <p:sp>
        <p:nvSpPr>
          <p:cNvPr id="5" name="Footer Placeholder 4">
            <a:extLst>
              <a:ext uri="{FF2B5EF4-FFF2-40B4-BE49-F238E27FC236}">
                <a16:creationId xmlns:a16="http://schemas.microsoft.com/office/drawing/2014/main" id="{B9FA9C9D-579A-CD6D-E155-558F18CB4CB4}"/>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8E43FDC3-0009-9EEE-BA0A-5119AD65354D}"/>
              </a:ext>
            </a:extLst>
          </p:cNvPr>
          <p:cNvSpPr txBox="1">
            <a:spLocks noGrp="1"/>
          </p:cNvSpPr>
          <p:nvPr>
            <p:ph type="sldNum" sz="quarter" idx="8"/>
          </p:nvPr>
        </p:nvSpPr>
        <p:spPr/>
        <p:txBody>
          <a:bodyPr/>
          <a:lstStyle>
            <a:lvl1pPr>
              <a:defRPr/>
            </a:lvl1pPr>
          </a:lstStyle>
          <a:p>
            <a:pPr lvl="0"/>
            <a:fld id="{10697246-06E8-4B8F-B8F9-CF066FF0C511}" type="slidenum">
              <a:t>‹#›</a:t>
            </a:fld>
            <a:endParaRPr lang="en-GB"/>
          </a:p>
        </p:txBody>
      </p:sp>
    </p:spTree>
    <p:extLst>
      <p:ext uri="{BB962C8B-B14F-4D97-AF65-F5344CB8AC3E}">
        <p14:creationId xmlns:p14="http://schemas.microsoft.com/office/powerpoint/2010/main" val="24581242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lvl1pPr>
              <a:defRPr>
                <a:latin typeface="Calibri" pitchFamily="34" charset="0"/>
              </a:defRPr>
            </a:lvl1pPr>
          </a:lstStyle>
          <a:p>
            <a:r>
              <a:rPr lang="en-US"/>
              <a:t>Click to edit Master title style</a:t>
            </a:r>
            <a:endParaRPr lang="en-GB"/>
          </a:p>
        </p:txBody>
      </p:sp>
      <p:sp>
        <p:nvSpPr>
          <p:cNvPr id="3" name="Text Placeholder 2"/>
          <p:cNvSpPr>
            <a:spLocks noGrp="1"/>
          </p:cNvSpPr>
          <p:nvPr>
            <p:ph type="body" sz="half" idx="1"/>
          </p:nvPr>
        </p:nvSpPr>
        <p:spPr>
          <a:xfrm>
            <a:off x="914400" y="1981200"/>
            <a:ext cx="5080000" cy="411480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lipArt Placeholder 3"/>
          <p:cNvSpPr>
            <a:spLocks noGrp="1"/>
          </p:cNvSpPr>
          <p:nvPr>
            <p:ph type="clipArt" sz="half" idx="2"/>
          </p:nvPr>
        </p:nvSpPr>
        <p:spPr>
          <a:xfrm>
            <a:off x="6197600" y="1981200"/>
            <a:ext cx="5080000" cy="4114800"/>
          </a:xfrm>
        </p:spPr>
        <p:txBody>
          <a:bodyPr/>
          <a:lstStyle>
            <a:lvl1pPr>
              <a:defRPr>
                <a:latin typeface="Calibri" pitchFamily="34" charset="0"/>
              </a:defRPr>
            </a:lvl1pPr>
          </a:lstStyle>
          <a:p>
            <a:pPr lvl="0"/>
            <a:endParaRPr lang="en-GB" noProof="0"/>
          </a:p>
        </p:txBody>
      </p:sp>
    </p:spTree>
    <p:extLst>
      <p:ext uri="{BB962C8B-B14F-4D97-AF65-F5344CB8AC3E}">
        <p14:creationId xmlns:p14="http://schemas.microsoft.com/office/powerpoint/2010/main" val="4241098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A65CC4-A0CC-B8C4-62F8-4D110425154F}"/>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3A327BD5-29AA-E11B-9F71-0B0BA180B2D2}"/>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85FBA9F-970E-2415-724B-CD907C1CD031}"/>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GB" sz="1200" b="0" i="0" u="none" strike="noStrike" kern="1200" cap="none" spc="0" baseline="0">
                <a:solidFill>
                  <a:srgbClr val="767676"/>
                </a:solidFill>
                <a:uFillTx/>
                <a:latin typeface="Aptos"/>
              </a:defRPr>
            </a:lvl1pPr>
          </a:lstStyle>
          <a:p>
            <a:pPr lvl="0"/>
            <a:fld id="{1FDBAEBD-B8AC-4651-8445-06FCFE3D3A38}" type="datetime1">
              <a:rPr lang="en-GB"/>
              <a:pPr lvl="0"/>
              <a:t>12/11/2025</a:t>
            </a:fld>
            <a:endParaRPr lang="en-GB"/>
          </a:p>
        </p:txBody>
      </p:sp>
      <p:sp>
        <p:nvSpPr>
          <p:cNvPr id="5" name="Footer Placeholder 4">
            <a:extLst>
              <a:ext uri="{FF2B5EF4-FFF2-40B4-BE49-F238E27FC236}">
                <a16:creationId xmlns:a16="http://schemas.microsoft.com/office/drawing/2014/main" id="{42EF39DA-7FC8-3A2B-3FE3-FD969529B049}"/>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GB" sz="1200" b="0" i="0" u="none" strike="noStrike" kern="1200" cap="none" spc="0" baseline="0">
                <a:solidFill>
                  <a:srgbClr val="767676"/>
                </a:solidFill>
                <a:uFillTx/>
                <a:latin typeface="Aptos"/>
              </a:defRPr>
            </a:lvl1pPr>
          </a:lstStyle>
          <a:p>
            <a:pPr lvl="0"/>
            <a:endParaRPr lang="en-GB"/>
          </a:p>
        </p:txBody>
      </p:sp>
      <p:sp>
        <p:nvSpPr>
          <p:cNvPr id="6" name="Slide Number Placeholder 5">
            <a:extLst>
              <a:ext uri="{FF2B5EF4-FFF2-40B4-BE49-F238E27FC236}">
                <a16:creationId xmlns:a16="http://schemas.microsoft.com/office/drawing/2014/main" id="{4CC02E9E-4283-3134-E745-53D52F4F2E67}"/>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GB" sz="1200" b="0" i="0" u="none" strike="noStrike" kern="1200" cap="none" spc="0" baseline="0">
                <a:solidFill>
                  <a:srgbClr val="767676"/>
                </a:solidFill>
                <a:uFillTx/>
                <a:latin typeface="Aptos"/>
              </a:defRPr>
            </a:lvl1pPr>
          </a:lstStyle>
          <a:p>
            <a:pPr lvl="0"/>
            <a:fld id="{79411DC6-7B9D-416A-8ABB-37D62A055AC6}" type="slidenum">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marL="0" marR="0" lvl="0" indent="0" algn="l" defTabSz="914400" rtl="0" fontAlgn="auto" hangingPunct="1">
        <a:lnSpc>
          <a:spcPct val="90000"/>
        </a:lnSpc>
        <a:spcBef>
          <a:spcPts val="0"/>
        </a:spcBef>
        <a:spcAft>
          <a:spcPts val="0"/>
        </a:spcAft>
        <a:buNone/>
        <a:tabLst/>
        <a:defRPr lang="en-US" sz="4400" b="0" i="0" u="none" strike="noStrike" kern="1200" cap="none" spc="0" baseline="0">
          <a:solidFill>
            <a:srgbClr val="000000"/>
          </a:solidFill>
          <a:uFillTx/>
          <a:latin typeface="Aptos Display"/>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hyperlink" Target="https://patient.info/doctor/mental-health/gad-7"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frax.shef.ac.uk/FRAX/tool.aspx?country=1"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55.jpg"/><Relationship Id="rId4" Type="http://schemas.openxmlformats.org/officeDocument/2006/relationships/image" Target="../media/image54.png"/></Relationships>
</file>

<file path=ppt/slides/_rels/slide7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https://www.youtube.com/watch?v=bTRRNWrwRCo&amp;t=149s"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hyperlink" Target="https://www.nice.org.uk/guidance/NG59/chapter/recommendations#chronic" TargetMode="Externa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hyperlink" Target="https://musculoskeletalkey.com/decision-making-and-flag-system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437C-0D35-E0F3-B253-90DE35C47903}"/>
              </a:ext>
            </a:extLst>
          </p:cNvPr>
          <p:cNvSpPr txBox="1">
            <a:spLocks noGrp="1"/>
          </p:cNvSpPr>
          <p:nvPr>
            <p:ph type="ctrTitle"/>
          </p:nvPr>
        </p:nvSpPr>
        <p:spPr>
          <a:xfrm>
            <a:off x="1524003" y="1080798"/>
            <a:ext cx="9144000" cy="1441990"/>
          </a:xfrm>
        </p:spPr>
        <p:txBody>
          <a:bodyPr/>
          <a:lstStyle/>
          <a:p>
            <a:pPr lvl="0"/>
            <a:r>
              <a:rPr lang="en-GB" dirty="0"/>
              <a:t>Rajendra Thapa</a:t>
            </a:r>
            <a:br>
              <a:rPr lang="en-GB" dirty="0"/>
            </a:br>
            <a:r>
              <a:rPr lang="en-GB" sz="2400" dirty="0"/>
              <a:t>           </a:t>
            </a:r>
          </a:p>
        </p:txBody>
      </p:sp>
      <p:sp>
        <p:nvSpPr>
          <p:cNvPr id="5" name="Subtitle 4">
            <a:extLst>
              <a:ext uri="{FF2B5EF4-FFF2-40B4-BE49-F238E27FC236}">
                <a16:creationId xmlns:a16="http://schemas.microsoft.com/office/drawing/2014/main" id="{2886AD65-7CFA-4C91-68B4-47C1BE04EA71}"/>
              </a:ext>
            </a:extLst>
          </p:cNvPr>
          <p:cNvSpPr>
            <a:spLocks noGrp="1"/>
          </p:cNvSpPr>
          <p:nvPr>
            <p:ph type="subTitle" idx="1"/>
          </p:nvPr>
        </p:nvSpPr>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84FA6-28CA-F3A3-A9A2-3A15BEABC156}"/>
              </a:ext>
            </a:extLst>
          </p:cNvPr>
          <p:cNvSpPr>
            <a:spLocks noGrp="1"/>
          </p:cNvSpPr>
          <p:nvPr>
            <p:ph type="title"/>
          </p:nvPr>
        </p:nvSpPr>
        <p:spPr/>
        <p:txBody>
          <a:bodyPr>
            <a:normAutofit/>
          </a:bodyPr>
          <a:lstStyle/>
          <a:p>
            <a:r>
              <a:rPr lang="en-GB" sz="2800" dirty="0"/>
              <a:t>Learning Outcome</a:t>
            </a:r>
          </a:p>
        </p:txBody>
      </p:sp>
      <p:sp>
        <p:nvSpPr>
          <p:cNvPr id="3" name="Content Placeholder 2">
            <a:extLst>
              <a:ext uri="{FF2B5EF4-FFF2-40B4-BE49-F238E27FC236}">
                <a16:creationId xmlns:a16="http://schemas.microsoft.com/office/drawing/2014/main" id="{E8EDD58B-0CB8-1E2C-FA87-A18AD4244692}"/>
              </a:ext>
            </a:extLst>
          </p:cNvPr>
          <p:cNvSpPr>
            <a:spLocks noGrp="1"/>
          </p:cNvSpPr>
          <p:nvPr>
            <p:ph idx="1"/>
          </p:nvPr>
        </p:nvSpPr>
        <p:spPr/>
        <p:txBody>
          <a:bodyPr>
            <a:normAutofit/>
          </a:bodyPr>
          <a:lstStyle/>
          <a:p>
            <a:r>
              <a:rPr lang="en-US" altLang="en-US" sz="1700" dirty="0">
                <a:cs typeface="Arial" panose="020B0604020202020204" pitchFamily="34" charset="0"/>
              </a:rPr>
              <a:t>Describe the epidemiology, impact, and key anatomical structure of spinal pain.</a:t>
            </a:r>
          </a:p>
          <a:p>
            <a:r>
              <a:rPr lang="en-US" altLang="en-US" sz="1700" dirty="0">
                <a:cs typeface="Arial" panose="020B0604020202020204" pitchFamily="34" charset="0"/>
              </a:rPr>
              <a:t>Differentiate between </a:t>
            </a:r>
            <a:r>
              <a:rPr lang="en-US" altLang="en-US" sz="1700" i="1" dirty="0">
                <a:cs typeface="Arial" panose="020B0604020202020204" pitchFamily="34" charset="0"/>
              </a:rPr>
              <a:t>nociceptive, neuropathic,</a:t>
            </a:r>
            <a:r>
              <a:rPr lang="en-US" altLang="en-US" sz="1700" dirty="0">
                <a:cs typeface="Arial" panose="020B0604020202020204" pitchFamily="34" charset="0"/>
              </a:rPr>
              <a:t> and </a:t>
            </a:r>
            <a:r>
              <a:rPr lang="en-US" altLang="en-US" sz="1700" i="1" dirty="0" err="1">
                <a:cs typeface="Arial" panose="020B0604020202020204" pitchFamily="34" charset="0"/>
              </a:rPr>
              <a:t>nociplastic</a:t>
            </a:r>
            <a:r>
              <a:rPr lang="en-US" altLang="en-US" sz="1700" dirty="0">
                <a:cs typeface="Arial" panose="020B0604020202020204" pitchFamily="34" charset="0"/>
              </a:rPr>
              <a:t> pain and its mechanisms.</a:t>
            </a:r>
          </a:p>
          <a:p>
            <a:r>
              <a:rPr lang="en-US" altLang="en-US" sz="1700" dirty="0">
                <a:cs typeface="Arial" panose="020B0604020202020204" pitchFamily="34" charset="0"/>
              </a:rPr>
              <a:t>Outline the neurophysiological pain pathways, Biopsychosocial model, chronic pain and common spinal pathologies.</a:t>
            </a:r>
          </a:p>
          <a:p>
            <a:r>
              <a:rPr lang="en-US" altLang="en-US" sz="1700" dirty="0">
                <a:cs typeface="Arial" panose="020B0604020202020204" pitchFamily="34" charset="0"/>
              </a:rPr>
              <a:t>Recognize red flags indicating serious or urgent spinal conditions.</a:t>
            </a:r>
          </a:p>
          <a:p>
            <a:r>
              <a:rPr lang="en-US" altLang="en-US" sz="1700" dirty="0">
                <a:cs typeface="Arial" panose="020B0604020202020204" pitchFamily="34" charset="0"/>
              </a:rPr>
              <a:t>Apply clinical reasoning in assessment and diagnosis.</a:t>
            </a:r>
          </a:p>
          <a:p>
            <a:r>
              <a:rPr lang="en-US" altLang="en-US" sz="1700" dirty="0">
                <a:cs typeface="Arial" panose="020B0604020202020204" pitchFamily="34" charset="0"/>
              </a:rPr>
              <a:t>Discuss evidence-based management using </a:t>
            </a:r>
            <a:r>
              <a:rPr lang="en-US" altLang="en-US" sz="1700" i="1" dirty="0">
                <a:cs typeface="Arial" panose="020B0604020202020204" pitchFamily="34" charset="0"/>
              </a:rPr>
              <a:t>exercise, manual therapy,</a:t>
            </a:r>
            <a:r>
              <a:rPr lang="en-US" altLang="en-US" sz="1700" dirty="0">
                <a:cs typeface="Arial" panose="020B0604020202020204" pitchFamily="34" charset="0"/>
              </a:rPr>
              <a:t> </a:t>
            </a:r>
            <a:r>
              <a:rPr lang="en-US" altLang="en-US" sz="1700" i="1" dirty="0">
                <a:cs typeface="Arial" panose="020B0604020202020204" pitchFamily="34" charset="0"/>
              </a:rPr>
              <a:t>adjunctive approaches, pharmacological and surgical management.</a:t>
            </a:r>
          </a:p>
          <a:p>
            <a:r>
              <a:rPr lang="en-US" altLang="en-US" sz="1700" dirty="0">
                <a:cs typeface="Arial" panose="020B0604020202020204" pitchFamily="34" charset="0"/>
              </a:rPr>
              <a:t>Integrate </a:t>
            </a:r>
            <a:r>
              <a:rPr lang="en-US" altLang="en-US" sz="1700" i="1" dirty="0">
                <a:cs typeface="Arial" panose="020B0604020202020204" pitchFamily="34" charset="0"/>
              </a:rPr>
              <a:t>exercise, education,</a:t>
            </a:r>
            <a:r>
              <a:rPr lang="en-US" altLang="en-US" sz="1700" dirty="0">
                <a:cs typeface="Arial" panose="020B0604020202020204" pitchFamily="34" charset="0"/>
              </a:rPr>
              <a:t> and </a:t>
            </a:r>
            <a:r>
              <a:rPr lang="en-US" altLang="en-US" sz="1700" i="1" dirty="0">
                <a:cs typeface="Arial" panose="020B0604020202020204" pitchFamily="34" charset="0"/>
              </a:rPr>
              <a:t>self-management</a:t>
            </a:r>
            <a:r>
              <a:rPr lang="en-US" altLang="en-US" sz="1700" dirty="0">
                <a:cs typeface="Arial" panose="020B0604020202020204" pitchFamily="34" charset="0"/>
              </a:rPr>
              <a:t> into personalized care plans</a:t>
            </a:r>
          </a:p>
          <a:p>
            <a:r>
              <a:rPr lang="en-US" altLang="en-US" sz="1700" dirty="0">
                <a:cs typeface="Arial" panose="020B0604020202020204" pitchFamily="34" charset="0"/>
              </a:rPr>
              <a:t>Understand various outcome measures of spinal pain</a:t>
            </a:r>
          </a:p>
          <a:p>
            <a:endParaRPr lang="en-US" altLang="en-US" dirty="0">
              <a:cs typeface="Arial" panose="020B0604020202020204" pitchFamily="34" charset="0"/>
            </a:endParaRPr>
          </a:p>
          <a:p>
            <a:endParaRPr lang="en-GB" dirty="0"/>
          </a:p>
        </p:txBody>
      </p:sp>
    </p:spTree>
    <p:extLst>
      <p:ext uri="{BB962C8B-B14F-4D97-AF65-F5344CB8AC3E}">
        <p14:creationId xmlns:p14="http://schemas.microsoft.com/office/powerpoint/2010/main" val="35660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AB4BAE2-27C5-70D2-5269-7957C3691E63}"/>
              </a:ext>
            </a:extLst>
          </p:cNvPr>
          <p:cNvSpPr>
            <a:spLocks noGrp="1"/>
          </p:cNvSpPr>
          <p:nvPr>
            <p:ph type="title"/>
          </p:nvPr>
        </p:nvSpPr>
        <p:spPr>
          <a:xfrm>
            <a:off x="354105" y="2005781"/>
            <a:ext cx="3186764" cy="3833231"/>
          </a:xfrm>
        </p:spPr>
        <p:txBody>
          <a:bodyPr vert="horz" lIns="91440" tIns="45720" rIns="91440" bIns="45720" rtlCol="0" anchor="t">
            <a:normAutofit/>
          </a:bodyPr>
          <a:lstStyle/>
          <a:p>
            <a:pPr>
              <a:spcBef>
                <a:spcPct val="0"/>
              </a:spcBef>
            </a:pPr>
            <a:r>
              <a:rPr lang="en-US" sz="2800" kern="1200" dirty="0">
                <a:solidFill>
                  <a:srgbClr val="FFFFFF"/>
                </a:solidFill>
                <a:latin typeface="+mj-lt"/>
                <a:ea typeface="+mj-ea"/>
                <a:cs typeface="+mj-cs"/>
              </a:rPr>
              <a:t>Introduction to Spinal pain</a:t>
            </a:r>
          </a:p>
        </p:txBody>
      </p:sp>
      <p:pic>
        <p:nvPicPr>
          <p:cNvPr id="5" name="Content Placeholder 4">
            <a:extLst>
              <a:ext uri="{FF2B5EF4-FFF2-40B4-BE49-F238E27FC236}">
                <a16:creationId xmlns:a16="http://schemas.microsoft.com/office/drawing/2014/main" id="{3EBDE330-26C8-9674-2974-97E1C1E124F5}"/>
              </a:ext>
            </a:extLst>
          </p:cNvPr>
          <p:cNvPicPr>
            <a:picLocks noGrp="1" noChangeAspect="1"/>
          </p:cNvPicPr>
          <p:nvPr>
            <p:ph idx="1"/>
          </p:nvPr>
        </p:nvPicPr>
        <p:blipFill>
          <a:blip r:embed="rId2"/>
          <a:stretch>
            <a:fillRect/>
          </a:stretch>
        </p:blipFill>
        <p:spPr>
          <a:xfrm>
            <a:off x="4502428" y="1750142"/>
            <a:ext cx="7225748" cy="3274141"/>
          </a:xfrm>
          <a:prstGeom prst="rect">
            <a:avLst/>
          </a:prstGeom>
          <a:noFill/>
        </p:spPr>
      </p:pic>
    </p:spTree>
    <p:extLst>
      <p:ext uri="{BB962C8B-B14F-4D97-AF65-F5344CB8AC3E}">
        <p14:creationId xmlns:p14="http://schemas.microsoft.com/office/powerpoint/2010/main" val="169428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55B78-0054-E90E-F96D-3CAF2C88F14F}"/>
              </a:ext>
            </a:extLst>
          </p:cNvPr>
          <p:cNvSpPr txBox="1">
            <a:spLocks noGrp="1"/>
          </p:cNvSpPr>
          <p:nvPr>
            <p:ph type="title"/>
          </p:nvPr>
        </p:nvSpPr>
        <p:spPr>
          <a:xfrm>
            <a:off x="0" y="37876"/>
            <a:ext cx="11447303" cy="657307"/>
          </a:xfrm>
        </p:spPr>
        <p:txBody>
          <a:bodyPr>
            <a:normAutofit/>
          </a:bodyPr>
          <a:lstStyle/>
          <a:p>
            <a:pPr lvl="0"/>
            <a:r>
              <a:rPr lang="en-GB" sz="2800" dirty="0"/>
              <a:t>Epidemiology of spinal pain in the globally</a:t>
            </a:r>
          </a:p>
        </p:txBody>
      </p:sp>
      <p:graphicFrame>
        <p:nvGraphicFramePr>
          <p:cNvPr id="11" name="Content Placeholder 2">
            <a:extLst>
              <a:ext uri="{FF2B5EF4-FFF2-40B4-BE49-F238E27FC236}">
                <a16:creationId xmlns:a16="http://schemas.microsoft.com/office/drawing/2014/main" id="{399268F8-9ADB-DCF9-9C23-8DAE8DCD1ED7}"/>
              </a:ext>
            </a:extLst>
          </p:cNvPr>
          <p:cNvGraphicFramePr>
            <a:graphicFrameLocks noGrp="1"/>
          </p:cNvGraphicFramePr>
          <p:nvPr>
            <p:ph idx="1"/>
            <p:extLst>
              <p:ext uri="{D42A27DB-BD31-4B8C-83A1-F6EECF244321}">
                <p14:modId xmlns:p14="http://schemas.microsoft.com/office/powerpoint/2010/main" val="2513700820"/>
              </p:ext>
            </p:extLst>
          </p:nvPr>
        </p:nvGraphicFramePr>
        <p:xfrm>
          <a:off x="98570" y="1356189"/>
          <a:ext cx="1926213" cy="47080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Content Placeholder 2">
            <a:extLst>
              <a:ext uri="{FF2B5EF4-FFF2-40B4-BE49-F238E27FC236}">
                <a16:creationId xmlns:a16="http://schemas.microsoft.com/office/drawing/2014/main" id="{DC89144A-6FCB-72B2-E056-E3179758C05C}"/>
              </a:ext>
            </a:extLst>
          </p:cNvPr>
          <p:cNvSpPr txBox="1">
            <a:spLocks/>
          </p:cNvSpPr>
          <p:nvPr/>
        </p:nvSpPr>
        <p:spPr>
          <a:xfrm>
            <a:off x="2250040" y="832180"/>
            <a:ext cx="6482994" cy="1911020"/>
          </a:xfrm>
          <a:prstGeom prst="rect">
            <a:avLst/>
          </a:prstGeom>
          <a:noFill/>
          <a:ln>
            <a:noFill/>
          </a:ln>
        </p:spPr>
        <p:txBody>
          <a:bodyPr vert="horz" wrap="square" lIns="91440" tIns="45720" rIns="91440" bIns="45720" anchor="t" anchorCtr="0" compatLnSpc="1">
            <a:normAutofit fontScale="55000" lnSpcReduction="20000"/>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itchFamily="34"/>
              <a:buNone/>
            </a:pPr>
            <a:r>
              <a:rPr lang="en-US" sz="2900" b="1" dirty="0"/>
              <a:t>Neck pain globally</a:t>
            </a:r>
          </a:p>
          <a:p>
            <a:r>
              <a:rPr lang="en-US" sz="2900" dirty="0"/>
              <a:t>Highly widespread condition, with an age-standardized incidence of 807 per 100,000 globally in 2017 </a:t>
            </a:r>
          </a:p>
          <a:p>
            <a:pPr marL="0" indent="0">
              <a:buNone/>
            </a:pPr>
            <a:r>
              <a:rPr lang="en-US" sz="2900" b="1" dirty="0"/>
              <a:t>Neck pain in the UK:</a:t>
            </a:r>
          </a:p>
          <a:p>
            <a:r>
              <a:rPr lang="en-US" sz="2900" dirty="0"/>
              <a:t>Common — up to 70% of the population,  will suffer at some point in their lives. </a:t>
            </a:r>
          </a:p>
          <a:p>
            <a:r>
              <a:rPr lang="en-US" sz="2900" dirty="0"/>
              <a:t>Prevalence peaks between the ages of 45 and 54.</a:t>
            </a:r>
          </a:p>
          <a:p>
            <a:endParaRPr lang="en-US" sz="2000" dirty="0"/>
          </a:p>
        </p:txBody>
      </p:sp>
      <p:sp>
        <p:nvSpPr>
          <p:cNvPr id="5" name="Content Placeholder 2">
            <a:extLst>
              <a:ext uri="{FF2B5EF4-FFF2-40B4-BE49-F238E27FC236}">
                <a16:creationId xmlns:a16="http://schemas.microsoft.com/office/drawing/2014/main" id="{8664CF8F-AE7C-1551-7191-54C5466B0415}"/>
              </a:ext>
            </a:extLst>
          </p:cNvPr>
          <p:cNvSpPr txBox="1">
            <a:spLocks/>
          </p:cNvSpPr>
          <p:nvPr/>
        </p:nvSpPr>
        <p:spPr>
          <a:xfrm>
            <a:off x="8969338" y="832180"/>
            <a:ext cx="3124091" cy="1262091"/>
          </a:xfrm>
          <a:prstGeom prst="rect">
            <a:avLst/>
          </a:prstGeom>
          <a:noFill/>
          <a:ln>
            <a:noFill/>
          </a:ln>
        </p:spPr>
        <p:txBody>
          <a:bodyPr vert="horz" wrap="square" lIns="91440" tIns="45720" rIns="91440" bIns="45720" anchor="t" anchorCtr="0" compatLnSpc="1">
            <a:no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itchFamily="34"/>
              <a:buNone/>
            </a:pPr>
            <a:r>
              <a:rPr lang="en-US" sz="1600" dirty="0"/>
              <a:t>Global: Thoracic pain</a:t>
            </a:r>
          </a:p>
          <a:p>
            <a:r>
              <a:rPr lang="en-US" sz="1600" dirty="0"/>
              <a:t>Estimated the prevalence of in 13% of the general population</a:t>
            </a:r>
          </a:p>
          <a:p>
            <a:r>
              <a:rPr lang="en-US" sz="1600" dirty="0"/>
              <a:t>Less documented</a:t>
            </a:r>
          </a:p>
        </p:txBody>
      </p:sp>
      <p:sp>
        <p:nvSpPr>
          <p:cNvPr id="6" name="Content Placeholder 2">
            <a:extLst>
              <a:ext uri="{FF2B5EF4-FFF2-40B4-BE49-F238E27FC236}">
                <a16:creationId xmlns:a16="http://schemas.microsoft.com/office/drawing/2014/main" id="{652BD1AF-2D16-F5D1-57F3-3837791D6041}"/>
              </a:ext>
            </a:extLst>
          </p:cNvPr>
          <p:cNvSpPr txBox="1">
            <a:spLocks/>
          </p:cNvSpPr>
          <p:nvPr/>
        </p:nvSpPr>
        <p:spPr>
          <a:xfrm>
            <a:off x="2250040" y="2977187"/>
            <a:ext cx="9843389" cy="3573086"/>
          </a:xfrm>
          <a:prstGeom prst="rect">
            <a:avLst/>
          </a:prstGeom>
          <a:noFill/>
          <a:ln>
            <a:noFill/>
          </a:ln>
        </p:spPr>
        <p:txBody>
          <a:bodyPr vert="horz" wrap="square" lIns="91440" tIns="45720" rIns="91440" bIns="45720" anchor="t" anchorCtr="0" compatLnSpc="1">
            <a:norm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buNone/>
            </a:pPr>
            <a:r>
              <a:rPr lang="en-US" sz="1600" b="1" dirty="0"/>
              <a:t>Low back pain globally:</a:t>
            </a:r>
          </a:p>
          <a:p>
            <a:pPr lvl="0"/>
            <a:r>
              <a:rPr lang="en-US" sz="1600" dirty="0"/>
              <a:t>In 2020, affected 619 million people (1 in 13), with cases expected to rise to 843 million by 2050 due to population growth and ageing </a:t>
            </a:r>
          </a:p>
          <a:p>
            <a:pPr lvl="0"/>
            <a:r>
              <a:rPr lang="en-US" sz="1600" dirty="0"/>
              <a:t>Highly prevalent worldwide, affecting up to 60% of adults at some point in their lives, with 3–4% of adults under 45 and 5–7% of those over 45 years experiencing chronic symptoms </a:t>
            </a:r>
          </a:p>
          <a:p>
            <a:pPr lvl="0">
              <a:buNone/>
            </a:pPr>
            <a:r>
              <a:rPr lang="en-US" sz="1600" b="1" dirty="0"/>
              <a:t>Low back pain the UK</a:t>
            </a:r>
            <a:endParaRPr lang="en-GB" sz="1600" dirty="0"/>
          </a:p>
          <a:p>
            <a:pPr lvl="0"/>
            <a:r>
              <a:rPr lang="en-US" sz="1600" dirty="0"/>
              <a:t>Most cases are non-specific, accounting for 90–95% of presentations to primary care</a:t>
            </a:r>
          </a:p>
          <a:p>
            <a:pPr lvl="0"/>
            <a:r>
              <a:rPr lang="en-US" sz="1600" dirty="0">
                <a:solidFill>
                  <a:srgbClr val="FF0000"/>
                </a:solidFill>
              </a:rPr>
              <a:t>1% case are specific </a:t>
            </a:r>
            <a:r>
              <a:rPr lang="en-US" sz="1600" dirty="0"/>
              <a:t>cause such as fracture, infection, </a:t>
            </a:r>
            <a:r>
              <a:rPr lang="en-US" sz="1600" dirty="0" err="1"/>
              <a:t>tumour</a:t>
            </a:r>
            <a:r>
              <a:rPr lang="en-US" sz="1600" dirty="0"/>
              <a:t>, AS and 8-10% radicular pain</a:t>
            </a:r>
          </a:p>
          <a:p>
            <a:pPr lvl="0"/>
            <a:r>
              <a:rPr lang="en-US" sz="1600" dirty="0"/>
              <a:t>Prevalence has increased over time, with one-year rates rising from 36.4% to 49.1% and one-month prevalence around 28.5%, peaking in adults aged 41–50 years and remaining common in older adults</a:t>
            </a:r>
          </a:p>
          <a:p>
            <a:pPr lvl="0"/>
            <a:r>
              <a:rPr lang="en-US" sz="1600" dirty="0">
                <a:solidFill>
                  <a:srgbClr val="0E0E0E"/>
                </a:solidFill>
              </a:rPr>
              <a:t>Reported by one in four people aged over 80 years, Most common in women and people aged 40–80 years.</a:t>
            </a:r>
          </a:p>
          <a:p>
            <a:pPr lvl="0"/>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0" name="Isosceles Triangle 3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40BD351C-CD7F-4713-FB2A-378229B89265}"/>
              </a:ext>
            </a:extLst>
          </p:cNvPr>
          <p:cNvPicPr>
            <a:picLocks noChangeAspect="1"/>
          </p:cNvPicPr>
          <p:nvPr/>
        </p:nvPicPr>
        <p:blipFill>
          <a:blip r:embed="rId2"/>
          <a:stretch>
            <a:fillRect/>
          </a:stretch>
        </p:blipFill>
        <p:spPr>
          <a:xfrm>
            <a:off x="2394295" y="643467"/>
            <a:ext cx="7403409" cy="5571065"/>
          </a:xfrm>
          <a:prstGeom prst="rect">
            <a:avLst/>
          </a:prstGeom>
          <a:ln>
            <a:noFill/>
          </a:ln>
        </p:spPr>
      </p:pic>
      <p:sp>
        <p:nvSpPr>
          <p:cNvPr id="42" name="Isosceles Triangle 4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7072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bone with labels on it&#10;&#10;AI-generated content may be incorrect.">
            <a:extLst>
              <a:ext uri="{FF2B5EF4-FFF2-40B4-BE49-F238E27FC236}">
                <a16:creationId xmlns:a16="http://schemas.microsoft.com/office/drawing/2014/main" id="{243DEEF8-EBB3-0451-0550-45B6487ED3E0}"/>
              </a:ext>
            </a:extLst>
          </p:cNvPr>
          <p:cNvPicPr>
            <a:picLocks noGrp="1" noChangeAspect="1"/>
          </p:cNvPicPr>
          <p:nvPr>
            <p:ph idx="1"/>
          </p:nvPr>
        </p:nvPicPr>
        <p:blipFill>
          <a:blip r:embed="rId2"/>
          <a:stretch>
            <a:fillRect/>
          </a:stretch>
        </p:blipFill>
        <p:spPr>
          <a:xfrm>
            <a:off x="1324138" y="1123527"/>
            <a:ext cx="2875479" cy="2063157"/>
          </a:xfrm>
          <a:prstGeom prst="rect">
            <a:avLst/>
          </a:prstGeom>
          <a:noFill/>
        </p:spPr>
      </p:pic>
      <p:cxnSp>
        <p:nvCxnSpPr>
          <p:cNvPr id="32" name="Straight Connector 31">
            <a:extLst>
              <a:ext uri="{FF2B5EF4-FFF2-40B4-BE49-F238E27FC236}">
                <a16:creationId xmlns:a16="http://schemas.microsoft.com/office/drawing/2014/main" id="{D4BDCD00-BA97-40D8-93CD-0A9CA931BE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02080" y="3429000"/>
            <a:ext cx="2636520" cy="0"/>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7" name="Picture 6" descr="A diagram of the spine&#10;&#10;AI-generated content may be incorrect.">
            <a:extLst>
              <a:ext uri="{FF2B5EF4-FFF2-40B4-BE49-F238E27FC236}">
                <a16:creationId xmlns:a16="http://schemas.microsoft.com/office/drawing/2014/main" id="{D89F7359-9B4C-8AFC-9CDF-1CD8F4AFAD4D}"/>
              </a:ext>
            </a:extLst>
          </p:cNvPr>
          <p:cNvPicPr>
            <a:picLocks noChangeAspect="1"/>
          </p:cNvPicPr>
          <p:nvPr/>
        </p:nvPicPr>
        <p:blipFill>
          <a:blip r:embed="rId3"/>
          <a:stretch>
            <a:fillRect/>
          </a:stretch>
        </p:blipFill>
        <p:spPr>
          <a:xfrm>
            <a:off x="1544216" y="3671316"/>
            <a:ext cx="2448822" cy="2057011"/>
          </a:xfrm>
          <a:prstGeom prst="rect">
            <a:avLst/>
          </a:prstGeom>
        </p:spPr>
      </p:pic>
      <p:cxnSp>
        <p:nvCxnSpPr>
          <p:cNvPr id="34" name="Straight Connector 33">
            <a:extLst>
              <a:ext uri="{FF2B5EF4-FFF2-40B4-BE49-F238E27FC236}">
                <a16:creationId xmlns:a16="http://schemas.microsoft.com/office/drawing/2014/main" id="{2D631E40-F51C-4828-B23B-DF90351329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9" name="Picture 8" descr="A diagram of the spine&#10;&#10;AI-generated content may be incorrect.">
            <a:extLst>
              <a:ext uri="{FF2B5EF4-FFF2-40B4-BE49-F238E27FC236}">
                <a16:creationId xmlns:a16="http://schemas.microsoft.com/office/drawing/2014/main" id="{7319DED7-BCA8-FD7D-DCE3-897767FACF0C}"/>
              </a:ext>
            </a:extLst>
          </p:cNvPr>
          <p:cNvPicPr>
            <a:picLocks noChangeAspect="1"/>
          </p:cNvPicPr>
          <p:nvPr/>
        </p:nvPicPr>
        <p:blipFill>
          <a:blip r:embed="rId4"/>
          <a:stretch>
            <a:fillRect/>
          </a:stretch>
        </p:blipFill>
        <p:spPr>
          <a:xfrm>
            <a:off x="5664996" y="1123527"/>
            <a:ext cx="4627940" cy="4604800"/>
          </a:xfrm>
          <a:prstGeom prst="rect">
            <a:avLst/>
          </a:prstGeom>
        </p:spPr>
      </p:pic>
      <p:sp>
        <p:nvSpPr>
          <p:cNvPr id="10" name="Title 1">
            <a:extLst>
              <a:ext uri="{FF2B5EF4-FFF2-40B4-BE49-F238E27FC236}">
                <a16:creationId xmlns:a16="http://schemas.microsoft.com/office/drawing/2014/main" id="{17331B90-654E-2AF5-AE89-DD4738CAE7B4}"/>
              </a:ext>
            </a:extLst>
          </p:cNvPr>
          <p:cNvSpPr txBox="1">
            <a:spLocks noGrp="1"/>
          </p:cNvSpPr>
          <p:nvPr>
            <p:ph type="title"/>
          </p:nvPr>
        </p:nvSpPr>
        <p:spPr>
          <a:xfrm>
            <a:off x="6565186" y="89247"/>
            <a:ext cx="4388957" cy="657307"/>
          </a:xfrm>
        </p:spPr>
        <p:txBody>
          <a:bodyPr>
            <a:normAutofit/>
          </a:bodyPr>
          <a:lstStyle/>
          <a:p>
            <a:pPr lvl="0"/>
            <a:r>
              <a:rPr lang="en-GB" sz="2800" dirty="0"/>
              <a:t>Anatomy </a:t>
            </a:r>
            <a:r>
              <a:rPr lang="en-GB" sz="2800" dirty="0" err="1"/>
              <a:t>Contd</a:t>
            </a:r>
            <a:r>
              <a:rPr lang="en-GB" sz="2800" dirty="0"/>
              <a:t>…..</a:t>
            </a:r>
          </a:p>
        </p:txBody>
      </p:sp>
    </p:spTree>
    <p:extLst>
      <p:ext uri="{BB962C8B-B14F-4D97-AF65-F5344CB8AC3E}">
        <p14:creationId xmlns:p14="http://schemas.microsoft.com/office/powerpoint/2010/main" val="580576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582830-E79E-04D3-A721-0C11CFDA70A7}"/>
              </a:ext>
            </a:extLst>
          </p:cNvPr>
          <p:cNvSpPr>
            <a:spLocks noGrp="1"/>
          </p:cNvSpPr>
          <p:nvPr>
            <p:ph type="title"/>
          </p:nvPr>
        </p:nvSpPr>
        <p:spPr>
          <a:xfrm>
            <a:off x="640080" y="329184"/>
            <a:ext cx="6894576" cy="805494"/>
          </a:xfrm>
        </p:spPr>
        <p:txBody>
          <a:bodyPr anchor="b">
            <a:normAutofit/>
          </a:bodyPr>
          <a:lstStyle/>
          <a:p>
            <a:r>
              <a:rPr lang="en-GB" sz="2800" dirty="0">
                <a:latin typeface="Aptos" panose="020B0004020202020204" pitchFamily="34" charset="0"/>
              </a:rPr>
              <a:t>Anatomy </a:t>
            </a:r>
            <a:r>
              <a:rPr lang="en-GB" sz="2800" dirty="0" err="1">
                <a:latin typeface="Aptos" panose="020B0004020202020204" pitchFamily="34" charset="0"/>
              </a:rPr>
              <a:t>Contd</a:t>
            </a:r>
            <a:r>
              <a:rPr lang="en-GB" sz="2800" dirty="0">
                <a:latin typeface="Aptos" panose="020B0004020202020204" pitchFamily="34" charset="0"/>
              </a:rPr>
              <a:t>…</a:t>
            </a:r>
          </a:p>
        </p:txBody>
      </p:sp>
      <p:sp>
        <p:nvSpPr>
          <p:cNvPr id="5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BE4F60F-D2D0-456C-372C-AEA0831BAAC2}"/>
              </a:ext>
            </a:extLst>
          </p:cNvPr>
          <p:cNvSpPr>
            <a:spLocks noGrp="1"/>
          </p:cNvSpPr>
          <p:nvPr>
            <p:ph idx="1"/>
          </p:nvPr>
        </p:nvSpPr>
        <p:spPr>
          <a:xfrm>
            <a:off x="640080" y="2706624"/>
            <a:ext cx="6894576" cy="3483864"/>
          </a:xfrm>
        </p:spPr>
        <p:txBody>
          <a:bodyPr>
            <a:normAutofit/>
          </a:bodyPr>
          <a:lstStyle/>
          <a:p>
            <a:r>
              <a:rPr lang="en-US" sz="1600" dirty="0"/>
              <a:t>At birth, the spine has primary kyphotic curves. As a child develops an upright posture, secondary cervical and lumbar curves form, creating lordosis in these regions.. </a:t>
            </a:r>
          </a:p>
          <a:p>
            <a:r>
              <a:rPr lang="en-US" sz="1600" dirty="0"/>
              <a:t>Atlas (C1): Supports the skull, allows head nodding</a:t>
            </a:r>
          </a:p>
          <a:p>
            <a:r>
              <a:rPr lang="en-US" sz="1600" dirty="0"/>
              <a:t>Axis (C2): Enables rotation (side to side  motion ‘no’)</a:t>
            </a:r>
          </a:p>
          <a:p>
            <a:r>
              <a:rPr lang="en-US" sz="1600" dirty="0"/>
              <a:t>Posterior column consists of articular process and facet joint which provides gliding mechanism </a:t>
            </a:r>
          </a:p>
          <a:p>
            <a:r>
              <a:rPr lang="en-US" sz="1600" dirty="0"/>
              <a:t>Functions: supports body, enables movement, protects spinal cord and blood vessels</a:t>
            </a:r>
            <a:endParaRPr lang="en-GB" sz="1600" dirty="0"/>
          </a:p>
        </p:txBody>
      </p:sp>
      <p:pic>
        <p:nvPicPr>
          <p:cNvPr id="8" name="Picture 7">
            <a:extLst>
              <a:ext uri="{FF2B5EF4-FFF2-40B4-BE49-F238E27FC236}">
                <a16:creationId xmlns:a16="http://schemas.microsoft.com/office/drawing/2014/main" id="{C4DE0DDC-A432-8CA5-4C39-5950311E7BF4}"/>
              </a:ext>
            </a:extLst>
          </p:cNvPr>
          <p:cNvPicPr>
            <a:picLocks noChangeAspect="1"/>
          </p:cNvPicPr>
          <p:nvPr/>
        </p:nvPicPr>
        <p:blipFill>
          <a:blip r:embed="rId3"/>
          <a:stretch>
            <a:fillRect/>
          </a:stretch>
        </p:blipFill>
        <p:spPr>
          <a:xfrm>
            <a:off x="7894020" y="329183"/>
            <a:ext cx="3953855" cy="3429969"/>
          </a:xfrm>
          <a:prstGeom prst="rect">
            <a:avLst/>
          </a:prstGeom>
        </p:spPr>
      </p:pic>
      <p:pic>
        <p:nvPicPr>
          <p:cNvPr id="6" name="Picture 5">
            <a:extLst>
              <a:ext uri="{FF2B5EF4-FFF2-40B4-BE49-F238E27FC236}">
                <a16:creationId xmlns:a16="http://schemas.microsoft.com/office/drawing/2014/main" id="{15351840-1804-41B7-3A6C-A855B4FDC450}"/>
              </a:ext>
            </a:extLst>
          </p:cNvPr>
          <p:cNvPicPr>
            <a:picLocks noChangeAspect="1"/>
          </p:cNvPicPr>
          <p:nvPr/>
        </p:nvPicPr>
        <p:blipFill>
          <a:blip r:embed="rId4"/>
          <a:stretch>
            <a:fillRect/>
          </a:stretch>
        </p:blipFill>
        <p:spPr>
          <a:xfrm>
            <a:off x="8518426" y="4079193"/>
            <a:ext cx="2686755" cy="2176272"/>
          </a:xfrm>
          <a:prstGeom prst="rect">
            <a:avLst/>
          </a:prstGeom>
        </p:spPr>
      </p:pic>
    </p:spTree>
    <p:extLst>
      <p:ext uri="{BB962C8B-B14F-4D97-AF65-F5344CB8AC3E}">
        <p14:creationId xmlns:p14="http://schemas.microsoft.com/office/powerpoint/2010/main" val="600388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058C43-8531-D655-075A-9AF41F08AF51}"/>
              </a:ext>
            </a:extLst>
          </p:cNvPr>
          <p:cNvSpPr>
            <a:spLocks noGrp="1"/>
          </p:cNvSpPr>
          <p:nvPr>
            <p:ph type="title"/>
          </p:nvPr>
        </p:nvSpPr>
        <p:spPr>
          <a:xfrm>
            <a:off x="761800" y="762001"/>
            <a:ext cx="5334197" cy="707203"/>
          </a:xfrm>
        </p:spPr>
        <p:txBody>
          <a:bodyPr anchor="ctr">
            <a:normAutofit/>
          </a:bodyPr>
          <a:lstStyle/>
          <a:p>
            <a:r>
              <a:rPr lang="en-GB" sz="2800" dirty="0"/>
              <a:t>Anatomy contd..</a:t>
            </a:r>
          </a:p>
        </p:txBody>
      </p:sp>
      <p:sp>
        <p:nvSpPr>
          <p:cNvPr id="3" name="Content Placeholder 2">
            <a:extLst>
              <a:ext uri="{FF2B5EF4-FFF2-40B4-BE49-F238E27FC236}">
                <a16:creationId xmlns:a16="http://schemas.microsoft.com/office/drawing/2014/main" id="{E48420BF-FDF9-E53B-7E53-DC8F1FF57945}"/>
              </a:ext>
            </a:extLst>
          </p:cNvPr>
          <p:cNvSpPr>
            <a:spLocks noGrp="1"/>
          </p:cNvSpPr>
          <p:nvPr>
            <p:ph idx="1"/>
          </p:nvPr>
        </p:nvSpPr>
        <p:spPr>
          <a:xfrm>
            <a:off x="761800" y="2470244"/>
            <a:ext cx="5334197" cy="3769835"/>
          </a:xfrm>
        </p:spPr>
        <p:txBody>
          <a:bodyPr anchor="ctr">
            <a:normAutofit/>
          </a:bodyPr>
          <a:lstStyle/>
          <a:p>
            <a:r>
              <a:rPr lang="en-US" sz="1600" dirty="0"/>
              <a:t>Functionally, vertebral column consists of anterior and posterior column</a:t>
            </a:r>
          </a:p>
          <a:p>
            <a:r>
              <a:rPr lang="en-US" sz="1600" dirty="0"/>
              <a:t>Anterior column is weight bearing and hydraulic with shock absorbing capability which consists of vertebral bodies intervertebral disks (IVDs)</a:t>
            </a:r>
          </a:p>
          <a:p>
            <a:r>
              <a:rPr lang="en-GB" sz="1600" dirty="0"/>
              <a:t>Human vertebral column (spine) is designed for the structural stability for full mobility and protection of the spinal cord and axial neural tissues</a:t>
            </a:r>
          </a:p>
          <a:p>
            <a:r>
              <a:rPr lang="en-GB" sz="1600" dirty="0"/>
              <a:t>Spine also contribute to functional requirement of gait and maintenance of static weight bearing posture</a:t>
            </a:r>
          </a:p>
          <a:p>
            <a:r>
              <a:rPr lang="en-GB" sz="1600" dirty="0"/>
              <a:t>Basic building block of the spine is the vertebrae</a:t>
            </a:r>
          </a:p>
          <a:p>
            <a:r>
              <a:rPr lang="en-GB" sz="1600" dirty="0"/>
              <a:t>Although sufficient for static load, not have necessary flexibility for dynamic load bearing</a:t>
            </a:r>
          </a:p>
          <a:p>
            <a:endParaRPr lang="en-US" sz="1600" dirty="0"/>
          </a:p>
          <a:p>
            <a:endParaRPr lang="en-GB" sz="1600" dirty="0"/>
          </a:p>
        </p:txBody>
      </p:sp>
      <p:pic>
        <p:nvPicPr>
          <p:cNvPr id="23" name="Picture 22" descr="The radiologic figure of a skeleton">
            <a:extLst>
              <a:ext uri="{FF2B5EF4-FFF2-40B4-BE49-F238E27FC236}">
                <a16:creationId xmlns:a16="http://schemas.microsoft.com/office/drawing/2014/main" id="{115E1C6F-1126-2B78-096C-6E2C618D619E}"/>
              </a:ext>
            </a:extLst>
          </p:cNvPr>
          <p:cNvPicPr>
            <a:picLocks noChangeAspect="1"/>
          </p:cNvPicPr>
          <p:nvPr/>
        </p:nvPicPr>
        <p:blipFill>
          <a:blip r:embed="rId2"/>
          <a:srcRect l="48553" r="-1"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469789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8F03750-9B44-A384-2F98-608346868831}"/>
              </a:ext>
            </a:extLst>
          </p:cNvPr>
          <p:cNvSpPr>
            <a:spLocks noGrp="1"/>
          </p:cNvSpPr>
          <p:nvPr>
            <p:ph type="title"/>
          </p:nvPr>
        </p:nvSpPr>
        <p:spPr>
          <a:xfrm>
            <a:off x="832207" y="251717"/>
            <a:ext cx="8986038" cy="741865"/>
          </a:xfrm>
        </p:spPr>
        <p:txBody>
          <a:bodyPr>
            <a:normAutofit/>
          </a:bodyPr>
          <a:lstStyle/>
          <a:p>
            <a:r>
              <a:rPr lang="en-GB" sz="2800" dirty="0">
                <a:latin typeface="Aptos" panose="020B0004020202020204" pitchFamily="34" charset="0"/>
              </a:rPr>
              <a:t>Facet Joints</a:t>
            </a:r>
          </a:p>
        </p:txBody>
      </p:sp>
      <p:sp>
        <p:nvSpPr>
          <p:cNvPr id="3" name="Content Placeholder 2">
            <a:extLst>
              <a:ext uri="{FF2B5EF4-FFF2-40B4-BE49-F238E27FC236}">
                <a16:creationId xmlns:a16="http://schemas.microsoft.com/office/drawing/2014/main" id="{F5B63076-2F7C-65E6-1BA4-37346E155FCF}"/>
              </a:ext>
            </a:extLst>
          </p:cNvPr>
          <p:cNvSpPr>
            <a:spLocks noGrp="1"/>
          </p:cNvSpPr>
          <p:nvPr>
            <p:ph idx="1"/>
          </p:nvPr>
        </p:nvSpPr>
        <p:spPr>
          <a:xfrm>
            <a:off x="554804" y="1191802"/>
            <a:ext cx="6195317" cy="5414481"/>
          </a:xfrm>
        </p:spPr>
        <p:txBody>
          <a:bodyPr>
            <a:normAutofit/>
          </a:bodyPr>
          <a:lstStyle/>
          <a:p>
            <a:r>
              <a:rPr lang="en-GB" sz="1600" dirty="0"/>
              <a:t>A motion segment in the vertebral column is defined as two adjacent vertebrae and three joints (one joint is formed between two vertebral bodies and IVDs, and other two joints between facet joints) </a:t>
            </a:r>
          </a:p>
          <a:p>
            <a:r>
              <a:rPr lang="en-GB" sz="1600" dirty="0"/>
              <a:t>Vertebral column consists of 24 pairs of facet joints</a:t>
            </a:r>
          </a:p>
          <a:p>
            <a:r>
              <a:rPr lang="en-GB" sz="1600" dirty="0"/>
              <a:t>The facet joints are plane joints as articular surfaces are flat, covered with hyaline cartilage and synovial in nature</a:t>
            </a:r>
          </a:p>
          <a:p>
            <a:r>
              <a:rPr lang="en-GB" sz="1600" dirty="0"/>
              <a:t>The articular process of facet joints allow certain movement and resists excessive torsions and shear</a:t>
            </a:r>
          </a:p>
          <a:p>
            <a:r>
              <a:rPr lang="en-GB" sz="1600" dirty="0"/>
              <a:t>Horizontal articular surface  favours axial rotation like in cervical region (progress horizontal to 45 degree vertical in lower cervical segments)</a:t>
            </a:r>
          </a:p>
          <a:p>
            <a:r>
              <a:rPr lang="en-GB" sz="1600" dirty="0"/>
              <a:t>In thoracic spine almost vertical direction with coronal orientation which facilitate axial rotation and resists anterior displacement</a:t>
            </a:r>
          </a:p>
          <a:p>
            <a:r>
              <a:rPr lang="en-GB" sz="1600" dirty="0"/>
              <a:t> In lumbar spine vertical in with a curved, J shaped surface essentially in sagittal plane which restricts  rotation and resists anterior shear</a:t>
            </a:r>
          </a:p>
          <a:p>
            <a:r>
              <a:rPr lang="en-GB" sz="1600" dirty="0"/>
              <a:t>Facet joint play important role in examination and intervention of mechanical spinal disorders</a:t>
            </a:r>
          </a:p>
          <a:p>
            <a:endParaRPr lang="en-GB" sz="1100" dirty="0"/>
          </a:p>
          <a:p>
            <a:endParaRPr lang="en-GB" sz="1100" dirty="0"/>
          </a:p>
          <a:p>
            <a:endParaRPr lang="en-GB" sz="1100" dirty="0"/>
          </a:p>
        </p:txBody>
      </p:sp>
      <p:pic>
        <p:nvPicPr>
          <p:cNvPr id="5" name="Picture 4">
            <a:extLst>
              <a:ext uri="{FF2B5EF4-FFF2-40B4-BE49-F238E27FC236}">
                <a16:creationId xmlns:a16="http://schemas.microsoft.com/office/drawing/2014/main" id="{DC4F4E1E-2D43-31D7-6215-9417E0813736}"/>
              </a:ext>
            </a:extLst>
          </p:cNvPr>
          <p:cNvPicPr>
            <a:picLocks noChangeAspect="1"/>
          </p:cNvPicPr>
          <p:nvPr/>
        </p:nvPicPr>
        <p:blipFill>
          <a:blip r:embed="rId2"/>
          <a:stretch>
            <a:fillRect/>
          </a:stretch>
        </p:blipFill>
        <p:spPr>
          <a:xfrm>
            <a:off x="6900877" y="2142272"/>
            <a:ext cx="5219204" cy="3120348"/>
          </a:xfrm>
          <a:prstGeom prst="rect">
            <a:avLst/>
          </a:prstGeom>
        </p:spPr>
      </p:pic>
      <p:sp>
        <p:nvSpPr>
          <p:cNvPr id="29" name="Freeform: Shape 2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787535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AA5CF486-D9E5-4A66-898A-F3D62B81B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 y="-5"/>
            <a:ext cx="12193149" cy="2200064"/>
          </a:xfrm>
          <a:custGeom>
            <a:avLst/>
            <a:gdLst>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50277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522499 w 12192001"/>
              <a:gd name="connsiteY26" fmla="*/ 1207528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37318 w 12192001"/>
              <a:gd name="connsiteY70" fmla="*/ 1920435 h 2344739"/>
              <a:gd name="connsiteX71" fmla="*/ 9113812 w 12192001"/>
              <a:gd name="connsiteY71" fmla="*/ 1919069 h 2344739"/>
              <a:gd name="connsiteX72" fmla="*/ 9053453 w 12192001"/>
              <a:gd name="connsiteY72" fmla="*/ 1910755 h 2344739"/>
              <a:gd name="connsiteX73" fmla="*/ 9005486 w 12192001"/>
              <a:gd name="connsiteY73" fmla="*/ 1914040 h 2344739"/>
              <a:gd name="connsiteX74" fmla="*/ 9005201 w 12192001"/>
              <a:gd name="connsiteY74" fmla="*/ 1913800 h 2344739"/>
              <a:gd name="connsiteX75" fmla="*/ 8996232 w 12192001"/>
              <a:gd name="connsiteY75" fmla="*/ 1915011 h 2344739"/>
              <a:gd name="connsiteX76" fmla="*/ 8990394 w 12192001"/>
              <a:gd name="connsiteY76" fmla="*/ 1917072 h 2344739"/>
              <a:gd name="connsiteX77" fmla="*/ 8974337 w 12192001"/>
              <a:gd name="connsiteY77" fmla="*/ 1920298 h 2344739"/>
              <a:gd name="connsiteX78" fmla="*/ 8968011 w 12192001"/>
              <a:gd name="connsiteY78" fmla="*/ 1919598 h 2344739"/>
              <a:gd name="connsiteX79" fmla="*/ 8963048 w 12192001"/>
              <a:gd name="connsiteY79" fmla="*/ 1917373 h 2344739"/>
              <a:gd name="connsiteX80" fmla="*/ 8928988 w 12192001"/>
              <a:gd name="connsiteY80" fmla="*/ 1914185 h 2344739"/>
              <a:gd name="connsiteX81" fmla="*/ 8752444 w 12192001"/>
              <a:gd name="connsiteY81" fmla="*/ 1933417 h 2344739"/>
              <a:gd name="connsiteX82" fmla="*/ 8707847 w 12192001"/>
              <a:gd name="connsiteY82" fmla="*/ 1935518 h 2344739"/>
              <a:gd name="connsiteX83" fmla="*/ 8596071 w 12192001"/>
              <a:gd name="connsiteY83" fmla="*/ 1944090 h 2344739"/>
              <a:gd name="connsiteX84" fmla="*/ 8525230 w 12192001"/>
              <a:gd name="connsiteY84" fmla="*/ 1929248 h 2344739"/>
              <a:gd name="connsiteX85" fmla="*/ 8510983 w 12192001"/>
              <a:gd name="connsiteY85" fmla="*/ 1935163 h 2344739"/>
              <a:gd name="connsiteX86" fmla="*/ 8506167 w 12192001"/>
              <a:gd name="connsiteY86" fmla="*/ 1938164 h 2344739"/>
              <a:gd name="connsiteX87" fmla="*/ 8497968 w 12192001"/>
              <a:gd name="connsiteY87" fmla="*/ 1940902 h 2344739"/>
              <a:gd name="connsiteX88" fmla="*/ 8497594 w 12192001"/>
              <a:gd name="connsiteY88" fmla="*/ 1940723 h 2344739"/>
              <a:gd name="connsiteX89" fmla="*/ 8490249 w 12192001"/>
              <a:gd name="connsiteY89" fmla="*/ 1943773 h 2344739"/>
              <a:gd name="connsiteX90" fmla="*/ 8367182 w 12192001"/>
              <a:gd name="connsiteY90" fmla="*/ 1957815 h 2344739"/>
              <a:gd name="connsiteX91" fmla="*/ 8353799 w 12192001"/>
              <a:gd name="connsiteY91" fmla="*/ 1958009 h 2344739"/>
              <a:gd name="connsiteX92" fmla="*/ 8352373 w 12192001"/>
              <a:gd name="connsiteY92" fmla="*/ 1957169 h 2344739"/>
              <a:gd name="connsiteX93" fmla="*/ 8320104 w 12192001"/>
              <a:gd name="connsiteY93" fmla="*/ 1974587 h 2344739"/>
              <a:gd name="connsiteX94" fmla="*/ 8314433 w 12192001"/>
              <a:gd name="connsiteY94" fmla="*/ 1974913 h 2344739"/>
              <a:gd name="connsiteX95" fmla="*/ 8295174 w 12192001"/>
              <a:gd name="connsiteY95" fmla="*/ 1988808 h 2344739"/>
              <a:gd name="connsiteX96" fmla="*/ 8284276 w 12192001"/>
              <a:gd name="connsiteY96" fmla="*/ 1994631 h 2344739"/>
              <a:gd name="connsiteX97" fmla="*/ 8283150 w 12192001"/>
              <a:gd name="connsiteY97" fmla="*/ 1999074 h 2344739"/>
              <a:gd name="connsiteX98" fmla="*/ 8266076 w 12192001"/>
              <a:gd name="connsiteY98" fmla="*/ 2006249 h 2344739"/>
              <a:gd name="connsiteX99" fmla="*/ 8263377 w 12192001"/>
              <a:gd name="connsiteY99" fmla="*/ 2006019 h 2344739"/>
              <a:gd name="connsiteX100" fmla="*/ 8252033 w 12192001"/>
              <a:gd name="connsiteY100" fmla="*/ 2015862 h 2344739"/>
              <a:gd name="connsiteX101" fmla="*/ 8245834 w 12192001"/>
              <a:gd name="connsiteY101" fmla="*/ 2028854 h 2344739"/>
              <a:gd name="connsiteX102" fmla="*/ 8090272 w 12192001"/>
              <a:gd name="connsiteY102" fmla="*/ 2075015 h 2344739"/>
              <a:gd name="connsiteX103" fmla="*/ 7905407 w 12192001"/>
              <a:gd name="connsiteY103" fmla="*/ 2116988 h 2344739"/>
              <a:gd name="connsiteX104" fmla="*/ 7718745 w 12192001"/>
              <a:gd name="connsiteY104" fmla="*/ 2142703 h 2344739"/>
              <a:gd name="connsiteX105" fmla="*/ 7614347 w 12192001"/>
              <a:gd name="connsiteY105" fmla="*/ 2139232 h 2344739"/>
              <a:gd name="connsiteX106" fmla="*/ 7527543 w 12192001"/>
              <a:gd name="connsiteY106" fmla="*/ 2145060 h 2344739"/>
              <a:gd name="connsiteX107" fmla="*/ 7519571 w 12192001"/>
              <a:gd name="connsiteY107" fmla="*/ 2147613 h 2344739"/>
              <a:gd name="connsiteX108" fmla="*/ 7507411 w 12192001"/>
              <a:gd name="connsiteY108" fmla="*/ 2148948 h 2344739"/>
              <a:gd name="connsiteX109" fmla="*/ 7507040 w 12192001"/>
              <a:gd name="connsiteY109" fmla="*/ 2148621 h 2344739"/>
              <a:gd name="connsiteX110" fmla="*/ 7495795 w 12192001"/>
              <a:gd name="connsiteY110" fmla="*/ 2150573 h 2344739"/>
              <a:gd name="connsiteX111" fmla="*/ 7405391 w 12192001"/>
              <a:gd name="connsiteY111" fmla="*/ 2142468 h 2344739"/>
              <a:gd name="connsiteX112" fmla="*/ 7312180 w 12192001"/>
              <a:gd name="connsiteY112" fmla="*/ 2132873 h 2344739"/>
              <a:gd name="connsiteX113" fmla="*/ 7310853 w 12192001"/>
              <a:gd name="connsiteY113" fmla="*/ 2131431 h 2344739"/>
              <a:gd name="connsiteX114" fmla="*/ 7218559 w 12192001"/>
              <a:gd name="connsiteY114" fmla="*/ 2156680 h 2344739"/>
              <a:gd name="connsiteX115" fmla="*/ 7201101 w 12192001"/>
              <a:gd name="connsiteY115" fmla="*/ 2161230 h 2344739"/>
              <a:gd name="connsiteX116" fmla="*/ 7197004 w 12192001"/>
              <a:gd name="connsiteY116" fmla="*/ 2166588 h 2344739"/>
              <a:gd name="connsiteX117" fmla="*/ 7170808 w 12192001"/>
              <a:gd name="connsiteY117" fmla="*/ 2171236 h 2344739"/>
              <a:gd name="connsiteX118" fmla="*/ 7096988 w 12192001"/>
              <a:gd name="connsiteY118" fmla="*/ 2183464 h 2344739"/>
              <a:gd name="connsiteX119" fmla="*/ 7018496 w 12192001"/>
              <a:gd name="connsiteY119" fmla="*/ 2183090 h 2344739"/>
              <a:gd name="connsiteX120" fmla="*/ 6904146 w 12192001"/>
              <a:gd name="connsiteY120" fmla="*/ 2212596 h 2344739"/>
              <a:gd name="connsiteX121" fmla="*/ 6708222 w 12192001"/>
              <a:gd name="connsiteY121" fmla="*/ 2240551 h 2344739"/>
              <a:gd name="connsiteX122" fmla="*/ 6549454 w 12192001"/>
              <a:gd name="connsiteY122" fmla="*/ 2269327 h 2344739"/>
              <a:gd name="connsiteX123" fmla="*/ 6317560 w 12192001"/>
              <a:gd name="connsiteY123" fmla="*/ 2316127 h 2344739"/>
              <a:gd name="connsiteX124" fmla="*/ 6168674 w 12192001"/>
              <a:gd name="connsiteY124" fmla="*/ 2318214 h 2344739"/>
              <a:gd name="connsiteX125" fmla="*/ 6073848 w 12192001"/>
              <a:gd name="connsiteY125" fmla="*/ 2338676 h 2344739"/>
              <a:gd name="connsiteX126" fmla="*/ 6068529 w 12192001"/>
              <a:gd name="connsiteY126" fmla="*/ 2337139 h 2344739"/>
              <a:gd name="connsiteX127" fmla="*/ 6048638 w 12192001"/>
              <a:gd name="connsiteY127" fmla="*/ 2337822 h 2344739"/>
              <a:gd name="connsiteX128" fmla="*/ 6041285 w 12192001"/>
              <a:gd name="connsiteY128" fmla="*/ 2329473 h 2344739"/>
              <a:gd name="connsiteX129" fmla="*/ 6010090 w 12192001"/>
              <a:gd name="connsiteY129" fmla="*/ 2324380 h 2344739"/>
              <a:gd name="connsiteX130" fmla="*/ 5957375 w 12192001"/>
              <a:gd name="connsiteY130" fmla="*/ 2328024 h 2344739"/>
              <a:gd name="connsiteX131" fmla="*/ 5758919 w 12192001"/>
              <a:gd name="connsiteY131" fmla="*/ 2343716 h 2344739"/>
              <a:gd name="connsiteX132" fmla="*/ 5626960 w 12192001"/>
              <a:gd name="connsiteY132" fmla="*/ 2344739 h 2344739"/>
              <a:gd name="connsiteX133" fmla="*/ 5470906 w 12192001"/>
              <a:gd name="connsiteY133" fmla="*/ 2330719 h 2344739"/>
              <a:gd name="connsiteX134" fmla="*/ 5432761 w 12192001"/>
              <a:gd name="connsiteY134" fmla="*/ 2319466 h 2344739"/>
              <a:gd name="connsiteX135" fmla="*/ 5381669 w 12192001"/>
              <a:gd name="connsiteY135" fmla="*/ 2301764 h 2344739"/>
              <a:gd name="connsiteX136" fmla="*/ 5261764 w 12192001"/>
              <a:gd name="connsiteY136" fmla="*/ 2281347 h 2344739"/>
              <a:gd name="connsiteX137" fmla="*/ 5222961 w 12192001"/>
              <a:gd name="connsiteY137" fmla="*/ 2270223 h 2344739"/>
              <a:gd name="connsiteX138" fmla="*/ 5174660 w 12192001"/>
              <a:gd name="connsiteY138" fmla="*/ 2267233 h 2344739"/>
              <a:gd name="connsiteX139" fmla="*/ 5156554 w 12192001"/>
              <a:gd name="connsiteY139" fmla="*/ 2260010 h 2344739"/>
              <a:gd name="connsiteX140" fmla="*/ 5142599 w 12192001"/>
              <a:gd name="connsiteY140" fmla="*/ 2256610 h 2344739"/>
              <a:gd name="connsiteX141" fmla="*/ 5139596 w 12192001"/>
              <a:gd name="connsiteY141" fmla="*/ 2254509 h 2344739"/>
              <a:gd name="connsiteX142" fmla="*/ 5121659 w 12192001"/>
              <a:gd name="connsiteY142" fmla="*/ 2243656 h 2344739"/>
              <a:gd name="connsiteX143" fmla="*/ 5065790 w 12192001"/>
              <a:gd name="connsiteY143" fmla="*/ 2250227 h 2344739"/>
              <a:gd name="connsiteX144" fmla="*/ 5011514 w 12192001"/>
              <a:gd name="connsiteY144" fmla="*/ 2233846 h 2344739"/>
              <a:gd name="connsiteX145" fmla="*/ 4840441 w 12192001"/>
              <a:gd name="connsiteY145" fmla="*/ 2209829 h 2344739"/>
              <a:gd name="connsiteX146" fmla="*/ 4762447 w 12192001"/>
              <a:gd name="connsiteY146" fmla="*/ 2182061 h 2344739"/>
              <a:gd name="connsiteX147" fmla="*/ 4723186 w 12192001"/>
              <a:gd name="connsiteY147" fmla="*/ 2173047 h 2344739"/>
              <a:gd name="connsiteX148" fmla="*/ 4721176 w 12192001"/>
              <a:gd name="connsiteY148" fmla="*/ 2172298 h 2344739"/>
              <a:gd name="connsiteX149" fmla="*/ 4722111 w 12192001"/>
              <a:gd name="connsiteY149" fmla="*/ 2172087 h 2344739"/>
              <a:gd name="connsiteX150" fmla="*/ 4717202 w 12192001"/>
              <a:gd name="connsiteY150" fmla="*/ 2170817 h 2344739"/>
              <a:gd name="connsiteX151" fmla="*/ 4721176 w 12192001"/>
              <a:gd name="connsiteY151" fmla="*/ 2172298 h 2344739"/>
              <a:gd name="connsiteX152" fmla="*/ 4715526 w 12192001"/>
              <a:gd name="connsiteY152" fmla="*/ 2173573 h 2344739"/>
              <a:gd name="connsiteX153" fmla="*/ 4515814 w 12192001"/>
              <a:gd name="connsiteY153" fmla="*/ 2163671 h 2344739"/>
              <a:gd name="connsiteX154" fmla="*/ 4428543 w 12192001"/>
              <a:gd name="connsiteY154" fmla="*/ 2153020 h 2344739"/>
              <a:gd name="connsiteX155" fmla="*/ 4362875 w 12192001"/>
              <a:gd name="connsiteY155" fmla="*/ 2151674 h 2344739"/>
              <a:gd name="connsiteX156" fmla="*/ 4316966 w 12192001"/>
              <a:gd name="connsiteY156" fmla="*/ 2158289 h 2344739"/>
              <a:gd name="connsiteX157" fmla="*/ 4315110 w 12192001"/>
              <a:gd name="connsiteY157" fmla="*/ 2156948 h 2344739"/>
              <a:gd name="connsiteX158" fmla="*/ 4295144 w 12192001"/>
              <a:gd name="connsiteY158" fmla="*/ 2155069 h 2344739"/>
              <a:gd name="connsiteX159" fmla="*/ 4290064 w 12192001"/>
              <a:gd name="connsiteY159" fmla="*/ 2157986 h 2344739"/>
              <a:gd name="connsiteX160" fmla="*/ 4276142 w 12192001"/>
              <a:gd name="connsiteY160" fmla="*/ 2157740 h 2344739"/>
              <a:gd name="connsiteX161" fmla="*/ 4248117 w 12192001"/>
              <a:gd name="connsiteY161" fmla="*/ 2160064 h 2344739"/>
              <a:gd name="connsiteX162" fmla="*/ 4202051 w 12192001"/>
              <a:gd name="connsiteY162" fmla="*/ 2157269 h 2344739"/>
              <a:gd name="connsiteX163" fmla="*/ 4201745 w 12192001"/>
              <a:gd name="connsiteY163" fmla="*/ 2156010 h 2344739"/>
              <a:gd name="connsiteX164" fmla="*/ 4191248 w 12192001"/>
              <a:gd name="connsiteY164" fmla="*/ 2150376 h 2344739"/>
              <a:gd name="connsiteX165" fmla="*/ 4142745 w 12192001"/>
              <a:gd name="connsiteY165" fmla="*/ 2134511 h 2344739"/>
              <a:gd name="connsiteX166" fmla="*/ 4083097 w 12192001"/>
              <a:gd name="connsiteY166" fmla="*/ 2107978 h 2344739"/>
              <a:gd name="connsiteX167" fmla="*/ 4074546 w 12192001"/>
              <a:gd name="connsiteY167" fmla="*/ 2107143 h 2344739"/>
              <a:gd name="connsiteX168" fmla="*/ 4074427 w 12192001"/>
              <a:gd name="connsiteY168" fmla="*/ 2106844 h 2344739"/>
              <a:gd name="connsiteX169" fmla="*/ 4065510 w 12192001"/>
              <a:gd name="connsiteY169" fmla="*/ 2105400 h 2344739"/>
              <a:gd name="connsiteX170" fmla="*/ 4058954 w 12192001"/>
              <a:gd name="connsiteY170" fmla="*/ 2105618 h 2344739"/>
              <a:gd name="connsiteX171" fmla="*/ 4042364 w 12192001"/>
              <a:gd name="connsiteY171" fmla="*/ 2103997 h 2344739"/>
              <a:gd name="connsiteX172" fmla="*/ 4036997 w 12192001"/>
              <a:gd name="connsiteY172" fmla="*/ 2101563 h 2344739"/>
              <a:gd name="connsiteX173" fmla="*/ 4035363 w 12192001"/>
              <a:gd name="connsiteY173" fmla="*/ 2097896 h 2344739"/>
              <a:gd name="connsiteX174" fmla="*/ 4033778 w 12192001"/>
              <a:gd name="connsiteY174" fmla="*/ 2098131 h 2344739"/>
              <a:gd name="connsiteX175" fmla="*/ 4004538 w 12192001"/>
              <a:gd name="connsiteY175" fmla="*/ 2085563 h 2344739"/>
              <a:gd name="connsiteX176" fmla="*/ 3936846 w 12192001"/>
              <a:gd name="connsiteY176" fmla="*/ 2068106 h 2344739"/>
              <a:gd name="connsiteX177" fmla="*/ 3897275 w 12192001"/>
              <a:gd name="connsiteY177" fmla="*/ 2062451 h 2344739"/>
              <a:gd name="connsiteX178" fmla="*/ 3789760 w 12192001"/>
              <a:gd name="connsiteY178" fmla="*/ 2042213 h 2344739"/>
              <a:gd name="connsiteX179" fmla="*/ 3682513 w 12192001"/>
              <a:gd name="connsiteY179" fmla="*/ 2018290 h 2344739"/>
              <a:gd name="connsiteX180" fmla="*/ 3610035 w 12192001"/>
              <a:gd name="connsiteY180" fmla="*/ 1986019 h 2344739"/>
              <a:gd name="connsiteX181" fmla="*/ 3603855 w 12192001"/>
              <a:gd name="connsiteY181" fmla="*/ 1987381 h 2344739"/>
              <a:gd name="connsiteX182" fmla="*/ 3594736 w 12192001"/>
              <a:gd name="connsiteY182" fmla="*/ 1987545 h 2344739"/>
              <a:gd name="connsiteX183" fmla="*/ 3594501 w 12192001"/>
              <a:gd name="connsiteY183" fmla="*/ 1987276 h 2344739"/>
              <a:gd name="connsiteX184" fmla="*/ 3585978 w 12192001"/>
              <a:gd name="connsiteY184" fmla="*/ 1987966 h 2344739"/>
              <a:gd name="connsiteX185" fmla="*/ 3536135 w 12192001"/>
              <a:gd name="connsiteY185" fmla="*/ 1978267 h 2344739"/>
              <a:gd name="connsiteX186" fmla="*/ 3473223 w 12192001"/>
              <a:gd name="connsiteY186" fmla="*/ 1974606 h 2344739"/>
              <a:gd name="connsiteX187" fmla="*/ 3400728 w 12192001"/>
              <a:gd name="connsiteY187" fmla="*/ 1962558 h 2344739"/>
              <a:gd name="connsiteX188" fmla="*/ 3363888 w 12192001"/>
              <a:gd name="connsiteY188" fmla="*/ 1979510 h 2344739"/>
              <a:gd name="connsiteX189" fmla="*/ 3344026 w 12192001"/>
              <a:gd name="connsiteY189" fmla="*/ 1981192 h 2344739"/>
              <a:gd name="connsiteX190" fmla="*/ 3341698 w 12192001"/>
              <a:gd name="connsiteY190" fmla="*/ 1980217 h 2344739"/>
              <a:gd name="connsiteX191" fmla="*/ 3262356 w 12192001"/>
              <a:gd name="connsiteY191" fmla="*/ 1986094 h 2344739"/>
              <a:gd name="connsiteX192" fmla="*/ 3142556 w 12192001"/>
              <a:gd name="connsiteY192" fmla="*/ 1993869 h 2344739"/>
              <a:gd name="connsiteX193" fmla="*/ 3030291 w 12192001"/>
              <a:gd name="connsiteY193" fmla="*/ 1996512 h 2344739"/>
              <a:gd name="connsiteX194" fmla="*/ 2781569 w 12192001"/>
              <a:gd name="connsiteY194" fmla="*/ 2018333 h 2344739"/>
              <a:gd name="connsiteX195" fmla="*/ 2646527 w 12192001"/>
              <a:gd name="connsiteY195" fmla="*/ 2028869 h 2344739"/>
              <a:gd name="connsiteX196" fmla="*/ 2568028 w 12192001"/>
              <a:gd name="connsiteY196" fmla="*/ 2002628 h 2344739"/>
              <a:gd name="connsiteX197" fmla="*/ 2443255 w 12192001"/>
              <a:gd name="connsiteY197" fmla="*/ 2016529 h 2344739"/>
              <a:gd name="connsiteX198" fmla="*/ 2315112 w 12192001"/>
              <a:gd name="connsiteY198" fmla="*/ 2024996 h 2344739"/>
              <a:gd name="connsiteX199" fmla="*/ 2208578 w 12192001"/>
              <a:gd name="connsiteY199" fmla="*/ 2019763 h 2344739"/>
              <a:gd name="connsiteX200" fmla="*/ 2094665 w 12192001"/>
              <a:gd name="connsiteY200" fmla="*/ 2003052 h 2344739"/>
              <a:gd name="connsiteX201" fmla="*/ 1997356 w 12192001"/>
              <a:gd name="connsiteY201" fmla="*/ 1995032 h 2344739"/>
              <a:gd name="connsiteX202" fmla="*/ 1928172 w 12192001"/>
              <a:gd name="connsiteY202" fmla="*/ 2016977 h 2344739"/>
              <a:gd name="connsiteX203" fmla="*/ 1921650 w 12192001"/>
              <a:gd name="connsiteY203" fmla="*/ 2012146 h 2344739"/>
              <a:gd name="connsiteX204" fmla="*/ 1873080 w 12192001"/>
              <a:gd name="connsiteY204" fmla="*/ 2013741 h 2344739"/>
              <a:gd name="connsiteX205" fmla="*/ 1786655 w 12192001"/>
              <a:gd name="connsiteY205" fmla="*/ 2041363 h 2344739"/>
              <a:gd name="connsiteX206" fmla="*/ 1738204 w 12192001"/>
              <a:gd name="connsiteY206" fmla="*/ 2036312 h 2344739"/>
              <a:gd name="connsiteX207" fmla="*/ 1675071 w 12192001"/>
              <a:gd name="connsiteY207" fmla="*/ 2019963 h 2344739"/>
              <a:gd name="connsiteX208" fmla="*/ 1608669 w 12192001"/>
              <a:gd name="connsiteY208" fmla="*/ 2013066 h 2344739"/>
              <a:gd name="connsiteX209" fmla="*/ 1496110 w 12192001"/>
              <a:gd name="connsiteY209" fmla="*/ 1987476 h 2344739"/>
              <a:gd name="connsiteX210" fmla="*/ 1149979 w 12192001"/>
              <a:gd name="connsiteY210" fmla="*/ 1938041 h 2344739"/>
              <a:gd name="connsiteX211" fmla="*/ 858269 w 12192001"/>
              <a:gd name="connsiteY211" fmla="*/ 1928608 h 2344739"/>
              <a:gd name="connsiteX212" fmla="*/ 837540 w 12192001"/>
              <a:gd name="connsiteY212" fmla="*/ 1929821 h 2344739"/>
              <a:gd name="connsiteX213" fmla="*/ 816809 w 12192001"/>
              <a:gd name="connsiteY213" fmla="*/ 1927857 h 2344739"/>
              <a:gd name="connsiteX214" fmla="*/ 811506 w 12192001"/>
              <a:gd name="connsiteY214" fmla="*/ 1930751 h 2344739"/>
              <a:gd name="connsiteX215" fmla="*/ 797041 w 12192001"/>
              <a:gd name="connsiteY215" fmla="*/ 1930446 h 2344739"/>
              <a:gd name="connsiteX216" fmla="*/ 767901 w 12192001"/>
              <a:gd name="connsiteY216" fmla="*/ 1932653 h 2344739"/>
              <a:gd name="connsiteX217" fmla="*/ 763053 w 12192001"/>
              <a:gd name="connsiteY217" fmla="*/ 1930432 h 2344739"/>
              <a:gd name="connsiteX218" fmla="*/ 720047 w 12192001"/>
              <a:gd name="connsiteY218" fmla="*/ 1929661 h 2344739"/>
              <a:gd name="connsiteX219" fmla="*/ 719742 w 12192001"/>
              <a:gd name="connsiteY219" fmla="*/ 1928399 h 2344739"/>
              <a:gd name="connsiteX220" fmla="*/ 708875 w 12192001"/>
              <a:gd name="connsiteY220" fmla="*/ 1922722 h 2344739"/>
              <a:gd name="connsiteX221" fmla="*/ 596792 w 12192001"/>
              <a:gd name="connsiteY221" fmla="*/ 1879864 h 2344739"/>
              <a:gd name="connsiteX222" fmla="*/ 578535 w 12192001"/>
              <a:gd name="connsiteY222" fmla="*/ 1877212 h 2344739"/>
              <a:gd name="connsiteX223" fmla="*/ 571717 w 12192001"/>
              <a:gd name="connsiteY223" fmla="*/ 1877401 h 2344739"/>
              <a:gd name="connsiteX224" fmla="*/ 445099 w 12192001"/>
              <a:gd name="connsiteY224" fmla="*/ 1839371 h 2344739"/>
              <a:gd name="connsiteX225" fmla="*/ 404015 w 12192001"/>
              <a:gd name="connsiteY225" fmla="*/ 1833548 h 2344739"/>
              <a:gd name="connsiteX226" fmla="*/ 292435 w 12192001"/>
              <a:gd name="connsiteY226" fmla="*/ 1812852 h 2344739"/>
              <a:gd name="connsiteX227" fmla="*/ 118381 w 12192001"/>
              <a:gd name="connsiteY227" fmla="*/ 1761047 h 2344739"/>
              <a:gd name="connsiteX228" fmla="*/ 15526 w 12192001"/>
              <a:gd name="connsiteY228" fmla="*/ 1758191 h 2344739"/>
              <a:gd name="connsiteX229" fmla="*/ 2 w 12192001"/>
              <a:gd name="connsiteY229" fmla="*/ 1752722 h 2344739"/>
              <a:gd name="connsiteX230" fmla="*/ 1 w 12192001"/>
              <a:gd name="connsiteY230" fmla="*/ 762497 h 2344739"/>
              <a:gd name="connsiteX231" fmla="*/ 0 w 12192001"/>
              <a:gd name="connsiteY231" fmla="*/ 762497 h 2344739"/>
              <a:gd name="connsiteX232" fmla="*/ 0 w 12192001"/>
              <a:gd name="connsiteY232" fmla="*/ 222213 h 2344739"/>
              <a:gd name="connsiteX233" fmla="*/ 0 w 12192001"/>
              <a:gd name="connsiteY233"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13812 w 12192001"/>
              <a:gd name="connsiteY70" fmla="*/ 1919069 h 2344739"/>
              <a:gd name="connsiteX71" fmla="*/ 9053453 w 12192001"/>
              <a:gd name="connsiteY71" fmla="*/ 1910755 h 2344739"/>
              <a:gd name="connsiteX72" fmla="*/ 9005486 w 12192001"/>
              <a:gd name="connsiteY72" fmla="*/ 1914040 h 2344739"/>
              <a:gd name="connsiteX73" fmla="*/ 9005201 w 12192001"/>
              <a:gd name="connsiteY73" fmla="*/ 1913800 h 2344739"/>
              <a:gd name="connsiteX74" fmla="*/ 8996232 w 12192001"/>
              <a:gd name="connsiteY74" fmla="*/ 1915011 h 2344739"/>
              <a:gd name="connsiteX75" fmla="*/ 8990394 w 12192001"/>
              <a:gd name="connsiteY75" fmla="*/ 1917072 h 2344739"/>
              <a:gd name="connsiteX76" fmla="*/ 8974337 w 12192001"/>
              <a:gd name="connsiteY76" fmla="*/ 1920298 h 2344739"/>
              <a:gd name="connsiteX77" fmla="*/ 8968011 w 12192001"/>
              <a:gd name="connsiteY77" fmla="*/ 1919598 h 2344739"/>
              <a:gd name="connsiteX78" fmla="*/ 8963048 w 12192001"/>
              <a:gd name="connsiteY78" fmla="*/ 1917373 h 2344739"/>
              <a:gd name="connsiteX79" fmla="*/ 8928988 w 12192001"/>
              <a:gd name="connsiteY79" fmla="*/ 1914185 h 2344739"/>
              <a:gd name="connsiteX80" fmla="*/ 8752444 w 12192001"/>
              <a:gd name="connsiteY80" fmla="*/ 1933417 h 2344739"/>
              <a:gd name="connsiteX81" fmla="*/ 8707847 w 12192001"/>
              <a:gd name="connsiteY81" fmla="*/ 1935518 h 2344739"/>
              <a:gd name="connsiteX82" fmla="*/ 8596071 w 12192001"/>
              <a:gd name="connsiteY82" fmla="*/ 1944090 h 2344739"/>
              <a:gd name="connsiteX83" fmla="*/ 8525230 w 12192001"/>
              <a:gd name="connsiteY83" fmla="*/ 1929248 h 2344739"/>
              <a:gd name="connsiteX84" fmla="*/ 8510983 w 12192001"/>
              <a:gd name="connsiteY84" fmla="*/ 1935163 h 2344739"/>
              <a:gd name="connsiteX85" fmla="*/ 8506167 w 12192001"/>
              <a:gd name="connsiteY85" fmla="*/ 1938164 h 2344739"/>
              <a:gd name="connsiteX86" fmla="*/ 8497968 w 12192001"/>
              <a:gd name="connsiteY86" fmla="*/ 1940902 h 2344739"/>
              <a:gd name="connsiteX87" fmla="*/ 8497594 w 12192001"/>
              <a:gd name="connsiteY87" fmla="*/ 1940723 h 2344739"/>
              <a:gd name="connsiteX88" fmla="*/ 8490249 w 12192001"/>
              <a:gd name="connsiteY88" fmla="*/ 1943773 h 2344739"/>
              <a:gd name="connsiteX89" fmla="*/ 8367182 w 12192001"/>
              <a:gd name="connsiteY89" fmla="*/ 1957815 h 2344739"/>
              <a:gd name="connsiteX90" fmla="*/ 8353799 w 12192001"/>
              <a:gd name="connsiteY90" fmla="*/ 1958009 h 2344739"/>
              <a:gd name="connsiteX91" fmla="*/ 8352373 w 12192001"/>
              <a:gd name="connsiteY91" fmla="*/ 1957169 h 2344739"/>
              <a:gd name="connsiteX92" fmla="*/ 8320104 w 12192001"/>
              <a:gd name="connsiteY92" fmla="*/ 1974587 h 2344739"/>
              <a:gd name="connsiteX93" fmla="*/ 8314433 w 12192001"/>
              <a:gd name="connsiteY93" fmla="*/ 1974913 h 2344739"/>
              <a:gd name="connsiteX94" fmla="*/ 8295174 w 12192001"/>
              <a:gd name="connsiteY94" fmla="*/ 1988808 h 2344739"/>
              <a:gd name="connsiteX95" fmla="*/ 8284276 w 12192001"/>
              <a:gd name="connsiteY95" fmla="*/ 1994631 h 2344739"/>
              <a:gd name="connsiteX96" fmla="*/ 8283150 w 12192001"/>
              <a:gd name="connsiteY96" fmla="*/ 1999074 h 2344739"/>
              <a:gd name="connsiteX97" fmla="*/ 8266076 w 12192001"/>
              <a:gd name="connsiteY97" fmla="*/ 2006249 h 2344739"/>
              <a:gd name="connsiteX98" fmla="*/ 8263377 w 12192001"/>
              <a:gd name="connsiteY98" fmla="*/ 2006019 h 2344739"/>
              <a:gd name="connsiteX99" fmla="*/ 8252033 w 12192001"/>
              <a:gd name="connsiteY99" fmla="*/ 2015862 h 2344739"/>
              <a:gd name="connsiteX100" fmla="*/ 8245834 w 12192001"/>
              <a:gd name="connsiteY100" fmla="*/ 2028854 h 2344739"/>
              <a:gd name="connsiteX101" fmla="*/ 8090272 w 12192001"/>
              <a:gd name="connsiteY101" fmla="*/ 2075015 h 2344739"/>
              <a:gd name="connsiteX102" fmla="*/ 7905407 w 12192001"/>
              <a:gd name="connsiteY102" fmla="*/ 2116988 h 2344739"/>
              <a:gd name="connsiteX103" fmla="*/ 7718745 w 12192001"/>
              <a:gd name="connsiteY103" fmla="*/ 2142703 h 2344739"/>
              <a:gd name="connsiteX104" fmla="*/ 7614347 w 12192001"/>
              <a:gd name="connsiteY104" fmla="*/ 2139232 h 2344739"/>
              <a:gd name="connsiteX105" fmla="*/ 7527543 w 12192001"/>
              <a:gd name="connsiteY105" fmla="*/ 2145060 h 2344739"/>
              <a:gd name="connsiteX106" fmla="*/ 7519571 w 12192001"/>
              <a:gd name="connsiteY106" fmla="*/ 2147613 h 2344739"/>
              <a:gd name="connsiteX107" fmla="*/ 7507411 w 12192001"/>
              <a:gd name="connsiteY107" fmla="*/ 2148948 h 2344739"/>
              <a:gd name="connsiteX108" fmla="*/ 7507040 w 12192001"/>
              <a:gd name="connsiteY108" fmla="*/ 2148621 h 2344739"/>
              <a:gd name="connsiteX109" fmla="*/ 7495795 w 12192001"/>
              <a:gd name="connsiteY109" fmla="*/ 2150573 h 2344739"/>
              <a:gd name="connsiteX110" fmla="*/ 7405391 w 12192001"/>
              <a:gd name="connsiteY110" fmla="*/ 2142468 h 2344739"/>
              <a:gd name="connsiteX111" fmla="*/ 7312180 w 12192001"/>
              <a:gd name="connsiteY111" fmla="*/ 2132873 h 2344739"/>
              <a:gd name="connsiteX112" fmla="*/ 7310853 w 12192001"/>
              <a:gd name="connsiteY112" fmla="*/ 2131431 h 2344739"/>
              <a:gd name="connsiteX113" fmla="*/ 7218559 w 12192001"/>
              <a:gd name="connsiteY113" fmla="*/ 2156680 h 2344739"/>
              <a:gd name="connsiteX114" fmla="*/ 7201101 w 12192001"/>
              <a:gd name="connsiteY114" fmla="*/ 2161230 h 2344739"/>
              <a:gd name="connsiteX115" fmla="*/ 7197004 w 12192001"/>
              <a:gd name="connsiteY115" fmla="*/ 2166588 h 2344739"/>
              <a:gd name="connsiteX116" fmla="*/ 7170808 w 12192001"/>
              <a:gd name="connsiteY116" fmla="*/ 2171236 h 2344739"/>
              <a:gd name="connsiteX117" fmla="*/ 7096988 w 12192001"/>
              <a:gd name="connsiteY117" fmla="*/ 2183464 h 2344739"/>
              <a:gd name="connsiteX118" fmla="*/ 7018496 w 12192001"/>
              <a:gd name="connsiteY118" fmla="*/ 2183090 h 2344739"/>
              <a:gd name="connsiteX119" fmla="*/ 6904146 w 12192001"/>
              <a:gd name="connsiteY119" fmla="*/ 2212596 h 2344739"/>
              <a:gd name="connsiteX120" fmla="*/ 6708222 w 12192001"/>
              <a:gd name="connsiteY120" fmla="*/ 2240551 h 2344739"/>
              <a:gd name="connsiteX121" fmla="*/ 6549454 w 12192001"/>
              <a:gd name="connsiteY121" fmla="*/ 2269327 h 2344739"/>
              <a:gd name="connsiteX122" fmla="*/ 6317560 w 12192001"/>
              <a:gd name="connsiteY122" fmla="*/ 2316127 h 2344739"/>
              <a:gd name="connsiteX123" fmla="*/ 6168674 w 12192001"/>
              <a:gd name="connsiteY123" fmla="*/ 2318214 h 2344739"/>
              <a:gd name="connsiteX124" fmla="*/ 6073848 w 12192001"/>
              <a:gd name="connsiteY124" fmla="*/ 2338676 h 2344739"/>
              <a:gd name="connsiteX125" fmla="*/ 6068529 w 12192001"/>
              <a:gd name="connsiteY125" fmla="*/ 2337139 h 2344739"/>
              <a:gd name="connsiteX126" fmla="*/ 6048638 w 12192001"/>
              <a:gd name="connsiteY126" fmla="*/ 2337822 h 2344739"/>
              <a:gd name="connsiteX127" fmla="*/ 6041285 w 12192001"/>
              <a:gd name="connsiteY127" fmla="*/ 2329473 h 2344739"/>
              <a:gd name="connsiteX128" fmla="*/ 6010090 w 12192001"/>
              <a:gd name="connsiteY128" fmla="*/ 2324380 h 2344739"/>
              <a:gd name="connsiteX129" fmla="*/ 5957375 w 12192001"/>
              <a:gd name="connsiteY129" fmla="*/ 2328024 h 2344739"/>
              <a:gd name="connsiteX130" fmla="*/ 5758919 w 12192001"/>
              <a:gd name="connsiteY130" fmla="*/ 2343716 h 2344739"/>
              <a:gd name="connsiteX131" fmla="*/ 5626960 w 12192001"/>
              <a:gd name="connsiteY131" fmla="*/ 2344739 h 2344739"/>
              <a:gd name="connsiteX132" fmla="*/ 5470906 w 12192001"/>
              <a:gd name="connsiteY132" fmla="*/ 2330719 h 2344739"/>
              <a:gd name="connsiteX133" fmla="*/ 5432761 w 12192001"/>
              <a:gd name="connsiteY133" fmla="*/ 2319466 h 2344739"/>
              <a:gd name="connsiteX134" fmla="*/ 5381669 w 12192001"/>
              <a:gd name="connsiteY134" fmla="*/ 2301764 h 2344739"/>
              <a:gd name="connsiteX135" fmla="*/ 5261764 w 12192001"/>
              <a:gd name="connsiteY135" fmla="*/ 2281347 h 2344739"/>
              <a:gd name="connsiteX136" fmla="*/ 5222961 w 12192001"/>
              <a:gd name="connsiteY136" fmla="*/ 2270223 h 2344739"/>
              <a:gd name="connsiteX137" fmla="*/ 5174660 w 12192001"/>
              <a:gd name="connsiteY137" fmla="*/ 2267233 h 2344739"/>
              <a:gd name="connsiteX138" fmla="*/ 5156554 w 12192001"/>
              <a:gd name="connsiteY138" fmla="*/ 2260010 h 2344739"/>
              <a:gd name="connsiteX139" fmla="*/ 5142599 w 12192001"/>
              <a:gd name="connsiteY139" fmla="*/ 2256610 h 2344739"/>
              <a:gd name="connsiteX140" fmla="*/ 5139596 w 12192001"/>
              <a:gd name="connsiteY140" fmla="*/ 2254509 h 2344739"/>
              <a:gd name="connsiteX141" fmla="*/ 5121659 w 12192001"/>
              <a:gd name="connsiteY141" fmla="*/ 2243656 h 2344739"/>
              <a:gd name="connsiteX142" fmla="*/ 5065790 w 12192001"/>
              <a:gd name="connsiteY142" fmla="*/ 2250227 h 2344739"/>
              <a:gd name="connsiteX143" fmla="*/ 5011514 w 12192001"/>
              <a:gd name="connsiteY143" fmla="*/ 2233846 h 2344739"/>
              <a:gd name="connsiteX144" fmla="*/ 4840441 w 12192001"/>
              <a:gd name="connsiteY144" fmla="*/ 2209829 h 2344739"/>
              <a:gd name="connsiteX145" fmla="*/ 4762447 w 12192001"/>
              <a:gd name="connsiteY145" fmla="*/ 2182061 h 2344739"/>
              <a:gd name="connsiteX146" fmla="*/ 4723186 w 12192001"/>
              <a:gd name="connsiteY146" fmla="*/ 2173047 h 2344739"/>
              <a:gd name="connsiteX147" fmla="*/ 4721176 w 12192001"/>
              <a:gd name="connsiteY147" fmla="*/ 2172298 h 2344739"/>
              <a:gd name="connsiteX148" fmla="*/ 4722111 w 12192001"/>
              <a:gd name="connsiteY148" fmla="*/ 2172087 h 2344739"/>
              <a:gd name="connsiteX149" fmla="*/ 4717202 w 12192001"/>
              <a:gd name="connsiteY149" fmla="*/ 2170817 h 2344739"/>
              <a:gd name="connsiteX150" fmla="*/ 4721176 w 12192001"/>
              <a:gd name="connsiteY150" fmla="*/ 2172298 h 2344739"/>
              <a:gd name="connsiteX151" fmla="*/ 4715526 w 12192001"/>
              <a:gd name="connsiteY151" fmla="*/ 2173573 h 2344739"/>
              <a:gd name="connsiteX152" fmla="*/ 4515814 w 12192001"/>
              <a:gd name="connsiteY152" fmla="*/ 2163671 h 2344739"/>
              <a:gd name="connsiteX153" fmla="*/ 4428543 w 12192001"/>
              <a:gd name="connsiteY153" fmla="*/ 2153020 h 2344739"/>
              <a:gd name="connsiteX154" fmla="*/ 4362875 w 12192001"/>
              <a:gd name="connsiteY154" fmla="*/ 2151674 h 2344739"/>
              <a:gd name="connsiteX155" fmla="*/ 4316966 w 12192001"/>
              <a:gd name="connsiteY155" fmla="*/ 2158289 h 2344739"/>
              <a:gd name="connsiteX156" fmla="*/ 4315110 w 12192001"/>
              <a:gd name="connsiteY156" fmla="*/ 2156948 h 2344739"/>
              <a:gd name="connsiteX157" fmla="*/ 4295144 w 12192001"/>
              <a:gd name="connsiteY157" fmla="*/ 2155069 h 2344739"/>
              <a:gd name="connsiteX158" fmla="*/ 4290064 w 12192001"/>
              <a:gd name="connsiteY158" fmla="*/ 2157986 h 2344739"/>
              <a:gd name="connsiteX159" fmla="*/ 4276142 w 12192001"/>
              <a:gd name="connsiteY159" fmla="*/ 2157740 h 2344739"/>
              <a:gd name="connsiteX160" fmla="*/ 4248117 w 12192001"/>
              <a:gd name="connsiteY160" fmla="*/ 2160064 h 2344739"/>
              <a:gd name="connsiteX161" fmla="*/ 4202051 w 12192001"/>
              <a:gd name="connsiteY161" fmla="*/ 2157269 h 2344739"/>
              <a:gd name="connsiteX162" fmla="*/ 4201745 w 12192001"/>
              <a:gd name="connsiteY162" fmla="*/ 2156010 h 2344739"/>
              <a:gd name="connsiteX163" fmla="*/ 4191248 w 12192001"/>
              <a:gd name="connsiteY163" fmla="*/ 2150376 h 2344739"/>
              <a:gd name="connsiteX164" fmla="*/ 4142745 w 12192001"/>
              <a:gd name="connsiteY164" fmla="*/ 2134511 h 2344739"/>
              <a:gd name="connsiteX165" fmla="*/ 4083097 w 12192001"/>
              <a:gd name="connsiteY165" fmla="*/ 2107978 h 2344739"/>
              <a:gd name="connsiteX166" fmla="*/ 4074546 w 12192001"/>
              <a:gd name="connsiteY166" fmla="*/ 2107143 h 2344739"/>
              <a:gd name="connsiteX167" fmla="*/ 4074427 w 12192001"/>
              <a:gd name="connsiteY167" fmla="*/ 2106844 h 2344739"/>
              <a:gd name="connsiteX168" fmla="*/ 4065510 w 12192001"/>
              <a:gd name="connsiteY168" fmla="*/ 2105400 h 2344739"/>
              <a:gd name="connsiteX169" fmla="*/ 4058954 w 12192001"/>
              <a:gd name="connsiteY169" fmla="*/ 2105618 h 2344739"/>
              <a:gd name="connsiteX170" fmla="*/ 4042364 w 12192001"/>
              <a:gd name="connsiteY170" fmla="*/ 2103997 h 2344739"/>
              <a:gd name="connsiteX171" fmla="*/ 4036997 w 12192001"/>
              <a:gd name="connsiteY171" fmla="*/ 2101563 h 2344739"/>
              <a:gd name="connsiteX172" fmla="*/ 4035363 w 12192001"/>
              <a:gd name="connsiteY172" fmla="*/ 2097896 h 2344739"/>
              <a:gd name="connsiteX173" fmla="*/ 4033778 w 12192001"/>
              <a:gd name="connsiteY173" fmla="*/ 2098131 h 2344739"/>
              <a:gd name="connsiteX174" fmla="*/ 4004538 w 12192001"/>
              <a:gd name="connsiteY174" fmla="*/ 2085563 h 2344739"/>
              <a:gd name="connsiteX175" fmla="*/ 3936846 w 12192001"/>
              <a:gd name="connsiteY175" fmla="*/ 2068106 h 2344739"/>
              <a:gd name="connsiteX176" fmla="*/ 3897275 w 12192001"/>
              <a:gd name="connsiteY176" fmla="*/ 2062451 h 2344739"/>
              <a:gd name="connsiteX177" fmla="*/ 3789760 w 12192001"/>
              <a:gd name="connsiteY177" fmla="*/ 2042213 h 2344739"/>
              <a:gd name="connsiteX178" fmla="*/ 3682513 w 12192001"/>
              <a:gd name="connsiteY178" fmla="*/ 2018290 h 2344739"/>
              <a:gd name="connsiteX179" fmla="*/ 3610035 w 12192001"/>
              <a:gd name="connsiteY179" fmla="*/ 1986019 h 2344739"/>
              <a:gd name="connsiteX180" fmla="*/ 3603855 w 12192001"/>
              <a:gd name="connsiteY180" fmla="*/ 1987381 h 2344739"/>
              <a:gd name="connsiteX181" fmla="*/ 3594736 w 12192001"/>
              <a:gd name="connsiteY181" fmla="*/ 1987545 h 2344739"/>
              <a:gd name="connsiteX182" fmla="*/ 3594501 w 12192001"/>
              <a:gd name="connsiteY182" fmla="*/ 1987276 h 2344739"/>
              <a:gd name="connsiteX183" fmla="*/ 3585978 w 12192001"/>
              <a:gd name="connsiteY183" fmla="*/ 1987966 h 2344739"/>
              <a:gd name="connsiteX184" fmla="*/ 3536135 w 12192001"/>
              <a:gd name="connsiteY184" fmla="*/ 1978267 h 2344739"/>
              <a:gd name="connsiteX185" fmla="*/ 3473223 w 12192001"/>
              <a:gd name="connsiteY185" fmla="*/ 1974606 h 2344739"/>
              <a:gd name="connsiteX186" fmla="*/ 3400728 w 12192001"/>
              <a:gd name="connsiteY186" fmla="*/ 1962558 h 2344739"/>
              <a:gd name="connsiteX187" fmla="*/ 3363888 w 12192001"/>
              <a:gd name="connsiteY187" fmla="*/ 1979510 h 2344739"/>
              <a:gd name="connsiteX188" fmla="*/ 3344026 w 12192001"/>
              <a:gd name="connsiteY188" fmla="*/ 1981192 h 2344739"/>
              <a:gd name="connsiteX189" fmla="*/ 3341698 w 12192001"/>
              <a:gd name="connsiteY189" fmla="*/ 1980217 h 2344739"/>
              <a:gd name="connsiteX190" fmla="*/ 3262356 w 12192001"/>
              <a:gd name="connsiteY190" fmla="*/ 1986094 h 2344739"/>
              <a:gd name="connsiteX191" fmla="*/ 3142556 w 12192001"/>
              <a:gd name="connsiteY191" fmla="*/ 1993869 h 2344739"/>
              <a:gd name="connsiteX192" fmla="*/ 3030291 w 12192001"/>
              <a:gd name="connsiteY192" fmla="*/ 1996512 h 2344739"/>
              <a:gd name="connsiteX193" fmla="*/ 2781569 w 12192001"/>
              <a:gd name="connsiteY193" fmla="*/ 2018333 h 2344739"/>
              <a:gd name="connsiteX194" fmla="*/ 2646527 w 12192001"/>
              <a:gd name="connsiteY194" fmla="*/ 2028869 h 2344739"/>
              <a:gd name="connsiteX195" fmla="*/ 2568028 w 12192001"/>
              <a:gd name="connsiteY195" fmla="*/ 2002628 h 2344739"/>
              <a:gd name="connsiteX196" fmla="*/ 2443255 w 12192001"/>
              <a:gd name="connsiteY196" fmla="*/ 2016529 h 2344739"/>
              <a:gd name="connsiteX197" fmla="*/ 2315112 w 12192001"/>
              <a:gd name="connsiteY197" fmla="*/ 2024996 h 2344739"/>
              <a:gd name="connsiteX198" fmla="*/ 2208578 w 12192001"/>
              <a:gd name="connsiteY198" fmla="*/ 2019763 h 2344739"/>
              <a:gd name="connsiteX199" fmla="*/ 2094665 w 12192001"/>
              <a:gd name="connsiteY199" fmla="*/ 2003052 h 2344739"/>
              <a:gd name="connsiteX200" fmla="*/ 1997356 w 12192001"/>
              <a:gd name="connsiteY200" fmla="*/ 1995032 h 2344739"/>
              <a:gd name="connsiteX201" fmla="*/ 1928172 w 12192001"/>
              <a:gd name="connsiteY201" fmla="*/ 2016977 h 2344739"/>
              <a:gd name="connsiteX202" fmla="*/ 1921650 w 12192001"/>
              <a:gd name="connsiteY202" fmla="*/ 2012146 h 2344739"/>
              <a:gd name="connsiteX203" fmla="*/ 1873080 w 12192001"/>
              <a:gd name="connsiteY203" fmla="*/ 2013741 h 2344739"/>
              <a:gd name="connsiteX204" fmla="*/ 1786655 w 12192001"/>
              <a:gd name="connsiteY204" fmla="*/ 2041363 h 2344739"/>
              <a:gd name="connsiteX205" fmla="*/ 1738204 w 12192001"/>
              <a:gd name="connsiteY205" fmla="*/ 2036312 h 2344739"/>
              <a:gd name="connsiteX206" fmla="*/ 1675071 w 12192001"/>
              <a:gd name="connsiteY206" fmla="*/ 2019963 h 2344739"/>
              <a:gd name="connsiteX207" fmla="*/ 1608669 w 12192001"/>
              <a:gd name="connsiteY207" fmla="*/ 2013066 h 2344739"/>
              <a:gd name="connsiteX208" fmla="*/ 1496110 w 12192001"/>
              <a:gd name="connsiteY208" fmla="*/ 1987476 h 2344739"/>
              <a:gd name="connsiteX209" fmla="*/ 1149979 w 12192001"/>
              <a:gd name="connsiteY209" fmla="*/ 1938041 h 2344739"/>
              <a:gd name="connsiteX210" fmla="*/ 858269 w 12192001"/>
              <a:gd name="connsiteY210" fmla="*/ 1928608 h 2344739"/>
              <a:gd name="connsiteX211" fmla="*/ 837540 w 12192001"/>
              <a:gd name="connsiteY211" fmla="*/ 1929821 h 2344739"/>
              <a:gd name="connsiteX212" fmla="*/ 816809 w 12192001"/>
              <a:gd name="connsiteY212" fmla="*/ 1927857 h 2344739"/>
              <a:gd name="connsiteX213" fmla="*/ 811506 w 12192001"/>
              <a:gd name="connsiteY213" fmla="*/ 1930751 h 2344739"/>
              <a:gd name="connsiteX214" fmla="*/ 797041 w 12192001"/>
              <a:gd name="connsiteY214" fmla="*/ 1930446 h 2344739"/>
              <a:gd name="connsiteX215" fmla="*/ 767901 w 12192001"/>
              <a:gd name="connsiteY215" fmla="*/ 1932653 h 2344739"/>
              <a:gd name="connsiteX216" fmla="*/ 763053 w 12192001"/>
              <a:gd name="connsiteY216" fmla="*/ 1930432 h 2344739"/>
              <a:gd name="connsiteX217" fmla="*/ 720047 w 12192001"/>
              <a:gd name="connsiteY217" fmla="*/ 1929661 h 2344739"/>
              <a:gd name="connsiteX218" fmla="*/ 719742 w 12192001"/>
              <a:gd name="connsiteY218" fmla="*/ 1928399 h 2344739"/>
              <a:gd name="connsiteX219" fmla="*/ 708875 w 12192001"/>
              <a:gd name="connsiteY219" fmla="*/ 1922722 h 2344739"/>
              <a:gd name="connsiteX220" fmla="*/ 596792 w 12192001"/>
              <a:gd name="connsiteY220" fmla="*/ 1879864 h 2344739"/>
              <a:gd name="connsiteX221" fmla="*/ 578535 w 12192001"/>
              <a:gd name="connsiteY221" fmla="*/ 1877212 h 2344739"/>
              <a:gd name="connsiteX222" fmla="*/ 571717 w 12192001"/>
              <a:gd name="connsiteY222" fmla="*/ 1877401 h 2344739"/>
              <a:gd name="connsiteX223" fmla="*/ 445099 w 12192001"/>
              <a:gd name="connsiteY223" fmla="*/ 1839371 h 2344739"/>
              <a:gd name="connsiteX224" fmla="*/ 404015 w 12192001"/>
              <a:gd name="connsiteY224" fmla="*/ 1833548 h 2344739"/>
              <a:gd name="connsiteX225" fmla="*/ 292435 w 12192001"/>
              <a:gd name="connsiteY225" fmla="*/ 1812852 h 2344739"/>
              <a:gd name="connsiteX226" fmla="*/ 118381 w 12192001"/>
              <a:gd name="connsiteY226" fmla="*/ 1761047 h 2344739"/>
              <a:gd name="connsiteX227" fmla="*/ 15526 w 12192001"/>
              <a:gd name="connsiteY227" fmla="*/ 1758191 h 2344739"/>
              <a:gd name="connsiteX228" fmla="*/ 2 w 12192001"/>
              <a:gd name="connsiteY228" fmla="*/ 1752722 h 2344739"/>
              <a:gd name="connsiteX229" fmla="*/ 1 w 12192001"/>
              <a:gd name="connsiteY229" fmla="*/ 762497 h 2344739"/>
              <a:gd name="connsiteX230" fmla="*/ 0 w 12192001"/>
              <a:gd name="connsiteY230" fmla="*/ 762497 h 2344739"/>
              <a:gd name="connsiteX231" fmla="*/ 0 w 12192001"/>
              <a:gd name="connsiteY231" fmla="*/ 222213 h 2344739"/>
              <a:gd name="connsiteX232" fmla="*/ 0 w 12192001"/>
              <a:gd name="connsiteY232"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310853 w 12192001"/>
              <a:gd name="connsiteY111" fmla="*/ 2131431 h 2344739"/>
              <a:gd name="connsiteX112" fmla="*/ 7218559 w 12192001"/>
              <a:gd name="connsiteY112" fmla="*/ 2156680 h 2344739"/>
              <a:gd name="connsiteX113" fmla="*/ 7201101 w 12192001"/>
              <a:gd name="connsiteY113" fmla="*/ 2161230 h 2344739"/>
              <a:gd name="connsiteX114" fmla="*/ 7197004 w 12192001"/>
              <a:gd name="connsiteY114" fmla="*/ 2166588 h 2344739"/>
              <a:gd name="connsiteX115" fmla="*/ 7170808 w 12192001"/>
              <a:gd name="connsiteY115" fmla="*/ 2171236 h 2344739"/>
              <a:gd name="connsiteX116" fmla="*/ 7096988 w 12192001"/>
              <a:gd name="connsiteY116" fmla="*/ 2183464 h 2344739"/>
              <a:gd name="connsiteX117" fmla="*/ 7018496 w 12192001"/>
              <a:gd name="connsiteY117" fmla="*/ 2183090 h 2344739"/>
              <a:gd name="connsiteX118" fmla="*/ 6904146 w 12192001"/>
              <a:gd name="connsiteY118" fmla="*/ 2212596 h 2344739"/>
              <a:gd name="connsiteX119" fmla="*/ 6708222 w 12192001"/>
              <a:gd name="connsiteY119" fmla="*/ 2240551 h 2344739"/>
              <a:gd name="connsiteX120" fmla="*/ 6549454 w 12192001"/>
              <a:gd name="connsiteY120" fmla="*/ 2269327 h 2344739"/>
              <a:gd name="connsiteX121" fmla="*/ 6317560 w 12192001"/>
              <a:gd name="connsiteY121" fmla="*/ 2316127 h 2344739"/>
              <a:gd name="connsiteX122" fmla="*/ 6168674 w 12192001"/>
              <a:gd name="connsiteY122" fmla="*/ 2318214 h 2344739"/>
              <a:gd name="connsiteX123" fmla="*/ 6073848 w 12192001"/>
              <a:gd name="connsiteY123" fmla="*/ 2338676 h 2344739"/>
              <a:gd name="connsiteX124" fmla="*/ 6068529 w 12192001"/>
              <a:gd name="connsiteY124" fmla="*/ 2337139 h 2344739"/>
              <a:gd name="connsiteX125" fmla="*/ 6048638 w 12192001"/>
              <a:gd name="connsiteY125" fmla="*/ 2337822 h 2344739"/>
              <a:gd name="connsiteX126" fmla="*/ 6041285 w 12192001"/>
              <a:gd name="connsiteY126" fmla="*/ 2329473 h 2344739"/>
              <a:gd name="connsiteX127" fmla="*/ 6010090 w 12192001"/>
              <a:gd name="connsiteY127" fmla="*/ 2324380 h 2344739"/>
              <a:gd name="connsiteX128" fmla="*/ 5957375 w 12192001"/>
              <a:gd name="connsiteY128" fmla="*/ 2328024 h 2344739"/>
              <a:gd name="connsiteX129" fmla="*/ 5758919 w 12192001"/>
              <a:gd name="connsiteY129" fmla="*/ 2343716 h 2344739"/>
              <a:gd name="connsiteX130" fmla="*/ 5626960 w 12192001"/>
              <a:gd name="connsiteY130" fmla="*/ 2344739 h 2344739"/>
              <a:gd name="connsiteX131" fmla="*/ 5470906 w 12192001"/>
              <a:gd name="connsiteY131" fmla="*/ 2330719 h 2344739"/>
              <a:gd name="connsiteX132" fmla="*/ 5432761 w 12192001"/>
              <a:gd name="connsiteY132" fmla="*/ 2319466 h 2344739"/>
              <a:gd name="connsiteX133" fmla="*/ 5381669 w 12192001"/>
              <a:gd name="connsiteY133" fmla="*/ 2301764 h 2344739"/>
              <a:gd name="connsiteX134" fmla="*/ 5261764 w 12192001"/>
              <a:gd name="connsiteY134" fmla="*/ 2281347 h 2344739"/>
              <a:gd name="connsiteX135" fmla="*/ 5222961 w 12192001"/>
              <a:gd name="connsiteY135" fmla="*/ 2270223 h 2344739"/>
              <a:gd name="connsiteX136" fmla="*/ 5174660 w 12192001"/>
              <a:gd name="connsiteY136" fmla="*/ 2267233 h 2344739"/>
              <a:gd name="connsiteX137" fmla="*/ 5156554 w 12192001"/>
              <a:gd name="connsiteY137" fmla="*/ 2260010 h 2344739"/>
              <a:gd name="connsiteX138" fmla="*/ 5142599 w 12192001"/>
              <a:gd name="connsiteY138" fmla="*/ 2256610 h 2344739"/>
              <a:gd name="connsiteX139" fmla="*/ 5139596 w 12192001"/>
              <a:gd name="connsiteY139" fmla="*/ 2254509 h 2344739"/>
              <a:gd name="connsiteX140" fmla="*/ 5121659 w 12192001"/>
              <a:gd name="connsiteY140" fmla="*/ 2243656 h 2344739"/>
              <a:gd name="connsiteX141" fmla="*/ 5065790 w 12192001"/>
              <a:gd name="connsiteY141" fmla="*/ 2250227 h 2344739"/>
              <a:gd name="connsiteX142" fmla="*/ 5011514 w 12192001"/>
              <a:gd name="connsiteY142" fmla="*/ 2233846 h 2344739"/>
              <a:gd name="connsiteX143" fmla="*/ 4840441 w 12192001"/>
              <a:gd name="connsiteY143" fmla="*/ 2209829 h 2344739"/>
              <a:gd name="connsiteX144" fmla="*/ 4762447 w 12192001"/>
              <a:gd name="connsiteY144" fmla="*/ 2182061 h 2344739"/>
              <a:gd name="connsiteX145" fmla="*/ 4723186 w 12192001"/>
              <a:gd name="connsiteY145" fmla="*/ 2173047 h 2344739"/>
              <a:gd name="connsiteX146" fmla="*/ 4721176 w 12192001"/>
              <a:gd name="connsiteY146" fmla="*/ 2172298 h 2344739"/>
              <a:gd name="connsiteX147" fmla="*/ 4722111 w 12192001"/>
              <a:gd name="connsiteY147" fmla="*/ 2172087 h 2344739"/>
              <a:gd name="connsiteX148" fmla="*/ 4717202 w 12192001"/>
              <a:gd name="connsiteY148" fmla="*/ 2170817 h 2344739"/>
              <a:gd name="connsiteX149" fmla="*/ 4721176 w 12192001"/>
              <a:gd name="connsiteY149" fmla="*/ 2172298 h 2344739"/>
              <a:gd name="connsiteX150" fmla="*/ 4715526 w 12192001"/>
              <a:gd name="connsiteY150" fmla="*/ 2173573 h 2344739"/>
              <a:gd name="connsiteX151" fmla="*/ 4515814 w 12192001"/>
              <a:gd name="connsiteY151" fmla="*/ 2163671 h 2344739"/>
              <a:gd name="connsiteX152" fmla="*/ 4428543 w 12192001"/>
              <a:gd name="connsiteY152" fmla="*/ 2153020 h 2344739"/>
              <a:gd name="connsiteX153" fmla="*/ 4362875 w 12192001"/>
              <a:gd name="connsiteY153" fmla="*/ 2151674 h 2344739"/>
              <a:gd name="connsiteX154" fmla="*/ 4316966 w 12192001"/>
              <a:gd name="connsiteY154" fmla="*/ 2158289 h 2344739"/>
              <a:gd name="connsiteX155" fmla="*/ 4315110 w 12192001"/>
              <a:gd name="connsiteY155" fmla="*/ 2156948 h 2344739"/>
              <a:gd name="connsiteX156" fmla="*/ 4295144 w 12192001"/>
              <a:gd name="connsiteY156" fmla="*/ 2155069 h 2344739"/>
              <a:gd name="connsiteX157" fmla="*/ 4290064 w 12192001"/>
              <a:gd name="connsiteY157" fmla="*/ 2157986 h 2344739"/>
              <a:gd name="connsiteX158" fmla="*/ 4276142 w 12192001"/>
              <a:gd name="connsiteY158" fmla="*/ 2157740 h 2344739"/>
              <a:gd name="connsiteX159" fmla="*/ 4248117 w 12192001"/>
              <a:gd name="connsiteY159" fmla="*/ 2160064 h 2344739"/>
              <a:gd name="connsiteX160" fmla="*/ 4202051 w 12192001"/>
              <a:gd name="connsiteY160" fmla="*/ 2157269 h 2344739"/>
              <a:gd name="connsiteX161" fmla="*/ 4201745 w 12192001"/>
              <a:gd name="connsiteY161" fmla="*/ 2156010 h 2344739"/>
              <a:gd name="connsiteX162" fmla="*/ 4191248 w 12192001"/>
              <a:gd name="connsiteY162" fmla="*/ 2150376 h 2344739"/>
              <a:gd name="connsiteX163" fmla="*/ 4142745 w 12192001"/>
              <a:gd name="connsiteY163" fmla="*/ 2134511 h 2344739"/>
              <a:gd name="connsiteX164" fmla="*/ 4083097 w 12192001"/>
              <a:gd name="connsiteY164" fmla="*/ 2107978 h 2344739"/>
              <a:gd name="connsiteX165" fmla="*/ 4074546 w 12192001"/>
              <a:gd name="connsiteY165" fmla="*/ 2107143 h 2344739"/>
              <a:gd name="connsiteX166" fmla="*/ 4074427 w 12192001"/>
              <a:gd name="connsiteY166" fmla="*/ 2106844 h 2344739"/>
              <a:gd name="connsiteX167" fmla="*/ 4065510 w 12192001"/>
              <a:gd name="connsiteY167" fmla="*/ 2105400 h 2344739"/>
              <a:gd name="connsiteX168" fmla="*/ 4058954 w 12192001"/>
              <a:gd name="connsiteY168" fmla="*/ 2105618 h 2344739"/>
              <a:gd name="connsiteX169" fmla="*/ 4042364 w 12192001"/>
              <a:gd name="connsiteY169" fmla="*/ 2103997 h 2344739"/>
              <a:gd name="connsiteX170" fmla="*/ 4036997 w 12192001"/>
              <a:gd name="connsiteY170" fmla="*/ 2101563 h 2344739"/>
              <a:gd name="connsiteX171" fmla="*/ 4035363 w 12192001"/>
              <a:gd name="connsiteY171" fmla="*/ 2097896 h 2344739"/>
              <a:gd name="connsiteX172" fmla="*/ 4033778 w 12192001"/>
              <a:gd name="connsiteY172" fmla="*/ 2098131 h 2344739"/>
              <a:gd name="connsiteX173" fmla="*/ 4004538 w 12192001"/>
              <a:gd name="connsiteY173" fmla="*/ 2085563 h 2344739"/>
              <a:gd name="connsiteX174" fmla="*/ 3936846 w 12192001"/>
              <a:gd name="connsiteY174" fmla="*/ 2068106 h 2344739"/>
              <a:gd name="connsiteX175" fmla="*/ 3897275 w 12192001"/>
              <a:gd name="connsiteY175" fmla="*/ 2062451 h 2344739"/>
              <a:gd name="connsiteX176" fmla="*/ 3789760 w 12192001"/>
              <a:gd name="connsiteY176" fmla="*/ 2042213 h 2344739"/>
              <a:gd name="connsiteX177" fmla="*/ 3682513 w 12192001"/>
              <a:gd name="connsiteY177" fmla="*/ 2018290 h 2344739"/>
              <a:gd name="connsiteX178" fmla="*/ 3610035 w 12192001"/>
              <a:gd name="connsiteY178" fmla="*/ 1986019 h 2344739"/>
              <a:gd name="connsiteX179" fmla="*/ 3603855 w 12192001"/>
              <a:gd name="connsiteY179" fmla="*/ 1987381 h 2344739"/>
              <a:gd name="connsiteX180" fmla="*/ 3594736 w 12192001"/>
              <a:gd name="connsiteY180" fmla="*/ 1987545 h 2344739"/>
              <a:gd name="connsiteX181" fmla="*/ 3594501 w 12192001"/>
              <a:gd name="connsiteY181" fmla="*/ 1987276 h 2344739"/>
              <a:gd name="connsiteX182" fmla="*/ 3585978 w 12192001"/>
              <a:gd name="connsiteY182" fmla="*/ 1987966 h 2344739"/>
              <a:gd name="connsiteX183" fmla="*/ 3536135 w 12192001"/>
              <a:gd name="connsiteY183" fmla="*/ 1978267 h 2344739"/>
              <a:gd name="connsiteX184" fmla="*/ 3473223 w 12192001"/>
              <a:gd name="connsiteY184" fmla="*/ 1974606 h 2344739"/>
              <a:gd name="connsiteX185" fmla="*/ 3400728 w 12192001"/>
              <a:gd name="connsiteY185" fmla="*/ 1962558 h 2344739"/>
              <a:gd name="connsiteX186" fmla="*/ 3363888 w 12192001"/>
              <a:gd name="connsiteY186" fmla="*/ 1979510 h 2344739"/>
              <a:gd name="connsiteX187" fmla="*/ 3344026 w 12192001"/>
              <a:gd name="connsiteY187" fmla="*/ 1981192 h 2344739"/>
              <a:gd name="connsiteX188" fmla="*/ 3341698 w 12192001"/>
              <a:gd name="connsiteY188" fmla="*/ 1980217 h 2344739"/>
              <a:gd name="connsiteX189" fmla="*/ 3262356 w 12192001"/>
              <a:gd name="connsiteY189" fmla="*/ 1986094 h 2344739"/>
              <a:gd name="connsiteX190" fmla="*/ 3142556 w 12192001"/>
              <a:gd name="connsiteY190" fmla="*/ 1993869 h 2344739"/>
              <a:gd name="connsiteX191" fmla="*/ 3030291 w 12192001"/>
              <a:gd name="connsiteY191" fmla="*/ 1996512 h 2344739"/>
              <a:gd name="connsiteX192" fmla="*/ 2781569 w 12192001"/>
              <a:gd name="connsiteY192" fmla="*/ 2018333 h 2344739"/>
              <a:gd name="connsiteX193" fmla="*/ 2646527 w 12192001"/>
              <a:gd name="connsiteY193" fmla="*/ 2028869 h 2344739"/>
              <a:gd name="connsiteX194" fmla="*/ 2568028 w 12192001"/>
              <a:gd name="connsiteY194" fmla="*/ 2002628 h 2344739"/>
              <a:gd name="connsiteX195" fmla="*/ 2443255 w 12192001"/>
              <a:gd name="connsiteY195" fmla="*/ 2016529 h 2344739"/>
              <a:gd name="connsiteX196" fmla="*/ 2315112 w 12192001"/>
              <a:gd name="connsiteY196" fmla="*/ 2024996 h 2344739"/>
              <a:gd name="connsiteX197" fmla="*/ 2208578 w 12192001"/>
              <a:gd name="connsiteY197" fmla="*/ 2019763 h 2344739"/>
              <a:gd name="connsiteX198" fmla="*/ 2094665 w 12192001"/>
              <a:gd name="connsiteY198" fmla="*/ 2003052 h 2344739"/>
              <a:gd name="connsiteX199" fmla="*/ 1997356 w 12192001"/>
              <a:gd name="connsiteY199" fmla="*/ 1995032 h 2344739"/>
              <a:gd name="connsiteX200" fmla="*/ 1928172 w 12192001"/>
              <a:gd name="connsiteY200" fmla="*/ 2016977 h 2344739"/>
              <a:gd name="connsiteX201" fmla="*/ 1921650 w 12192001"/>
              <a:gd name="connsiteY201" fmla="*/ 2012146 h 2344739"/>
              <a:gd name="connsiteX202" fmla="*/ 1873080 w 12192001"/>
              <a:gd name="connsiteY202" fmla="*/ 2013741 h 2344739"/>
              <a:gd name="connsiteX203" fmla="*/ 1786655 w 12192001"/>
              <a:gd name="connsiteY203" fmla="*/ 2041363 h 2344739"/>
              <a:gd name="connsiteX204" fmla="*/ 1738204 w 12192001"/>
              <a:gd name="connsiteY204" fmla="*/ 2036312 h 2344739"/>
              <a:gd name="connsiteX205" fmla="*/ 1675071 w 12192001"/>
              <a:gd name="connsiteY205" fmla="*/ 2019963 h 2344739"/>
              <a:gd name="connsiteX206" fmla="*/ 1608669 w 12192001"/>
              <a:gd name="connsiteY206" fmla="*/ 2013066 h 2344739"/>
              <a:gd name="connsiteX207" fmla="*/ 1496110 w 12192001"/>
              <a:gd name="connsiteY207" fmla="*/ 1987476 h 2344739"/>
              <a:gd name="connsiteX208" fmla="*/ 1149979 w 12192001"/>
              <a:gd name="connsiteY208" fmla="*/ 1938041 h 2344739"/>
              <a:gd name="connsiteX209" fmla="*/ 858269 w 12192001"/>
              <a:gd name="connsiteY209" fmla="*/ 1928608 h 2344739"/>
              <a:gd name="connsiteX210" fmla="*/ 837540 w 12192001"/>
              <a:gd name="connsiteY210" fmla="*/ 1929821 h 2344739"/>
              <a:gd name="connsiteX211" fmla="*/ 816809 w 12192001"/>
              <a:gd name="connsiteY211" fmla="*/ 1927857 h 2344739"/>
              <a:gd name="connsiteX212" fmla="*/ 811506 w 12192001"/>
              <a:gd name="connsiteY212" fmla="*/ 1930751 h 2344739"/>
              <a:gd name="connsiteX213" fmla="*/ 797041 w 12192001"/>
              <a:gd name="connsiteY213" fmla="*/ 1930446 h 2344739"/>
              <a:gd name="connsiteX214" fmla="*/ 767901 w 12192001"/>
              <a:gd name="connsiteY214" fmla="*/ 1932653 h 2344739"/>
              <a:gd name="connsiteX215" fmla="*/ 763053 w 12192001"/>
              <a:gd name="connsiteY215" fmla="*/ 1930432 h 2344739"/>
              <a:gd name="connsiteX216" fmla="*/ 720047 w 12192001"/>
              <a:gd name="connsiteY216" fmla="*/ 1929661 h 2344739"/>
              <a:gd name="connsiteX217" fmla="*/ 719742 w 12192001"/>
              <a:gd name="connsiteY217" fmla="*/ 1928399 h 2344739"/>
              <a:gd name="connsiteX218" fmla="*/ 708875 w 12192001"/>
              <a:gd name="connsiteY218" fmla="*/ 1922722 h 2344739"/>
              <a:gd name="connsiteX219" fmla="*/ 596792 w 12192001"/>
              <a:gd name="connsiteY219" fmla="*/ 1879864 h 2344739"/>
              <a:gd name="connsiteX220" fmla="*/ 578535 w 12192001"/>
              <a:gd name="connsiteY220" fmla="*/ 1877212 h 2344739"/>
              <a:gd name="connsiteX221" fmla="*/ 571717 w 12192001"/>
              <a:gd name="connsiteY221" fmla="*/ 1877401 h 2344739"/>
              <a:gd name="connsiteX222" fmla="*/ 445099 w 12192001"/>
              <a:gd name="connsiteY222" fmla="*/ 1839371 h 2344739"/>
              <a:gd name="connsiteX223" fmla="*/ 404015 w 12192001"/>
              <a:gd name="connsiteY223" fmla="*/ 1833548 h 2344739"/>
              <a:gd name="connsiteX224" fmla="*/ 292435 w 12192001"/>
              <a:gd name="connsiteY224" fmla="*/ 1812852 h 2344739"/>
              <a:gd name="connsiteX225" fmla="*/ 118381 w 12192001"/>
              <a:gd name="connsiteY225" fmla="*/ 1761047 h 2344739"/>
              <a:gd name="connsiteX226" fmla="*/ 15526 w 12192001"/>
              <a:gd name="connsiteY226" fmla="*/ 1758191 h 2344739"/>
              <a:gd name="connsiteX227" fmla="*/ 2 w 12192001"/>
              <a:gd name="connsiteY227" fmla="*/ 1752722 h 2344739"/>
              <a:gd name="connsiteX228" fmla="*/ 1 w 12192001"/>
              <a:gd name="connsiteY228" fmla="*/ 762497 h 2344739"/>
              <a:gd name="connsiteX229" fmla="*/ 0 w 12192001"/>
              <a:gd name="connsiteY229" fmla="*/ 762497 h 2344739"/>
              <a:gd name="connsiteX230" fmla="*/ 0 w 12192001"/>
              <a:gd name="connsiteY230" fmla="*/ 222213 h 2344739"/>
              <a:gd name="connsiteX231" fmla="*/ 0 w 12192001"/>
              <a:gd name="connsiteY231"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218559 w 12192001"/>
              <a:gd name="connsiteY111" fmla="*/ 2156680 h 2344739"/>
              <a:gd name="connsiteX112" fmla="*/ 7201101 w 12192001"/>
              <a:gd name="connsiteY112" fmla="*/ 2161230 h 2344739"/>
              <a:gd name="connsiteX113" fmla="*/ 7197004 w 12192001"/>
              <a:gd name="connsiteY113" fmla="*/ 2166588 h 2344739"/>
              <a:gd name="connsiteX114" fmla="*/ 7170808 w 12192001"/>
              <a:gd name="connsiteY114" fmla="*/ 2171236 h 2344739"/>
              <a:gd name="connsiteX115" fmla="*/ 7096988 w 12192001"/>
              <a:gd name="connsiteY115" fmla="*/ 2183464 h 2344739"/>
              <a:gd name="connsiteX116" fmla="*/ 7018496 w 12192001"/>
              <a:gd name="connsiteY116" fmla="*/ 2183090 h 2344739"/>
              <a:gd name="connsiteX117" fmla="*/ 6904146 w 12192001"/>
              <a:gd name="connsiteY117" fmla="*/ 2212596 h 2344739"/>
              <a:gd name="connsiteX118" fmla="*/ 6708222 w 12192001"/>
              <a:gd name="connsiteY118" fmla="*/ 2240551 h 2344739"/>
              <a:gd name="connsiteX119" fmla="*/ 6549454 w 12192001"/>
              <a:gd name="connsiteY119" fmla="*/ 2269327 h 2344739"/>
              <a:gd name="connsiteX120" fmla="*/ 6317560 w 12192001"/>
              <a:gd name="connsiteY120" fmla="*/ 2316127 h 2344739"/>
              <a:gd name="connsiteX121" fmla="*/ 6168674 w 12192001"/>
              <a:gd name="connsiteY121" fmla="*/ 2318214 h 2344739"/>
              <a:gd name="connsiteX122" fmla="*/ 6073848 w 12192001"/>
              <a:gd name="connsiteY122" fmla="*/ 2338676 h 2344739"/>
              <a:gd name="connsiteX123" fmla="*/ 6068529 w 12192001"/>
              <a:gd name="connsiteY123" fmla="*/ 2337139 h 2344739"/>
              <a:gd name="connsiteX124" fmla="*/ 6048638 w 12192001"/>
              <a:gd name="connsiteY124" fmla="*/ 2337822 h 2344739"/>
              <a:gd name="connsiteX125" fmla="*/ 6041285 w 12192001"/>
              <a:gd name="connsiteY125" fmla="*/ 2329473 h 2344739"/>
              <a:gd name="connsiteX126" fmla="*/ 6010090 w 12192001"/>
              <a:gd name="connsiteY126" fmla="*/ 2324380 h 2344739"/>
              <a:gd name="connsiteX127" fmla="*/ 5957375 w 12192001"/>
              <a:gd name="connsiteY127" fmla="*/ 2328024 h 2344739"/>
              <a:gd name="connsiteX128" fmla="*/ 5758919 w 12192001"/>
              <a:gd name="connsiteY128" fmla="*/ 2343716 h 2344739"/>
              <a:gd name="connsiteX129" fmla="*/ 5626960 w 12192001"/>
              <a:gd name="connsiteY129" fmla="*/ 2344739 h 2344739"/>
              <a:gd name="connsiteX130" fmla="*/ 5470906 w 12192001"/>
              <a:gd name="connsiteY130" fmla="*/ 2330719 h 2344739"/>
              <a:gd name="connsiteX131" fmla="*/ 5432761 w 12192001"/>
              <a:gd name="connsiteY131" fmla="*/ 2319466 h 2344739"/>
              <a:gd name="connsiteX132" fmla="*/ 5381669 w 12192001"/>
              <a:gd name="connsiteY132" fmla="*/ 2301764 h 2344739"/>
              <a:gd name="connsiteX133" fmla="*/ 5261764 w 12192001"/>
              <a:gd name="connsiteY133" fmla="*/ 2281347 h 2344739"/>
              <a:gd name="connsiteX134" fmla="*/ 5222961 w 12192001"/>
              <a:gd name="connsiteY134" fmla="*/ 2270223 h 2344739"/>
              <a:gd name="connsiteX135" fmla="*/ 5174660 w 12192001"/>
              <a:gd name="connsiteY135" fmla="*/ 2267233 h 2344739"/>
              <a:gd name="connsiteX136" fmla="*/ 5156554 w 12192001"/>
              <a:gd name="connsiteY136" fmla="*/ 2260010 h 2344739"/>
              <a:gd name="connsiteX137" fmla="*/ 5142599 w 12192001"/>
              <a:gd name="connsiteY137" fmla="*/ 2256610 h 2344739"/>
              <a:gd name="connsiteX138" fmla="*/ 5139596 w 12192001"/>
              <a:gd name="connsiteY138" fmla="*/ 2254509 h 2344739"/>
              <a:gd name="connsiteX139" fmla="*/ 5121659 w 12192001"/>
              <a:gd name="connsiteY139" fmla="*/ 2243656 h 2344739"/>
              <a:gd name="connsiteX140" fmla="*/ 5065790 w 12192001"/>
              <a:gd name="connsiteY140" fmla="*/ 2250227 h 2344739"/>
              <a:gd name="connsiteX141" fmla="*/ 5011514 w 12192001"/>
              <a:gd name="connsiteY141" fmla="*/ 2233846 h 2344739"/>
              <a:gd name="connsiteX142" fmla="*/ 4840441 w 12192001"/>
              <a:gd name="connsiteY142" fmla="*/ 2209829 h 2344739"/>
              <a:gd name="connsiteX143" fmla="*/ 4762447 w 12192001"/>
              <a:gd name="connsiteY143" fmla="*/ 2182061 h 2344739"/>
              <a:gd name="connsiteX144" fmla="*/ 4723186 w 12192001"/>
              <a:gd name="connsiteY144" fmla="*/ 2173047 h 2344739"/>
              <a:gd name="connsiteX145" fmla="*/ 4721176 w 12192001"/>
              <a:gd name="connsiteY145" fmla="*/ 2172298 h 2344739"/>
              <a:gd name="connsiteX146" fmla="*/ 4722111 w 12192001"/>
              <a:gd name="connsiteY146" fmla="*/ 2172087 h 2344739"/>
              <a:gd name="connsiteX147" fmla="*/ 4717202 w 12192001"/>
              <a:gd name="connsiteY147" fmla="*/ 2170817 h 2344739"/>
              <a:gd name="connsiteX148" fmla="*/ 4721176 w 12192001"/>
              <a:gd name="connsiteY148" fmla="*/ 2172298 h 2344739"/>
              <a:gd name="connsiteX149" fmla="*/ 4715526 w 12192001"/>
              <a:gd name="connsiteY149" fmla="*/ 2173573 h 2344739"/>
              <a:gd name="connsiteX150" fmla="*/ 4515814 w 12192001"/>
              <a:gd name="connsiteY150" fmla="*/ 2163671 h 2344739"/>
              <a:gd name="connsiteX151" fmla="*/ 4428543 w 12192001"/>
              <a:gd name="connsiteY151" fmla="*/ 2153020 h 2344739"/>
              <a:gd name="connsiteX152" fmla="*/ 4362875 w 12192001"/>
              <a:gd name="connsiteY152" fmla="*/ 2151674 h 2344739"/>
              <a:gd name="connsiteX153" fmla="*/ 4316966 w 12192001"/>
              <a:gd name="connsiteY153" fmla="*/ 2158289 h 2344739"/>
              <a:gd name="connsiteX154" fmla="*/ 4315110 w 12192001"/>
              <a:gd name="connsiteY154" fmla="*/ 2156948 h 2344739"/>
              <a:gd name="connsiteX155" fmla="*/ 4295144 w 12192001"/>
              <a:gd name="connsiteY155" fmla="*/ 2155069 h 2344739"/>
              <a:gd name="connsiteX156" fmla="*/ 4290064 w 12192001"/>
              <a:gd name="connsiteY156" fmla="*/ 2157986 h 2344739"/>
              <a:gd name="connsiteX157" fmla="*/ 4276142 w 12192001"/>
              <a:gd name="connsiteY157" fmla="*/ 2157740 h 2344739"/>
              <a:gd name="connsiteX158" fmla="*/ 4248117 w 12192001"/>
              <a:gd name="connsiteY158" fmla="*/ 2160064 h 2344739"/>
              <a:gd name="connsiteX159" fmla="*/ 4202051 w 12192001"/>
              <a:gd name="connsiteY159" fmla="*/ 2157269 h 2344739"/>
              <a:gd name="connsiteX160" fmla="*/ 4201745 w 12192001"/>
              <a:gd name="connsiteY160" fmla="*/ 2156010 h 2344739"/>
              <a:gd name="connsiteX161" fmla="*/ 4191248 w 12192001"/>
              <a:gd name="connsiteY161" fmla="*/ 2150376 h 2344739"/>
              <a:gd name="connsiteX162" fmla="*/ 4142745 w 12192001"/>
              <a:gd name="connsiteY162" fmla="*/ 2134511 h 2344739"/>
              <a:gd name="connsiteX163" fmla="*/ 4083097 w 12192001"/>
              <a:gd name="connsiteY163" fmla="*/ 2107978 h 2344739"/>
              <a:gd name="connsiteX164" fmla="*/ 4074546 w 12192001"/>
              <a:gd name="connsiteY164" fmla="*/ 2107143 h 2344739"/>
              <a:gd name="connsiteX165" fmla="*/ 4074427 w 12192001"/>
              <a:gd name="connsiteY165" fmla="*/ 2106844 h 2344739"/>
              <a:gd name="connsiteX166" fmla="*/ 4065510 w 12192001"/>
              <a:gd name="connsiteY166" fmla="*/ 2105400 h 2344739"/>
              <a:gd name="connsiteX167" fmla="*/ 4058954 w 12192001"/>
              <a:gd name="connsiteY167" fmla="*/ 2105618 h 2344739"/>
              <a:gd name="connsiteX168" fmla="*/ 4042364 w 12192001"/>
              <a:gd name="connsiteY168" fmla="*/ 2103997 h 2344739"/>
              <a:gd name="connsiteX169" fmla="*/ 4036997 w 12192001"/>
              <a:gd name="connsiteY169" fmla="*/ 2101563 h 2344739"/>
              <a:gd name="connsiteX170" fmla="*/ 4035363 w 12192001"/>
              <a:gd name="connsiteY170" fmla="*/ 2097896 h 2344739"/>
              <a:gd name="connsiteX171" fmla="*/ 4033778 w 12192001"/>
              <a:gd name="connsiteY171" fmla="*/ 2098131 h 2344739"/>
              <a:gd name="connsiteX172" fmla="*/ 4004538 w 12192001"/>
              <a:gd name="connsiteY172" fmla="*/ 2085563 h 2344739"/>
              <a:gd name="connsiteX173" fmla="*/ 3936846 w 12192001"/>
              <a:gd name="connsiteY173" fmla="*/ 2068106 h 2344739"/>
              <a:gd name="connsiteX174" fmla="*/ 3897275 w 12192001"/>
              <a:gd name="connsiteY174" fmla="*/ 2062451 h 2344739"/>
              <a:gd name="connsiteX175" fmla="*/ 3789760 w 12192001"/>
              <a:gd name="connsiteY175" fmla="*/ 2042213 h 2344739"/>
              <a:gd name="connsiteX176" fmla="*/ 3682513 w 12192001"/>
              <a:gd name="connsiteY176" fmla="*/ 2018290 h 2344739"/>
              <a:gd name="connsiteX177" fmla="*/ 3610035 w 12192001"/>
              <a:gd name="connsiteY177" fmla="*/ 1986019 h 2344739"/>
              <a:gd name="connsiteX178" fmla="*/ 3603855 w 12192001"/>
              <a:gd name="connsiteY178" fmla="*/ 1987381 h 2344739"/>
              <a:gd name="connsiteX179" fmla="*/ 3594736 w 12192001"/>
              <a:gd name="connsiteY179" fmla="*/ 1987545 h 2344739"/>
              <a:gd name="connsiteX180" fmla="*/ 3594501 w 12192001"/>
              <a:gd name="connsiteY180" fmla="*/ 1987276 h 2344739"/>
              <a:gd name="connsiteX181" fmla="*/ 3585978 w 12192001"/>
              <a:gd name="connsiteY181" fmla="*/ 1987966 h 2344739"/>
              <a:gd name="connsiteX182" fmla="*/ 3536135 w 12192001"/>
              <a:gd name="connsiteY182" fmla="*/ 1978267 h 2344739"/>
              <a:gd name="connsiteX183" fmla="*/ 3473223 w 12192001"/>
              <a:gd name="connsiteY183" fmla="*/ 1974606 h 2344739"/>
              <a:gd name="connsiteX184" fmla="*/ 3400728 w 12192001"/>
              <a:gd name="connsiteY184" fmla="*/ 1962558 h 2344739"/>
              <a:gd name="connsiteX185" fmla="*/ 3363888 w 12192001"/>
              <a:gd name="connsiteY185" fmla="*/ 1979510 h 2344739"/>
              <a:gd name="connsiteX186" fmla="*/ 3344026 w 12192001"/>
              <a:gd name="connsiteY186" fmla="*/ 1981192 h 2344739"/>
              <a:gd name="connsiteX187" fmla="*/ 3341698 w 12192001"/>
              <a:gd name="connsiteY187" fmla="*/ 1980217 h 2344739"/>
              <a:gd name="connsiteX188" fmla="*/ 3262356 w 12192001"/>
              <a:gd name="connsiteY188" fmla="*/ 1986094 h 2344739"/>
              <a:gd name="connsiteX189" fmla="*/ 3142556 w 12192001"/>
              <a:gd name="connsiteY189" fmla="*/ 1993869 h 2344739"/>
              <a:gd name="connsiteX190" fmla="*/ 3030291 w 12192001"/>
              <a:gd name="connsiteY190" fmla="*/ 1996512 h 2344739"/>
              <a:gd name="connsiteX191" fmla="*/ 2781569 w 12192001"/>
              <a:gd name="connsiteY191" fmla="*/ 2018333 h 2344739"/>
              <a:gd name="connsiteX192" fmla="*/ 2646527 w 12192001"/>
              <a:gd name="connsiteY192" fmla="*/ 2028869 h 2344739"/>
              <a:gd name="connsiteX193" fmla="*/ 2568028 w 12192001"/>
              <a:gd name="connsiteY193" fmla="*/ 2002628 h 2344739"/>
              <a:gd name="connsiteX194" fmla="*/ 2443255 w 12192001"/>
              <a:gd name="connsiteY194" fmla="*/ 2016529 h 2344739"/>
              <a:gd name="connsiteX195" fmla="*/ 2315112 w 12192001"/>
              <a:gd name="connsiteY195" fmla="*/ 2024996 h 2344739"/>
              <a:gd name="connsiteX196" fmla="*/ 2208578 w 12192001"/>
              <a:gd name="connsiteY196" fmla="*/ 2019763 h 2344739"/>
              <a:gd name="connsiteX197" fmla="*/ 2094665 w 12192001"/>
              <a:gd name="connsiteY197" fmla="*/ 2003052 h 2344739"/>
              <a:gd name="connsiteX198" fmla="*/ 1997356 w 12192001"/>
              <a:gd name="connsiteY198" fmla="*/ 1995032 h 2344739"/>
              <a:gd name="connsiteX199" fmla="*/ 1928172 w 12192001"/>
              <a:gd name="connsiteY199" fmla="*/ 2016977 h 2344739"/>
              <a:gd name="connsiteX200" fmla="*/ 1921650 w 12192001"/>
              <a:gd name="connsiteY200" fmla="*/ 2012146 h 2344739"/>
              <a:gd name="connsiteX201" fmla="*/ 1873080 w 12192001"/>
              <a:gd name="connsiteY201" fmla="*/ 2013741 h 2344739"/>
              <a:gd name="connsiteX202" fmla="*/ 1786655 w 12192001"/>
              <a:gd name="connsiteY202" fmla="*/ 2041363 h 2344739"/>
              <a:gd name="connsiteX203" fmla="*/ 1738204 w 12192001"/>
              <a:gd name="connsiteY203" fmla="*/ 2036312 h 2344739"/>
              <a:gd name="connsiteX204" fmla="*/ 1675071 w 12192001"/>
              <a:gd name="connsiteY204" fmla="*/ 2019963 h 2344739"/>
              <a:gd name="connsiteX205" fmla="*/ 1608669 w 12192001"/>
              <a:gd name="connsiteY205" fmla="*/ 2013066 h 2344739"/>
              <a:gd name="connsiteX206" fmla="*/ 1496110 w 12192001"/>
              <a:gd name="connsiteY206" fmla="*/ 1987476 h 2344739"/>
              <a:gd name="connsiteX207" fmla="*/ 1149979 w 12192001"/>
              <a:gd name="connsiteY207" fmla="*/ 1938041 h 2344739"/>
              <a:gd name="connsiteX208" fmla="*/ 858269 w 12192001"/>
              <a:gd name="connsiteY208" fmla="*/ 1928608 h 2344739"/>
              <a:gd name="connsiteX209" fmla="*/ 837540 w 12192001"/>
              <a:gd name="connsiteY209" fmla="*/ 1929821 h 2344739"/>
              <a:gd name="connsiteX210" fmla="*/ 816809 w 12192001"/>
              <a:gd name="connsiteY210" fmla="*/ 1927857 h 2344739"/>
              <a:gd name="connsiteX211" fmla="*/ 811506 w 12192001"/>
              <a:gd name="connsiteY211" fmla="*/ 1930751 h 2344739"/>
              <a:gd name="connsiteX212" fmla="*/ 797041 w 12192001"/>
              <a:gd name="connsiteY212" fmla="*/ 1930446 h 2344739"/>
              <a:gd name="connsiteX213" fmla="*/ 767901 w 12192001"/>
              <a:gd name="connsiteY213" fmla="*/ 1932653 h 2344739"/>
              <a:gd name="connsiteX214" fmla="*/ 763053 w 12192001"/>
              <a:gd name="connsiteY214" fmla="*/ 1930432 h 2344739"/>
              <a:gd name="connsiteX215" fmla="*/ 720047 w 12192001"/>
              <a:gd name="connsiteY215" fmla="*/ 1929661 h 2344739"/>
              <a:gd name="connsiteX216" fmla="*/ 719742 w 12192001"/>
              <a:gd name="connsiteY216" fmla="*/ 1928399 h 2344739"/>
              <a:gd name="connsiteX217" fmla="*/ 708875 w 12192001"/>
              <a:gd name="connsiteY217" fmla="*/ 1922722 h 2344739"/>
              <a:gd name="connsiteX218" fmla="*/ 596792 w 12192001"/>
              <a:gd name="connsiteY218" fmla="*/ 1879864 h 2344739"/>
              <a:gd name="connsiteX219" fmla="*/ 578535 w 12192001"/>
              <a:gd name="connsiteY219" fmla="*/ 1877212 h 2344739"/>
              <a:gd name="connsiteX220" fmla="*/ 571717 w 12192001"/>
              <a:gd name="connsiteY220" fmla="*/ 1877401 h 2344739"/>
              <a:gd name="connsiteX221" fmla="*/ 445099 w 12192001"/>
              <a:gd name="connsiteY221" fmla="*/ 1839371 h 2344739"/>
              <a:gd name="connsiteX222" fmla="*/ 404015 w 12192001"/>
              <a:gd name="connsiteY222" fmla="*/ 1833548 h 2344739"/>
              <a:gd name="connsiteX223" fmla="*/ 292435 w 12192001"/>
              <a:gd name="connsiteY223" fmla="*/ 1812852 h 2344739"/>
              <a:gd name="connsiteX224" fmla="*/ 118381 w 12192001"/>
              <a:gd name="connsiteY224" fmla="*/ 1761047 h 2344739"/>
              <a:gd name="connsiteX225" fmla="*/ 15526 w 12192001"/>
              <a:gd name="connsiteY225" fmla="*/ 1758191 h 2344739"/>
              <a:gd name="connsiteX226" fmla="*/ 2 w 12192001"/>
              <a:gd name="connsiteY226" fmla="*/ 1752722 h 2344739"/>
              <a:gd name="connsiteX227" fmla="*/ 1 w 12192001"/>
              <a:gd name="connsiteY227" fmla="*/ 762497 h 2344739"/>
              <a:gd name="connsiteX228" fmla="*/ 0 w 12192001"/>
              <a:gd name="connsiteY228" fmla="*/ 762497 h 2344739"/>
              <a:gd name="connsiteX229" fmla="*/ 0 w 12192001"/>
              <a:gd name="connsiteY229" fmla="*/ 222213 h 2344739"/>
              <a:gd name="connsiteX230" fmla="*/ 0 w 12192001"/>
              <a:gd name="connsiteY230"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20047 w 12192001"/>
              <a:gd name="connsiteY213" fmla="*/ 1929661 h 2344739"/>
              <a:gd name="connsiteX214" fmla="*/ 719742 w 12192001"/>
              <a:gd name="connsiteY214" fmla="*/ 1928399 h 2344739"/>
              <a:gd name="connsiteX215" fmla="*/ 708875 w 12192001"/>
              <a:gd name="connsiteY215" fmla="*/ 1922722 h 2344739"/>
              <a:gd name="connsiteX216" fmla="*/ 596792 w 12192001"/>
              <a:gd name="connsiteY216" fmla="*/ 1879864 h 2344739"/>
              <a:gd name="connsiteX217" fmla="*/ 578535 w 12192001"/>
              <a:gd name="connsiteY217" fmla="*/ 1877212 h 2344739"/>
              <a:gd name="connsiteX218" fmla="*/ 571717 w 12192001"/>
              <a:gd name="connsiteY218" fmla="*/ 1877401 h 2344739"/>
              <a:gd name="connsiteX219" fmla="*/ 445099 w 12192001"/>
              <a:gd name="connsiteY219" fmla="*/ 1839371 h 2344739"/>
              <a:gd name="connsiteX220" fmla="*/ 404015 w 12192001"/>
              <a:gd name="connsiteY220" fmla="*/ 1833548 h 2344739"/>
              <a:gd name="connsiteX221" fmla="*/ 292435 w 12192001"/>
              <a:gd name="connsiteY221" fmla="*/ 1812852 h 2344739"/>
              <a:gd name="connsiteX222" fmla="*/ 118381 w 12192001"/>
              <a:gd name="connsiteY222" fmla="*/ 1761047 h 2344739"/>
              <a:gd name="connsiteX223" fmla="*/ 15526 w 12192001"/>
              <a:gd name="connsiteY223" fmla="*/ 1758191 h 2344739"/>
              <a:gd name="connsiteX224" fmla="*/ 2 w 12192001"/>
              <a:gd name="connsiteY224" fmla="*/ 1752722 h 2344739"/>
              <a:gd name="connsiteX225" fmla="*/ 1 w 12192001"/>
              <a:gd name="connsiteY225" fmla="*/ 762497 h 2344739"/>
              <a:gd name="connsiteX226" fmla="*/ 0 w 12192001"/>
              <a:gd name="connsiteY226" fmla="*/ 762497 h 2344739"/>
              <a:gd name="connsiteX227" fmla="*/ 0 w 12192001"/>
              <a:gd name="connsiteY227" fmla="*/ 222213 h 2344739"/>
              <a:gd name="connsiteX228" fmla="*/ 0 w 12192001"/>
              <a:gd name="connsiteY228"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67901 w 12192001"/>
              <a:gd name="connsiteY211" fmla="*/ 1932653 h 2344739"/>
              <a:gd name="connsiteX212" fmla="*/ 720047 w 12192001"/>
              <a:gd name="connsiteY212" fmla="*/ 1929661 h 2344739"/>
              <a:gd name="connsiteX213" fmla="*/ 719742 w 12192001"/>
              <a:gd name="connsiteY213" fmla="*/ 1928399 h 2344739"/>
              <a:gd name="connsiteX214" fmla="*/ 708875 w 12192001"/>
              <a:gd name="connsiteY214" fmla="*/ 1922722 h 2344739"/>
              <a:gd name="connsiteX215" fmla="*/ 596792 w 12192001"/>
              <a:gd name="connsiteY215" fmla="*/ 1879864 h 2344739"/>
              <a:gd name="connsiteX216" fmla="*/ 578535 w 12192001"/>
              <a:gd name="connsiteY216" fmla="*/ 1877212 h 2344739"/>
              <a:gd name="connsiteX217" fmla="*/ 571717 w 12192001"/>
              <a:gd name="connsiteY217" fmla="*/ 1877401 h 2344739"/>
              <a:gd name="connsiteX218" fmla="*/ 445099 w 12192001"/>
              <a:gd name="connsiteY218" fmla="*/ 1839371 h 2344739"/>
              <a:gd name="connsiteX219" fmla="*/ 404015 w 12192001"/>
              <a:gd name="connsiteY219" fmla="*/ 1833548 h 2344739"/>
              <a:gd name="connsiteX220" fmla="*/ 292435 w 12192001"/>
              <a:gd name="connsiteY220" fmla="*/ 1812852 h 2344739"/>
              <a:gd name="connsiteX221" fmla="*/ 118381 w 12192001"/>
              <a:gd name="connsiteY221" fmla="*/ 1761047 h 2344739"/>
              <a:gd name="connsiteX222" fmla="*/ 15526 w 12192001"/>
              <a:gd name="connsiteY222" fmla="*/ 1758191 h 2344739"/>
              <a:gd name="connsiteX223" fmla="*/ 2 w 12192001"/>
              <a:gd name="connsiteY223" fmla="*/ 1752722 h 2344739"/>
              <a:gd name="connsiteX224" fmla="*/ 1 w 12192001"/>
              <a:gd name="connsiteY224" fmla="*/ 762497 h 2344739"/>
              <a:gd name="connsiteX225" fmla="*/ 0 w 12192001"/>
              <a:gd name="connsiteY225" fmla="*/ 762497 h 2344739"/>
              <a:gd name="connsiteX226" fmla="*/ 0 w 12192001"/>
              <a:gd name="connsiteY226" fmla="*/ 222213 h 2344739"/>
              <a:gd name="connsiteX227" fmla="*/ 0 w 12192001"/>
              <a:gd name="connsiteY227"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762497 h 2344739"/>
              <a:gd name="connsiteX225" fmla="*/ 0 w 12192001"/>
              <a:gd name="connsiteY225" fmla="*/ 222213 h 2344739"/>
              <a:gd name="connsiteX226" fmla="*/ 0 w 12192001"/>
              <a:gd name="connsiteY22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222213 h 2344739"/>
              <a:gd name="connsiteX225" fmla="*/ 0 w 12192001"/>
              <a:gd name="connsiteY225"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53521 w 12193149"/>
              <a:gd name="connsiteY90" fmla="*/ 1957169 h 2344739"/>
              <a:gd name="connsiteX91" fmla="*/ 8321252 w 12193149"/>
              <a:gd name="connsiteY91" fmla="*/ 1974587 h 2344739"/>
              <a:gd name="connsiteX92" fmla="*/ 8315581 w 12193149"/>
              <a:gd name="connsiteY92" fmla="*/ 1974913 h 2344739"/>
              <a:gd name="connsiteX93" fmla="*/ 8296322 w 12193149"/>
              <a:gd name="connsiteY93" fmla="*/ 1988808 h 2344739"/>
              <a:gd name="connsiteX94" fmla="*/ 8285424 w 12193149"/>
              <a:gd name="connsiteY94" fmla="*/ 1994631 h 2344739"/>
              <a:gd name="connsiteX95" fmla="*/ 8284298 w 12193149"/>
              <a:gd name="connsiteY95" fmla="*/ 1999074 h 2344739"/>
              <a:gd name="connsiteX96" fmla="*/ 8267224 w 12193149"/>
              <a:gd name="connsiteY96" fmla="*/ 2006249 h 2344739"/>
              <a:gd name="connsiteX97" fmla="*/ 8264525 w 12193149"/>
              <a:gd name="connsiteY97" fmla="*/ 2006019 h 2344739"/>
              <a:gd name="connsiteX98" fmla="*/ 8253181 w 12193149"/>
              <a:gd name="connsiteY98" fmla="*/ 2015862 h 2344739"/>
              <a:gd name="connsiteX99" fmla="*/ 8246982 w 12193149"/>
              <a:gd name="connsiteY99" fmla="*/ 2028854 h 2344739"/>
              <a:gd name="connsiteX100" fmla="*/ 8091420 w 12193149"/>
              <a:gd name="connsiteY100" fmla="*/ 2075015 h 2344739"/>
              <a:gd name="connsiteX101" fmla="*/ 7906555 w 12193149"/>
              <a:gd name="connsiteY101" fmla="*/ 2116988 h 2344739"/>
              <a:gd name="connsiteX102" fmla="*/ 7719893 w 12193149"/>
              <a:gd name="connsiteY102" fmla="*/ 2142703 h 2344739"/>
              <a:gd name="connsiteX103" fmla="*/ 7615495 w 12193149"/>
              <a:gd name="connsiteY103" fmla="*/ 2139232 h 2344739"/>
              <a:gd name="connsiteX104" fmla="*/ 7528691 w 12193149"/>
              <a:gd name="connsiteY104" fmla="*/ 2145060 h 2344739"/>
              <a:gd name="connsiteX105" fmla="*/ 7520719 w 12193149"/>
              <a:gd name="connsiteY105" fmla="*/ 2147613 h 2344739"/>
              <a:gd name="connsiteX106" fmla="*/ 7508559 w 12193149"/>
              <a:gd name="connsiteY106" fmla="*/ 2148948 h 2344739"/>
              <a:gd name="connsiteX107" fmla="*/ 7508188 w 12193149"/>
              <a:gd name="connsiteY107" fmla="*/ 2148621 h 2344739"/>
              <a:gd name="connsiteX108" fmla="*/ 7496943 w 12193149"/>
              <a:gd name="connsiteY108" fmla="*/ 2150573 h 2344739"/>
              <a:gd name="connsiteX109" fmla="*/ 7406539 w 12193149"/>
              <a:gd name="connsiteY109" fmla="*/ 2142468 h 2344739"/>
              <a:gd name="connsiteX110" fmla="*/ 7219707 w 12193149"/>
              <a:gd name="connsiteY110" fmla="*/ 2156680 h 2344739"/>
              <a:gd name="connsiteX111" fmla="*/ 7202249 w 12193149"/>
              <a:gd name="connsiteY111" fmla="*/ 2161230 h 2344739"/>
              <a:gd name="connsiteX112" fmla="*/ 7198152 w 12193149"/>
              <a:gd name="connsiteY112" fmla="*/ 2166588 h 2344739"/>
              <a:gd name="connsiteX113" fmla="*/ 7171956 w 12193149"/>
              <a:gd name="connsiteY113" fmla="*/ 2171236 h 2344739"/>
              <a:gd name="connsiteX114" fmla="*/ 7098136 w 12193149"/>
              <a:gd name="connsiteY114" fmla="*/ 2183464 h 2344739"/>
              <a:gd name="connsiteX115" fmla="*/ 7019644 w 12193149"/>
              <a:gd name="connsiteY115" fmla="*/ 2183090 h 2344739"/>
              <a:gd name="connsiteX116" fmla="*/ 6905294 w 12193149"/>
              <a:gd name="connsiteY116" fmla="*/ 2212596 h 2344739"/>
              <a:gd name="connsiteX117" fmla="*/ 6709370 w 12193149"/>
              <a:gd name="connsiteY117" fmla="*/ 2240551 h 2344739"/>
              <a:gd name="connsiteX118" fmla="*/ 6550602 w 12193149"/>
              <a:gd name="connsiteY118" fmla="*/ 2269327 h 2344739"/>
              <a:gd name="connsiteX119" fmla="*/ 6318708 w 12193149"/>
              <a:gd name="connsiteY119" fmla="*/ 2316127 h 2344739"/>
              <a:gd name="connsiteX120" fmla="*/ 6169822 w 12193149"/>
              <a:gd name="connsiteY120" fmla="*/ 2318214 h 2344739"/>
              <a:gd name="connsiteX121" fmla="*/ 6074996 w 12193149"/>
              <a:gd name="connsiteY121" fmla="*/ 2338676 h 2344739"/>
              <a:gd name="connsiteX122" fmla="*/ 6069677 w 12193149"/>
              <a:gd name="connsiteY122" fmla="*/ 2337139 h 2344739"/>
              <a:gd name="connsiteX123" fmla="*/ 6049786 w 12193149"/>
              <a:gd name="connsiteY123" fmla="*/ 2337822 h 2344739"/>
              <a:gd name="connsiteX124" fmla="*/ 6042433 w 12193149"/>
              <a:gd name="connsiteY124" fmla="*/ 2329473 h 2344739"/>
              <a:gd name="connsiteX125" fmla="*/ 6011238 w 12193149"/>
              <a:gd name="connsiteY125" fmla="*/ 2324380 h 2344739"/>
              <a:gd name="connsiteX126" fmla="*/ 5958523 w 12193149"/>
              <a:gd name="connsiteY126" fmla="*/ 2328024 h 2344739"/>
              <a:gd name="connsiteX127" fmla="*/ 5760067 w 12193149"/>
              <a:gd name="connsiteY127" fmla="*/ 2343716 h 2344739"/>
              <a:gd name="connsiteX128" fmla="*/ 5628108 w 12193149"/>
              <a:gd name="connsiteY128" fmla="*/ 2344739 h 2344739"/>
              <a:gd name="connsiteX129" fmla="*/ 5472054 w 12193149"/>
              <a:gd name="connsiteY129" fmla="*/ 2330719 h 2344739"/>
              <a:gd name="connsiteX130" fmla="*/ 5433909 w 12193149"/>
              <a:gd name="connsiteY130" fmla="*/ 2319466 h 2344739"/>
              <a:gd name="connsiteX131" fmla="*/ 5382817 w 12193149"/>
              <a:gd name="connsiteY131" fmla="*/ 2301764 h 2344739"/>
              <a:gd name="connsiteX132" fmla="*/ 5262912 w 12193149"/>
              <a:gd name="connsiteY132" fmla="*/ 2281347 h 2344739"/>
              <a:gd name="connsiteX133" fmla="*/ 5224109 w 12193149"/>
              <a:gd name="connsiteY133" fmla="*/ 2270223 h 2344739"/>
              <a:gd name="connsiteX134" fmla="*/ 5175808 w 12193149"/>
              <a:gd name="connsiteY134" fmla="*/ 2267233 h 2344739"/>
              <a:gd name="connsiteX135" fmla="*/ 5157702 w 12193149"/>
              <a:gd name="connsiteY135" fmla="*/ 2260010 h 2344739"/>
              <a:gd name="connsiteX136" fmla="*/ 5143747 w 12193149"/>
              <a:gd name="connsiteY136" fmla="*/ 2256610 h 2344739"/>
              <a:gd name="connsiteX137" fmla="*/ 5140744 w 12193149"/>
              <a:gd name="connsiteY137" fmla="*/ 2254509 h 2344739"/>
              <a:gd name="connsiteX138" fmla="*/ 5122807 w 12193149"/>
              <a:gd name="connsiteY138" fmla="*/ 2243656 h 2344739"/>
              <a:gd name="connsiteX139" fmla="*/ 5066938 w 12193149"/>
              <a:gd name="connsiteY139" fmla="*/ 2250227 h 2344739"/>
              <a:gd name="connsiteX140" fmla="*/ 5012662 w 12193149"/>
              <a:gd name="connsiteY140" fmla="*/ 2233846 h 2344739"/>
              <a:gd name="connsiteX141" fmla="*/ 4841589 w 12193149"/>
              <a:gd name="connsiteY141" fmla="*/ 2209829 h 2344739"/>
              <a:gd name="connsiteX142" fmla="*/ 4763595 w 12193149"/>
              <a:gd name="connsiteY142" fmla="*/ 2182061 h 2344739"/>
              <a:gd name="connsiteX143" fmla="*/ 4724334 w 12193149"/>
              <a:gd name="connsiteY143" fmla="*/ 2173047 h 2344739"/>
              <a:gd name="connsiteX144" fmla="*/ 4722324 w 12193149"/>
              <a:gd name="connsiteY144" fmla="*/ 2172298 h 2344739"/>
              <a:gd name="connsiteX145" fmla="*/ 4723259 w 12193149"/>
              <a:gd name="connsiteY145" fmla="*/ 2172087 h 2344739"/>
              <a:gd name="connsiteX146" fmla="*/ 4718350 w 12193149"/>
              <a:gd name="connsiteY146" fmla="*/ 2170817 h 2344739"/>
              <a:gd name="connsiteX147" fmla="*/ 4722324 w 12193149"/>
              <a:gd name="connsiteY147" fmla="*/ 2172298 h 2344739"/>
              <a:gd name="connsiteX148" fmla="*/ 4716674 w 12193149"/>
              <a:gd name="connsiteY148" fmla="*/ 2173573 h 2344739"/>
              <a:gd name="connsiteX149" fmla="*/ 4516962 w 12193149"/>
              <a:gd name="connsiteY149" fmla="*/ 2163671 h 2344739"/>
              <a:gd name="connsiteX150" fmla="*/ 4429691 w 12193149"/>
              <a:gd name="connsiteY150" fmla="*/ 2153020 h 2344739"/>
              <a:gd name="connsiteX151" fmla="*/ 4364023 w 12193149"/>
              <a:gd name="connsiteY151" fmla="*/ 2151674 h 2344739"/>
              <a:gd name="connsiteX152" fmla="*/ 4318114 w 12193149"/>
              <a:gd name="connsiteY152" fmla="*/ 2158289 h 2344739"/>
              <a:gd name="connsiteX153" fmla="*/ 4316258 w 12193149"/>
              <a:gd name="connsiteY153" fmla="*/ 2156948 h 2344739"/>
              <a:gd name="connsiteX154" fmla="*/ 4296292 w 12193149"/>
              <a:gd name="connsiteY154" fmla="*/ 2155069 h 2344739"/>
              <a:gd name="connsiteX155" fmla="*/ 4291212 w 12193149"/>
              <a:gd name="connsiteY155" fmla="*/ 2157986 h 2344739"/>
              <a:gd name="connsiteX156" fmla="*/ 4277290 w 12193149"/>
              <a:gd name="connsiteY156" fmla="*/ 2157740 h 2344739"/>
              <a:gd name="connsiteX157" fmla="*/ 4249265 w 12193149"/>
              <a:gd name="connsiteY157" fmla="*/ 2160064 h 2344739"/>
              <a:gd name="connsiteX158" fmla="*/ 4203199 w 12193149"/>
              <a:gd name="connsiteY158" fmla="*/ 2157269 h 2344739"/>
              <a:gd name="connsiteX159" fmla="*/ 4202893 w 12193149"/>
              <a:gd name="connsiteY159" fmla="*/ 2156010 h 2344739"/>
              <a:gd name="connsiteX160" fmla="*/ 4192396 w 12193149"/>
              <a:gd name="connsiteY160" fmla="*/ 2150376 h 2344739"/>
              <a:gd name="connsiteX161" fmla="*/ 4143893 w 12193149"/>
              <a:gd name="connsiteY161" fmla="*/ 2134511 h 2344739"/>
              <a:gd name="connsiteX162" fmla="*/ 4084245 w 12193149"/>
              <a:gd name="connsiteY162" fmla="*/ 2107978 h 2344739"/>
              <a:gd name="connsiteX163" fmla="*/ 4075694 w 12193149"/>
              <a:gd name="connsiteY163" fmla="*/ 2107143 h 2344739"/>
              <a:gd name="connsiteX164" fmla="*/ 4075575 w 12193149"/>
              <a:gd name="connsiteY164" fmla="*/ 2106844 h 2344739"/>
              <a:gd name="connsiteX165" fmla="*/ 4066658 w 12193149"/>
              <a:gd name="connsiteY165" fmla="*/ 2105400 h 2344739"/>
              <a:gd name="connsiteX166" fmla="*/ 4060102 w 12193149"/>
              <a:gd name="connsiteY166" fmla="*/ 2105618 h 2344739"/>
              <a:gd name="connsiteX167" fmla="*/ 4043512 w 12193149"/>
              <a:gd name="connsiteY167" fmla="*/ 2103997 h 2344739"/>
              <a:gd name="connsiteX168" fmla="*/ 4038145 w 12193149"/>
              <a:gd name="connsiteY168" fmla="*/ 2101563 h 2344739"/>
              <a:gd name="connsiteX169" fmla="*/ 4036511 w 12193149"/>
              <a:gd name="connsiteY169" fmla="*/ 2097896 h 2344739"/>
              <a:gd name="connsiteX170" fmla="*/ 4034926 w 12193149"/>
              <a:gd name="connsiteY170" fmla="*/ 2098131 h 2344739"/>
              <a:gd name="connsiteX171" fmla="*/ 4005686 w 12193149"/>
              <a:gd name="connsiteY171" fmla="*/ 2085563 h 2344739"/>
              <a:gd name="connsiteX172" fmla="*/ 3937994 w 12193149"/>
              <a:gd name="connsiteY172" fmla="*/ 2068106 h 2344739"/>
              <a:gd name="connsiteX173" fmla="*/ 3898423 w 12193149"/>
              <a:gd name="connsiteY173" fmla="*/ 2062451 h 2344739"/>
              <a:gd name="connsiteX174" fmla="*/ 3790908 w 12193149"/>
              <a:gd name="connsiteY174" fmla="*/ 2042213 h 2344739"/>
              <a:gd name="connsiteX175" fmla="*/ 3683661 w 12193149"/>
              <a:gd name="connsiteY175" fmla="*/ 2018290 h 2344739"/>
              <a:gd name="connsiteX176" fmla="*/ 3611183 w 12193149"/>
              <a:gd name="connsiteY176" fmla="*/ 1986019 h 2344739"/>
              <a:gd name="connsiteX177" fmla="*/ 3605003 w 12193149"/>
              <a:gd name="connsiteY177" fmla="*/ 1987381 h 2344739"/>
              <a:gd name="connsiteX178" fmla="*/ 3595884 w 12193149"/>
              <a:gd name="connsiteY178" fmla="*/ 1987545 h 2344739"/>
              <a:gd name="connsiteX179" fmla="*/ 3595649 w 12193149"/>
              <a:gd name="connsiteY179" fmla="*/ 1987276 h 2344739"/>
              <a:gd name="connsiteX180" fmla="*/ 3587126 w 12193149"/>
              <a:gd name="connsiteY180" fmla="*/ 1987966 h 2344739"/>
              <a:gd name="connsiteX181" fmla="*/ 3537283 w 12193149"/>
              <a:gd name="connsiteY181" fmla="*/ 1978267 h 2344739"/>
              <a:gd name="connsiteX182" fmla="*/ 3474371 w 12193149"/>
              <a:gd name="connsiteY182" fmla="*/ 1974606 h 2344739"/>
              <a:gd name="connsiteX183" fmla="*/ 3401876 w 12193149"/>
              <a:gd name="connsiteY183" fmla="*/ 1962558 h 2344739"/>
              <a:gd name="connsiteX184" fmla="*/ 3365036 w 12193149"/>
              <a:gd name="connsiteY184" fmla="*/ 1979510 h 2344739"/>
              <a:gd name="connsiteX185" fmla="*/ 3345174 w 12193149"/>
              <a:gd name="connsiteY185" fmla="*/ 1981192 h 2344739"/>
              <a:gd name="connsiteX186" fmla="*/ 3342846 w 12193149"/>
              <a:gd name="connsiteY186" fmla="*/ 1980217 h 2344739"/>
              <a:gd name="connsiteX187" fmla="*/ 3263504 w 12193149"/>
              <a:gd name="connsiteY187" fmla="*/ 1986094 h 2344739"/>
              <a:gd name="connsiteX188" fmla="*/ 3143704 w 12193149"/>
              <a:gd name="connsiteY188" fmla="*/ 1993869 h 2344739"/>
              <a:gd name="connsiteX189" fmla="*/ 3031439 w 12193149"/>
              <a:gd name="connsiteY189" fmla="*/ 1996512 h 2344739"/>
              <a:gd name="connsiteX190" fmla="*/ 2782717 w 12193149"/>
              <a:gd name="connsiteY190" fmla="*/ 2018333 h 2344739"/>
              <a:gd name="connsiteX191" fmla="*/ 2647675 w 12193149"/>
              <a:gd name="connsiteY191" fmla="*/ 2028869 h 2344739"/>
              <a:gd name="connsiteX192" fmla="*/ 2569176 w 12193149"/>
              <a:gd name="connsiteY192" fmla="*/ 2002628 h 2344739"/>
              <a:gd name="connsiteX193" fmla="*/ 2444403 w 12193149"/>
              <a:gd name="connsiteY193" fmla="*/ 2016529 h 2344739"/>
              <a:gd name="connsiteX194" fmla="*/ 2316260 w 12193149"/>
              <a:gd name="connsiteY194" fmla="*/ 2024996 h 2344739"/>
              <a:gd name="connsiteX195" fmla="*/ 2209726 w 12193149"/>
              <a:gd name="connsiteY195" fmla="*/ 2019763 h 2344739"/>
              <a:gd name="connsiteX196" fmla="*/ 2095813 w 12193149"/>
              <a:gd name="connsiteY196" fmla="*/ 2003052 h 2344739"/>
              <a:gd name="connsiteX197" fmla="*/ 1998504 w 12193149"/>
              <a:gd name="connsiteY197" fmla="*/ 1995032 h 2344739"/>
              <a:gd name="connsiteX198" fmla="*/ 1929320 w 12193149"/>
              <a:gd name="connsiteY198" fmla="*/ 2016977 h 2344739"/>
              <a:gd name="connsiteX199" fmla="*/ 1922798 w 12193149"/>
              <a:gd name="connsiteY199" fmla="*/ 2012146 h 2344739"/>
              <a:gd name="connsiteX200" fmla="*/ 1874228 w 12193149"/>
              <a:gd name="connsiteY200" fmla="*/ 2013741 h 2344739"/>
              <a:gd name="connsiteX201" fmla="*/ 1787803 w 12193149"/>
              <a:gd name="connsiteY201" fmla="*/ 2041363 h 2344739"/>
              <a:gd name="connsiteX202" fmla="*/ 1739352 w 12193149"/>
              <a:gd name="connsiteY202" fmla="*/ 2036312 h 2344739"/>
              <a:gd name="connsiteX203" fmla="*/ 1676219 w 12193149"/>
              <a:gd name="connsiteY203" fmla="*/ 2019963 h 2344739"/>
              <a:gd name="connsiteX204" fmla="*/ 1609817 w 12193149"/>
              <a:gd name="connsiteY204" fmla="*/ 2013066 h 2344739"/>
              <a:gd name="connsiteX205" fmla="*/ 1497258 w 12193149"/>
              <a:gd name="connsiteY205" fmla="*/ 1987476 h 2344739"/>
              <a:gd name="connsiteX206" fmla="*/ 1151127 w 12193149"/>
              <a:gd name="connsiteY206" fmla="*/ 1938041 h 2344739"/>
              <a:gd name="connsiteX207" fmla="*/ 859417 w 12193149"/>
              <a:gd name="connsiteY207" fmla="*/ 1928608 h 2344739"/>
              <a:gd name="connsiteX208" fmla="*/ 838688 w 12193149"/>
              <a:gd name="connsiteY208" fmla="*/ 1929821 h 2344739"/>
              <a:gd name="connsiteX209" fmla="*/ 817957 w 12193149"/>
              <a:gd name="connsiteY209" fmla="*/ 1927857 h 2344739"/>
              <a:gd name="connsiteX210" fmla="*/ 812654 w 12193149"/>
              <a:gd name="connsiteY210" fmla="*/ 1930751 h 2344739"/>
              <a:gd name="connsiteX211" fmla="*/ 721195 w 12193149"/>
              <a:gd name="connsiteY211" fmla="*/ 1929661 h 2344739"/>
              <a:gd name="connsiteX212" fmla="*/ 720890 w 12193149"/>
              <a:gd name="connsiteY212" fmla="*/ 1928399 h 2344739"/>
              <a:gd name="connsiteX213" fmla="*/ 710023 w 12193149"/>
              <a:gd name="connsiteY213" fmla="*/ 1922722 h 2344739"/>
              <a:gd name="connsiteX214" fmla="*/ 597940 w 12193149"/>
              <a:gd name="connsiteY214" fmla="*/ 1879864 h 2344739"/>
              <a:gd name="connsiteX215" fmla="*/ 579683 w 12193149"/>
              <a:gd name="connsiteY215" fmla="*/ 1877212 h 2344739"/>
              <a:gd name="connsiteX216" fmla="*/ 572865 w 12193149"/>
              <a:gd name="connsiteY216" fmla="*/ 1877401 h 2344739"/>
              <a:gd name="connsiteX217" fmla="*/ 446247 w 12193149"/>
              <a:gd name="connsiteY217" fmla="*/ 1839371 h 2344739"/>
              <a:gd name="connsiteX218" fmla="*/ 405163 w 12193149"/>
              <a:gd name="connsiteY218" fmla="*/ 1833548 h 2344739"/>
              <a:gd name="connsiteX219" fmla="*/ 293583 w 12193149"/>
              <a:gd name="connsiteY219" fmla="*/ 1812852 h 2344739"/>
              <a:gd name="connsiteX220" fmla="*/ 119529 w 12193149"/>
              <a:gd name="connsiteY220" fmla="*/ 1761047 h 2344739"/>
              <a:gd name="connsiteX221" fmla="*/ 16674 w 12193149"/>
              <a:gd name="connsiteY221" fmla="*/ 1758191 h 2344739"/>
              <a:gd name="connsiteX222" fmla="*/ 1150 w 12193149"/>
              <a:gd name="connsiteY222" fmla="*/ 1752722 h 2344739"/>
              <a:gd name="connsiteX223" fmla="*/ 1148 w 12193149"/>
              <a:gd name="connsiteY223" fmla="*/ 222213 h 2344739"/>
              <a:gd name="connsiteX224" fmla="*/ 1148 w 12193149"/>
              <a:gd name="connsiteY224"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21252 w 12193149"/>
              <a:gd name="connsiteY90" fmla="*/ 1974587 h 2344739"/>
              <a:gd name="connsiteX91" fmla="*/ 8315581 w 12193149"/>
              <a:gd name="connsiteY91" fmla="*/ 1974913 h 2344739"/>
              <a:gd name="connsiteX92" fmla="*/ 8296322 w 12193149"/>
              <a:gd name="connsiteY92" fmla="*/ 1988808 h 2344739"/>
              <a:gd name="connsiteX93" fmla="*/ 8285424 w 12193149"/>
              <a:gd name="connsiteY93" fmla="*/ 1994631 h 2344739"/>
              <a:gd name="connsiteX94" fmla="*/ 8284298 w 12193149"/>
              <a:gd name="connsiteY94" fmla="*/ 1999074 h 2344739"/>
              <a:gd name="connsiteX95" fmla="*/ 8267224 w 12193149"/>
              <a:gd name="connsiteY95" fmla="*/ 2006249 h 2344739"/>
              <a:gd name="connsiteX96" fmla="*/ 8264525 w 12193149"/>
              <a:gd name="connsiteY96" fmla="*/ 2006019 h 2344739"/>
              <a:gd name="connsiteX97" fmla="*/ 8253181 w 12193149"/>
              <a:gd name="connsiteY97" fmla="*/ 2015862 h 2344739"/>
              <a:gd name="connsiteX98" fmla="*/ 8246982 w 12193149"/>
              <a:gd name="connsiteY98" fmla="*/ 2028854 h 2344739"/>
              <a:gd name="connsiteX99" fmla="*/ 8091420 w 12193149"/>
              <a:gd name="connsiteY99" fmla="*/ 2075015 h 2344739"/>
              <a:gd name="connsiteX100" fmla="*/ 7906555 w 12193149"/>
              <a:gd name="connsiteY100" fmla="*/ 2116988 h 2344739"/>
              <a:gd name="connsiteX101" fmla="*/ 7719893 w 12193149"/>
              <a:gd name="connsiteY101" fmla="*/ 2142703 h 2344739"/>
              <a:gd name="connsiteX102" fmla="*/ 7615495 w 12193149"/>
              <a:gd name="connsiteY102" fmla="*/ 2139232 h 2344739"/>
              <a:gd name="connsiteX103" fmla="*/ 7528691 w 12193149"/>
              <a:gd name="connsiteY103" fmla="*/ 2145060 h 2344739"/>
              <a:gd name="connsiteX104" fmla="*/ 7520719 w 12193149"/>
              <a:gd name="connsiteY104" fmla="*/ 2147613 h 2344739"/>
              <a:gd name="connsiteX105" fmla="*/ 7508559 w 12193149"/>
              <a:gd name="connsiteY105" fmla="*/ 2148948 h 2344739"/>
              <a:gd name="connsiteX106" fmla="*/ 7508188 w 12193149"/>
              <a:gd name="connsiteY106" fmla="*/ 2148621 h 2344739"/>
              <a:gd name="connsiteX107" fmla="*/ 7496943 w 12193149"/>
              <a:gd name="connsiteY107" fmla="*/ 2150573 h 2344739"/>
              <a:gd name="connsiteX108" fmla="*/ 7406539 w 12193149"/>
              <a:gd name="connsiteY108" fmla="*/ 2142468 h 2344739"/>
              <a:gd name="connsiteX109" fmla="*/ 7219707 w 12193149"/>
              <a:gd name="connsiteY109" fmla="*/ 2156680 h 2344739"/>
              <a:gd name="connsiteX110" fmla="*/ 7202249 w 12193149"/>
              <a:gd name="connsiteY110" fmla="*/ 2161230 h 2344739"/>
              <a:gd name="connsiteX111" fmla="*/ 7198152 w 12193149"/>
              <a:gd name="connsiteY111" fmla="*/ 2166588 h 2344739"/>
              <a:gd name="connsiteX112" fmla="*/ 7171956 w 12193149"/>
              <a:gd name="connsiteY112" fmla="*/ 2171236 h 2344739"/>
              <a:gd name="connsiteX113" fmla="*/ 7098136 w 12193149"/>
              <a:gd name="connsiteY113" fmla="*/ 2183464 h 2344739"/>
              <a:gd name="connsiteX114" fmla="*/ 7019644 w 12193149"/>
              <a:gd name="connsiteY114" fmla="*/ 2183090 h 2344739"/>
              <a:gd name="connsiteX115" fmla="*/ 6905294 w 12193149"/>
              <a:gd name="connsiteY115" fmla="*/ 2212596 h 2344739"/>
              <a:gd name="connsiteX116" fmla="*/ 6709370 w 12193149"/>
              <a:gd name="connsiteY116" fmla="*/ 2240551 h 2344739"/>
              <a:gd name="connsiteX117" fmla="*/ 6550602 w 12193149"/>
              <a:gd name="connsiteY117" fmla="*/ 2269327 h 2344739"/>
              <a:gd name="connsiteX118" fmla="*/ 6318708 w 12193149"/>
              <a:gd name="connsiteY118" fmla="*/ 2316127 h 2344739"/>
              <a:gd name="connsiteX119" fmla="*/ 6169822 w 12193149"/>
              <a:gd name="connsiteY119" fmla="*/ 2318214 h 2344739"/>
              <a:gd name="connsiteX120" fmla="*/ 6074996 w 12193149"/>
              <a:gd name="connsiteY120" fmla="*/ 2338676 h 2344739"/>
              <a:gd name="connsiteX121" fmla="*/ 6069677 w 12193149"/>
              <a:gd name="connsiteY121" fmla="*/ 2337139 h 2344739"/>
              <a:gd name="connsiteX122" fmla="*/ 6049786 w 12193149"/>
              <a:gd name="connsiteY122" fmla="*/ 2337822 h 2344739"/>
              <a:gd name="connsiteX123" fmla="*/ 6042433 w 12193149"/>
              <a:gd name="connsiteY123" fmla="*/ 2329473 h 2344739"/>
              <a:gd name="connsiteX124" fmla="*/ 6011238 w 12193149"/>
              <a:gd name="connsiteY124" fmla="*/ 2324380 h 2344739"/>
              <a:gd name="connsiteX125" fmla="*/ 5958523 w 12193149"/>
              <a:gd name="connsiteY125" fmla="*/ 2328024 h 2344739"/>
              <a:gd name="connsiteX126" fmla="*/ 5760067 w 12193149"/>
              <a:gd name="connsiteY126" fmla="*/ 2343716 h 2344739"/>
              <a:gd name="connsiteX127" fmla="*/ 5628108 w 12193149"/>
              <a:gd name="connsiteY127" fmla="*/ 2344739 h 2344739"/>
              <a:gd name="connsiteX128" fmla="*/ 5472054 w 12193149"/>
              <a:gd name="connsiteY128" fmla="*/ 2330719 h 2344739"/>
              <a:gd name="connsiteX129" fmla="*/ 5433909 w 12193149"/>
              <a:gd name="connsiteY129" fmla="*/ 2319466 h 2344739"/>
              <a:gd name="connsiteX130" fmla="*/ 5382817 w 12193149"/>
              <a:gd name="connsiteY130" fmla="*/ 2301764 h 2344739"/>
              <a:gd name="connsiteX131" fmla="*/ 5262912 w 12193149"/>
              <a:gd name="connsiteY131" fmla="*/ 2281347 h 2344739"/>
              <a:gd name="connsiteX132" fmla="*/ 5224109 w 12193149"/>
              <a:gd name="connsiteY132" fmla="*/ 2270223 h 2344739"/>
              <a:gd name="connsiteX133" fmla="*/ 5175808 w 12193149"/>
              <a:gd name="connsiteY133" fmla="*/ 2267233 h 2344739"/>
              <a:gd name="connsiteX134" fmla="*/ 5157702 w 12193149"/>
              <a:gd name="connsiteY134" fmla="*/ 2260010 h 2344739"/>
              <a:gd name="connsiteX135" fmla="*/ 5143747 w 12193149"/>
              <a:gd name="connsiteY135" fmla="*/ 2256610 h 2344739"/>
              <a:gd name="connsiteX136" fmla="*/ 5140744 w 12193149"/>
              <a:gd name="connsiteY136" fmla="*/ 2254509 h 2344739"/>
              <a:gd name="connsiteX137" fmla="*/ 5122807 w 12193149"/>
              <a:gd name="connsiteY137" fmla="*/ 2243656 h 2344739"/>
              <a:gd name="connsiteX138" fmla="*/ 5066938 w 12193149"/>
              <a:gd name="connsiteY138" fmla="*/ 2250227 h 2344739"/>
              <a:gd name="connsiteX139" fmla="*/ 5012662 w 12193149"/>
              <a:gd name="connsiteY139" fmla="*/ 2233846 h 2344739"/>
              <a:gd name="connsiteX140" fmla="*/ 4841589 w 12193149"/>
              <a:gd name="connsiteY140" fmla="*/ 2209829 h 2344739"/>
              <a:gd name="connsiteX141" fmla="*/ 4763595 w 12193149"/>
              <a:gd name="connsiteY141" fmla="*/ 2182061 h 2344739"/>
              <a:gd name="connsiteX142" fmla="*/ 4724334 w 12193149"/>
              <a:gd name="connsiteY142" fmla="*/ 2173047 h 2344739"/>
              <a:gd name="connsiteX143" fmla="*/ 4722324 w 12193149"/>
              <a:gd name="connsiteY143" fmla="*/ 2172298 h 2344739"/>
              <a:gd name="connsiteX144" fmla="*/ 4723259 w 12193149"/>
              <a:gd name="connsiteY144" fmla="*/ 2172087 h 2344739"/>
              <a:gd name="connsiteX145" fmla="*/ 4718350 w 12193149"/>
              <a:gd name="connsiteY145" fmla="*/ 2170817 h 2344739"/>
              <a:gd name="connsiteX146" fmla="*/ 4722324 w 12193149"/>
              <a:gd name="connsiteY146" fmla="*/ 2172298 h 2344739"/>
              <a:gd name="connsiteX147" fmla="*/ 4716674 w 12193149"/>
              <a:gd name="connsiteY147" fmla="*/ 2173573 h 2344739"/>
              <a:gd name="connsiteX148" fmla="*/ 4516962 w 12193149"/>
              <a:gd name="connsiteY148" fmla="*/ 2163671 h 2344739"/>
              <a:gd name="connsiteX149" fmla="*/ 4429691 w 12193149"/>
              <a:gd name="connsiteY149" fmla="*/ 2153020 h 2344739"/>
              <a:gd name="connsiteX150" fmla="*/ 4364023 w 12193149"/>
              <a:gd name="connsiteY150" fmla="*/ 2151674 h 2344739"/>
              <a:gd name="connsiteX151" fmla="*/ 4318114 w 12193149"/>
              <a:gd name="connsiteY151" fmla="*/ 2158289 h 2344739"/>
              <a:gd name="connsiteX152" fmla="*/ 4316258 w 12193149"/>
              <a:gd name="connsiteY152" fmla="*/ 2156948 h 2344739"/>
              <a:gd name="connsiteX153" fmla="*/ 4296292 w 12193149"/>
              <a:gd name="connsiteY153" fmla="*/ 2155069 h 2344739"/>
              <a:gd name="connsiteX154" fmla="*/ 4291212 w 12193149"/>
              <a:gd name="connsiteY154" fmla="*/ 2157986 h 2344739"/>
              <a:gd name="connsiteX155" fmla="*/ 4277290 w 12193149"/>
              <a:gd name="connsiteY155" fmla="*/ 2157740 h 2344739"/>
              <a:gd name="connsiteX156" fmla="*/ 4249265 w 12193149"/>
              <a:gd name="connsiteY156" fmla="*/ 2160064 h 2344739"/>
              <a:gd name="connsiteX157" fmla="*/ 4203199 w 12193149"/>
              <a:gd name="connsiteY157" fmla="*/ 2157269 h 2344739"/>
              <a:gd name="connsiteX158" fmla="*/ 4202893 w 12193149"/>
              <a:gd name="connsiteY158" fmla="*/ 2156010 h 2344739"/>
              <a:gd name="connsiteX159" fmla="*/ 4192396 w 12193149"/>
              <a:gd name="connsiteY159" fmla="*/ 2150376 h 2344739"/>
              <a:gd name="connsiteX160" fmla="*/ 4143893 w 12193149"/>
              <a:gd name="connsiteY160" fmla="*/ 2134511 h 2344739"/>
              <a:gd name="connsiteX161" fmla="*/ 4084245 w 12193149"/>
              <a:gd name="connsiteY161" fmla="*/ 2107978 h 2344739"/>
              <a:gd name="connsiteX162" fmla="*/ 4075694 w 12193149"/>
              <a:gd name="connsiteY162" fmla="*/ 2107143 h 2344739"/>
              <a:gd name="connsiteX163" fmla="*/ 4075575 w 12193149"/>
              <a:gd name="connsiteY163" fmla="*/ 2106844 h 2344739"/>
              <a:gd name="connsiteX164" fmla="*/ 4066658 w 12193149"/>
              <a:gd name="connsiteY164" fmla="*/ 2105400 h 2344739"/>
              <a:gd name="connsiteX165" fmla="*/ 4060102 w 12193149"/>
              <a:gd name="connsiteY165" fmla="*/ 2105618 h 2344739"/>
              <a:gd name="connsiteX166" fmla="*/ 4043512 w 12193149"/>
              <a:gd name="connsiteY166" fmla="*/ 2103997 h 2344739"/>
              <a:gd name="connsiteX167" fmla="*/ 4038145 w 12193149"/>
              <a:gd name="connsiteY167" fmla="*/ 2101563 h 2344739"/>
              <a:gd name="connsiteX168" fmla="*/ 4036511 w 12193149"/>
              <a:gd name="connsiteY168" fmla="*/ 2097896 h 2344739"/>
              <a:gd name="connsiteX169" fmla="*/ 4034926 w 12193149"/>
              <a:gd name="connsiteY169" fmla="*/ 2098131 h 2344739"/>
              <a:gd name="connsiteX170" fmla="*/ 4005686 w 12193149"/>
              <a:gd name="connsiteY170" fmla="*/ 2085563 h 2344739"/>
              <a:gd name="connsiteX171" fmla="*/ 3937994 w 12193149"/>
              <a:gd name="connsiteY171" fmla="*/ 2068106 h 2344739"/>
              <a:gd name="connsiteX172" fmla="*/ 3898423 w 12193149"/>
              <a:gd name="connsiteY172" fmla="*/ 2062451 h 2344739"/>
              <a:gd name="connsiteX173" fmla="*/ 3790908 w 12193149"/>
              <a:gd name="connsiteY173" fmla="*/ 2042213 h 2344739"/>
              <a:gd name="connsiteX174" fmla="*/ 3683661 w 12193149"/>
              <a:gd name="connsiteY174" fmla="*/ 2018290 h 2344739"/>
              <a:gd name="connsiteX175" fmla="*/ 3611183 w 12193149"/>
              <a:gd name="connsiteY175" fmla="*/ 1986019 h 2344739"/>
              <a:gd name="connsiteX176" fmla="*/ 3605003 w 12193149"/>
              <a:gd name="connsiteY176" fmla="*/ 1987381 h 2344739"/>
              <a:gd name="connsiteX177" fmla="*/ 3595884 w 12193149"/>
              <a:gd name="connsiteY177" fmla="*/ 1987545 h 2344739"/>
              <a:gd name="connsiteX178" fmla="*/ 3595649 w 12193149"/>
              <a:gd name="connsiteY178" fmla="*/ 1987276 h 2344739"/>
              <a:gd name="connsiteX179" fmla="*/ 3587126 w 12193149"/>
              <a:gd name="connsiteY179" fmla="*/ 1987966 h 2344739"/>
              <a:gd name="connsiteX180" fmla="*/ 3537283 w 12193149"/>
              <a:gd name="connsiteY180" fmla="*/ 1978267 h 2344739"/>
              <a:gd name="connsiteX181" fmla="*/ 3474371 w 12193149"/>
              <a:gd name="connsiteY181" fmla="*/ 1974606 h 2344739"/>
              <a:gd name="connsiteX182" fmla="*/ 3401876 w 12193149"/>
              <a:gd name="connsiteY182" fmla="*/ 1962558 h 2344739"/>
              <a:gd name="connsiteX183" fmla="*/ 3365036 w 12193149"/>
              <a:gd name="connsiteY183" fmla="*/ 1979510 h 2344739"/>
              <a:gd name="connsiteX184" fmla="*/ 3345174 w 12193149"/>
              <a:gd name="connsiteY184" fmla="*/ 1981192 h 2344739"/>
              <a:gd name="connsiteX185" fmla="*/ 3342846 w 12193149"/>
              <a:gd name="connsiteY185" fmla="*/ 1980217 h 2344739"/>
              <a:gd name="connsiteX186" fmla="*/ 3263504 w 12193149"/>
              <a:gd name="connsiteY186" fmla="*/ 1986094 h 2344739"/>
              <a:gd name="connsiteX187" fmla="*/ 3143704 w 12193149"/>
              <a:gd name="connsiteY187" fmla="*/ 1993869 h 2344739"/>
              <a:gd name="connsiteX188" fmla="*/ 3031439 w 12193149"/>
              <a:gd name="connsiteY188" fmla="*/ 1996512 h 2344739"/>
              <a:gd name="connsiteX189" fmla="*/ 2782717 w 12193149"/>
              <a:gd name="connsiteY189" fmla="*/ 2018333 h 2344739"/>
              <a:gd name="connsiteX190" fmla="*/ 2647675 w 12193149"/>
              <a:gd name="connsiteY190" fmla="*/ 2028869 h 2344739"/>
              <a:gd name="connsiteX191" fmla="*/ 2569176 w 12193149"/>
              <a:gd name="connsiteY191" fmla="*/ 2002628 h 2344739"/>
              <a:gd name="connsiteX192" fmla="*/ 2444403 w 12193149"/>
              <a:gd name="connsiteY192" fmla="*/ 2016529 h 2344739"/>
              <a:gd name="connsiteX193" fmla="*/ 2316260 w 12193149"/>
              <a:gd name="connsiteY193" fmla="*/ 2024996 h 2344739"/>
              <a:gd name="connsiteX194" fmla="*/ 2209726 w 12193149"/>
              <a:gd name="connsiteY194" fmla="*/ 2019763 h 2344739"/>
              <a:gd name="connsiteX195" fmla="*/ 2095813 w 12193149"/>
              <a:gd name="connsiteY195" fmla="*/ 2003052 h 2344739"/>
              <a:gd name="connsiteX196" fmla="*/ 1998504 w 12193149"/>
              <a:gd name="connsiteY196" fmla="*/ 1995032 h 2344739"/>
              <a:gd name="connsiteX197" fmla="*/ 1929320 w 12193149"/>
              <a:gd name="connsiteY197" fmla="*/ 2016977 h 2344739"/>
              <a:gd name="connsiteX198" fmla="*/ 1922798 w 12193149"/>
              <a:gd name="connsiteY198" fmla="*/ 2012146 h 2344739"/>
              <a:gd name="connsiteX199" fmla="*/ 1874228 w 12193149"/>
              <a:gd name="connsiteY199" fmla="*/ 2013741 h 2344739"/>
              <a:gd name="connsiteX200" fmla="*/ 1787803 w 12193149"/>
              <a:gd name="connsiteY200" fmla="*/ 2041363 h 2344739"/>
              <a:gd name="connsiteX201" fmla="*/ 1739352 w 12193149"/>
              <a:gd name="connsiteY201" fmla="*/ 2036312 h 2344739"/>
              <a:gd name="connsiteX202" fmla="*/ 1676219 w 12193149"/>
              <a:gd name="connsiteY202" fmla="*/ 2019963 h 2344739"/>
              <a:gd name="connsiteX203" fmla="*/ 1609817 w 12193149"/>
              <a:gd name="connsiteY203" fmla="*/ 2013066 h 2344739"/>
              <a:gd name="connsiteX204" fmla="*/ 1497258 w 12193149"/>
              <a:gd name="connsiteY204" fmla="*/ 1987476 h 2344739"/>
              <a:gd name="connsiteX205" fmla="*/ 1151127 w 12193149"/>
              <a:gd name="connsiteY205" fmla="*/ 1938041 h 2344739"/>
              <a:gd name="connsiteX206" fmla="*/ 859417 w 12193149"/>
              <a:gd name="connsiteY206" fmla="*/ 1928608 h 2344739"/>
              <a:gd name="connsiteX207" fmla="*/ 838688 w 12193149"/>
              <a:gd name="connsiteY207" fmla="*/ 1929821 h 2344739"/>
              <a:gd name="connsiteX208" fmla="*/ 817957 w 12193149"/>
              <a:gd name="connsiteY208" fmla="*/ 1927857 h 2344739"/>
              <a:gd name="connsiteX209" fmla="*/ 812654 w 12193149"/>
              <a:gd name="connsiteY209" fmla="*/ 1930751 h 2344739"/>
              <a:gd name="connsiteX210" fmla="*/ 721195 w 12193149"/>
              <a:gd name="connsiteY210" fmla="*/ 1929661 h 2344739"/>
              <a:gd name="connsiteX211" fmla="*/ 720890 w 12193149"/>
              <a:gd name="connsiteY211" fmla="*/ 1928399 h 2344739"/>
              <a:gd name="connsiteX212" fmla="*/ 710023 w 12193149"/>
              <a:gd name="connsiteY212" fmla="*/ 1922722 h 2344739"/>
              <a:gd name="connsiteX213" fmla="*/ 597940 w 12193149"/>
              <a:gd name="connsiteY213" fmla="*/ 1879864 h 2344739"/>
              <a:gd name="connsiteX214" fmla="*/ 579683 w 12193149"/>
              <a:gd name="connsiteY214" fmla="*/ 1877212 h 2344739"/>
              <a:gd name="connsiteX215" fmla="*/ 572865 w 12193149"/>
              <a:gd name="connsiteY215" fmla="*/ 1877401 h 2344739"/>
              <a:gd name="connsiteX216" fmla="*/ 446247 w 12193149"/>
              <a:gd name="connsiteY216" fmla="*/ 1839371 h 2344739"/>
              <a:gd name="connsiteX217" fmla="*/ 405163 w 12193149"/>
              <a:gd name="connsiteY217" fmla="*/ 1833548 h 2344739"/>
              <a:gd name="connsiteX218" fmla="*/ 293583 w 12193149"/>
              <a:gd name="connsiteY218" fmla="*/ 1812852 h 2344739"/>
              <a:gd name="connsiteX219" fmla="*/ 119529 w 12193149"/>
              <a:gd name="connsiteY219" fmla="*/ 1761047 h 2344739"/>
              <a:gd name="connsiteX220" fmla="*/ 16674 w 12193149"/>
              <a:gd name="connsiteY220" fmla="*/ 1758191 h 2344739"/>
              <a:gd name="connsiteX221" fmla="*/ 1150 w 12193149"/>
              <a:gd name="connsiteY221" fmla="*/ 1752722 h 2344739"/>
              <a:gd name="connsiteX222" fmla="*/ 1148 w 12193149"/>
              <a:gd name="connsiteY222" fmla="*/ 222213 h 2344739"/>
              <a:gd name="connsiteX223" fmla="*/ 1148 w 12193149"/>
              <a:gd name="connsiteY223"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14960 w 12193149"/>
              <a:gd name="connsiteY68" fmla="*/ 1919069 h 2344739"/>
              <a:gd name="connsiteX69" fmla="*/ 9054601 w 12193149"/>
              <a:gd name="connsiteY69" fmla="*/ 1910755 h 2344739"/>
              <a:gd name="connsiteX70" fmla="*/ 9006634 w 12193149"/>
              <a:gd name="connsiteY70" fmla="*/ 1914040 h 2344739"/>
              <a:gd name="connsiteX71" fmla="*/ 9006349 w 12193149"/>
              <a:gd name="connsiteY71" fmla="*/ 1913800 h 2344739"/>
              <a:gd name="connsiteX72" fmla="*/ 8997380 w 12193149"/>
              <a:gd name="connsiteY72" fmla="*/ 1915011 h 2344739"/>
              <a:gd name="connsiteX73" fmla="*/ 8991542 w 12193149"/>
              <a:gd name="connsiteY73" fmla="*/ 1917072 h 2344739"/>
              <a:gd name="connsiteX74" fmla="*/ 8975485 w 12193149"/>
              <a:gd name="connsiteY74" fmla="*/ 1920298 h 2344739"/>
              <a:gd name="connsiteX75" fmla="*/ 8969159 w 12193149"/>
              <a:gd name="connsiteY75" fmla="*/ 1919598 h 2344739"/>
              <a:gd name="connsiteX76" fmla="*/ 8964196 w 12193149"/>
              <a:gd name="connsiteY76" fmla="*/ 1917373 h 2344739"/>
              <a:gd name="connsiteX77" fmla="*/ 8930136 w 12193149"/>
              <a:gd name="connsiteY77" fmla="*/ 1914185 h 2344739"/>
              <a:gd name="connsiteX78" fmla="*/ 8753592 w 12193149"/>
              <a:gd name="connsiteY78" fmla="*/ 1933417 h 2344739"/>
              <a:gd name="connsiteX79" fmla="*/ 8708995 w 12193149"/>
              <a:gd name="connsiteY79" fmla="*/ 1935518 h 2344739"/>
              <a:gd name="connsiteX80" fmla="*/ 8597219 w 12193149"/>
              <a:gd name="connsiteY80" fmla="*/ 1944090 h 2344739"/>
              <a:gd name="connsiteX81" fmla="*/ 8526378 w 12193149"/>
              <a:gd name="connsiteY81" fmla="*/ 1929248 h 2344739"/>
              <a:gd name="connsiteX82" fmla="*/ 8512131 w 12193149"/>
              <a:gd name="connsiteY82" fmla="*/ 1935163 h 2344739"/>
              <a:gd name="connsiteX83" fmla="*/ 8507315 w 12193149"/>
              <a:gd name="connsiteY83" fmla="*/ 1938164 h 2344739"/>
              <a:gd name="connsiteX84" fmla="*/ 8499116 w 12193149"/>
              <a:gd name="connsiteY84" fmla="*/ 1940902 h 2344739"/>
              <a:gd name="connsiteX85" fmla="*/ 8498742 w 12193149"/>
              <a:gd name="connsiteY85" fmla="*/ 1940723 h 2344739"/>
              <a:gd name="connsiteX86" fmla="*/ 8491397 w 12193149"/>
              <a:gd name="connsiteY86" fmla="*/ 1943773 h 2344739"/>
              <a:gd name="connsiteX87" fmla="*/ 8368330 w 12193149"/>
              <a:gd name="connsiteY87" fmla="*/ 1957815 h 2344739"/>
              <a:gd name="connsiteX88" fmla="*/ 8354947 w 12193149"/>
              <a:gd name="connsiteY88" fmla="*/ 1958009 h 2344739"/>
              <a:gd name="connsiteX89" fmla="*/ 8321252 w 12193149"/>
              <a:gd name="connsiteY89" fmla="*/ 1974587 h 2344739"/>
              <a:gd name="connsiteX90" fmla="*/ 8315581 w 12193149"/>
              <a:gd name="connsiteY90" fmla="*/ 1974913 h 2344739"/>
              <a:gd name="connsiteX91" fmla="*/ 8296322 w 12193149"/>
              <a:gd name="connsiteY91" fmla="*/ 1988808 h 2344739"/>
              <a:gd name="connsiteX92" fmla="*/ 8285424 w 12193149"/>
              <a:gd name="connsiteY92" fmla="*/ 1994631 h 2344739"/>
              <a:gd name="connsiteX93" fmla="*/ 8284298 w 12193149"/>
              <a:gd name="connsiteY93" fmla="*/ 1999074 h 2344739"/>
              <a:gd name="connsiteX94" fmla="*/ 8267224 w 12193149"/>
              <a:gd name="connsiteY94" fmla="*/ 2006249 h 2344739"/>
              <a:gd name="connsiteX95" fmla="*/ 8264525 w 12193149"/>
              <a:gd name="connsiteY95" fmla="*/ 2006019 h 2344739"/>
              <a:gd name="connsiteX96" fmla="*/ 8253181 w 12193149"/>
              <a:gd name="connsiteY96" fmla="*/ 2015862 h 2344739"/>
              <a:gd name="connsiteX97" fmla="*/ 8246982 w 12193149"/>
              <a:gd name="connsiteY97" fmla="*/ 2028854 h 2344739"/>
              <a:gd name="connsiteX98" fmla="*/ 8091420 w 12193149"/>
              <a:gd name="connsiteY98" fmla="*/ 2075015 h 2344739"/>
              <a:gd name="connsiteX99" fmla="*/ 7906555 w 12193149"/>
              <a:gd name="connsiteY99" fmla="*/ 2116988 h 2344739"/>
              <a:gd name="connsiteX100" fmla="*/ 7719893 w 12193149"/>
              <a:gd name="connsiteY100" fmla="*/ 2142703 h 2344739"/>
              <a:gd name="connsiteX101" fmla="*/ 7615495 w 12193149"/>
              <a:gd name="connsiteY101" fmla="*/ 2139232 h 2344739"/>
              <a:gd name="connsiteX102" fmla="*/ 7528691 w 12193149"/>
              <a:gd name="connsiteY102" fmla="*/ 2145060 h 2344739"/>
              <a:gd name="connsiteX103" fmla="*/ 7520719 w 12193149"/>
              <a:gd name="connsiteY103" fmla="*/ 2147613 h 2344739"/>
              <a:gd name="connsiteX104" fmla="*/ 7508559 w 12193149"/>
              <a:gd name="connsiteY104" fmla="*/ 2148948 h 2344739"/>
              <a:gd name="connsiteX105" fmla="*/ 7508188 w 12193149"/>
              <a:gd name="connsiteY105" fmla="*/ 2148621 h 2344739"/>
              <a:gd name="connsiteX106" fmla="*/ 7496943 w 12193149"/>
              <a:gd name="connsiteY106" fmla="*/ 2150573 h 2344739"/>
              <a:gd name="connsiteX107" fmla="*/ 7406539 w 12193149"/>
              <a:gd name="connsiteY107" fmla="*/ 2142468 h 2344739"/>
              <a:gd name="connsiteX108" fmla="*/ 7219707 w 12193149"/>
              <a:gd name="connsiteY108" fmla="*/ 2156680 h 2344739"/>
              <a:gd name="connsiteX109" fmla="*/ 7202249 w 12193149"/>
              <a:gd name="connsiteY109" fmla="*/ 2161230 h 2344739"/>
              <a:gd name="connsiteX110" fmla="*/ 7198152 w 12193149"/>
              <a:gd name="connsiteY110" fmla="*/ 2166588 h 2344739"/>
              <a:gd name="connsiteX111" fmla="*/ 7171956 w 12193149"/>
              <a:gd name="connsiteY111" fmla="*/ 2171236 h 2344739"/>
              <a:gd name="connsiteX112" fmla="*/ 7098136 w 12193149"/>
              <a:gd name="connsiteY112" fmla="*/ 2183464 h 2344739"/>
              <a:gd name="connsiteX113" fmla="*/ 7019644 w 12193149"/>
              <a:gd name="connsiteY113" fmla="*/ 2183090 h 2344739"/>
              <a:gd name="connsiteX114" fmla="*/ 6905294 w 12193149"/>
              <a:gd name="connsiteY114" fmla="*/ 2212596 h 2344739"/>
              <a:gd name="connsiteX115" fmla="*/ 6709370 w 12193149"/>
              <a:gd name="connsiteY115" fmla="*/ 2240551 h 2344739"/>
              <a:gd name="connsiteX116" fmla="*/ 6550602 w 12193149"/>
              <a:gd name="connsiteY116" fmla="*/ 2269327 h 2344739"/>
              <a:gd name="connsiteX117" fmla="*/ 6318708 w 12193149"/>
              <a:gd name="connsiteY117" fmla="*/ 2316127 h 2344739"/>
              <a:gd name="connsiteX118" fmla="*/ 6169822 w 12193149"/>
              <a:gd name="connsiteY118" fmla="*/ 2318214 h 2344739"/>
              <a:gd name="connsiteX119" fmla="*/ 6074996 w 12193149"/>
              <a:gd name="connsiteY119" fmla="*/ 2338676 h 2344739"/>
              <a:gd name="connsiteX120" fmla="*/ 6069677 w 12193149"/>
              <a:gd name="connsiteY120" fmla="*/ 2337139 h 2344739"/>
              <a:gd name="connsiteX121" fmla="*/ 6049786 w 12193149"/>
              <a:gd name="connsiteY121" fmla="*/ 2337822 h 2344739"/>
              <a:gd name="connsiteX122" fmla="*/ 6042433 w 12193149"/>
              <a:gd name="connsiteY122" fmla="*/ 2329473 h 2344739"/>
              <a:gd name="connsiteX123" fmla="*/ 6011238 w 12193149"/>
              <a:gd name="connsiteY123" fmla="*/ 2324380 h 2344739"/>
              <a:gd name="connsiteX124" fmla="*/ 5958523 w 12193149"/>
              <a:gd name="connsiteY124" fmla="*/ 2328024 h 2344739"/>
              <a:gd name="connsiteX125" fmla="*/ 5760067 w 12193149"/>
              <a:gd name="connsiteY125" fmla="*/ 2343716 h 2344739"/>
              <a:gd name="connsiteX126" fmla="*/ 5628108 w 12193149"/>
              <a:gd name="connsiteY126" fmla="*/ 2344739 h 2344739"/>
              <a:gd name="connsiteX127" fmla="*/ 5472054 w 12193149"/>
              <a:gd name="connsiteY127" fmla="*/ 2330719 h 2344739"/>
              <a:gd name="connsiteX128" fmla="*/ 5433909 w 12193149"/>
              <a:gd name="connsiteY128" fmla="*/ 2319466 h 2344739"/>
              <a:gd name="connsiteX129" fmla="*/ 5382817 w 12193149"/>
              <a:gd name="connsiteY129" fmla="*/ 2301764 h 2344739"/>
              <a:gd name="connsiteX130" fmla="*/ 5262912 w 12193149"/>
              <a:gd name="connsiteY130" fmla="*/ 2281347 h 2344739"/>
              <a:gd name="connsiteX131" fmla="*/ 5224109 w 12193149"/>
              <a:gd name="connsiteY131" fmla="*/ 2270223 h 2344739"/>
              <a:gd name="connsiteX132" fmla="*/ 5175808 w 12193149"/>
              <a:gd name="connsiteY132" fmla="*/ 2267233 h 2344739"/>
              <a:gd name="connsiteX133" fmla="*/ 5157702 w 12193149"/>
              <a:gd name="connsiteY133" fmla="*/ 2260010 h 2344739"/>
              <a:gd name="connsiteX134" fmla="*/ 5143747 w 12193149"/>
              <a:gd name="connsiteY134" fmla="*/ 2256610 h 2344739"/>
              <a:gd name="connsiteX135" fmla="*/ 5140744 w 12193149"/>
              <a:gd name="connsiteY135" fmla="*/ 2254509 h 2344739"/>
              <a:gd name="connsiteX136" fmla="*/ 5122807 w 12193149"/>
              <a:gd name="connsiteY136" fmla="*/ 2243656 h 2344739"/>
              <a:gd name="connsiteX137" fmla="*/ 5066938 w 12193149"/>
              <a:gd name="connsiteY137" fmla="*/ 2250227 h 2344739"/>
              <a:gd name="connsiteX138" fmla="*/ 5012662 w 12193149"/>
              <a:gd name="connsiteY138" fmla="*/ 2233846 h 2344739"/>
              <a:gd name="connsiteX139" fmla="*/ 4841589 w 12193149"/>
              <a:gd name="connsiteY139" fmla="*/ 2209829 h 2344739"/>
              <a:gd name="connsiteX140" fmla="*/ 4763595 w 12193149"/>
              <a:gd name="connsiteY140" fmla="*/ 2182061 h 2344739"/>
              <a:gd name="connsiteX141" fmla="*/ 4724334 w 12193149"/>
              <a:gd name="connsiteY141" fmla="*/ 2173047 h 2344739"/>
              <a:gd name="connsiteX142" fmla="*/ 4722324 w 12193149"/>
              <a:gd name="connsiteY142" fmla="*/ 2172298 h 2344739"/>
              <a:gd name="connsiteX143" fmla="*/ 4723259 w 12193149"/>
              <a:gd name="connsiteY143" fmla="*/ 2172087 h 2344739"/>
              <a:gd name="connsiteX144" fmla="*/ 4718350 w 12193149"/>
              <a:gd name="connsiteY144" fmla="*/ 2170817 h 2344739"/>
              <a:gd name="connsiteX145" fmla="*/ 4722324 w 12193149"/>
              <a:gd name="connsiteY145" fmla="*/ 2172298 h 2344739"/>
              <a:gd name="connsiteX146" fmla="*/ 4716674 w 12193149"/>
              <a:gd name="connsiteY146" fmla="*/ 2173573 h 2344739"/>
              <a:gd name="connsiteX147" fmla="*/ 4516962 w 12193149"/>
              <a:gd name="connsiteY147" fmla="*/ 2163671 h 2344739"/>
              <a:gd name="connsiteX148" fmla="*/ 4429691 w 12193149"/>
              <a:gd name="connsiteY148" fmla="*/ 2153020 h 2344739"/>
              <a:gd name="connsiteX149" fmla="*/ 4364023 w 12193149"/>
              <a:gd name="connsiteY149" fmla="*/ 2151674 h 2344739"/>
              <a:gd name="connsiteX150" fmla="*/ 4318114 w 12193149"/>
              <a:gd name="connsiteY150" fmla="*/ 2158289 h 2344739"/>
              <a:gd name="connsiteX151" fmla="*/ 4316258 w 12193149"/>
              <a:gd name="connsiteY151" fmla="*/ 2156948 h 2344739"/>
              <a:gd name="connsiteX152" fmla="*/ 4296292 w 12193149"/>
              <a:gd name="connsiteY152" fmla="*/ 2155069 h 2344739"/>
              <a:gd name="connsiteX153" fmla="*/ 4291212 w 12193149"/>
              <a:gd name="connsiteY153" fmla="*/ 2157986 h 2344739"/>
              <a:gd name="connsiteX154" fmla="*/ 4277290 w 12193149"/>
              <a:gd name="connsiteY154" fmla="*/ 2157740 h 2344739"/>
              <a:gd name="connsiteX155" fmla="*/ 4249265 w 12193149"/>
              <a:gd name="connsiteY155" fmla="*/ 2160064 h 2344739"/>
              <a:gd name="connsiteX156" fmla="*/ 4203199 w 12193149"/>
              <a:gd name="connsiteY156" fmla="*/ 2157269 h 2344739"/>
              <a:gd name="connsiteX157" fmla="*/ 4202893 w 12193149"/>
              <a:gd name="connsiteY157" fmla="*/ 2156010 h 2344739"/>
              <a:gd name="connsiteX158" fmla="*/ 4192396 w 12193149"/>
              <a:gd name="connsiteY158" fmla="*/ 2150376 h 2344739"/>
              <a:gd name="connsiteX159" fmla="*/ 4143893 w 12193149"/>
              <a:gd name="connsiteY159" fmla="*/ 2134511 h 2344739"/>
              <a:gd name="connsiteX160" fmla="*/ 4084245 w 12193149"/>
              <a:gd name="connsiteY160" fmla="*/ 2107978 h 2344739"/>
              <a:gd name="connsiteX161" fmla="*/ 4075694 w 12193149"/>
              <a:gd name="connsiteY161" fmla="*/ 2107143 h 2344739"/>
              <a:gd name="connsiteX162" fmla="*/ 4075575 w 12193149"/>
              <a:gd name="connsiteY162" fmla="*/ 2106844 h 2344739"/>
              <a:gd name="connsiteX163" fmla="*/ 4066658 w 12193149"/>
              <a:gd name="connsiteY163" fmla="*/ 2105400 h 2344739"/>
              <a:gd name="connsiteX164" fmla="*/ 4060102 w 12193149"/>
              <a:gd name="connsiteY164" fmla="*/ 2105618 h 2344739"/>
              <a:gd name="connsiteX165" fmla="*/ 4043512 w 12193149"/>
              <a:gd name="connsiteY165" fmla="*/ 2103997 h 2344739"/>
              <a:gd name="connsiteX166" fmla="*/ 4038145 w 12193149"/>
              <a:gd name="connsiteY166" fmla="*/ 2101563 h 2344739"/>
              <a:gd name="connsiteX167" fmla="*/ 4036511 w 12193149"/>
              <a:gd name="connsiteY167" fmla="*/ 2097896 h 2344739"/>
              <a:gd name="connsiteX168" fmla="*/ 4034926 w 12193149"/>
              <a:gd name="connsiteY168" fmla="*/ 2098131 h 2344739"/>
              <a:gd name="connsiteX169" fmla="*/ 4005686 w 12193149"/>
              <a:gd name="connsiteY169" fmla="*/ 2085563 h 2344739"/>
              <a:gd name="connsiteX170" fmla="*/ 3937994 w 12193149"/>
              <a:gd name="connsiteY170" fmla="*/ 2068106 h 2344739"/>
              <a:gd name="connsiteX171" fmla="*/ 3898423 w 12193149"/>
              <a:gd name="connsiteY171" fmla="*/ 2062451 h 2344739"/>
              <a:gd name="connsiteX172" fmla="*/ 3790908 w 12193149"/>
              <a:gd name="connsiteY172" fmla="*/ 2042213 h 2344739"/>
              <a:gd name="connsiteX173" fmla="*/ 3683661 w 12193149"/>
              <a:gd name="connsiteY173" fmla="*/ 2018290 h 2344739"/>
              <a:gd name="connsiteX174" fmla="*/ 3611183 w 12193149"/>
              <a:gd name="connsiteY174" fmla="*/ 1986019 h 2344739"/>
              <a:gd name="connsiteX175" fmla="*/ 3605003 w 12193149"/>
              <a:gd name="connsiteY175" fmla="*/ 1987381 h 2344739"/>
              <a:gd name="connsiteX176" fmla="*/ 3595884 w 12193149"/>
              <a:gd name="connsiteY176" fmla="*/ 1987545 h 2344739"/>
              <a:gd name="connsiteX177" fmla="*/ 3595649 w 12193149"/>
              <a:gd name="connsiteY177" fmla="*/ 1987276 h 2344739"/>
              <a:gd name="connsiteX178" fmla="*/ 3587126 w 12193149"/>
              <a:gd name="connsiteY178" fmla="*/ 1987966 h 2344739"/>
              <a:gd name="connsiteX179" fmla="*/ 3537283 w 12193149"/>
              <a:gd name="connsiteY179" fmla="*/ 1978267 h 2344739"/>
              <a:gd name="connsiteX180" fmla="*/ 3474371 w 12193149"/>
              <a:gd name="connsiteY180" fmla="*/ 1974606 h 2344739"/>
              <a:gd name="connsiteX181" fmla="*/ 3401876 w 12193149"/>
              <a:gd name="connsiteY181" fmla="*/ 1962558 h 2344739"/>
              <a:gd name="connsiteX182" fmla="*/ 3365036 w 12193149"/>
              <a:gd name="connsiteY182" fmla="*/ 1979510 h 2344739"/>
              <a:gd name="connsiteX183" fmla="*/ 3345174 w 12193149"/>
              <a:gd name="connsiteY183" fmla="*/ 1981192 h 2344739"/>
              <a:gd name="connsiteX184" fmla="*/ 3342846 w 12193149"/>
              <a:gd name="connsiteY184" fmla="*/ 1980217 h 2344739"/>
              <a:gd name="connsiteX185" fmla="*/ 3263504 w 12193149"/>
              <a:gd name="connsiteY185" fmla="*/ 1986094 h 2344739"/>
              <a:gd name="connsiteX186" fmla="*/ 3143704 w 12193149"/>
              <a:gd name="connsiteY186" fmla="*/ 1993869 h 2344739"/>
              <a:gd name="connsiteX187" fmla="*/ 3031439 w 12193149"/>
              <a:gd name="connsiteY187" fmla="*/ 1996512 h 2344739"/>
              <a:gd name="connsiteX188" fmla="*/ 2782717 w 12193149"/>
              <a:gd name="connsiteY188" fmla="*/ 2018333 h 2344739"/>
              <a:gd name="connsiteX189" fmla="*/ 2647675 w 12193149"/>
              <a:gd name="connsiteY189" fmla="*/ 2028869 h 2344739"/>
              <a:gd name="connsiteX190" fmla="*/ 2569176 w 12193149"/>
              <a:gd name="connsiteY190" fmla="*/ 2002628 h 2344739"/>
              <a:gd name="connsiteX191" fmla="*/ 2444403 w 12193149"/>
              <a:gd name="connsiteY191" fmla="*/ 2016529 h 2344739"/>
              <a:gd name="connsiteX192" fmla="*/ 2316260 w 12193149"/>
              <a:gd name="connsiteY192" fmla="*/ 2024996 h 2344739"/>
              <a:gd name="connsiteX193" fmla="*/ 2209726 w 12193149"/>
              <a:gd name="connsiteY193" fmla="*/ 2019763 h 2344739"/>
              <a:gd name="connsiteX194" fmla="*/ 2095813 w 12193149"/>
              <a:gd name="connsiteY194" fmla="*/ 2003052 h 2344739"/>
              <a:gd name="connsiteX195" fmla="*/ 1998504 w 12193149"/>
              <a:gd name="connsiteY195" fmla="*/ 1995032 h 2344739"/>
              <a:gd name="connsiteX196" fmla="*/ 1929320 w 12193149"/>
              <a:gd name="connsiteY196" fmla="*/ 2016977 h 2344739"/>
              <a:gd name="connsiteX197" fmla="*/ 1922798 w 12193149"/>
              <a:gd name="connsiteY197" fmla="*/ 2012146 h 2344739"/>
              <a:gd name="connsiteX198" fmla="*/ 1874228 w 12193149"/>
              <a:gd name="connsiteY198" fmla="*/ 2013741 h 2344739"/>
              <a:gd name="connsiteX199" fmla="*/ 1787803 w 12193149"/>
              <a:gd name="connsiteY199" fmla="*/ 2041363 h 2344739"/>
              <a:gd name="connsiteX200" fmla="*/ 1739352 w 12193149"/>
              <a:gd name="connsiteY200" fmla="*/ 2036312 h 2344739"/>
              <a:gd name="connsiteX201" fmla="*/ 1676219 w 12193149"/>
              <a:gd name="connsiteY201" fmla="*/ 2019963 h 2344739"/>
              <a:gd name="connsiteX202" fmla="*/ 1609817 w 12193149"/>
              <a:gd name="connsiteY202" fmla="*/ 2013066 h 2344739"/>
              <a:gd name="connsiteX203" fmla="*/ 1497258 w 12193149"/>
              <a:gd name="connsiteY203" fmla="*/ 1987476 h 2344739"/>
              <a:gd name="connsiteX204" fmla="*/ 1151127 w 12193149"/>
              <a:gd name="connsiteY204" fmla="*/ 1938041 h 2344739"/>
              <a:gd name="connsiteX205" fmla="*/ 859417 w 12193149"/>
              <a:gd name="connsiteY205" fmla="*/ 1928608 h 2344739"/>
              <a:gd name="connsiteX206" fmla="*/ 838688 w 12193149"/>
              <a:gd name="connsiteY206" fmla="*/ 1929821 h 2344739"/>
              <a:gd name="connsiteX207" fmla="*/ 817957 w 12193149"/>
              <a:gd name="connsiteY207" fmla="*/ 1927857 h 2344739"/>
              <a:gd name="connsiteX208" fmla="*/ 812654 w 12193149"/>
              <a:gd name="connsiteY208" fmla="*/ 1930751 h 2344739"/>
              <a:gd name="connsiteX209" fmla="*/ 721195 w 12193149"/>
              <a:gd name="connsiteY209" fmla="*/ 1929661 h 2344739"/>
              <a:gd name="connsiteX210" fmla="*/ 720890 w 12193149"/>
              <a:gd name="connsiteY210" fmla="*/ 1928399 h 2344739"/>
              <a:gd name="connsiteX211" fmla="*/ 710023 w 12193149"/>
              <a:gd name="connsiteY211" fmla="*/ 1922722 h 2344739"/>
              <a:gd name="connsiteX212" fmla="*/ 597940 w 12193149"/>
              <a:gd name="connsiteY212" fmla="*/ 1879864 h 2344739"/>
              <a:gd name="connsiteX213" fmla="*/ 579683 w 12193149"/>
              <a:gd name="connsiteY213" fmla="*/ 1877212 h 2344739"/>
              <a:gd name="connsiteX214" fmla="*/ 572865 w 12193149"/>
              <a:gd name="connsiteY214" fmla="*/ 1877401 h 2344739"/>
              <a:gd name="connsiteX215" fmla="*/ 446247 w 12193149"/>
              <a:gd name="connsiteY215" fmla="*/ 1839371 h 2344739"/>
              <a:gd name="connsiteX216" fmla="*/ 405163 w 12193149"/>
              <a:gd name="connsiteY216" fmla="*/ 1833548 h 2344739"/>
              <a:gd name="connsiteX217" fmla="*/ 293583 w 12193149"/>
              <a:gd name="connsiteY217" fmla="*/ 1812852 h 2344739"/>
              <a:gd name="connsiteX218" fmla="*/ 119529 w 12193149"/>
              <a:gd name="connsiteY218" fmla="*/ 1761047 h 2344739"/>
              <a:gd name="connsiteX219" fmla="*/ 16674 w 12193149"/>
              <a:gd name="connsiteY219" fmla="*/ 1758191 h 2344739"/>
              <a:gd name="connsiteX220" fmla="*/ 1150 w 12193149"/>
              <a:gd name="connsiteY220" fmla="*/ 1752722 h 2344739"/>
              <a:gd name="connsiteX221" fmla="*/ 1148 w 12193149"/>
              <a:gd name="connsiteY221" fmla="*/ 222213 h 2344739"/>
              <a:gd name="connsiteX222" fmla="*/ 1148 w 12193149"/>
              <a:gd name="connsiteY222"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38590 w 12193149"/>
              <a:gd name="connsiteY65" fmla="*/ 1869293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585655 w 12193149"/>
              <a:gd name="connsiteY63" fmla="*/ 1795542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219707 w 12193149"/>
              <a:gd name="connsiteY105" fmla="*/ 2156680 h 2344739"/>
              <a:gd name="connsiteX106" fmla="*/ 7202249 w 12193149"/>
              <a:gd name="connsiteY106" fmla="*/ 2161230 h 2344739"/>
              <a:gd name="connsiteX107" fmla="*/ 7198152 w 12193149"/>
              <a:gd name="connsiteY107" fmla="*/ 2166588 h 2344739"/>
              <a:gd name="connsiteX108" fmla="*/ 7171956 w 12193149"/>
              <a:gd name="connsiteY108" fmla="*/ 2171236 h 2344739"/>
              <a:gd name="connsiteX109" fmla="*/ 7098136 w 12193149"/>
              <a:gd name="connsiteY109" fmla="*/ 2183464 h 2344739"/>
              <a:gd name="connsiteX110" fmla="*/ 7019644 w 12193149"/>
              <a:gd name="connsiteY110" fmla="*/ 2183090 h 2344739"/>
              <a:gd name="connsiteX111" fmla="*/ 6905294 w 12193149"/>
              <a:gd name="connsiteY111" fmla="*/ 2212596 h 2344739"/>
              <a:gd name="connsiteX112" fmla="*/ 6709370 w 12193149"/>
              <a:gd name="connsiteY112" fmla="*/ 2240551 h 2344739"/>
              <a:gd name="connsiteX113" fmla="*/ 6550602 w 12193149"/>
              <a:gd name="connsiteY113" fmla="*/ 2269327 h 2344739"/>
              <a:gd name="connsiteX114" fmla="*/ 6318708 w 12193149"/>
              <a:gd name="connsiteY114" fmla="*/ 2316127 h 2344739"/>
              <a:gd name="connsiteX115" fmla="*/ 6169822 w 12193149"/>
              <a:gd name="connsiteY115" fmla="*/ 2318214 h 2344739"/>
              <a:gd name="connsiteX116" fmla="*/ 6074996 w 12193149"/>
              <a:gd name="connsiteY116" fmla="*/ 2338676 h 2344739"/>
              <a:gd name="connsiteX117" fmla="*/ 6069677 w 12193149"/>
              <a:gd name="connsiteY117" fmla="*/ 2337139 h 2344739"/>
              <a:gd name="connsiteX118" fmla="*/ 6049786 w 12193149"/>
              <a:gd name="connsiteY118" fmla="*/ 2337822 h 2344739"/>
              <a:gd name="connsiteX119" fmla="*/ 6042433 w 12193149"/>
              <a:gd name="connsiteY119" fmla="*/ 2329473 h 2344739"/>
              <a:gd name="connsiteX120" fmla="*/ 6011238 w 12193149"/>
              <a:gd name="connsiteY120" fmla="*/ 2324380 h 2344739"/>
              <a:gd name="connsiteX121" fmla="*/ 5958523 w 12193149"/>
              <a:gd name="connsiteY121" fmla="*/ 2328024 h 2344739"/>
              <a:gd name="connsiteX122" fmla="*/ 5760067 w 12193149"/>
              <a:gd name="connsiteY122" fmla="*/ 2343716 h 2344739"/>
              <a:gd name="connsiteX123" fmla="*/ 5628108 w 12193149"/>
              <a:gd name="connsiteY123" fmla="*/ 2344739 h 2344739"/>
              <a:gd name="connsiteX124" fmla="*/ 5472054 w 12193149"/>
              <a:gd name="connsiteY124" fmla="*/ 2330719 h 2344739"/>
              <a:gd name="connsiteX125" fmla="*/ 5433909 w 12193149"/>
              <a:gd name="connsiteY125" fmla="*/ 2319466 h 2344739"/>
              <a:gd name="connsiteX126" fmla="*/ 5382817 w 12193149"/>
              <a:gd name="connsiteY126" fmla="*/ 2301764 h 2344739"/>
              <a:gd name="connsiteX127" fmla="*/ 5262912 w 12193149"/>
              <a:gd name="connsiteY127" fmla="*/ 2281347 h 2344739"/>
              <a:gd name="connsiteX128" fmla="*/ 5224109 w 12193149"/>
              <a:gd name="connsiteY128" fmla="*/ 2270223 h 2344739"/>
              <a:gd name="connsiteX129" fmla="*/ 5175808 w 12193149"/>
              <a:gd name="connsiteY129" fmla="*/ 2267233 h 2344739"/>
              <a:gd name="connsiteX130" fmla="*/ 5157702 w 12193149"/>
              <a:gd name="connsiteY130" fmla="*/ 2260010 h 2344739"/>
              <a:gd name="connsiteX131" fmla="*/ 5143747 w 12193149"/>
              <a:gd name="connsiteY131" fmla="*/ 2256610 h 2344739"/>
              <a:gd name="connsiteX132" fmla="*/ 5140744 w 12193149"/>
              <a:gd name="connsiteY132" fmla="*/ 2254509 h 2344739"/>
              <a:gd name="connsiteX133" fmla="*/ 5122807 w 12193149"/>
              <a:gd name="connsiteY133" fmla="*/ 2243656 h 2344739"/>
              <a:gd name="connsiteX134" fmla="*/ 5066938 w 12193149"/>
              <a:gd name="connsiteY134" fmla="*/ 2250227 h 2344739"/>
              <a:gd name="connsiteX135" fmla="*/ 5012662 w 12193149"/>
              <a:gd name="connsiteY135" fmla="*/ 2233846 h 2344739"/>
              <a:gd name="connsiteX136" fmla="*/ 4841589 w 12193149"/>
              <a:gd name="connsiteY136" fmla="*/ 2209829 h 2344739"/>
              <a:gd name="connsiteX137" fmla="*/ 4763595 w 12193149"/>
              <a:gd name="connsiteY137" fmla="*/ 2182061 h 2344739"/>
              <a:gd name="connsiteX138" fmla="*/ 4724334 w 12193149"/>
              <a:gd name="connsiteY138" fmla="*/ 2173047 h 2344739"/>
              <a:gd name="connsiteX139" fmla="*/ 4722324 w 12193149"/>
              <a:gd name="connsiteY139" fmla="*/ 2172298 h 2344739"/>
              <a:gd name="connsiteX140" fmla="*/ 4723259 w 12193149"/>
              <a:gd name="connsiteY140" fmla="*/ 2172087 h 2344739"/>
              <a:gd name="connsiteX141" fmla="*/ 4718350 w 12193149"/>
              <a:gd name="connsiteY141" fmla="*/ 2170817 h 2344739"/>
              <a:gd name="connsiteX142" fmla="*/ 4722324 w 12193149"/>
              <a:gd name="connsiteY142" fmla="*/ 2172298 h 2344739"/>
              <a:gd name="connsiteX143" fmla="*/ 4716674 w 12193149"/>
              <a:gd name="connsiteY143" fmla="*/ 2173573 h 2344739"/>
              <a:gd name="connsiteX144" fmla="*/ 4516962 w 12193149"/>
              <a:gd name="connsiteY144" fmla="*/ 2163671 h 2344739"/>
              <a:gd name="connsiteX145" fmla="*/ 4429691 w 12193149"/>
              <a:gd name="connsiteY145" fmla="*/ 2153020 h 2344739"/>
              <a:gd name="connsiteX146" fmla="*/ 4364023 w 12193149"/>
              <a:gd name="connsiteY146" fmla="*/ 2151674 h 2344739"/>
              <a:gd name="connsiteX147" fmla="*/ 4318114 w 12193149"/>
              <a:gd name="connsiteY147" fmla="*/ 2158289 h 2344739"/>
              <a:gd name="connsiteX148" fmla="*/ 4316258 w 12193149"/>
              <a:gd name="connsiteY148" fmla="*/ 2156948 h 2344739"/>
              <a:gd name="connsiteX149" fmla="*/ 4296292 w 12193149"/>
              <a:gd name="connsiteY149" fmla="*/ 2155069 h 2344739"/>
              <a:gd name="connsiteX150" fmla="*/ 4291212 w 12193149"/>
              <a:gd name="connsiteY150" fmla="*/ 2157986 h 2344739"/>
              <a:gd name="connsiteX151" fmla="*/ 4277290 w 12193149"/>
              <a:gd name="connsiteY151" fmla="*/ 2157740 h 2344739"/>
              <a:gd name="connsiteX152" fmla="*/ 4249265 w 12193149"/>
              <a:gd name="connsiteY152" fmla="*/ 2160064 h 2344739"/>
              <a:gd name="connsiteX153" fmla="*/ 4203199 w 12193149"/>
              <a:gd name="connsiteY153" fmla="*/ 2157269 h 2344739"/>
              <a:gd name="connsiteX154" fmla="*/ 4202893 w 12193149"/>
              <a:gd name="connsiteY154" fmla="*/ 2156010 h 2344739"/>
              <a:gd name="connsiteX155" fmla="*/ 4192396 w 12193149"/>
              <a:gd name="connsiteY155" fmla="*/ 2150376 h 2344739"/>
              <a:gd name="connsiteX156" fmla="*/ 4143893 w 12193149"/>
              <a:gd name="connsiteY156" fmla="*/ 2134511 h 2344739"/>
              <a:gd name="connsiteX157" fmla="*/ 4084245 w 12193149"/>
              <a:gd name="connsiteY157" fmla="*/ 2107978 h 2344739"/>
              <a:gd name="connsiteX158" fmla="*/ 4075694 w 12193149"/>
              <a:gd name="connsiteY158" fmla="*/ 2107143 h 2344739"/>
              <a:gd name="connsiteX159" fmla="*/ 4075575 w 12193149"/>
              <a:gd name="connsiteY159" fmla="*/ 2106844 h 2344739"/>
              <a:gd name="connsiteX160" fmla="*/ 4066658 w 12193149"/>
              <a:gd name="connsiteY160" fmla="*/ 2105400 h 2344739"/>
              <a:gd name="connsiteX161" fmla="*/ 4060102 w 12193149"/>
              <a:gd name="connsiteY161" fmla="*/ 2105618 h 2344739"/>
              <a:gd name="connsiteX162" fmla="*/ 4043512 w 12193149"/>
              <a:gd name="connsiteY162" fmla="*/ 2103997 h 2344739"/>
              <a:gd name="connsiteX163" fmla="*/ 4038145 w 12193149"/>
              <a:gd name="connsiteY163" fmla="*/ 2101563 h 2344739"/>
              <a:gd name="connsiteX164" fmla="*/ 4036511 w 12193149"/>
              <a:gd name="connsiteY164" fmla="*/ 2097896 h 2344739"/>
              <a:gd name="connsiteX165" fmla="*/ 4034926 w 12193149"/>
              <a:gd name="connsiteY165" fmla="*/ 2098131 h 2344739"/>
              <a:gd name="connsiteX166" fmla="*/ 4005686 w 12193149"/>
              <a:gd name="connsiteY166" fmla="*/ 2085563 h 2344739"/>
              <a:gd name="connsiteX167" fmla="*/ 3937994 w 12193149"/>
              <a:gd name="connsiteY167" fmla="*/ 2068106 h 2344739"/>
              <a:gd name="connsiteX168" fmla="*/ 3898423 w 12193149"/>
              <a:gd name="connsiteY168" fmla="*/ 2062451 h 2344739"/>
              <a:gd name="connsiteX169" fmla="*/ 3790908 w 12193149"/>
              <a:gd name="connsiteY169" fmla="*/ 2042213 h 2344739"/>
              <a:gd name="connsiteX170" fmla="*/ 3683661 w 12193149"/>
              <a:gd name="connsiteY170" fmla="*/ 2018290 h 2344739"/>
              <a:gd name="connsiteX171" fmla="*/ 3611183 w 12193149"/>
              <a:gd name="connsiteY171" fmla="*/ 1986019 h 2344739"/>
              <a:gd name="connsiteX172" fmla="*/ 3605003 w 12193149"/>
              <a:gd name="connsiteY172" fmla="*/ 1987381 h 2344739"/>
              <a:gd name="connsiteX173" fmla="*/ 3595884 w 12193149"/>
              <a:gd name="connsiteY173" fmla="*/ 1987545 h 2344739"/>
              <a:gd name="connsiteX174" fmla="*/ 3595649 w 12193149"/>
              <a:gd name="connsiteY174" fmla="*/ 1987276 h 2344739"/>
              <a:gd name="connsiteX175" fmla="*/ 3587126 w 12193149"/>
              <a:gd name="connsiteY175" fmla="*/ 1987966 h 2344739"/>
              <a:gd name="connsiteX176" fmla="*/ 3537283 w 12193149"/>
              <a:gd name="connsiteY176" fmla="*/ 1978267 h 2344739"/>
              <a:gd name="connsiteX177" fmla="*/ 3474371 w 12193149"/>
              <a:gd name="connsiteY177" fmla="*/ 1974606 h 2344739"/>
              <a:gd name="connsiteX178" fmla="*/ 3401876 w 12193149"/>
              <a:gd name="connsiteY178" fmla="*/ 1962558 h 2344739"/>
              <a:gd name="connsiteX179" fmla="*/ 3365036 w 12193149"/>
              <a:gd name="connsiteY179" fmla="*/ 1979510 h 2344739"/>
              <a:gd name="connsiteX180" fmla="*/ 3345174 w 12193149"/>
              <a:gd name="connsiteY180" fmla="*/ 1981192 h 2344739"/>
              <a:gd name="connsiteX181" fmla="*/ 3342846 w 12193149"/>
              <a:gd name="connsiteY181" fmla="*/ 1980217 h 2344739"/>
              <a:gd name="connsiteX182" fmla="*/ 3263504 w 12193149"/>
              <a:gd name="connsiteY182" fmla="*/ 1986094 h 2344739"/>
              <a:gd name="connsiteX183" fmla="*/ 3143704 w 12193149"/>
              <a:gd name="connsiteY183" fmla="*/ 1993869 h 2344739"/>
              <a:gd name="connsiteX184" fmla="*/ 3031439 w 12193149"/>
              <a:gd name="connsiteY184" fmla="*/ 1996512 h 2344739"/>
              <a:gd name="connsiteX185" fmla="*/ 2782717 w 12193149"/>
              <a:gd name="connsiteY185" fmla="*/ 2018333 h 2344739"/>
              <a:gd name="connsiteX186" fmla="*/ 2647675 w 12193149"/>
              <a:gd name="connsiteY186" fmla="*/ 2028869 h 2344739"/>
              <a:gd name="connsiteX187" fmla="*/ 2569176 w 12193149"/>
              <a:gd name="connsiteY187" fmla="*/ 2002628 h 2344739"/>
              <a:gd name="connsiteX188" fmla="*/ 2444403 w 12193149"/>
              <a:gd name="connsiteY188" fmla="*/ 2016529 h 2344739"/>
              <a:gd name="connsiteX189" fmla="*/ 2316260 w 12193149"/>
              <a:gd name="connsiteY189" fmla="*/ 2024996 h 2344739"/>
              <a:gd name="connsiteX190" fmla="*/ 2209726 w 12193149"/>
              <a:gd name="connsiteY190" fmla="*/ 2019763 h 2344739"/>
              <a:gd name="connsiteX191" fmla="*/ 2095813 w 12193149"/>
              <a:gd name="connsiteY191" fmla="*/ 2003052 h 2344739"/>
              <a:gd name="connsiteX192" fmla="*/ 1998504 w 12193149"/>
              <a:gd name="connsiteY192" fmla="*/ 1995032 h 2344739"/>
              <a:gd name="connsiteX193" fmla="*/ 1929320 w 12193149"/>
              <a:gd name="connsiteY193" fmla="*/ 2016977 h 2344739"/>
              <a:gd name="connsiteX194" fmla="*/ 1922798 w 12193149"/>
              <a:gd name="connsiteY194" fmla="*/ 2012146 h 2344739"/>
              <a:gd name="connsiteX195" fmla="*/ 1874228 w 12193149"/>
              <a:gd name="connsiteY195" fmla="*/ 2013741 h 2344739"/>
              <a:gd name="connsiteX196" fmla="*/ 1787803 w 12193149"/>
              <a:gd name="connsiteY196" fmla="*/ 2041363 h 2344739"/>
              <a:gd name="connsiteX197" fmla="*/ 1739352 w 12193149"/>
              <a:gd name="connsiteY197" fmla="*/ 2036312 h 2344739"/>
              <a:gd name="connsiteX198" fmla="*/ 1676219 w 12193149"/>
              <a:gd name="connsiteY198" fmla="*/ 2019963 h 2344739"/>
              <a:gd name="connsiteX199" fmla="*/ 1609817 w 12193149"/>
              <a:gd name="connsiteY199" fmla="*/ 2013066 h 2344739"/>
              <a:gd name="connsiteX200" fmla="*/ 1497258 w 12193149"/>
              <a:gd name="connsiteY200" fmla="*/ 1987476 h 2344739"/>
              <a:gd name="connsiteX201" fmla="*/ 1151127 w 12193149"/>
              <a:gd name="connsiteY201" fmla="*/ 1938041 h 2344739"/>
              <a:gd name="connsiteX202" fmla="*/ 859417 w 12193149"/>
              <a:gd name="connsiteY202" fmla="*/ 1928608 h 2344739"/>
              <a:gd name="connsiteX203" fmla="*/ 838688 w 12193149"/>
              <a:gd name="connsiteY203" fmla="*/ 1929821 h 2344739"/>
              <a:gd name="connsiteX204" fmla="*/ 817957 w 12193149"/>
              <a:gd name="connsiteY204" fmla="*/ 1927857 h 2344739"/>
              <a:gd name="connsiteX205" fmla="*/ 812654 w 12193149"/>
              <a:gd name="connsiteY205" fmla="*/ 1930751 h 2344739"/>
              <a:gd name="connsiteX206" fmla="*/ 721195 w 12193149"/>
              <a:gd name="connsiteY206" fmla="*/ 1929661 h 2344739"/>
              <a:gd name="connsiteX207" fmla="*/ 720890 w 12193149"/>
              <a:gd name="connsiteY207" fmla="*/ 1928399 h 2344739"/>
              <a:gd name="connsiteX208" fmla="*/ 710023 w 12193149"/>
              <a:gd name="connsiteY208" fmla="*/ 1922722 h 2344739"/>
              <a:gd name="connsiteX209" fmla="*/ 597940 w 12193149"/>
              <a:gd name="connsiteY209" fmla="*/ 1879864 h 2344739"/>
              <a:gd name="connsiteX210" fmla="*/ 579683 w 12193149"/>
              <a:gd name="connsiteY210" fmla="*/ 1877212 h 2344739"/>
              <a:gd name="connsiteX211" fmla="*/ 572865 w 12193149"/>
              <a:gd name="connsiteY211" fmla="*/ 1877401 h 2344739"/>
              <a:gd name="connsiteX212" fmla="*/ 446247 w 12193149"/>
              <a:gd name="connsiteY212" fmla="*/ 1839371 h 2344739"/>
              <a:gd name="connsiteX213" fmla="*/ 405163 w 12193149"/>
              <a:gd name="connsiteY213" fmla="*/ 1833548 h 2344739"/>
              <a:gd name="connsiteX214" fmla="*/ 293583 w 12193149"/>
              <a:gd name="connsiteY214" fmla="*/ 1812852 h 2344739"/>
              <a:gd name="connsiteX215" fmla="*/ 119529 w 12193149"/>
              <a:gd name="connsiteY215" fmla="*/ 1761047 h 2344739"/>
              <a:gd name="connsiteX216" fmla="*/ 16674 w 12193149"/>
              <a:gd name="connsiteY216" fmla="*/ 1758191 h 2344739"/>
              <a:gd name="connsiteX217" fmla="*/ 1150 w 12193149"/>
              <a:gd name="connsiteY217" fmla="*/ 1752722 h 2344739"/>
              <a:gd name="connsiteX218" fmla="*/ 1148 w 12193149"/>
              <a:gd name="connsiteY218" fmla="*/ 222213 h 2344739"/>
              <a:gd name="connsiteX219" fmla="*/ 1148 w 12193149"/>
              <a:gd name="connsiteY219"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590693 w 12193149"/>
              <a:gd name="connsiteY23" fmla="*/ 963777 h 2344739"/>
              <a:gd name="connsiteX24" fmla="*/ 11506817 w 12193149"/>
              <a:gd name="connsiteY24" fmla="*/ 1033623 h 2344739"/>
              <a:gd name="connsiteX25" fmla="*/ 11280332 w 12193149"/>
              <a:gd name="connsiteY25" fmla="*/ 1223571 h 2344739"/>
              <a:gd name="connsiteX26" fmla="*/ 11228309 w 12193149"/>
              <a:gd name="connsiteY26" fmla="*/ 1276236 h 2344739"/>
              <a:gd name="connsiteX27" fmla="*/ 11218087 w 12193149"/>
              <a:gd name="connsiteY27" fmla="*/ 1275961 h 2344739"/>
              <a:gd name="connsiteX28" fmla="*/ 11217184 w 12193149"/>
              <a:gd name="connsiteY28" fmla="*/ 1275018 h 2344739"/>
              <a:gd name="connsiteX29" fmla="*/ 11188885 w 12193149"/>
              <a:gd name="connsiteY29" fmla="*/ 1292383 h 2344739"/>
              <a:gd name="connsiteX30" fmla="*/ 11184501 w 12193149"/>
              <a:gd name="connsiteY30" fmla="*/ 1292525 h 2344739"/>
              <a:gd name="connsiteX31" fmla="*/ 11166854 w 12193149"/>
              <a:gd name="connsiteY31" fmla="*/ 1306612 h 2344739"/>
              <a:gd name="connsiteX32" fmla="*/ 11157311 w 12193149"/>
              <a:gd name="connsiteY32" fmla="*/ 1312414 h 2344739"/>
              <a:gd name="connsiteX33" fmla="*/ 11155496 w 12193149"/>
              <a:gd name="connsiteY33" fmla="*/ 1317097 h 2344739"/>
              <a:gd name="connsiteX34" fmla="*/ 11140961 w 12193149"/>
              <a:gd name="connsiteY34" fmla="*/ 1324115 h 2344739"/>
              <a:gd name="connsiteX35" fmla="*/ 11138961 w 12193149"/>
              <a:gd name="connsiteY35" fmla="*/ 1323772 h 2344739"/>
              <a:gd name="connsiteX36" fmla="*/ 11128208 w 12193149"/>
              <a:gd name="connsiteY36" fmla="*/ 1333832 h 2344739"/>
              <a:gd name="connsiteX37" fmla="*/ 11120691 w 12193149"/>
              <a:gd name="connsiteY37" fmla="*/ 1347424 h 2344739"/>
              <a:gd name="connsiteX38" fmla="*/ 10894683 w 12193149"/>
              <a:gd name="connsiteY38" fmla="*/ 1473399 h 2344739"/>
              <a:gd name="connsiteX39" fmla="*/ 10773300 w 12193149"/>
              <a:gd name="connsiteY39" fmla="*/ 1523191 h 2344739"/>
              <a:gd name="connsiteX40" fmla="*/ 10627668 w 12193149"/>
              <a:gd name="connsiteY40" fmla="*/ 1559229 h 2344739"/>
              <a:gd name="connsiteX41" fmla="*/ 10581895 w 12193149"/>
              <a:gd name="connsiteY41" fmla="*/ 1568689 h 2344739"/>
              <a:gd name="connsiteX42" fmla="*/ 10547790 w 12193149"/>
              <a:gd name="connsiteY42" fmla="*/ 1598423 h 2344739"/>
              <a:gd name="connsiteX43" fmla="*/ 10529643 w 12193149"/>
              <a:gd name="connsiteY43" fmla="*/ 1596907 h 2344739"/>
              <a:gd name="connsiteX44" fmla="*/ 10526446 w 12193149"/>
              <a:gd name="connsiteY44" fmla="*/ 1596411 h 2344739"/>
              <a:gd name="connsiteX45" fmla="*/ 10515129 w 12193149"/>
              <a:gd name="connsiteY45" fmla="*/ 1599537 h 2344739"/>
              <a:gd name="connsiteX46" fmla="*/ 10491735 w 12193149"/>
              <a:gd name="connsiteY46" fmla="*/ 1594156 h 2344739"/>
              <a:gd name="connsiteX47" fmla="*/ 10471418 w 12193149"/>
              <a:gd name="connsiteY47" fmla="*/ 1601693 h 2344739"/>
              <a:gd name="connsiteX48" fmla="*/ 10377042 w 12193149"/>
              <a:gd name="connsiteY48" fmla="*/ 1644598 h 2344739"/>
              <a:gd name="connsiteX49" fmla="*/ 10319338 w 12193149"/>
              <a:gd name="connsiteY49" fmla="*/ 1666221 h 2344739"/>
              <a:gd name="connsiteX50" fmla="*/ 10295467 w 12193149"/>
              <a:gd name="connsiteY50" fmla="*/ 1668079 h 2344739"/>
              <a:gd name="connsiteX51" fmla="*/ 10263443 w 12193149"/>
              <a:gd name="connsiteY51" fmla="*/ 1674948 h 2344739"/>
              <a:gd name="connsiteX52" fmla="*/ 10205418 w 12193149"/>
              <a:gd name="connsiteY52" fmla="*/ 1682149 h 2344739"/>
              <a:gd name="connsiteX53" fmla="*/ 10177759 w 12193149"/>
              <a:gd name="connsiteY53" fmla="*/ 1692943 h 2344739"/>
              <a:gd name="connsiteX54" fmla="*/ 10165070 w 12193149"/>
              <a:gd name="connsiteY54" fmla="*/ 1693739 h 2344739"/>
              <a:gd name="connsiteX55" fmla="*/ 10156308 w 12193149"/>
              <a:gd name="connsiteY55" fmla="*/ 1707487 h 2344739"/>
              <a:gd name="connsiteX56" fmla="*/ 10118267 w 12193149"/>
              <a:gd name="connsiteY56" fmla="*/ 1731142 h 2344739"/>
              <a:gd name="connsiteX57" fmla="*/ 10083317 w 12193149"/>
              <a:gd name="connsiteY57" fmla="*/ 1743296 h 2344739"/>
              <a:gd name="connsiteX58" fmla="*/ 10040388 w 12193149"/>
              <a:gd name="connsiteY58" fmla="*/ 1741632 h 2344739"/>
              <a:gd name="connsiteX59" fmla="*/ 9961167 w 12193149"/>
              <a:gd name="connsiteY59" fmla="*/ 1757147 h 2344739"/>
              <a:gd name="connsiteX60" fmla="*/ 9848940 w 12193149"/>
              <a:gd name="connsiteY60" fmla="*/ 1763915 h 2344739"/>
              <a:gd name="connsiteX61" fmla="*/ 9729457 w 12193149"/>
              <a:gd name="connsiteY61" fmla="*/ 1784122 h 2344739"/>
              <a:gd name="connsiteX62" fmla="*/ 9613704 w 12193149"/>
              <a:gd name="connsiteY62" fmla="*/ 1812371 h 2344739"/>
              <a:gd name="connsiteX63" fmla="*/ 9338590 w 12193149"/>
              <a:gd name="connsiteY63" fmla="*/ 1869293 h 2344739"/>
              <a:gd name="connsiteX64" fmla="*/ 9232518 w 12193149"/>
              <a:gd name="connsiteY64" fmla="*/ 1893149 h 2344739"/>
              <a:gd name="connsiteX65" fmla="*/ 9156690 w 12193149"/>
              <a:gd name="connsiteY65" fmla="*/ 1903228 h 2344739"/>
              <a:gd name="connsiteX66" fmla="*/ 9054601 w 12193149"/>
              <a:gd name="connsiteY66" fmla="*/ 1910755 h 2344739"/>
              <a:gd name="connsiteX67" fmla="*/ 9006634 w 12193149"/>
              <a:gd name="connsiteY67" fmla="*/ 1914040 h 2344739"/>
              <a:gd name="connsiteX68" fmla="*/ 9006349 w 12193149"/>
              <a:gd name="connsiteY68" fmla="*/ 1913800 h 2344739"/>
              <a:gd name="connsiteX69" fmla="*/ 8997380 w 12193149"/>
              <a:gd name="connsiteY69" fmla="*/ 1915011 h 2344739"/>
              <a:gd name="connsiteX70" fmla="*/ 8991542 w 12193149"/>
              <a:gd name="connsiteY70" fmla="*/ 1917072 h 2344739"/>
              <a:gd name="connsiteX71" fmla="*/ 8975485 w 12193149"/>
              <a:gd name="connsiteY71" fmla="*/ 1920298 h 2344739"/>
              <a:gd name="connsiteX72" fmla="*/ 8969159 w 12193149"/>
              <a:gd name="connsiteY72" fmla="*/ 1919598 h 2344739"/>
              <a:gd name="connsiteX73" fmla="*/ 8964196 w 12193149"/>
              <a:gd name="connsiteY73" fmla="*/ 1917373 h 2344739"/>
              <a:gd name="connsiteX74" fmla="*/ 8930136 w 12193149"/>
              <a:gd name="connsiteY74" fmla="*/ 1914185 h 2344739"/>
              <a:gd name="connsiteX75" fmla="*/ 8753592 w 12193149"/>
              <a:gd name="connsiteY75" fmla="*/ 1933417 h 2344739"/>
              <a:gd name="connsiteX76" fmla="*/ 8708995 w 12193149"/>
              <a:gd name="connsiteY76" fmla="*/ 1935518 h 2344739"/>
              <a:gd name="connsiteX77" fmla="*/ 8597219 w 12193149"/>
              <a:gd name="connsiteY77" fmla="*/ 1944090 h 2344739"/>
              <a:gd name="connsiteX78" fmla="*/ 8526378 w 12193149"/>
              <a:gd name="connsiteY78" fmla="*/ 1929248 h 2344739"/>
              <a:gd name="connsiteX79" fmla="*/ 8512131 w 12193149"/>
              <a:gd name="connsiteY79" fmla="*/ 1935163 h 2344739"/>
              <a:gd name="connsiteX80" fmla="*/ 8507315 w 12193149"/>
              <a:gd name="connsiteY80" fmla="*/ 1938164 h 2344739"/>
              <a:gd name="connsiteX81" fmla="*/ 8499116 w 12193149"/>
              <a:gd name="connsiteY81" fmla="*/ 1940902 h 2344739"/>
              <a:gd name="connsiteX82" fmla="*/ 8498742 w 12193149"/>
              <a:gd name="connsiteY82" fmla="*/ 1940723 h 2344739"/>
              <a:gd name="connsiteX83" fmla="*/ 8491397 w 12193149"/>
              <a:gd name="connsiteY83" fmla="*/ 1943773 h 2344739"/>
              <a:gd name="connsiteX84" fmla="*/ 8368330 w 12193149"/>
              <a:gd name="connsiteY84" fmla="*/ 1957815 h 2344739"/>
              <a:gd name="connsiteX85" fmla="*/ 8354947 w 12193149"/>
              <a:gd name="connsiteY85" fmla="*/ 1958009 h 2344739"/>
              <a:gd name="connsiteX86" fmla="*/ 8321252 w 12193149"/>
              <a:gd name="connsiteY86" fmla="*/ 1974587 h 2344739"/>
              <a:gd name="connsiteX87" fmla="*/ 8315581 w 12193149"/>
              <a:gd name="connsiteY87" fmla="*/ 1974913 h 2344739"/>
              <a:gd name="connsiteX88" fmla="*/ 8296322 w 12193149"/>
              <a:gd name="connsiteY88" fmla="*/ 1988808 h 2344739"/>
              <a:gd name="connsiteX89" fmla="*/ 8285424 w 12193149"/>
              <a:gd name="connsiteY89" fmla="*/ 1994631 h 2344739"/>
              <a:gd name="connsiteX90" fmla="*/ 8284298 w 12193149"/>
              <a:gd name="connsiteY90" fmla="*/ 1999074 h 2344739"/>
              <a:gd name="connsiteX91" fmla="*/ 8267224 w 12193149"/>
              <a:gd name="connsiteY91" fmla="*/ 2006249 h 2344739"/>
              <a:gd name="connsiteX92" fmla="*/ 8264525 w 12193149"/>
              <a:gd name="connsiteY92" fmla="*/ 2006019 h 2344739"/>
              <a:gd name="connsiteX93" fmla="*/ 8253181 w 12193149"/>
              <a:gd name="connsiteY93" fmla="*/ 2015862 h 2344739"/>
              <a:gd name="connsiteX94" fmla="*/ 8246982 w 12193149"/>
              <a:gd name="connsiteY94" fmla="*/ 2028854 h 2344739"/>
              <a:gd name="connsiteX95" fmla="*/ 8091420 w 12193149"/>
              <a:gd name="connsiteY95" fmla="*/ 2075015 h 2344739"/>
              <a:gd name="connsiteX96" fmla="*/ 7906555 w 12193149"/>
              <a:gd name="connsiteY96" fmla="*/ 2116988 h 2344739"/>
              <a:gd name="connsiteX97" fmla="*/ 7719893 w 12193149"/>
              <a:gd name="connsiteY97" fmla="*/ 2142703 h 2344739"/>
              <a:gd name="connsiteX98" fmla="*/ 7615495 w 12193149"/>
              <a:gd name="connsiteY98" fmla="*/ 2139232 h 2344739"/>
              <a:gd name="connsiteX99" fmla="*/ 7528691 w 12193149"/>
              <a:gd name="connsiteY99" fmla="*/ 2145060 h 2344739"/>
              <a:gd name="connsiteX100" fmla="*/ 7520719 w 12193149"/>
              <a:gd name="connsiteY100" fmla="*/ 2147613 h 2344739"/>
              <a:gd name="connsiteX101" fmla="*/ 7508559 w 12193149"/>
              <a:gd name="connsiteY101" fmla="*/ 2148948 h 2344739"/>
              <a:gd name="connsiteX102" fmla="*/ 7508188 w 12193149"/>
              <a:gd name="connsiteY102" fmla="*/ 2148621 h 2344739"/>
              <a:gd name="connsiteX103" fmla="*/ 7496943 w 12193149"/>
              <a:gd name="connsiteY103" fmla="*/ 2150573 h 2344739"/>
              <a:gd name="connsiteX104" fmla="*/ 7219707 w 12193149"/>
              <a:gd name="connsiteY104" fmla="*/ 2156680 h 2344739"/>
              <a:gd name="connsiteX105" fmla="*/ 7202249 w 12193149"/>
              <a:gd name="connsiteY105" fmla="*/ 2161230 h 2344739"/>
              <a:gd name="connsiteX106" fmla="*/ 7198152 w 12193149"/>
              <a:gd name="connsiteY106" fmla="*/ 2166588 h 2344739"/>
              <a:gd name="connsiteX107" fmla="*/ 7171956 w 12193149"/>
              <a:gd name="connsiteY107" fmla="*/ 2171236 h 2344739"/>
              <a:gd name="connsiteX108" fmla="*/ 7098136 w 12193149"/>
              <a:gd name="connsiteY108" fmla="*/ 2183464 h 2344739"/>
              <a:gd name="connsiteX109" fmla="*/ 7019644 w 12193149"/>
              <a:gd name="connsiteY109" fmla="*/ 2183090 h 2344739"/>
              <a:gd name="connsiteX110" fmla="*/ 6905294 w 12193149"/>
              <a:gd name="connsiteY110" fmla="*/ 2212596 h 2344739"/>
              <a:gd name="connsiteX111" fmla="*/ 6709370 w 12193149"/>
              <a:gd name="connsiteY111" fmla="*/ 2240551 h 2344739"/>
              <a:gd name="connsiteX112" fmla="*/ 6550602 w 12193149"/>
              <a:gd name="connsiteY112" fmla="*/ 2269327 h 2344739"/>
              <a:gd name="connsiteX113" fmla="*/ 6318708 w 12193149"/>
              <a:gd name="connsiteY113" fmla="*/ 2316127 h 2344739"/>
              <a:gd name="connsiteX114" fmla="*/ 6169822 w 12193149"/>
              <a:gd name="connsiteY114" fmla="*/ 2318214 h 2344739"/>
              <a:gd name="connsiteX115" fmla="*/ 6074996 w 12193149"/>
              <a:gd name="connsiteY115" fmla="*/ 2338676 h 2344739"/>
              <a:gd name="connsiteX116" fmla="*/ 6069677 w 12193149"/>
              <a:gd name="connsiteY116" fmla="*/ 2337139 h 2344739"/>
              <a:gd name="connsiteX117" fmla="*/ 6049786 w 12193149"/>
              <a:gd name="connsiteY117" fmla="*/ 2337822 h 2344739"/>
              <a:gd name="connsiteX118" fmla="*/ 6042433 w 12193149"/>
              <a:gd name="connsiteY118" fmla="*/ 2329473 h 2344739"/>
              <a:gd name="connsiteX119" fmla="*/ 6011238 w 12193149"/>
              <a:gd name="connsiteY119" fmla="*/ 2324380 h 2344739"/>
              <a:gd name="connsiteX120" fmla="*/ 5958523 w 12193149"/>
              <a:gd name="connsiteY120" fmla="*/ 2328024 h 2344739"/>
              <a:gd name="connsiteX121" fmla="*/ 5760067 w 12193149"/>
              <a:gd name="connsiteY121" fmla="*/ 2343716 h 2344739"/>
              <a:gd name="connsiteX122" fmla="*/ 5628108 w 12193149"/>
              <a:gd name="connsiteY122" fmla="*/ 2344739 h 2344739"/>
              <a:gd name="connsiteX123" fmla="*/ 5472054 w 12193149"/>
              <a:gd name="connsiteY123" fmla="*/ 2330719 h 2344739"/>
              <a:gd name="connsiteX124" fmla="*/ 5433909 w 12193149"/>
              <a:gd name="connsiteY124" fmla="*/ 2319466 h 2344739"/>
              <a:gd name="connsiteX125" fmla="*/ 5382817 w 12193149"/>
              <a:gd name="connsiteY125" fmla="*/ 2301764 h 2344739"/>
              <a:gd name="connsiteX126" fmla="*/ 5262912 w 12193149"/>
              <a:gd name="connsiteY126" fmla="*/ 2281347 h 2344739"/>
              <a:gd name="connsiteX127" fmla="*/ 5224109 w 12193149"/>
              <a:gd name="connsiteY127" fmla="*/ 2270223 h 2344739"/>
              <a:gd name="connsiteX128" fmla="*/ 5175808 w 12193149"/>
              <a:gd name="connsiteY128" fmla="*/ 2267233 h 2344739"/>
              <a:gd name="connsiteX129" fmla="*/ 5157702 w 12193149"/>
              <a:gd name="connsiteY129" fmla="*/ 2260010 h 2344739"/>
              <a:gd name="connsiteX130" fmla="*/ 5143747 w 12193149"/>
              <a:gd name="connsiteY130" fmla="*/ 2256610 h 2344739"/>
              <a:gd name="connsiteX131" fmla="*/ 5140744 w 12193149"/>
              <a:gd name="connsiteY131" fmla="*/ 2254509 h 2344739"/>
              <a:gd name="connsiteX132" fmla="*/ 5122807 w 12193149"/>
              <a:gd name="connsiteY132" fmla="*/ 2243656 h 2344739"/>
              <a:gd name="connsiteX133" fmla="*/ 5066938 w 12193149"/>
              <a:gd name="connsiteY133" fmla="*/ 2250227 h 2344739"/>
              <a:gd name="connsiteX134" fmla="*/ 5012662 w 12193149"/>
              <a:gd name="connsiteY134" fmla="*/ 2233846 h 2344739"/>
              <a:gd name="connsiteX135" fmla="*/ 4841589 w 12193149"/>
              <a:gd name="connsiteY135" fmla="*/ 2209829 h 2344739"/>
              <a:gd name="connsiteX136" fmla="*/ 4763595 w 12193149"/>
              <a:gd name="connsiteY136" fmla="*/ 2182061 h 2344739"/>
              <a:gd name="connsiteX137" fmla="*/ 4724334 w 12193149"/>
              <a:gd name="connsiteY137" fmla="*/ 2173047 h 2344739"/>
              <a:gd name="connsiteX138" fmla="*/ 4722324 w 12193149"/>
              <a:gd name="connsiteY138" fmla="*/ 2172298 h 2344739"/>
              <a:gd name="connsiteX139" fmla="*/ 4723259 w 12193149"/>
              <a:gd name="connsiteY139" fmla="*/ 2172087 h 2344739"/>
              <a:gd name="connsiteX140" fmla="*/ 4718350 w 12193149"/>
              <a:gd name="connsiteY140" fmla="*/ 2170817 h 2344739"/>
              <a:gd name="connsiteX141" fmla="*/ 4722324 w 12193149"/>
              <a:gd name="connsiteY141" fmla="*/ 2172298 h 2344739"/>
              <a:gd name="connsiteX142" fmla="*/ 4716674 w 12193149"/>
              <a:gd name="connsiteY142" fmla="*/ 2173573 h 2344739"/>
              <a:gd name="connsiteX143" fmla="*/ 4516962 w 12193149"/>
              <a:gd name="connsiteY143" fmla="*/ 2163671 h 2344739"/>
              <a:gd name="connsiteX144" fmla="*/ 4429691 w 12193149"/>
              <a:gd name="connsiteY144" fmla="*/ 2153020 h 2344739"/>
              <a:gd name="connsiteX145" fmla="*/ 4364023 w 12193149"/>
              <a:gd name="connsiteY145" fmla="*/ 2151674 h 2344739"/>
              <a:gd name="connsiteX146" fmla="*/ 4318114 w 12193149"/>
              <a:gd name="connsiteY146" fmla="*/ 2158289 h 2344739"/>
              <a:gd name="connsiteX147" fmla="*/ 4316258 w 12193149"/>
              <a:gd name="connsiteY147" fmla="*/ 2156948 h 2344739"/>
              <a:gd name="connsiteX148" fmla="*/ 4296292 w 12193149"/>
              <a:gd name="connsiteY148" fmla="*/ 2155069 h 2344739"/>
              <a:gd name="connsiteX149" fmla="*/ 4291212 w 12193149"/>
              <a:gd name="connsiteY149" fmla="*/ 2157986 h 2344739"/>
              <a:gd name="connsiteX150" fmla="*/ 4277290 w 12193149"/>
              <a:gd name="connsiteY150" fmla="*/ 2157740 h 2344739"/>
              <a:gd name="connsiteX151" fmla="*/ 4249265 w 12193149"/>
              <a:gd name="connsiteY151" fmla="*/ 2160064 h 2344739"/>
              <a:gd name="connsiteX152" fmla="*/ 4203199 w 12193149"/>
              <a:gd name="connsiteY152" fmla="*/ 2157269 h 2344739"/>
              <a:gd name="connsiteX153" fmla="*/ 4202893 w 12193149"/>
              <a:gd name="connsiteY153" fmla="*/ 2156010 h 2344739"/>
              <a:gd name="connsiteX154" fmla="*/ 4192396 w 12193149"/>
              <a:gd name="connsiteY154" fmla="*/ 2150376 h 2344739"/>
              <a:gd name="connsiteX155" fmla="*/ 4143893 w 12193149"/>
              <a:gd name="connsiteY155" fmla="*/ 2134511 h 2344739"/>
              <a:gd name="connsiteX156" fmla="*/ 4084245 w 12193149"/>
              <a:gd name="connsiteY156" fmla="*/ 2107978 h 2344739"/>
              <a:gd name="connsiteX157" fmla="*/ 4075694 w 12193149"/>
              <a:gd name="connsiteY157" fmla="*/ 2107143 h 2344739"/>
              <a:gd name="connsiteX158" fmla="*/ 4075575 w 12193149"/>
              <a:gd name="connsiteY158" fmla="*/ 2106844 h 2344739"/>
              <a:gd name="connsiteX159" fmla="*/ 4066658 w 12193149"/>
              <a:gd name="connsiteY159" fmla="*/ 2105400 h 2344739"/>
              <a:gd name="connsiteX160" fmla="*/ 4060102 w 12193149"/>
              <a:gd name="connsiteY160" fmla="*/ 2105618 h 2344739"/>
              <a:gd name="connsiteX161" fmla="*/ 4043512 w 12193149"/>
              <a:gd name="connsiteY161" fmla="*/ 2103997 h 2344739"/>
              <a:gd name="connsiteX162" fmla="*/ 4038145 w 12193149"/>
              <a:gd name="connsiteY162" fmla="*/ 2101563 h 2344739"/>
              <a:gd name="connsiteX163" fmla="*/ 4036511 w 12193149"/>
              <a:gd name="connsiteY163" fmla="*/ 2097896 h 2344739"/>
              <a:gd name="connsiteX164" fmla="*/ 4034926 w 12193149"/>
              <a:gd name="connsiteY164" fmla="*/ 2098131 h 2344739"/>
              <a:gd name="connsiteX165" fmla="*/ 4005686 w 12193149"/>
              <a:gd name="connsiteY165" fmla="*/ 2085563 h 2344739"/>
              <a:gd name="connsiteX166" fmla="*/ 3937994 w 12193149"/>
              <a:gd name="connsiteY166" fmla="*/ 2068106 h 2344739"/>
              <a:gd name="connsiteX167" fmla="*/ 3898423 w 12193149"/>
              <a:gd name="connsiteY167" fmla="*/ 2062451 h 2344739"/>
              <a:gd name="connsiteX168" fmla="*/ 3790908 w 12193149"/>
              <a:gd name="connsiteY168" fmla="*/ 2042213 h 2344739"/>
              <a:gd name="connsiteX169" fmla="*/ 3683661 w 12193149"/>
              <a:gd name="connsiteY169" fmla="*/ 2018290 h 2344739"/>
              <a:gd name="connsiteX170" fmla="*/ 3611183 w 12193149"/>
              <a:gd name="connsiteY170" fmla="*/ 1986019 h 2344739"/>
              <a:gd name="connsiteX171" fmla="*/ 3605003 w 12193149"/>
              <a:gd name="connsiteY171" fmla="*/ 1987381 h 2344739"/>
              <a:gd name="connsiteX172" fmla="*/ 3595884 w 12193149"/>
              <a:gd name="connsiteY172" fmla="*/ 1987545 h 2344739"/>
              <a:gd name="connsiteX173" fmla="*/ 3595649 w 12193149"/>
              <a:gd name="connsiteY173" fmla="*/ 1987276 h 2344739"/>
              <a:gd name="connsiteX174" fmla="*/ 3587126 w 12193149"/>
              <a:gd name="connsiteY174" fmla="*/ 1987966 h 2344739"/>
              <a:gd name="connsiteX175" fmla="*/ 3537283 w 12193149"/>
              <a:gd name="connsiteY175" fmla="*/ 1978267 h 2344739"/>
              <a:gd name="connsiteX176" fmla="*/ 3474371 w 12193149"/>
              <a:gd name="connsiteY176" fmla="*/ 1974606 h 2344739"/>
              <a:gd name="connsiteX177" fmla="*/ 3401876 w 12193149"/>
              <a:gd name="connsiteY177" fmla="*/ 1962558 h 2344739"/>
              <a:gd name="connsiteX178" fmla="*/ 3365036 w 12193149"/>
              <a:gd name="connsiteY178" fmla="*/ 1979510 h 2344739"/>
              <a:gd name="connsiteX179" fmla="*/ 3345174 w 12193149"/>
              <a:gd name="connsiteY179" fmla="*/ 1981192 h 2344739"/>
              <a:gd name="connsiteX180" fmla="*/ 3342846 w 12193149"/>
              <a:gd name="connsiteY180" fmla="*/ 1980217 h 2344739"/>
              <a:gd name="connsiteX181" fmla="*/ 3263504 w 12193149"/>
              <a:gd name="connsiteY181" fmla="*/ 1986094 h 2344739"/>
              <a:gd name="connsiteX182" fmla="*/ 3143704 w 12193149"/>
              <a:gd name="connsiteY182" fmla="*/ 1993869 h 2344739"/>
              <a:gd name="connsiteX183" fmla="*/ 3031439 w 12193149"/>
              <a:gd name="connsiteY183" fmla="*/ 1996512 h 2344739"/>
              <a:gd name="connsiteX184" fmla="*/ 2782717 w 12193149"/>
              <a:gd name="connsiteY184" fmla="*/ 2018333 h 2344739"/>
              <a:gd name="connsiteX185" fmla="*/ 2647675 w 12193149"/>
              <a:gd name="connsiteY185" fmla="*/ 2028869 h 2344739"/>
              <a:gd name="connsiteX186" fmla="*/ 2569176 w 12193149"/>
              <a:gd name="connsiteY186" fmla="*/ 2002628 h 2344739"/>
              <a:gd name="connsiteX187" fmla="*/ 2444403 w 12193149"/>
              <a:gd name="connsiteY187" fmla="*/ 2016529 h 2344739"/>
              <a:gd name="connsiteX188" fmla="*/ 2316260 w 12193149"/>
              <a:gd name="connsiteY188" fmla="*/ 2024996 h 2344739"/>
              <a:gd name="connsiteX189" fmla="*/ 2209726 w 12193149"/>
              <a:gd name="connsiteY189" fmla="*/ 2019763 h 2344739"/>
              <a:gd name="connsiteX190" fmla="*/ 2095813 w 12193149"/>
              <a:gd name="connsiteY190" fmla="*/ 2003052 h 2344739"/>
              <a:gd name="connsiteX191" fmla="*/ 1998504 w 12193149"/>
              <a:gd name="connsiteY191" fmla="*/ 1995032 h 2344739"/>
              <a:gd name="connsiteX192" fmla="*/ 1929320 w 12193149"/>
              <a:gd name="connsiteY192" fmla="*/ 2016977 h 2344739"/>
              <a:gd name="connsiteX193" fmla="*/ 1922798 w 12193149"/>
              <a:gd name="connsiteY193" fmla="*/ 2012146 h 2344739"/>
              <a:gd name="connsiteX194" fmla="*/ 1874228 w 12193149"/>
              <a:gd name="connsiteY194" fmla="*/ 2013741 h 2344739"/>
              <a:gd name="connsiteX195" fmla="*/ 1787803 w 12193149"/>
              <a:gd name="connsiteY195" fmla="*/ 2041363 h 2344739"/>
              <a:gd name="connsiteX196" fmla="*/ 1739352 w 12193149"/>
              <a:gd name="connsiteY196" fmla="*/ 2036312 h 2344739"/>
              <a:gd name="connsiteX197" fmla="*/ 1676219 w 12193149"/>
              <a:gd name="connsiteY197" fmla="*/ 2019963 h 2344739"/>
              <a:gd name="connsiteX198" fmla="*/ 1609817 w 12193149"/>
              <a:gd name="connsiteY198" fmla="*/ 2013066 h 2344739"/>
              <a:gd name="connsiteX199" fmla="*/ 1497258 w 12193149"/>
              <a:gd name="connsiteY199" fmla="*/ 1987476 h 2344739"/>
              <a:gd name="connsiteX200" fmla="*/ 1151127 w 12193149"/>
              <a:gd name="connsiteY200" fmla="*/ 1938041 h 2344739"/>
              <a:gd name="connsiteX201" fmla="*/ 859417 w 12193149"/>
              <a:gd name="connsiteY201" fmla="*/ 1928608 h 2344739"/>
              <a:gd name="connsiteX202" fmla="*/ 838688 w 12193149"/>
              <a:gd name="connsiteY202" fmla="*/ 1929821 h 2344739"/>
              <a:gd name="connsiteX203" fmla="*/ 817957 w 12193149"/>
              <a:gd name="connsiteY203" fmla="*/ 1927857 h 2344739"/>
              <a:gd name="connsiteX204" fmla="*/ 812654 w 12193149"/>
              <a:gd name="connsiteY204" fmla="*/ 1930751 h 2344739"/>
              <a:gd name="connsiteX205" fmla="*/ 721195 w 12193149"/>
              <a:gd name="connsiteY205" fmla="*/ 1929661 h 2344739"/>
              <a:gd name="connsiteX206" fmla="*/ 720890 w 12193149"/>
              <a:gd name="connsiteY206" fmla="*/ 1928399 h 2344739"/>
              <a:gd name="connsiteX207" fmla="*/ 710023 w 12193149"/>
              <a:gd name="connsiteY207" fmla="*/ 1922722 h 2344739"/>
              <a:gd name="connsiteX208" fmla="*/ 597940 w 12193149"/>
              <a:gd name="connsiteY208" fmla="*/ 1879864 h 2344739"/>
              <a:gd name="connsiteX209" fmla="*/ 579683 w 12193149"/>
              <a:gd name="connsiteY209" fmla="*/ 1877212 h 2344739"/>
              <a:gd name="connsiteX210" fmla="*/ 572865 w 12193149"/>
              <a:gd name="connsiteY210" fmla="*/ 1877401 h 2344739"/>
              <a:gd name="connsiteX211" fmla="*/ 446247 w 12193149"/>
              <a:gd name="connsiteY211" fmla="*/ 1839371 h 2344739"/>
              <a:gd name="connsiteX212" fmla="*/ 405163 w 12193149"/>
              <a:gd name="connsiteY212" fmla="*/ 1833548 h 2344739"/>
              <a:gd name="connsiteX213" fmla="*/ 293583 w 12193149"/>
              <a:gd name="connsiteY213" fmla="*/ 1812852 h 2344739"/>
              <a:gd name="connsiteX214" fmla="*/ 119529 w 12193149"/>
              <a:gd name="connsiteY214" fmla="*/ 1761047 h 2344739"/>
              <a:gd name="connsiteX215" fmla="*/ 16674 w 12193149"/>
              <a:gd name="connsiteY215" fmla="*/ 1758191 h 2344739"/>
              <a:gd name="connsiteX216" fmla="*/ 1150 w 12193149"/>
              <a:gd name="connsiteY216" fmla="*/ 1752722 h 2344739"/>
              <a:gd name="connsiteX217" fmla="*/ 1148 w 12193149"/>
              <a:gd name="connsiteY217" fmla="*/ 222213 h 2344739"/>
              <a:gd name="connsiteX218" fmla="*/ 1148 w 12193149"/>
              <a:gd name="connsiteY218"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9 w 12193149"/>
              <a:gd name="connsiteY3" fmla="*/ 579739 h 2344739"/>
              <a:gd name="connsiteX4" fmla="*/ 12185986 w 12193149"/>
              <a:gd name="connsiteY4" fmla="*/ 584189 h 2344739"/>
              <a:gd name="connsiteX5" fmla="*/ 12156363 w 12193149"/>
              <a:gd name="connsiteY5" fmla="*/ 597366 h 2344739"/>
              <a:gd name="connsiteX6" fmla="*/ 12139215 w 12193149"/>
              <a:gd name="connsiteY6" fmla="*/ 623179 h 2344739"/>
              <a:gd name="connsiteX7" fmla="*/ 12126327 w 12193149"/>
              <a:gd name="connsiteY7" fmla="*/ 624690 h 2344739"/>
              <a:gd name="connsiteX8" fmla="*/ 12124007 w 12193149"/>
              <a:gd name="connsiteY8" fmla="*/ 624794 h 2344739"/>
              <a:gd name="connsiteX9" fmla="*/ 12116854 w 12193149"/>
              <a:gd name="connsiteY9" fmla="*/ 628608 h 2344739"/>
              <a:gd name="connsiteX10" fmla="*/ 12099497 w 12193149"/>
              <a:gd name="connsiteY10" fmla="*/ 628139 h 2344739"/>
              <a:gd name="connsiteX11" fmla="*/ 12087073 w 12193149"/>
              <a:gd name="connsiteY11" fmla="*/ 636341 h 2344739"/>
              <a:gd name="connsiteX12" fmla="*/ 12031073 w 12193149"/>
              <a:gd name="connsiteY12" fmla="*/ 680009 h 2344739"/>
              <a:gd name="connsiteX13" fmla="*/ 11995833 w 12193149"/>
              <a:gd name="connsiteY13" fmla="*/ 703458 h 2344739"/>
              <a:gd name="connsiteX14" fmla="*/ 11979717 w 12193149"/>
              <a:gd name="connsiteY14" fmla="*/ 708161 h 2344739"/>
              <a:gd name="connsiteX15" fmla="*/ 11959046 w 12193149"/>
              <a:gd name="connsiteY15" fmla="*/ 717558 h 2344739"/>
              <a:gd name="connsiteX16" fmla="*/ 11920454 w 12193149"/>
              <a:gd name="connsiteY16" fmla="*/ 730883 h 2344739"/>
              <a:gd name="connsiteX17" fmla="*/ 11903656 w 12193149"/>
              <a:gd name="connsiteY17" fmla="*/ 742426 h 2344739"/>
              <a:gd name="connsiteX18" fmla="*/ 11895048 w 12193149"/>
              <a:gd name="connsiteY18" fmla="*/ 744791 h 2344739"/>
              <a:gd name="connsiteX19" fmla="*/ 11891968 w 12193149"/>
              <a:gd name="connsiteY19" fmla="*/ 755729 h 2344739"/>
              <a:gd name="connsiteX20" fmla="*/ 11870776 w 12193149"/>
              <a:gd name="connsiteY20" fmla="*/ 777816 h 2344739"/>
              <a:gd name="connsiteX21" fmla="*/ 11813376 w 12193149"/>
              <a:gd name="connsiteY21" fmla="*/ 797659 h 2344739"/>
              <a:gd name="connsiteX22" fmla="*/ 11590693 w 12193149"/>
              <a:gd name="connsiteY22" fmla="*/ 963777 h 2344739"/>
              <a:gd name="connsiteX23" fmla="*/ 11506817 w 12193149"/>
              <a:gd name="connsiteY23" fmla="*/ 1033623 h 2344739"/>
              <a:gd name="connsiteX24" fmla="*/ 11280332 w 12193149"/>
              <a:gd name="connsiteY24" fmla="*/ 1223571 h 2344739"/>
              <a:gd name="connsiteX25" fmla="*/ 11228309 w 12193149"/>
              <a:gd name="connsiteY25" fmla="*/ 1276236 h 2344739"/>
              <a:gd name="connsiteX26" fmla="*/ 11218087 w 12193149"/>
              <a:gd name="connsiteY26" fmla="*/ 1275961 h 2344739"/>
              <a:gd name="connsiteX27" fmla="*/ 11217184 w 12193149"/>
              <a:gd name="connsiteY27" fmla="*/ 1275018 h 2344739"/>
              <a:gd name="connsiteX28" fmla="*/ 11188885 w 12193149"/>
              <a:gd name="connsiteY28" fmla="*/ 1292383 h 2344739"/>
              <a:gd name="connsiteX29" fmla="*/ 11184501 w 12193149"/>
              <a:gd name="connsiteY29" fmla="*/ 1292525 h 2344739"/>
              <a:gd name="connsiteX30" fmla="*/ 11166854 w 12193149"/>
              <a:gd name="connsiteY30" fmla="*/ 1306612 h 2344739"/>
              <a:gd name="connsiteX31" fmla="*/ 11157311 w 12193149"/>
              <a:gd name="connsiteY31" fmla="*/ 1312414 h 2344739"/>
              <a:gd name="connsiteX32" fmla="*/ 11155496 w 12193149"/>
              <a:gd name="connsiteY32" fmla="*/ 1317097 h 2344739"/>
              <a:gd name="connsiteX33" fmla="*/ 11140961 w 12193149"/>
              <a:gd name="connsiteY33" fmla="*/ 1324115 h 2344739"/>
              <a:gd name="connsiteX34" fmla="*/ 11138961 w 12193149"/>
              <a:gd name="connsiteY34" fmla="*/ 1323772 h 2344739"/>
              <a:gd name="connsiteX35" fmla="*/ 11128208 w 12193149"/>
              <a:gd name="connsiteY35" fmla="*/ 1333832 h 2344739"/>
              <a:gd name="connsiteX36" fmla="*/ 11120691 w 12193149"/>
              <a:gd name="connsiteY36" fmla="*/ 1347424 h 2344739"/>
              <a:gd name="connsiteX37" fmla="*/ 10894683 w 12193149"/>
              <a:gd name="connsiteY37" fmla="*/ 1473399 h 2344739"/>
              <a:gd name="connsiteX38" fmla="*/ 10773300 w 12193149"/>
              <a:gd name="connsiteY38" fmla="*/ 1523191 h 2344739"/>
              <a:gd name="connsiteX39" fmla="*/ 10627668 w 12193149"/>
              <a:gd name="connsiteY39" fmla="*/ 1559229 h 2344739"/>
              <a:gd name="connsiteX40" fmla="*/ 10581895 w 12193149"/>
              <a:gd name="connsiteY40" fmla="*/ 1568689 h 2344739"/>
              <a:gd name="connsiteX41" fmla="*/ 10547790 w 12193149"/>
              <a:gd name="connsiteY41" fmla="*/ 1598423 h 2344739"/>
              <a:gd name="connsiteX42" fmla="*/ 10529643 w 12193149"/>
              <a:gd name="connsiteY42" fmla="*/ 1596907 h 2344739"/>
              <a:gd name="connsiteX43" fmla="*/ 10526446 w 12193149"/>
              <a:gd name="connsiteY43" fmla="*/ 1596411 h 2344739"/>
              <a:gd name="connsiteX44" fmla="*/ 10515129 w 12193149"/>
              <a:gd name="connsiteY44" fmla="*/ 1599537 h 2344739"/>
              <a:gd name="connsiteX45" fmla="*/ 10491735 w 12193149"/>
              <a:gd name="connsiteY45" fmla="*/ 1594156 h 2344739"/>
              <a:gd name="connsiteX46" fmla="*/ 10471418 w 12193149"/>
              <a:gd name="connsiteY46" fmla="*/ 1601693 h 2344739"/>
              <a:gd name="connsiteX47" fmla="*/ 10377042 w 12193149"/>
              <a:gd name="connsiteY47" fmla="*/ 1644598 h 2344739"/>
              <a:gd name="connsiteX48" fmla="*/ 10319338 w 12193149"/>
              <a:gd name="connsiteY48" fmla="*/ 1666221 h 2344739"/>
              <a:gd name="connsiteX49" fmla="*/ 10295467 w 12193149"/>
              <a:gd name="connsiteY49" fmla="*/ 1668079 h 2344739"/>
              <a:gd name="connsiteX50" fmla="*/ 10263443 w 12193149"/>
              <a:gd name="connsiteY50" fmla="*/ 1674948 h 2344739"/>
              <a:gd name="connsiteX51" fmla="*/ 10205418 w 12193149"/>
              <a:gd name="connsiteY51" fmla="*/ 1682149 h 2344739"/>
              <a:gd name="connsiteX52" fmla="*/ 10177759 w 12193149"/>
              <a:gd name="connsiteY52" fmla="*/ 1692943 h 2344739"/>
              <a:gd name="connsiteX53" fmla="*/ 10165070 w 12193149"/>
              <a:gd name="connsiteY53" fmla="*/ 1693739 h 2344739"/>
              <a:gd name="connsiteX54" fmla="*/ 10156308 w 12193149"/>
              <a:gd name="connsiteY54" fmla="*/ 1707487 h 2344739"/>
              <a:gd name="connsiteX55" fmla="*/ 10118267 w 12193149"/>
              <a:gd name="connsiteY55" fmla="*/ 1731142 h 2344739"/>
              <a:gd name="connsiteX56" fmla="*/ 10083317 w 12193149"/>
              <a:gd name="connsiteY56" fmla="*/ 1743296 h 2344739"/>
              <a:gd name="connsiteX57" fmla="*/ 10040388 w 12193149"/>
              <a:gd name="connsiteY57" fmla="*/ 1741632 h 2344739"/>
              <a:gd name="connsiteX58" fmla="*/ 9961167 w 12193149"/>
              <a:gd name="connsiteY58" fmla="*/ 1757147 h 2344739"/>
              <a:gd name="connsiteX59" fmla="*/ 9848940 w 12193149"/>
              <a:gd name="connsiteY59" fmla="*/ 1763915 h 2344739"/>
              <a:gd name="connsiteX60" fmla="*/ 9729457 w 12193149"/>
              <a:gd name="connsiteY60" fmla="*/ 1784122 h 2344739"/>
              <a:gd name="connsiteX61" fmla="*/ 9613704 w 12193149"/>
              <a:gd name="connsiteY61" fmla="*/ 1812371 h 2344739"/>
              <a:gd name="connsiteX62" fmla="*/ 9338590 w 12193149"/>
              <a:gd name="connsiteY62" fmla="*/ 1869293 h 2344739"/>
              <a:gd name="connsiteX63" fmla="*/ 9232518 w 12193149"/>
              <a:gd name="connsiteY63" fmla="*/ 1893149 h 2344739"/>
              <a:gd name="connsiteX64" fmla="*/ 9156690 w 12193149"/>
              <a:gd name="connsiteY64" fmla="*/ 1903228 h 2344739"/>
              <a:gd name="connsiteX65" fmla="*/ 9054601 w 12193149"/>
              <a:gd name="connsiteY65" fmla="*/ 1910755 h 2344739"/>
              <a:gd name="connsiteX66" fmla="*/ 9006634 w 12193149"/>
              <a:gd name="connsiteY66" fmla="*/ 1914040 h 2344739"/>
              <a:gd name="connsiteX67" fmla="*/ 9006349 w 12193149"/>
              <a:gd name="connsiteY67" fmla="*/ 1913800 h 2344739"/>
              <a:gd name="connsiteX68" fmla="*/ 8997380 w 12193149"/>
              <a:gd name="connsiteY68" fmla="*/ 1915011 h 2344739"/>
              <a:gd name="connsiteX69" fmla="*/ 8991542 w 12193149"/>
              <a:gd name="connsiteY69" fmla="*/ 1917072 h 2344739"/>
              <a:gd name="connsiteX70" fmla="*/ 8975485 w 12193149"/>
              <a:gd name="connsiteY70" fmla="*/ 1920298 h 2344739"/>
              <a:gd name="connsiteX71" fmla="*/ 8969159 w 12193149"/>
              <a:gd name="connsiteY71" fmla="*/ 1919598 h 2344739"/>
              <a:gd name="connsiteX72" fmla="*/ 8964196 w 12193149"/>
              <a:gd name="connsiteY72" fmla="*/ 1917373 h 2344739"/>
              <a:gd name="connsiteX73" fmla="*/ 8930136 w 12193149"/>
              <a:gd name="connsiteY73" fmla="*/ 1914185 h 2344739"/>
              <a:gd name="connsiteX74" fmla="*/ 8753592 w 12193149"/>
              <a:gd name="connsiteY74" fmla="*/ 1933417 h 2344739"/>
              <a:gd name="connsiteX75" fmla="*/ 8708995 w 12193149"/>
              <a:gd name="connsiteY75" fmla="*/ 1935518 h 2344739"/>
              <a:gd name="connsiteX76" fmla="*/ 8597219 w 12193149"/>
              <a:gd name="connsiteY76" fmla="*/ 1944090 h 2344739"/>
              <a:gd name="connsiteX77" fmla="*/ 8526378 w 12193149"/>
              <a:gd name="connsiteY77" fmla="*/ 1929248 h 2344739"/>
              <a:gd name="connsiteX78" fmla="*/ 8512131 w 12193149"/>
              <a:gd name="connsiteY78" fmla="*/ 1935163 h 2344739"/>
              <a:gd name="connsiteX79" fmla="*/ 8507315 w 12193149"/>
              <a:gd name="connsiteY79" fmla="*/ 1938164 h 2344739"/>
              <a:gd name="connsiteX80" fmla="*/ 8499116 w 12193149"/>
              <a:gd name="connsiteY80" fmla="*/ 1940902 h 2344739"/>
              <a:gd name="connsiteX81" fmla="*/ 8498742 w 12193149"/>
              <a:gd name="connsiteY81" fmla="*/ 1940723 h 2344739"/>
              <a:gd name="connsiteX82" fmla="*/ 8491397 w 12193149"/>
              <a:gd name="connsiteY82" fmla="*/ 1943773 h 2344739"/>
              <a:gd name="connsiteX83" fmla="*/ 8368330 w 12193149"/>
              <a:gd name="connsiteY83" fmla="*/ 1957815 h 2344739"/>
              <a:gd name="connsiteX84" fmla="*/ 8354947 w 12193149"/>
              <a:gd name="connsiteY84" fmla="*/ 1958009 h 2344739"/>
              <a:gd name="connsiteX85" fmla="*/ 8321252 w 12193149"/>
              <a:gd name="connsiteY85" fmla="*/ 1974587 h 2344739"/>
              <a:gd name="connsiteX86" fmla="*/ 8315581 w 12193149"/>
              <a:gd name="connsiteY86" fmla="*/ 1974913 h 2344739"/>
              <a:gd name="connsiteX87" fmla="*/ 8296322 w 12193149"/>
              <a:gd name="connsiteY87" fmla="*/ 1988808 h 2344739"/>
              <a:gd name="connsiteX88" fmla="*/ 8285424 w 12193149"/>
              <a:gd name="connsiteY88" fmla="*/ 1994631 h 2344739"/>
              <a:gd name="connsiteX89" fmla="*/ 8284298 w 12193149"/>
              <a:gd name="connsiteY89" fmla="*/ 1999074 h 2344739"/>
              <a:gd name="connsiteX90" fmla="*/ 8267224 w 12193149"/>
              <a:gd name="connsiteY90" fmla="*/ 2006249 h 2344739"/>
              <a:gd name="connsiteX91" fmla="*/ 8264525 w 12193149"/>
              <a:gd name="connsiteY91" fmla="*/ 2006019 h 2344739"/>
              <a:gd name="connsiteX92" fmla="*/ 8253181 w 12193149"/>
              <a:gd name="connsiteY92" fmla="*/ 2015862 h 2344739"/>
              <a:gd name="connsiteX93" fmla="*/ 8246982 w 12193149"/>
              <a:gd name="connsiteY93" fmla="*/ 2028854 h 2344739"/>
              <a:gd name="connsiteX94" fmla="*/ 8091420 w 12193149"/>
              <a:gd name="connsiteY94" fmla="*/ 2075015 h 2344739"/>
              <a:gd name="connsiteX95" fmla="*/ 7906555 w 12193149"/>
              <a:gd name="connsiteY95" fmla="*/ 2116988 h 2344739"/>
              <a:gd name="connsiteX96" fmla="*/ 7719893 w 12193149"/>
              <a:gd name="connsiteY96" fmla="*/ 2142703 h 2344739"/>
              <a:gd name="connsiteX97" fmla="*/ 7615495 w 12193149"/>
              <a:gd name="connsiteY97" fmla="*/ 2139232 h 2344739"/>
              <a:gd name="connsiteX98" fmla="*/ 7528691 w 12193149"/>
              <a:gd name="connsiteY98" fmla="*/ 2145060 h 2344739"/>
              <a:gd name="connsiteX99" fmla="*/ 7520719 w 12193149"/>
              <a:gd name="connsiteY99" fmla="*/ 2147613 h 2344739"/>
              <a:gd name="connsiteX100" fmla="*/ 7508559 w 12193149"/>
              <a:gd name="connsiteY100" fmla="*/ 2148948 h 2344739"/>
              <a:gd name="connsiteX101" fmla="*/ 7508188 w 12193149"/>
              <a:gd name="connsiteY101" fmla="*/ 2148621 h 2344739"/>
              <a:gd name="connsiteX102" fmla="*/ 7496943 w 12193149"/>
              <a:gd name="connsiteY102" fmla="*/ 2150573 h 2344739"/>
              <a:gd name="connsiteX103" fmla="*/ 7219707 w 12193149"/>
              <a:gd name="connsiteY103" fmla="*/ 2156680 h 2344739"/>
              <a:gd name="connsiteX104" fmla="*/ 7202249 w 12193149"/>
              <a:gd name="connsiteY104" fmla="*/ 2161230 h 2344739"/>
              <a:gd name="connsiteX105" fmla="*/ 7198152 w 12193149"/>
              <a:gd name="connsiteY105" fmla="*/ 2166588 h 2344739"/>
              <a:gd name="connsiteX106" fmla="*/ 7171956 w 12193149"/>
              <a:gd name="connsiteY106" fmla="*/ 2171236 h 2344739"/>
              <a:gd name="connsiteX107" fmla="*/ 7098136 w 12193149"/>
              <a:gd name="connsiteY107" fmla="*/ 2183464 h 2344739"/>
              <a:gd name="connsiteX108" fmla="*/ 7019644 w 12193149"/>
              <a:gd name="connsiteY108" fmla="*/ 2183090 h 2344739"/>
              <a:gd name="connsiteX109" fmla="*/ 6905294 w 12193149"/>
              <a:gd name="connsiteY109" fmla="*/ 2212596 h 2344739"/>
              <a:gd name="connsiteX110" fmla="*/ 6709370 w 12193149"/>
              <a:gd name="connsiteY110" fmla="*/ 2240551 h 2344739"/>
              <a:gd name="connsiteX111" fmla="*/ 6550602 w 12193149"/>
              <a:gd name="connsiteY111" fmla="*/ 2269327 h 2344739"/>
              <a:gd name="connsiteX112" fmla="*/ 6318708 w 12193149"/>
              <a:gd name="connsiteY112" fmla="*/ 2316127 h 2344739"/>
              <a:gd name="connsiteX113" fmla="*/ 6169822 w 12193149"/>
              <a:gd name="connsiteY113" fmla="*/ 2318214 h 2344739"/>
              <a:gd name="connsiteX114" fmla="*/ 6074996 w 12193149"/>
              <a:gd name="connsiteY114" fmla="*/ 2338676 h 2344739"/>
              <a:gd name="connsiteX115" fmla="*/ 6069677 w 12193149"/>
              <a:gd name="connsiteY115" fmla="*/ 2337139 h 2344739"/>
              <a:gd name="connsiteX116" fmla="*/ 6049786 w 12193149"/>
              <a:gd name="connsiteY116" fmla="*/ 2337822 h 2344739"/>
              <a:gd name="connsiteX117" fmla="*/ 6042433 w 12193149"/>
              <a:gd name="connsiteY117" fmla="*/ 2329473 h 2344739"/>
              <a:gd name="connsiteX118" fmla="*/ 6011238 w 12193149"/>
              <a:gd name="connsiteY118" fmla="*/ 2324380 h 2344739"/>
              <a:gd name="connsiteX119" fmla="*/ 5958523 w 12193149"/>
              <a:gd name="connsiteY119" fmla="*/ 2328024 h 2344739"/>
              <a:gd name="connsiteX120" fmla="*/ 5760067 w 12193149"/>
              <a:gd name="connsiteY120" fmla="*/ 2343716 h 2344739"/>
              <a:gd name="connsiteX121" fmla="*/ 5628108 w 12193149"/>
              <a:gd name="connsiteY121" fmla="*/ 2344739 h 2344739"/>
              <a:gd name="connsiteX122" fmla="*/ 5472054 w 12193149"/>
              <a:gd name="connsiteY122" fmla="*/ 2330719 h 2344739"/>
              <a:gd name="connsiteX123" fmla="*/ 5433909 w 12193149"/>
              <a:gd name="connsiteY123" fmla="*/ 2319466 h 2344739"/>
              <a:gd name="connsiteX124" fmla="*/ 5382817 w 12193149"/>
              <a:gd name="connsiteY124" fmla="*/ 2301764 h 2344739"/>
              <a:gd name="connsiteX125" fmla="*/ 5262912 w 12193149"/>
              <a:gd name="connsiteY125" fmla="*/ 2281347 h 2344739"/>
              <a:gd name="connsiteX126" fmla="*/ 5224109 w 12193149"/>
              <a:gd name="connsiteY126" fmla="*/ 2270223 h 2344739"/>
              <a:gd name="connsiteX127" fmla="*/ 5175808 w 12193149"/>
              <a:gd name="connsiteY127" fmla="*/ 2267233 h 2344739"/>
              <a:gd name="connsiteX128" fmla="*/ 5157702 w 12193149"/>
              <a:gd name="connsiteY128" fmla="*/ 2260010 h 2344739"/>
              <a:gd name="connsiteX129" fmla="*/ 5143747 w 12193149"/>
              <a:gd name="connsiteY129" fmla="*/ 2256610 h 2344739"/>
              <a:gd name="connsiteX130" fmla="*/ 5140744 w 12193149"/>
              <a:gd name="connsiteY130" fmla="*/ 2254509 h 2344739"/>
              <a:gd name="connsiteX131" fmla="*/ 5122807 w 12193149"/>
              <a:gd name="connsiteY131" fmla="*/ 2243656 h 2344739"/>
              <a:gd name="connsiteX132" fmla="*/ 5066938 w 12193149"/>
              <a:gd name="connsiteY132" fmla="*/ 2250227 h 2344739"/>
              <a:gd name="connsiteX133" fmla="*/ 5012662 w 12193149"/>
              <a:gd name="connsiteY133" fmla="*/ 2233846 h 2344739"/>
              <a:gd name="connsiteX134" fmla="*/ 4841589 w 12193149"/>
              <a:gd name="connsiteY134" fmla="*/ 2209829 h 2344739"/>
              <a:gd name="connsiteX135" fmla="*/ 4763595 w 12193149"/>
              <a:gd name="connsiteY135" fmla="*/ 2182061 h 2344739"/>
              <a:gd name="connsiteX136" fmla="*/ 4724334 w 12193149"/>
              <a:gd name="connsiteY136" fmla="*/ 2173047 h 2344739"/>
              <a:gd name="connsiteX137" fmla="*/ 4722324 w 12193149"/>
              <a:gd name="connsiteY137" fmla="*/ 2172298 h 2344739"/>
              <a:gd name="connsiteX138" fmla="*/ 4723259 w 12193149"/>
              <a:gd name="connsiteY138" fmla="*/ 2172087 h 2344739"/>
              <a:gd name="connsiteX139" fmla="*/ 4718350 w 12193149"/>
              <a:gd name="connsiteY139" fmla="*/ 2170817 h 2344739"/>
              <a:gd name="connsiteX140" fmla="*/ 4722324 w 12193149"/>
              <a:gd name="connsiteY140" fmla="*/ 2172298 h 2344739"/>
              <a:gd name="connsiteX141" fmla="*/ 4716674 w 12193149"/>
              <a:gd name="connsiteY141" fmla="*/ 2173573 h 2344739"/>
              <a:gd name="connsiteX142" fmla="*/ 4516962 w 12193149"/>
              <a:gd name="connsiteY142" fmla="*/ 2163671 h 2344739"/>
              <a:gd name="connsiteX143" fmla="*/ 4429691 w 12193149"/>
              <a:gd name="connsiteY143" fmla="*/ 2153020 h 2344739"/>
              <a:gd name="connsiteX144" fmla="*/ 4364023 w 12193149"/>
              <a:gd name="connsiteY144" fmla="*/ 2151674 h 2344739"/>
              <a:gd name="connsiteX145" fmla="*/ 4318114 w 12193149"/>
              <a:gd name="connsiteY145" fmla="*/ 2158289 h 2344739"/>
              <a:gd name="connsiteX146" fmla="*/ 4316258 w 12193149"/>
              <a:gd name="connsiteY146" fmla="*/ 2156948 h 2344739"/>
              <a:gd name="connsiteX147" fmla="*/ 4296292 w 12193149"/>
              <a:gd name="connsiteY147" fmla="*/ 2155069 h 2344739"/>
              <a:gd name="connsiteX148" fmla="*/ 4291212 w 12193149"/>
              <a:gd name="connsiteY148" fmla="*/ 2157986 h 2344739"/>
              <a:gd name="connsiteX149" fmla="*/ 4277290 w 12193149"/>
              <a:gd name="connsiteY149" fmla="*/ 2157740 h 2344739"/>
              <a:gd name="connsiteX150" fmla="*/ 4249265 w 12193149"/>
              <a:gd name="connsiteY150" fmla="*/ 2160064 h 2344739"/>
              <a:gd name="connsiteX151" fmla="*/ 4203199 w 12193149"/>
              <a:gd name="connsiteY151" fmla="*/ 2157269 h 2344739"/>
              <a:gd name="connsiteX152" fmla="*/ 4202893 w 12193149"/>
              <a:gd name="connsiteY152" fmla="*/ 2156010 h 2344739"/>
              <a:gd name="connsiteX153" fmla="*/ 4192396 w 12193149"/>
              <a:gd name="connsiteY153" fmla="*/ 2150376 h 2344739"/>
              <a:gd name="connsiteX154" fmla="*/ 4143893 w 12193149"/>
              <a:gd name="connsiteY154" fmla="*/ 2134511 h 2344739"/>
              <a:gd name="connsiteX155" fmla="*/ 4084245 w 12193149"/>
              <a:gd name="connsiteY155" fmla="*/ 2107978 h 2344739"/>
              <a:gd name="connsiteX156" fmla="*/ 4075694 w 12193149"/>
              <a:gd name="connsiteY156" fmla="*/ 2107143 h 2344739"/>
              <a:gd name="connsiteX157" fmla="*/ 4075575 w 12193149"/>
              <a:gd name="connsiteY157" fmla="*/ 2106844 h 2344739"/>
              <a:gd name="connsiteX158" fmla="*/ 4066658 w 12193149"/>
              <a:gd name="connsiteY158" fmla="*/ 2105400 h 2344739"/>
              <a:gd name="connsiteX159" fmla="*/ 4060102 w 12193149"/>
              <a:gd name="connsiteY159" fmla="*/ 2105618 h 2344739"/>
              <a:gd name="connsiteX160" fmla="*/ 4043512 w 12193149"/>
              <a:gd name="connsiteY160" fmla="*/ 2103997 h 2344739"/>
              <a:gd name="connsiteX161" fmla="*/ 4038145 w 12193149"/>
              <a:gd name="connsiteY161" fmla="*/ 2101563 h 2344739"/>
              <a:gd name="connsiteX162" fmla="*/ 4036511 w 12193149"/>
              <a:gd name="connsiteY162" fmla="*/ 2097896 h 2344739"/>
              <a:gd name="connsiteX163" fmla="*/ 4034926 w 12193149"/>
              <a:gd name="connsiteY163" fmla="*/ 2098131 h 2344739"/>
              <a:gd name="connsiteX164" fmla="*/ 4005686 w 12193149"/>
              <a:gd name="connsiteY164" fmla="*/ 2085563 h 2344739"/>
              <a:gd name="connsiteX165" fmla="*/ 3937994 w 12193149"/>
              <a:gd name="connsiteY165" fmla="*/ 2068106 h 2344739"/>
              <a:gd name="connsiteX166" fmla="*/ 3898423 w 12193149"/>
              <a:gd name="connsiteY166" fmla="*/ 2062451 h 2344739"/>
              <a:gd name="connsiteX167" fmla="*/ 3790908 w 12193149"/>
              <a:gd name="connsiteY167" fmla="*/ 2042213 h 2344739"/>
              <a:gd name="connsiteX168" fmla="*/ 3683661 w 12193149"/>
              <a:gd name="connsiteY168" fmla="*/ 2018290 h 2344739"/>
              <a:gd name="connsiteX169" fmla="*/ 3611183 w 12193149"/>
              <a:gd name="connsiteY169" fmla="*/ 1986019 h 2344739"/>
              <a:gd name="connsiteX170" fmla="*/ 3605003 w 12193149"/>
              <a:gd name="connsiteY170" fmla="*/ 1987381 h 2344739"/>
              <a:gd name="connsiteX171" fmla="*/ 3595884 w 12193149"/>
              <a:gd name="connsiteY171" fmla="*/ 1987545 h 2344739"/>
              <a:gd name="connsiteX172" fmla="*/ 3595649 w 12193149"/>
              <a:gd name="connsiteY172" fmla="*/ 1987276 h 2344739"/>
              <a:gd name="connsiteX173" fmla="*/ 3587126 w 12193149"/>
              <a:gd name="connsiteY173" fmla="*/ 1987966 h 2344739"/>
              <a:gd name="connsiteX174" fmla="*/ 3537283 w 12193149"/>
              <a:gd name="connsiteY174" fmla="*/ 1978267 h 2344739"/>
              <a:gd name="connsiteX175" fmla="*/ 3474371 w 12193149"/>
              <a:gd name="connsiteY175" fmla="*/ 1974606 h 2344739"/>
              <a:gd name="connsiteX176" fmla="*/ 3401876 w 12193149"/>
              <a:gd name="connsiteY176" fmla="*/ 1962558 h 2344739"/>
              <a:gd name="connsiteX177" fmla="*/ 3365036 w 12193149"/>
              <a:gd name="connsiteY177" fmla="*/ 1979510 h 2344739"/>
              <a:gd name="connsiteX178" fmla="*/ 3345174 w 12193149"/>
              <a:gd name="connsiteY178" fmla="*/ 1981192 h 2344739"/>
              <a:gd name="connsiteX179" fmla="*/ 3342846 w 12193149"/>
              <a:gd name="connsiteY179" fmla="*/ 1980217 h 2344739"/>
              <a:gd name="connsiteX180" fmla="*/ 3263504 w 12193149"/>
              <a:gd name="connsiteY180" fmla="*/ 1986094 h 2344739"/>
              <a:gd name="connsiteX181" fmla="*/ 3143704 w 12193149"/>
              <a:gd name="connsiteY181" fmla="*/ 1993869 h 2344739"/>
              <a:gd name="connsiteX182" fmla="*/ 3031439 w 12193149"/>
              <a:gd name="connsiteY182" fmla="*/ 1996512 h 2344739"/>
              <a:gd name="connsiteX183" fmla="*/ 2782717 w 12193149"/>
              <a:gd name="connsiteY183" fmla="*/ 2018333 h 2344739"/>
              <a:gd name="connsiteX184" fmla="*/ 2647675 w 12193149"/>
              <a:gd name="connsiteY184" fmla="*/ 2028869 h 2344739"/>
              <a:gd name="connsiteX185" fmla="*/ 2569176 w 12193149"/>
              <a:gd name="connsiteY185" fmla="*/ 2002628 h 2344739"/>
              <a:gd name="connsiteX186" fmla="*/ 2444403 w 12193149"/>
              <a:gd name="connsiteY186" fmla="*/ 2016529 h 2344739"/>
              <a:gd name="connsiteX187" fmla="*/ 2316260 w 12193149"/>
              <a:gd name="connsiteY187" fmla="*/ 2024996 h 2344739"/>
              <a:gd name="connsiteX188" fmla="*/ 2209726 w 12193149"/>
              <a:gd name="connsiteY188" fmla="*/ 2019763 h 2344739"/>
              <a:gd name="connsiteX189" fmla="*/ 2095813 w 12193149"/>
              <a:gd name="connsiteY189" fmla="*/ 2003052 h 2344739"/>
              <a:gd name="connsiteX190" fmla="*/ 1998504 w 12193149"/>
              <a:gd name="connsiteY190" fmla="*/ 1995032 h 2344739"/>
              <a:gd name="connsiteX191" fmla="*/ 1929320 w 12193149"/>
              <a:gd name="connsiteY191" fmla="*/ 2016977 h 2344739"/>
              <a:gd name="connsiteX192" fmla="*/ 1922798 w 12193149"/>
              <a:gd name="connsiteY192" fmla="*/ 2012146 h 2344739"/>
              <a:gd name="connsiteX193" fmla="*/ 1874228 w 12193149"/>
              <a:gd name="connsiteY193" fmla="*/ 2013741 h 2344739"/>
              <a:gd name="connsiteX194" fmla="*/ 1787803 w 12193149"/>
              <a:gd name="connsiteY194" fmla="*/ 2041363 h 2344739"/>
              <a:gd name="connsiteX195" fmla="*/ 1739352 w 12193149"/>
              <a:gd name="connsiteY195" fmla="*/ 2036312 h 2344739"/>
              <a:gd name="connsiteX196" fmla="*/ 1676219 w 12193149"/>
              <a:gd name="connsiteY196" fmla="*/ 2019963 h 2344739"/>
              <a:gd name="connsiteX197" fmla="*/ 1609817 w 12193149"/>
              <a:gd name="connsiteY197" fmla="*/ 2013066 h 2344739"/>
              <a:gd name="connsiteX198" fmla="*/ 1497258 w 12193149"/>
              <a:gd name="connsiteY198" fmla="*/ 1987476 h 2344739"/>
              <a:gd name="connsiteX199" fmla="*/ 1151127 w 12193149"/>
              <a:gd name="connsiteY199" fmla="*/ 1938041 h 2344739"/>
              <a:gd name="connsiteX200" fmla="*/ 859417 w 12193149"/>
              <a:gd name="connsiteY200" fmla="*/ 1928608 h 2344739"/>
              <a:gd name="connsiteX201" fmla="*/ 838688 w 12193149"/>
              <a:gd name="connsiteY201" fmla="*/ 1929821 h 2344739"/>
              <a:gd name="connsiteX202" fmla="*/ 817957 w 12193149"/>
              <a:gd name="connsiteY202" fmla="*/ 1927857 h 2344739"/>
              <a:gd name="connsiteX203" fmla="*/ 812654 w 12193149"/>
              <a:gd name="connsiteY203" fmla="*/ 1930751 h 2344739"/>
              <a:gd name="connsiteX204" fmla="*/ 721195 w 12193149"/>
              <a:gd name="connsiteY204" fmla="*/ 1929661 h 2344739"/>
              <a:gd name="connsiteX205" fmla="*/ 720890 w 12193149"/>
              <a:gd name="connsiteY205" fmla="*/ 1928399 h 2344739"/>
              <a:gd name="connsiteX206" fmla="*/ 710023 w 12193149"/>
              <a:gd name="connsiteY206" fmla="*/ 1922722 h 2344739"/>
              <a:gd name="connsiteX207" fmla="*/ 597940 w 12193149"/>
              <a:gd name="connsiteY207" fmla="*/ 1879864 h 2344739"/>
              <a:gd name="connsiteX208" fmla="*/ 579683 w 12193149"/>
              <a:gd name="connsiteY208" fmla="*/ 1877212 h 2344739"/>
              <a:gd name="connsiteX209" fmla="*/ 572865 w 12193149"/>
              <a:gd name="connsiteY209" fmla="*/ 1877401 h 2344739"/>
              <a:gd name="connsiteX210" fmla="*/ 446247 w 12193149"/>
              <a:gd name="connsiteY210" fmla="*/ 1839371 h 2344739"/>
              <a:gd name="connsiteX211" fmla="*/ 405163 w 12193149"/>
              <a:gd name="connsiteY211" fmla="*/ 1833548 h 2344739"/>
              <a:gd name="connsiteX212" fmla="*/ 293583 w 12193149"/>
              <a:gd name="connsiteY212" fmla="*/ 1812852 h 2344739"/>
              <a:gd name="connsiteX213" fmla="*/ 119529 w 12193149"/>
              <a:gd name="connsiteY213" fmla="*/ 1761047 h 2344739"/>
              <a:gd name="connsiteX214" fmla="*/ 16674 w 12193149"/>
              <a:gd name="connsiteY214" fmla="*/ 1758191 h 2344739"/>
              <a:gd name="connsiteX215" fmla="*/ 1150 w 12193149"/>
              <a:gd name="connsiteY215" fmla="*/ 1752722 h 2344739"/>
              <a:gd name="connsiteX216" fmla="*/ 1148 w 12193149"/>
              <a:gd name="connsiteY216" fmla="*/ 222213 h 2344739"/>
              <a:gd name="connsiteX217" fmla="*/ 1148 w 12193149"/>
              <a:gd name="connsiteY217" fmla="*/ 0 h 2344739"/>
              <a:gd name="connsiteX0" fmla="*/ 1148 w 12193149"/>
              <a:gd name="connsiteY0" fmla="*/ 0 h 2344739"/>
              <a:gd name="connsiteX1" fmla="*/ 12193148 w 12193149"/>
              <a:gd name="connsiteY1" fmla="*/ 0 h 2344739"/>
              <a:gd name="connsiteX2" fmla="*/ 12193149 w 12193149"/>
              <a:gd name="connsiteY2" fmla="*/ 579739 h 2344739"/>
              <a:gd name="connsiteX3" fmla="*/ 12185986 w 12193149"/>
              <a:gd name="connsiteY3" fmla="*/ 584189 h 2344739"/>
              <a:gd name="connsiteX4" fmla="*/ 12156363 w 12193149"/>
              <a:gd name="connsiteY4" fmla="*/ 597366 h 2344739"/>
              <a:gd name="connsiteX5" fmla="*/ 12139215 w 12193149"/>
              <a:gd name="connsiteY5" fmla="*/ 623179 h 2344739"/>
              <a:gd name="connsiteX6" fmla="*/ 12126327 w 12193149"/>
              <a:gd name="connsiteY6" fmla="*/ 624690 h 2344739"/>
              <a:gd name="connsiteX7" fmla="*/ 12124007 w 12193149"/>
              <a:gd name="connsiteY7" fmla="*/ 624794 h 2344739"/>
              <a:gd name="connsiteX8" fmla="*/ 12116854 w 12193149"/>
              <a:gd name="connsiteY8" fmla="*/ 628608 h 2344739"/>
              <a:gd name="connsiteX9" fmla="*/ 12099497 w 12193149"/>
              <a:gd name="connsiteY9" fmla="*/ 628139 h 2344739"/>
              <a:gd name="connsiteX10" fmla="*/ 12087073 w 12193149"/>
              <a:gd name="connsiteY10" fmla="*/ 636341 h 2344739"/>
              <a:gd name="connsiteX11" fmla="*/ 12031073 w 12193149"/>
              <a:gd name="connsiteY11" fmla="*/ 680009 h 2344739"/>
              <a:gd name="connsiteX12" fmla="*/ 11995833 w 12193149"/>
              <a:gd name="connsiteY12" fmla="*/ 703458 h 2344739"/>
              <a:gd name="connsiteX13" fmla="*/ 11979717 w 12193149"/>
              <a:gd name="connsiteY13" fmla="*/ 708161 h 2344739"/>
              <a:gd name="connsiteX14" fmla="*/ 11959046 w 12193149"/>
              <a:gd name="connsiteY14" fmla="*/ 717558 h 2344739"/>
              <a:gd name="connsiteX15" fmla="*/ 11920454 w 12193149"/>
              <a:gd name="connsiteY15" fmla="*/ 730883 h 2344739"/>
              <a:gd name="connsiteX16" fmla="*/ 11903656 w 12193149"/>
              <a:gd name="connsiteY16" fmla="*/ 742426 h 2344739"/>
              <a:gd name="connsiteX17" fmla="*/ 11895048 w 12193149"/>
              <a:gd name="connsiteY17" fmla="*/ 744791 h 2344739"/>
              <a:gd name="connsiteX18" fmla="*/ 11891968 w 12193149"/>
              <a:gd name="connsiteY18" fmla="*/ 755729 h 2344739"/>
              <a:gd name="connsiteX19" fmla="*/ 11870776 w 12193149"/>
              <a:gd name="connsiteY19" fmla="*/ 777816 h 2344739"/>
              <a:gd name="connsiteX20" fmla="*/ 11813376 w 12193149"/>
              <a:gd name="connsiteY20" fmla="*/ 797659 h 2344739"/>
              <a:gd name="connsiteX21" fmla="*/ 11590693 w 12193149"/>
              <a:gd name="connsiteY21" fmla="*/ 963777 h 2344739"/>
              <a:gd name="connsiteX22" fmla="*/ 11506817 w 12193149"/>
              <a:gd name="connsiteY22" fmla="*/ 1033623 h 2344739"/>
              <a:gd name="connsiteX23" fmla="*/ 11280332 w 12193149"/>
              <a:gd name="connsiteY23" fmla="*/ 1223571 h 2344739"/>
              <a:gd name="connsiteX24" fmla="*/ 11228309 w 12193149"/>
              <a:gd name="connsiteY24" fmla="*/ 1276236 h 2344739"/>
              <a:gd name="connsiteX25" fmla="*/ 11218087 w 12193149"/>
              <a:gd name="connsiteY25" fmla="*/ 1275961 h 2344739"/>
              <a:gd name="connsiteX26" fmla="*/ 11217184 w 12193149"/>
              <a:gd name="connsiteY26" fmla="*/ 1275018 h 2344739"/>
              <a:gd name="connsiteX27" fmla="*/ 11188885 w 12193149"/>
              <a:gd name="connsiteY27" fmla="*/ 1292383 h 2344739"/>
              <a:gd name="connsiteX28" fmla="*/ 11184501 w 12193149"/>
              <a:gd name="connsiteY28" fmla="*/ 1292525 h 2344739"/>
              <a:gd name="connsiteX29" fmla="*/ 11166854 w 12193149"/>
              <a:gd name="connsiteY29" fmla="*/ 1306612 h 2344739"/>
              <a:gd name="connsiteX30" fmla="*/ 11157311 w 12193149"/>
              <a:gd name="connsiteY30" fmla="*/ 1312414 h 2344739"/>
              <a:gd name="connsiteX31" fmla="*/ 11155496 w 12193149"/>
              <a:gd name="connsiteY31" fmla="*/ 1317097 h 2344739"/>
              <a:gd name="connsiteX32" fmla="*/ 11140961 w 12193149"/>
              <a:gd name="connsiteY32" fmla="*/ 1324115 h 2344739"/>
              <a:gd name="connsiteX33" fmla="*/ 11138961 w 12193149"/>
              <a:gd name="connsiteY33" fmla="*/ 1323772 h 2344739"/>
              <a:gd name="connsiteX34" fmla="*/ 11128208 w 12193149"/>
              <a:gd name="connsiteY34" fmla="*/ 1333832 h 2344739"/>
              <a:gd name="connsiteX35" fmla="*/ 11120691 w 12193149"/>
              <a:gd name="connsiteY35" fmla="*/ 1347424 h 2344739"/>
              <a:gd name="connsiteX36" fmla="*/ 10894683 w 12193149"/>
              <a:gd name="connsiteY36" fmla="*/ 1473399 h 2344739"/>
              <a:gd name="connsiteX37" fmla="*/ 10773300 w 12193149"/>
              <a:gd name="connsiteY37" fmla="*/ 1523191 h 2344739"/>
              <a:gd name="connsiteX38" fmla="*/ 10627668 w 12193149"/>
              <a:gd name="connsiteY38" fmla="*/ 1559229 h 2344739"/>
              <a:gd name="connsiteX39" fmla="*/ 10581895 w 12193149"/>
              <a:gd name="connsiteY39" fmla="*/ 1568689 h 2344739"/>
              <a:gd name="connsiteX40" fmla="*/ 10547790 w 12193149"/>
              <a:gd name="connsiteY40" fmla="*/ 1598423 h 2344739"/>
              <a:gd name="connsiteX41" fmla="*/ 10529643 w 12193149"/>
              <a:gd name="connsiteY41" fmla="*/ 1596907 h 2344739"/>
              <a:gd name="connsiteX42" fmla="*/ 10526446 w 12193149"/>
              <a:gd name="connsiteY42" fmla="*/ 1596411 h 2344739"/>
              <a:gd name="connsiteX43" fmla="*/ 10515129 w 12193149"/>
              <a:gd name="connsiteY43" fmla="*/ 1599537 h 2344739"/>
              <a:gd name="connsiteX44" fmla="*/ 10491735 w 12193149"/>
              <a:gd name="connsiteY44" fmla="*/ 1594156 h 2344739"/>
              <a:gd name="connsiteX45" fmla="*/ 10471418 w 12193149"/>
              <a:gd name="connsiteY45" fmla="*/ 1601693 h 2344739"/>
              <a:gd name="connsiteX46" fmla="*/ 10377042 w 12193149"/>
              <a:gd name="connsiteY46" fmla="*/ 1644598 h 2344739"/>
              <a:gd name="connsiteX47" fmla="*/ 10319338 w 12193149"/>
              <a:gd name="connsiteY47" fmla="*/ 1666221 h 2344739"/>
              <a:gd name="connsiteX48" fmla="*/ 10295467 w 12193149"/>
              <a:gd name="connsiteY48" fmla="*/ 1668079 h 2344739"/>
              <a:gd name="connsiteX49" fmla="*/ 10263443 w 12193149"/>
              <a:gd name="connsiteY49" fmla="*/ 1674948 h 2344739"/>
              <a:gd name="connsiteX50" fmla="*/ 10205418 w 12193149"/>
              <a:gd name="connsiteY50" fmla="*/ 1682149 h 2344739"/>
              <a:gd name="connsiteX51" fmla="*/ 10177759 w 12193149"/>
              <a:gd name="connsiteY51" fmla="*/ 1692943 h 2344739"/>
              <a:gd name="connsiteX52" fmla="*/ 10165070 w 12193149"/>
              <a:gd name="connsiteY52" fmla="*/ 1693739 h 2344739"/>
              <a:gd name="connsiteX53" fmla="*/ 10156308 w 12193149"/>
              <a:gd name="connsiteY53" fmla="*/ 1707487 h 2344739"/>
              <a:gd name="connsiteX54" fmla="*/ 10118267 w 12193149"/>
              <a:gd name="connsiteY54" fmla="*/ 1731142 h 2344739"/>
              <a:gd name="connsiteX55" fmla="*/ 10083317 w 12193149"/>
              <a:gd name="connsiteY55" fmla="*/ 1743296 h 2344739"/>
              <a:gd name="connsiteX56" fmla="*/ 10040388 w 12193149"/>
              <a:gd name="connsiteY56" fmla="*/ 1741632 h 2344739"/>
              <a:gd name="connsiteX57" fmla="*/ 9961167 w 12193149"/>
              <a:gd name="connsiteY57" fmla="*/ 1757147 h 2344739"/>
              <a:gd name="connsiteX58" fmla="*/ 9848940 w 12193149"/>
              <a:gd name="connsiteY58" fmla="*/ 1763915 h 2344739"/>
              <a:gd name="connsiteX59" fmla="*/ 9729457 w 12193149"/>
              <a:gd name="connsiteY59" fmla="*/ 1784122 h 2344739"/>
              <a:gd name="connsiteX60" fmla="*/ 9613704 w 12193149"/>
              <a:gd name="connsiteY60" fmla="*/ 1812371 h 2344739"/>
              <a:gd name="connsiteX61" fmla="*/ 9338590 w 12193149"/>
              <a:gd name="connsiteY61" fmla="*/ 1869293 h 2344739"/>
              <a:gd name="connsiteX62" fmla="*/ 9232518 w 12193149"/>
              <a:gd name="connsiteY62" fmla="*/ 1893149 h 2344739"/>
              <a:gd name="connsiteX63" fmla="*/ 9156690 w 12193149"/>
              <a:gd name="connsiteY63" fmla="*/ 1903228 h 2344739"/>
              <a:gd name="connsiteX64" fmla="*/ 9054601 w 12193149"/>
              <a:gd name="connsiteY64" fmla="*/ 1910755 h 2344739"/>
              <a:gd name="connsiteX65" fmla="*/ 9006634 w 12193149"/>
              <a:gd name="connsiteY65" fmla="*/ 1914040 h 2344739"/>
              <a:gd name="connsiteX66" fmla="*/ 9006349 w 12193149"/>
              <a:gd name="connsiteY66" fmla="*/ 1913800 h 2344739"/>
              <a:gd name="connsiteX67" fmla="*/ 8997380 w 12193149"/>
              <a:gd name="connsiteY67" fmla="*/ 1915011 h 2344739"/>
              <a:gd name="connsiteX68" fmla="*/ 8991542 w 12193149"/>
              <a:gd name="connsiteY68" fmla="*/ 1917072 h 2344739"/>
              <a:gd name="connsiteX69" fmla="*/ 8975485 w 12193149"/>
              <a:gd name="connsiteY69" fmla="*/ 1920298 h 2344739"/>
              <a:gd name="connsiteX70" fmla="*/ 8969159 w 12193149"/>
              <a:gd name="connsiteY70" fmla="*/ 1919598 h 2344739"/>
              <a:gd name="connsiteX71" fmla="*/ 8964196 w 12193149"/>
              <a:gd name="connsiteY71" fmla="*/ 1917373 h 2344739"/>
              <a:gd name="connsiteX72" fmla="*/ 8930136 w 12193149"/>
              <a:gd name="connsiteY72" fmla="*/ 1914185 h 2344739"/>
              <a:gd name="connsiteX73" fmla="*/ 8753592 w 12193149"/>
              <a:gd name="connsiteY73" fmla="*/ 1933417 h 2344739"/>
              <a:gd name="connsiteX74" fmla="*/ 8708995 w 12193149"/>
              <a:gd name="connsiteY74" fmla="*/ 1935518 h 2344739"/>
              <a:gd name="connsiteX75" fmla="*/ 8597219 w 12193149"/>
              <a:gd name="connsiteY75" fmla="*/ 1944090 h 2344739"/>
              <a:gd name="connsiteX76" fmla="*/ 8526378 w 12193149"/>
              <a:gd name="connsiteY76" fmla="*/ 1929248 h 2344739"/>
              <a:gd name="connsiteX77" fmla="*/ 8512131 w 12193149"/>
              <a:gd name="connsiteY77" fmla="*/ 1935163 h 2344739"/>
              <a:gd name="connsiteX78" fmla="*/ 8507315 w 12193149"/>
              <a:gd name="connsiteY78" fmla="*/ 1938164 h 2344739"/>
              <a:gd name="connsiteX79" fmla="*/ 8499116 w 12193149"/>
              <a:gd name="connsiteY79" fmla="*/ 1940902 h 2344739"/>
              <a:gd name="connsiteX80" fmla="*/ 8498742 w 12193149"/>
              <a:gd name="connsiteY80" fmla="*/ 1940723 h 2344739"/>
              <a:gd name="connsiteX81" fmla="*/ 8491397 w 12193149"/>
              <a:gd name="connsiteY81" fmla="*/ 1943773 h 2344739"/>
              <a:gd name="connsiteX82" fmla="*/ 8368330 w 12193149"/>
              <a:gd name="connsiteY82" fmla="*/ 1957815 h 2344739"/>
              <a:gd name="connsiteX83" fmla="*/ 8354947 w 12193149"/>
              <a:gd name="connsiteY83" fmla="*/ 1958009 h 2344739"/>
              <a:gd name="connsiteX84" fmla="*/ 8321252 w 12193149"/>
              <a:gd name="connsiteY84" fmla="*/ 1974587 h 2344739"/>
              <a:gd name="connsiteX85" fmla="*/ 8315581 w 12193149"/>
              <a:gd name="connsiteY85" fmla="*/ 1974913 h 2344739"/>
              <a:gd name="connsiteX86" fmla="*/ 8296322 w 12193149"/>
              <a:gd name="connsiteY86" fmla="*/ 1988808 h 2344739"/>
              <a:gd name="connsiteX87" fmla="*/ 8285424 w 12193149"/>
              <a:gd name="connsiteY87" fmla="*/ 1994631 h 2344739"/>
              <a:gd name="connsiteX88" fmla="*/ 8284298 w 12193149"/>
              <a:gd name="connsiteY88" fmla="*/ 1999074 h 2344739"/>
              <a:gd name="connsiteX89" fmla="*/ 8267224 w 12193149"/>
              <a:gd name="connsiteY89" fmla="*/ 2006249 h 2344739"/>
              <a:gd name="connsiteX90" fmla="*/ 8264525 w 12193149"/>
              <a:gd name="connsiteY90" fmla="*/ 2006019 h 2344739"/>
              <a:gd name="connsiteX91" fmla="*/ 8253181 w 12193149"/>
              <a:gd name="connsiteY91" fmla="*/ 2015862 h 2344739"/>
              <a:gd name="connsiteX92" fmla="*/ 8246982 w 12193149"/>
              <a:gd name="connsiteY92" fmla="*/ 2028854 h 2344739"/>
              <a:gd name="connsiteX93" fmla="*/ 8091420 w 12193149"/>
              <a:gd name="connsiteY93" fmla="*/ 2075015 h 2344739"/>
              <a:gd name="connsiteX94" fmla="*/ 7906555 w 12193149"/>
              <a:gd name="connsiteY94" fmla="*/ 2116988 h 2344739"/>
              <a:gd name="connsiteX95" fmla="*/ 7719893 w 12193149"/>
              <a:gd name="connsiteY95" fmla="*/ 2142703 h 2344739"/>
              <a:gd name="connsiteX96" fmla="*/ 7615495 w 12193149"/>
              <a:gd name="connsiteY96" fmla="*/ 2139232 h 2344739"/>
              <a:gd name="connsiteX97" fmla="*/ 7528691 w 12193149"/>
              <a:gd name="connsiteY97" fmla="*/ 2145060 h 2344739"/>
              <a:gd name="connsiteX98" fmla="*/ 7520719 w 12193149"/>
              <a:gd name="connsiteY98" fmla="*/ 2147613 h 2344739"/>
              <a:gd name="connsiteX99" fmla="*/ 7508559 w 12193149"/>
              <a:gd name="connsiteY99" fmla="*/ 2148948 h 2344739"/>
              <a:gd name="connsiteX100" fmla="*/ 7508188 w 12193149"/>
              <a:gd name="connsiteY100" fmla="*/ 2148621 h 2344739"/>
              <a:gd name="connsiteX101" fmla="*/ 7496943 w 12193149"/>
              <a:gd name="connsiteY101" fmla="*/ 2150573 h 2344739"/>
              <a:gd name="connsiteX102" fmla="*/ 7219707 w 12193149"/>
              <a:gd name="connsiteY102" fmla="*/ 2156680 h 2344739"/>
              <a:gd name="connsiteX103" fmla="*/ 7202249 w 12193149"/>
              <a:gd name="connsiteY103" fmla="*/ 2161230 h 2344739"/>
              <a:gd name="connsiteX104" fmla="*/ 7198152 w 12193149"/>
              <a:gd name="connsiteY104" fmla="*/ 2166588 h 2344739"/>
              <a:gd name="connsiteX105" fmla="*/ 7171956 w 12193149"/>
              <a:gd name="connsiteY105" fmla="*/ 2171236 h 2344739"/>
              <a:gd name="connsiteX106" fmla="*/ 7098136 w 12193149"/>
              <a:gd name="connsiteY106" fmla="*/ 2183464 h 2344739"/>
              <a:gd name="connsiteX107" fmla="*/ 7019644 w 12193149"/>
              <a:gd name="connsiteY107" fmla="*/ 2183090 h 2344739"/>
              <a:gd name="connsiteX108" fmla="*/ 6905294 w 12193149"/>
              <a:gd name="connsiteY108" fmla="*/ 2212596 h 2344739"/>
              <a:gd name="connsiteX109" fmla="*/ 6709370 w 12193149"/>
              <a:gd name="connsiteY109" fmla="*/ 2240551 h 2344739"/>
              <a:gd name="connsiteX110" fmla="*/ 6550602 w 12193149"/>
              <a:gd name="connsiteY110" fmla="*/ 2269327 h 2344739"/>
              <a:gd name="connsiteX111" fmla="*/ 6318708 w 12193149"/>
              <a:gd name="connsiteY111" fmla="*/ 2316127 h 2344739"/>
              <a:gd name="connsiteX112" fmla="*/ 6169822 w 12193149"/>
              <a:gd name="connsiteY112" fmla="*/ 2318214 h 2344739"/>
              <a:gd name="connsiteX113" fmla="*/ 6074996 w 12193149"/>
              <a:gd name="connsiteY113" fmla="*/ 2338676 h 2344739"/>
              <a:gd name="connsiteX114" fmla="*/ 6069677 w 12193149"/>
              <a:gd name="connsiteY114" fmla="*/ 2337139 h 2344739"/>
              <a:gd name="connsiteX115" fmla="*/ 6049786 w 12193149"/>
              <a:gd name="connsiteY115" fmla="*/ 2337822 h 2344739"/>
              <a:gd name="connsiteX116" fmla="*/ 6042433 w 12193149"/>
              <a:gd name="connsiteY116" fmla="*/ 2329473 h 2344739"/>
              <a:gd name="connsiteX117" fmla="*/ 6011238 w 12193149"/>
              <a:gd name="connsiteY117" fmla="*/ 2324380 h 2344739"/>
              <a:gd name="connsiteX118" fmla="*/ 5958523 w 12193149"/>
              <a:gd name="connsiteY118" fmla="*/ 2328024 h 2344739"/>
              <a:gd name="connsiteX119" fmla="*/ 5760067 w 12193149"/>
              <a:gd name="connsiteY119" fmla="*/ 2343716 h 2344739"/>
              <a:gd name="connsiteX120" fmla="*/ 5628108 w 12193149"/>
              <a:gd name="connsiteY120" fmla="*/ 2344739 h 2344739"/>
              <a:gd name="connsiteX121" fmla="*/ 5472054 w 12193149"/>
              <a:gd name="connsiteY121" fmla="*/ 2330719 h 2344739"/>
              <a:gd name="connsiteX122" fmla="*/ 5433909 w 12193149"/>
              <a:gd name="connsiteY122" fmla="*/ 2319466 h 2344739"/>
              <a:gd name="connsiteX123" fmla="*/ 5382817 w 12193149"/>
              <a:gd name="connsiteY123" fmla="*/ 2301764 h 2344739"/>
              <a:gd name="connsiteX124" fmla="*/ 5262912 w 12193149"/>
              <a:gd name="connsiteY124" fmla="*/ 2281347 h 2344739"/>
              <a:gd name="connsiteX125" fmla="*/ 5224109 w 12193149"/>
              <a:gd name="connsiteY125" fmla="*/ 2270223 h 2344739"/>
              <a:gd name="connsiteX126" fmla="*/ 5175808 w 12193149"/>
              <a:gd name="connsiteY126" fmla="*/ 2267233 h 2344739"/>
              <a:gd name="connsiteX127" fmla="*/ 5157702 w 12193149"/>
              <a:gd name="connsiteY127" fmla="*/ 2260010 h 2344739"/>
              <a:gd name="connsiteX128" fmla="*/ 5143747 w 12193149"/>
              <a:gd name="connsiteY128" fmla="*/ 2256610 h 2344739"/>
              <a:gd name="connsiteX129" fmla="*/ 5140744 w 12193149"/>
              <a:gd name="connsiteY129" fmla="*/ 2254509 h 2344739"/>
              <a:gd name="connsiteX130" fmla="*/ 5122807 w 12193149"/>
              <a:gd name="connsiteY130" fmla="*/ 2243656 h 2344739"/>
              <a:gd name="connsiteX131" fmla="*/ 5066938 w 12193149"/>
              <a:gd name="connsiteY131" fmla="*/ 2250227 h 2344739"/>
              <a:gd name="connsiteX132" fmla="*/ 5012662 w 12193149"/>
              <a:gd name="connsiteY132" fmla="*/ 2233846 h 2344739"/>
              <a:gd name="connsiteX133" fmla="*/ 4841589 w 12193149"/>
              <a:gd name="connsiteY133" fmla="*/ 2209829 h 2344739"/>
              <a:gd name="connsiteX134" fmla="*/ 4763595 w 12193149"/>
              <a:gd name="connsiteY134" fmla="*/ 2182061 h 2344739"/>
              <a:gd name="connsiteX135" fmla="*/ 4724334 w 12193149"/>
              <a:gd name="connsiteY135" fmla="*/ 2173047 h 2344739"/>
              <a:gd name="connsiteX136" fmla="*/ 4722324 w 12193149"/>
              <a:gd name="connsiteY136" fmla="*/ 2172298 h 2344739"/>
              <a:gd name="connsiteX137" fmla="*/ 4723259 w 12193149"/>
              <a:gd name="connsiteY137" fmla="*/ 2172087 h 2344739"/>
              <a:gd name="connsiteX138" fmla="*/ 4718350 w 12193149"/>
              <a:gd name="connsiteY138" fmla="*/ 2170817 h 2344739"/>
              <a:gd name="connsiteX139" fmla="*/ 4722324 w 12193149"/>
              <a:gd name="connsiteY139" fmla="*/ 2172298 h 2344739"/>
              <a:gd name="connsiteX140" fmla="*/ 4716674 w 12193149"/>
              <a:gd name="connsiteY140" fmla="*/ 2173573 h 2344739"/>
              <a:gd name="connsiteX141" fmla="*/ 4516962 w 12193149"/>
              <a:gd name="connsiteY141" fmla="*/ 2163671 h 2344739"/>
              <a:gd name="connsiteX142" fmla="*/ 4429691 w 12193149"/>
              <a:gd name="connsiteY142" fmla="*/ 2153020 h 2344739"/>
              <a:gd name="connsiteX143" fmla="*/ 4364023 w 12193149"/>
              <a:gd name="connsiteY143" fmla="*/ 2151674 h 2344739"/>
              <a:gd name="connsiteX144" fmla="*/ 4318114 w 12193149"/>
              <a:gd name="connsiteY144" fmla="*/ 2158289 h 2344739"/>
              <a:gd name="connsiteX145" fmla="*/ 4316258 w 12193149"/>
              <a:gd name="connsiteY145" fmla="*/ 2156948 h 2344739"/>
              <a:gd name="connsiteX146" fmla="*/ 4296292 w 12193149"/>
              <a:gd name="connsiteY146" fmla="*/ 2155069 h 2344739"/>
              <a:gd name="connsiteX147" fmla="*/ 4291212 w 12193149"/>
              <a:gd name="connsiteY147" fmla="*/ 2157986 h 2344739"/>
              <a:gd name="connsiteX148" fmla="*/ 4277290 w 12193149"/>
              <a:gd name="connsiteY148" fmla="*/ 2157740 h 2344739"/>
              <a:gd name="connsiteX149" fmla="*/ 4249265 w 12193149"/>
              <a:gd name="connsiteY149" fmla="*/ 2160064 h 2344739"/>
              <a:gd name="connsiteX150" fmla="*/ 4203199 w 12193149"/>
              <a:gd name="connsiteY150" fmla="*/ 2157269 h 2344739"/>
              <a:gd name="connsiteX151" fmla="*/ 4202893 w 12193149"/>
              <a:gd name="connsiteY151" fmla="*/ 2156010 h 2344739"/>
              <a:gd name="connsiteX152" fmla="*/ 4192396 w 12193149"/>
              <a:gd name="connsiteY152" fmla="*/ 2150376 h 2344739"/>
              <a:gd name="connsiteX153" fmla="*/ 4143893 w 12193149"/>
              <a:gd name="connsiteY153" fmla="*/ 2134511 h 2344739"/>
              <a:gd name="connsiteX154" fmla="*/ 4084245 w 12193149"/>
              <a:gd name="connsiteY154" fmla="*/ 2107978 h 2344739"/>
              <a:gd name="connsiteX155" fmla="*/ 4075694 w 12193149"/>
              <a:gd name="connsiteY155" fmla="*/ 2107143 h 2344739"/>
              <a:gd name="connsiteX156" fmla="*/ 4075575 w 12193149"/>
              <a:gd name="connsiteY156" fmla="*/ 2106844 h 2344739"/>
              <a:gd name="connsiteX157" fmla="*/ 4066658 w 12193149"/>
              <a:gd name="connsiteY157" fmla="*/ 2105400 h 2344739"/>
              <a:gd name="connsiteX158" fmla="*/ 4060102 w 12193149"/>
              <a:gd name="connsiteY158" fmla="*/ 2105618 h 2344739"/>
              <a:gd name="connsiteX159" fmla="*/ 4043512 w 12193149"/>
              <a:gd name="connsiteY159" fmla="*/ 2103997 h 2344739"/>
              <a:gd name="connsiteX160" fmla="*/ 4038145 w 12193149"/>
              <a:gd name="connsiteY160" fmla="*/ 2101563 h 2344739"/>
              <a:gd name="connsiteX161" fmla="*/ 4036511 w 12193149"/>
              <a:gd name="connsiteY161" fmla="*/ 2097896 h 2344739"/>
              <a:gd name="connsiteX162" fmla="*/ 4034926 w 12193149"/>
              <a:gd name="connsiteY162" fmla="*/ 2098131 h 2344739"/>
              <a:gd name="connsiteX163" fmla="*/ 4005686 w 12193149"/>
              <a:gd name="connsiteY163" fmla="*/ 2085563 h 2344739"/>
              <a:gd name="connsiteX164" fmla="*/ 3937994 w 12193149"/>
              <a:gd name="connsiteY164" fmla="*/ 2068106 h 2344739"/>
              <a:gd name="connsiteX165" fmla="*/ 3898423 w 12193149"/>
              <a:gd name="connsiteY165" fmla="*/ 2062451 h 2344739"/>
              <a:gd name="connsiteX166" fmla="*/ 3790908 w 12193149"/>
              <a:gd name="connsiteY166" fmla="*/ 2042213 h 2344739"/>
              <a:gd name="connsiteX167" fmla="*/ 3683661 w 12193149"/>
              <a:gd name="connsiteY167" fmla="*/ 2018290 h 2344739"/>
              <a:gd name="connsiteX168" fmla="*/ 3611183 w 12193149"/>
              <a:gd name="connsiteY168" fmla="*/ 1986019 h 2344739"/>
              <a:gd name="connsiteX169" fmla="*/ 3605003 w 12193149"/>
              <a:gd name="connsiteY169" fmla="*/ 1987381 h 2344739"/>
              <a:gd name="connsiteX170" fmla="*/ 3595884 w 12193149"/>
              <a:gd name="connsiteY170" fmla="*/ 1987545 h 2344739"/>
              <a:gd name="connsiteX171" fmla="*/ 3595649 w 12193149"/>
              <a:gd name="connsiteY171" fmla="*/ 1987276 h 2344739"/>
              <a:gd name="connsiteX172" fmla="*/ 3587126 w 12193149"/>
              <a:gd name="connsiteY172" fmla="*/ 1987966 h 2344739"/>
              <a:gd name="connsiteX173" fmla="*/ 3537283 w 12193149"/>
              <a:gd name="connsiteY173" fmla="*/ 1978267 h 2344739"/>
              <a:gd name="connsiteX174" fmla="*/ 3474371 w 12193149"/>
              <a:gd name="connsiteY174" fmla="*/ 1974606 h 2344739"/>
              <a:gd name="connsiteX175" fmla="*/ 3401876 w 12193149"/>
              <a:gd name="connsiteY175" fmla="*/ 1962558 h 2344739"/>
              <a:gd name="connsiteX176" fmla="*/ 3365036 w 12193149"/>
              <a:gd name="connsiteY176" fmla="*/ 1979510 h 2344739"/>
              <a:gd name="connsiteX177" fmla="*/ 3345174 w 12193149"/>
              <a:gd name="connsiteY177" fmla="*/ 1981192 h 2344739"/>
              <a:gd name="connsiteX178" fmla="*/ 3342846 w 12193149"/>
              <a:gd name="connsiteY178" fmla="*/ 1980217 h 2344739"/>
              <a:gd name="connsiteX179" fmla="*/ 3263504 w 12193149"/>
              <a:gd name="connsiteY179" fmla="*/ 1986094 h 2344739"/>
              <a:gd name="connsiteX180" fmla="*/ 3143704 w 12193149"/>
              <a:gd name="connsiteY180" fmla="*/ 1993869 h 2344739"/>
              <a:gd name="connsiteX181" fmla="*/ 3031439 w 12193149"/>
              <a:gd name="connsiteY181" fmla="*/ 1996512 h 2344739"/>
              <a:gd name="connsiteX182" fmla="*/ 2782717 w 12193149"/>
              <a:gd name="connsiteY182" fmla="*/ 2018333 h 2344739"/>
              <a:gd name="connsiteX183" fmla="*/ 2647675 w 12193149"/>
              <a:gd name="connsiteY183" fmla="*/ 2028869 h 2344739"/>
              <a:gd name="connsiteX184" fmla="*/ 2569176 w 12193149"/>
              <a:gd name="connsiteY184" fmla="*/ 2002628 h 2344739"/>
              <a:gd name="connsiteX185" fmla="*/ 2444403 w 12193149"/>
              <a:gd name="connsiteY185" fmla="*/ 2016529 h 2344739"/>
              <a:gd name="connsiteX186" fmla="*/ 2316260 w 12193149"/>
              <a:gd name="connsiteY186" fmla="*/ 2024996 h 2344739"/>
              <a:gd name="connsiteX187" fmla="*/ 2209726 w 12193149"/>
              <a:gd name="connsiteY187" fmla="*/ 2019763 h 2344739"/>
              <a:gd name="connsiteX188" fmla="*/ 2095813 w 12193149"/>
              <a:gd name="connsiteY188" fmla="*/ 2003052 h 2344739"/>
              <a:gd name="connsiteX189" fmla="*/ 1998504 w 12193149"/>
              <a:gd name="connsiteY189" fmla="*/ 1995032 h 2344739"/>
              <a:gd name="connsiteX190" fmla="*/ 1929320 w 12193149"/>
              <a:gd name="connsiteY190" fmla="*/ 2016977 h 2344739"/>
              <a:gd name="connsiteX191" fmla="*/ 1922798 w 12193149"/>
              <a:gd name="connsiteY191" fmla="*/ 2012146 h 2344739"/>
              <a:gd name="connsiteX192" fmla="*/ 1874228 w 12193149"/>
              <a:gd name="connsiteY192" fmla="*/ 2013741 h 2344739"/>
              <a:gd name="connsiteX193" fmla="*/ 1787803 w 12193149"/>
              <a:gd name="connsiteY193" fmla="*/ 2041363 h 2344739"/>
              <a:gd name="connsiteX194" fmla="*/ 1739352 w 12193149"/>
              <a:gd name="connsiteY194" fmla="*/ 2036312 h 2344739"/>
              <a:gd name="connsiteX195" fmla="*/ 1676219 w 12193149"/>
              <a:gd name="connsiteY195" fmla="*/ 2019963 h 2344739"/>
              <a:gd name="connsiteX196" fmla="*/ 1609817 w 12193149"/>
              <a:gd name="connsiteY196" fmla="*/ 2013066 h 2344739"/>
              <a:gd name="connsiteX197" fmla="*/ 1497258 w 12193149"/>
              <a:gd name="connsiteY197" fmla="*/ 1987476 h 2344739"/>
              <a:gd name="connsiteX198" fmla="*/ 1151127 w 12193149"/>
              <a:gd name="connsiteY198" fmla="*/ 1938041 h 2344739"/>
              <a:gd name="connsiteX199" fmla="*/ 859417 w 12193149"/>
              <a:gd name="connsiteY199" fmla="*/ 1928608 h 2344739"/>
              <a:gd name="connsiteX200" fmla="*/ 838688 w 12193149"/>
              <a:gd name="connsiteY200" fmla="*/ 1929821 h 2344739"/>
              <a:gd name="connsiteX201" fmla="*/ 817957 w 12193149"/>
              <a:gd name="connsiteY201" fmla="*/ 1927857 h 2344739"/>
              <a:gd name="connsiteX202" fmla="*/ 812654 w 12193149"/>
              <a:gd name="connsiteY202" fmla="*/ 1930751 h 2344739"/>
              <a:gd name="connsiteX203" fmla="*/ 721195 w 12193149"/>
              <a:gd name="connsiteY203" fmla="*/ 1929661 h 2344739"/>
              <a:gd name="connsiteX204" fmla="*/ 720890 w 12193149"/>
              <a:gd name="connsiteY204" fmla="*/ 1928399 h 2344739"/>
              <a:gd name="connsiteX205" fmla="*/ 710023 w 12193149"/>
              <a:gd name="connsiteY205" fmla="*/ 1922722 h 2344739"/>
              <a:gd name="connsiteX206" fmla="*/ 597940 w 12193149"/>
              <a:gd name="connsiteY206" fmla="*/ 1879864 h 2344739"/>
              <a:gd name="connsiteX207" fmla="*/ 579683 w 12193149"/>
              <a:gd name="connsiteY207" fmla="*/ 1877212 h 2344739"/>
              <a:gd name="connsiteX208" fmla="*/ 572865 w 12193149"/>
              <a:gd name="connsiteY208" fmla="*/ 1877401 h 2344739"/>
              <a:gd name="connsiteX209" fmla="*/ 446247 w 12193149"/>
              <a:gd name="connsiteY209" fmla="*/ 1839371 h 2344739"/>
              <a:gd name="connsiteX210" fmla="*/ 405163 w 12193149"/>
              <a:gd name="connsiteY210" fmla="*/ 1833548 h 2344739"/>
              <a:gd name="connsiteX211" fmla="*/ 293583 w 12193149"/>
              <a:gd name="connsiteY211" fmla="*/ 1812852 h 2344739"/>
              <a:gd name="connsiteX212" fmla="*/ 119529 w 12193149"/>
              <a:gd name="connsiteY212" fmla="*/ 1761047 h 2344739"/>
              <a:gd name="connsiteX213" fmla="*/ 16674 w 12193149"/>
              <a:gd name="connsiteY213" fmla="*/ 1758191 h 2344739"/>
              <a:gd name="connsiteX214" fmla="*/ 1150 w 12193149"/>
              <a:gd name="connsiteY214" fmla="*/ 1752722 h 2344739"/>
              <a:gd name="connsiteX215" fmla="*/ 1148 w 12193149"/>
              <a:gd name="connsiteY215" fmla="*/ 222213 h 2344739"/>
              <a:gd name="connsiteX216" fmla="*/ 1148 w 12193149"/>
              <a:gd name="connsiteY216" fmla="*/ 0 h 2344739"/>
              <a:gd name="connsiteX0" fmla="*/ 1148 w 12193149"/>
              <a:gd name="connsiteY0" fmla="*/ 818782 h 3163521"/>
              <a:gd name="connsiteX1" fmla="*/ 12181789 w 12193149"/>
              <a:gd name="connsiteY1" fmla="*/ 0 h 3163521"/>
              <a:gd name="connsiteX2" fmla="*/ 12193149 w 12193149"/>
              <a:gd name="connsiteY2" fmla="*/ 1398521 h 3163521"/>
              <a:gd name="connsiteX3" fmla="*/ 12185986 w 12193149"/>
              <a:gd name="connsiteY3" fmla="*/ 1402971 h 3163521"/>
              <a:gd name="connsiteX4" fmla="*/ 12156363 w 12193149"/>
              <a:gd name="connsiteY4" fmla="*/ 1416148 h 3163521"/>
              <a:gd name="connsiteX5" fmla="*/ 12139215 w 12193149"/>
              <a:gd name="connsiteY5" fmla="*/ 1441961 h 3163521"/>
              <a:gd name="connsiteX6" fmla="*/ 12126327 w 12193149"/>
              <a:gd name="connsiteY6" fmla="*/ 1443472 h 3163521"/>
              <a:gd name="connsiteX7" fmla="*/ 12124007 w 12193149"/>
              <a:gd name="connsiteY7" fmla="*/ 1443576 h 3163521"/>
              <a:gd name="connsiteX8" fmla="*/ 12116854 w 12193149"/>
              <a:gd name="connsiteY8" fmla="*/ 1447390 h 3163521"/>
              <a:gd name="connsiteX9" fmla="*/ 12099497 w 12193149"/>
              <a:gd name="connsiteY9" fmla="*/ 1446921 h 3163521"/>
              <a:gd name="connsiteX10" fmla="*/ 12087073 w 12193149"/>
              <a:gd name="connsiteY10" fmla="*/ 1455123 h 3163521"/>
              <a:gd name="connsiteX11" fmla="*/ 12031073 w 12193149"/>
              <a:gd name="connsiteY11" fmla="*/ 1498791 h 3163521"/>
              <a:gd name="connsiteX12" fmla="*/ 11995833 w 12193149"/>
              <a:gd name="connsiteY12" fmla="*/ 1522240 h 3163521"/>
              <a:gd name="connsiteX13" fmla="*/ 11979717 w 12193149"/>
              <a:gd name="connsiteY13" fmla="*/ 1526943 h 3163521"/>
              <a:gd name="connsiteX14" fmla="*/ 11959046 w 12193149"/>
              <a:gd name="connsiteY14" fmla="*/ 1536340 h 3163521"/>
              <a:gd name="connsiteX15" fmla="*/ 11920454 w 12193149"/>
              <a:gd name="connsiteY15" fmla="*/ 1549665 h 3163521"/>
              <a:gd name="connsiteX16" fmla="*/ 11903656 w 12193149"/>
              <a:gd name="connsiteY16" fmla="*/ 1561208 h 3163521"/>
              <a:gd name="connsiteX17" fmla="*/ 11895048 w 12193149"/>
              <a:gd name="connsiteY17" fmla="*/ 1563573 h 3163521"/>
              <a:gd name="connsiteX18" fmla="*/ 11891968 w 12193149"/>
              <a:gd name="connsiteY18" fmla="*/ 1574511 h 3163521"/>
              <a:gd name="connsiteX19" fmla="*/ 11870776 w 12193149"/>
              <a:gd name="connsiteY19" fmla="*/ 1596598 h 3163521"/>
              <a:gd name="connsiteX20" fmla="*/ 11813376 w 12193149"/>
              <a:gd name="connsiteY20" fmla="*/ 1616441 h 3163521"/>
              <a:gd name="connsiteX21" fmla="*/ 11590693 w 12193149"/>
              <a:gd name="connsiteY21" fmla="*/ 1782559 h 3163521"/>
              <a:gd name="connsiteX22" fmla="*/ 11506817 w 12193149"/>
              <a:gd name="connsiteY22" fmla="*/ 1852405 h 3163521"/>
              <a:gd name="connsiteX23" fmla="*/ 11280332 w 12193149"/>
              <a:gd name="connsiteY23" fmla="*/ 2042353 h 3163521"/>
              <a:gd name="connsiteX24" fmla="*/ 11228309 w 12193149"/>
              <a:gd name="connsiteY24" fmla="*/ 2095018 h 3163521"/>
              <a:gd name="connsiteX25" fmla="*/ 11218087 w 12193149"/>
              <a:gd name="connsiteY25" fmla="*/ 2094743 h 3163521"/>
              <a:gd name="connsiteX26" fmla="*/ 11217184 w 12193149"/>
              <a:gd name="connsiteY26" fmla="*/ 2093800 h 3163521"/>
              <a:gd name="connsiteX27" fmla="*/ 11188885 w 12193149"/>
              <a:gd name="connsiteY27" fmla="*/ 2111165 h 3163521"/>
              <a:gd name="connsiteX28" fmla="*/ 11184501 w 12193149"/>
              <a:gd name="connsiteY28" fmla="*/ 2111307 h 3163521"/>
              <a:gd name="connsiteX29" fmla="*/ 11166854 w 12193149"/>
              <a:gd name="connsiteY29" fmla="*/ 2125394 h 3163521"/>
              <a:gd name="connsiteX30" fmla="*/ 11157311 w 12193149"/>
              <a:gd name="connsiteY30" fmla="*/ 2131196 h 3163521"/>
              <a:gd name="connsiteX31" fmla="*/ 11155496 w 12193149"/>
              <a:gd name="connsiteY31" fmla="*/ 2135879 h 3163521"/>
              <a:gd name="connsiteX32" fmla="*/ 11140961 w 12193149"/>
              <a:gd name="connsiteY32" fmla="*/ 2142897 h 3163521"/>
              <a:gd name="connsiteX33" fmla="*/ 11138961 w 12193149"/>
              <a:gd name="connsiteY33" fmla="*/ 2142554 h 3163521"/>
              <a:gd name="connsiteX34" fmla="*/ 11128208 w 12193149"/>
              <a:gd name="connsiteY34" fmla="*/ 2152614 h 3163521"/>
              <a:gd name="connsiteX35" fmla="*/ 11120691 w 12193149"/>
              <a:gd name="connsiteY35" fmla="*/ 2166206 h 3163521"/>
              <a:gd name="connsiteX36" fmla="*/ 10894683 w 12193149"/>
              <a:gd name="connsiteY36" fmla="*/ 2292181 h 3163521"/>
              <a:gd name="connsiteX37" fmla="*/ 10773300 w 12193149"/>
              <a:gd name="connsiteY37" fmla="*/ 2341973 h 3163521"/>
              <a:gd name="connsiteX38" fmla="*/ 10627668 w 12193149"/>
              <a:gd name="connsiteY38" fmla="*/ 2378011 h 3163521"/>
              <a:gd name="connsiteX39" fmla="*/ 10581895 w 12193149"/>
              <a:gd name="connsiteY39" fmla="*/ 2387471 h 3163521"/>
              <a:gd name="connsiteX40" fmla="*/ 10547790 w 12193149"/>
              <a:gd name="connsiteY40" fmla="*/ 2417205 h 3163521"/>
              <a:gd name="connsiteX41" fmla="*/ 10529643 w 12193149"/>
              <a:gd name="connsiteY41" fmla="*/ 2415689 h 3163521"/>
              <a:gd name="connsiteX42" fmla="*/ 10526446 w 12193149"/>
              <a:gd name="connsiteY42" fmla="*/ 2415193 h 3163521"/>
              <a:gd name="connsiteX43" fmla="*/ 10515129 w 12193149"/>
              <a:gd name="connsiteY43" fmla="*/ 2418319 h 3163521"/>
              <a:gd name="connsiteX44" fmla="*/ 10491735 w 12193149"/>
              <a:gd name="connsiteY44" fmla="*/ 2412938 h 3163521"/>
              <a:gd name="connsiteX45" fmla="*/ 10471418 w 12193149"/>
              <a:gd name="connsiteY45" fmla="*/ 2420475 h 3163521"/>
              <a:gd name="connsiteX46" fmla="*/ 10377042 w 12193149"/>
              <a:gd name="connsiteY46" fmla="*/ 2463380 h 3163521"/>
              <a:gd name="connsiteX47" fmla="*/ 10319338 w 12193149"/>
              <a:gd name="connsiteY47" fmla="*/ 2485003 h 3163521"/>
              <a:gd name="connsiteX48" fmla="*/ 10295467 w 12193149"/>
              <a:gd name="connsiteY48" fmla="*/ 2486861 h 3163521"/>
              <a:gd name="connsiteX49" fmla="*/ 10263443 w 12193149"/>
              <a:gd name="connsiteY49" fmla="*/ 2493730 h 3163521"/>
              <a:gd name="connsiteX50" fmla="*/ 10205418 w 12193149"/>
              <a:gd name="connsiteY50" fmla="*/ 2500931 h 3163521"/>
              <a:gd name="connsiteX51" fmla="*/ 10177759 w 12193149"/>
              <a:gd name="connsiteY51" fmla="*/ 2511725 h 3163521"/>
              <a:gd name="connsiteX52" fmla="*/ 10165070 w 12193149"/>
              <a:gd name="connsiteY52" fmla="*/ 2512521 h 3163521"/>
              <a:gd name="connsiteX53" fmla="*/ 10156308 w 12193149"/>
              <a:gd name="connsiteY53" fmla="*/ 2526269 h 3163521"/>
              <a:gd name="connsiteX54" fmla="*/ 10118267 w 12193149"/>
              <a:gd name="connsiteY54" fmla="*/ 2549924 h 3163521"/>
              <a:gd name="connsiteX55" fmla="*/ 10083317 w 12193149"/>
              <a:gd name="connsiteY55" fmla="*/ 2562078 h 3163521"/>
              <a:gd name="connsiteX56" fmla="*/ 10040388 w 12193149"/>
              <a:gd name="connsiteY56" fmla="*/ 2560414 h 3163521"/>
              <a:gd name="connsiteX57" fmla="*/ 9961167 w 12193149"/>
              <a:gd name="connsiteY57" fmla="*/ 2575929 h 3163521"/>
              <a:gd name="connsiteX58" fmla="*/ 9848940 w 12193149"/>
              <a:gd name="connsiteY58" fmla="*/ 2582697 h 3163521"/>
              <a:gd name="connsiteX59" fmla="*/ 9729457 w 12193149"/>
              <a:gd name="connsiteY59" fmla="*/ 2602904 h 3163521"/>
              <a:gd name="connsiteX60" fmla="*/ 9613704 w 12193149"/>
              <a:gd name="connsiteY60" fmla="*/ 2631153 h 3163521"/>
              <a:gd name="connsiteX61" fmla="*/ 9338590 w 12193149"/>
              <a:gd name="connsiteY61" fmla="*/ 2688075 h 3163521"/>
              <a:gd name="connsiteX62" fmla="*/ 9232518 w 12193149"/>
              <a:gd name="connsiteY62" fmla="*/ 2711931 h 3163521"/>
              <a:gd name="connsiteX63" fmla="*/ 9156690 w 12193149"/>
              <a:gd name="connsiteY63" fmla="*/ 2722010 h 3163521"/>
              <a:gd name="connsiteX64" fmla="*/ 9054601 w 12193149"/>
              <a:gd name="connsiteY64" fmla="*/ 2729537 h 3163521"/>
              <a:gd name="connsiteX65" fmla="*/ 9006634 w 12193149"/>
              <a:gd name="connsiteY65" fmla="*/ 2732822 h 3163521"/>
              <a:gd name="connsiteX66" fmla="*/ 9006349 w 12193149"/>
              <a:gd name="connsiteY66" fmla="*/ 2732582 h 3163521"/>
              <a:gd name="connsiteX67" fmla="*/ 8997380 w 12193149"/>
              <a:gd name="connsiteY67" fmla="*/ 2733793 h 3163521"/>
              <a:gd name="connsiteX68" fmla="*/ 8991542 w 12193149"/>
              <a:gd name="connsiteY68" fmla="*/ 2735854 h 3163521"/>
              <a:gd name="connsiteX69" fmla="*/ 8975485 w 12193149"/>
              <a:gd name="connsiteY69" fmla="*/ 2739080 h 3163521"/>
              <a:gd name="connsiteX70" fmla="*/ 8969159 w 12193149"/>
              <a:gd name="connsiteY70" fmla="*/ 2738380 h 3163521"/>
              <a:gd name="connsiteX71" fmla="*/ 8964196 w 12193149"/>
              <a:gd name="connsiteY71" fmla="*/ 2736155 h 3163521"/>
              <a:gd name="connsiteX72" fmla="*/ 8930136 w 12193149"/>
              <a:gd name="connsiteY72" fmla="*/ 2732967 h 3163521"/>
              <a:gd name="connsiteX73" fmla="*/ 8753592 w 12193149"/>
              <a:gd name="connsiteY73" fmla="*/ 2752199 h 3163521"/>
              <a:gd name="connsiteX74" fmla="*/ 8708995 w 12193149"/>
              <a:gd name="connsiteY74" fmla="*/ 2754300 h 3163521"/>
              <a:gd name="connsiteX75" fmla="*/ 8597219 w 12193149"/>
              <a:gd name="connsiteY75" fmla="*/ 2762872 h 3163521"/>
              <a:gd name="connsiteX76" fmla="*/ 8526378 w 12193149"/>
              <a:gd name="connsiteY76" fmla="*/ 2748030 h 3163521"/>
              <a:gd name="connsiteX77" fmla="*/ 8512131 w 12193149"/>
              <a:gd name="connsiteY77" fmla="*/ 2753945 h 3163521"/>
              <a:gd name="connsiteX78" fmla="*/ 8507315 w 12193149"/>
              <a:gd name="connsiteY78" fmla="*/ 2756946 h 3163521"/>
              <a:gd name="connsiteX79" fmla="*/ 8499116 w 12193149"/>
              <a:gd name="connsiteY79" fmla="*/ 2759684 h 3163521"/>
              <a:gd name="connsiteX80" fmla="*/ 8498742 w 12193149"/>
              <a:gd name="connsiteY80" fmla="*/ 2759505 h 3163521"/>
              <a:gd name="connsiteX81" fmla="*/ 8491397 w 12193149"/>
              <a:gd name="connsiteY81" fmla="*/ 2762555 h 3163521"/>
              <a:gd name="connsiteX82" fmla="*/ 8368330 w 12193149"/>
              <a:gd name="connsiteY82" fmla="*/ 2776597 h 3163521"/>
              <a:gd name="connsiteX83" fmla="*/ 8354947 w 12193149"/>
              <a:gd name="connsiteY83" fmla="*/ 2776791 h 3163521"/>
              <a:gd name="connsiteX84" fmla="*/ 8321252 w 12193149"/>
              <a:gd name="connsiteY84" fmla="*/ 2793369 h 3163521"/>
              <a:gd name="connsiteX85" fmla="*/ 8315581 w 12193149"/>
              <a:gd name="connsiteY85" fmla="*/ 2793695 h 3163521"/>
              <a:gd name="connsiteX86" fmla="*/ 8296322 w 12193149"/>
              <a:gd name="connsiteY86" fmla="*/ 2807590 h 3163521"/>
              <a:gd name="connsiteX87" fmla="*/ 8285424 w 12193149"/>
              <a:gd name="connsiteY87" fmla="*/ 2813413 h 3163521"/>
              <a:gd name="connsiteX88" fmla="*/ 8284298 w 12193149"/>
              <a:gd name="connsiteY88" fmla="*/ 2817856 h 3163521"/>
              <a:gd name="connsiteX89" fmla="*/ 8267224 w 12193149"/>
              <a:gd name="connsiteY89" fmla="*/ 2825031 h 3163521"/>
              <a:gd name="connsiteX90" fmla="*/ 8264525 w 12193149"/>
              <a:gd name="connsiteY90" fmla="*/ 2824801 h 3163521"/>
              <a:gd name="connsiteX91" fmla="*/ 8253181 w 12193149"/>
              <a:gd name="connsiteY91" fmla="*/ 2834644 h 3163521"/>
              <a:gd name="connsiteX92" fmla="*/ 8246982 w 12193149"/>
              <a:gd name="connsiteY92" fmla="*/ 2847636 h 3163521"/>
              <a:gd name="connsiteX93" fmla="*/ 8091420 w 12193149"/>
              <a:gd name="connsiteY93" fmla="*/ 2893797 h 3163521"/>
              <a:gd name="connsiteX94" fmla="*/ 7906555 w 12193149"/>
              <a:gd name="connsiteY94" fmla="*/ 2935770 h 3163521"/>
              <a:gd name="connsiteX95" fmla="*/ 7719893 w 12193149"/>
              <a:gd name="connsiteY95" fmla="*/ 2961485 h 3163521"/>
              <a:gd name="connsiteX96" fmla="*/ 7615495 w 12193149"/>
              <a:gd name="connsiteY96" fmla="*/ 2958014 h 3163521"/>
              <a:gd name="connsiteX97" fmla="*/ 7528691 w 12193149"/>
              <a:gd name="connsiteY97" fmla="*/ 2963842 h 3163521"/>
              <a:gd name="connsiteX98" fmla="*/ 7520719 w 12193149"/>
              <a:gd name="connsiteY98" fmla="*/ 2966395 h 3163521"/>
              <a:gd name="connsiteX99" fmla="*/ 7508559 w 12193149"/>
              <a:gd name="connsiteY99" fmla="*/ 2967730 h 3163521"/>
              <a:gd name="connsiteX100" fmla="*/ 7508188 w 12193149"/>
              <a:gd name="connsiteY100" fmla="*/ 2967403 h 3163521"/>
              <a:gd name="connsiteX101" fmla="*/ 7496943 w 12193149"/>
              <a:gd name="connsiteY101" fmla="*/ 2969355 h 3163521"/>
              <a:gd name="connsiteX102" fmla="*/ 7219707 w 12193149"/>
              <a:gd name="connsiteY102" fmla="*/ 2975462 h 3163521"/>
              <a:gd name="connsiteX103" fmla="*/ 7202249 w 12193149"/>
              <a:gd name="connsiteY103" fmla="*/ 2980012 h 3163521"/>
              <a:gd name="connsiteX104" fmla="*/ 7198152 w 12193149"/>
              <a:gd name="connsiteY104" fmla="*/ 2985370 h 3163521"/>
              <a:gd name="connsiteX105" fmla="*/ 7171956 w 12193149"/>
              <a:gd name="connsiteY105" fmla="*/ 2990018 h 3163521"/>
              <a:gd name="connsiteX106" fmla="*/ 7098136 w 12193149"/>
              <a:gd name="connsiteY106" fmla="*/ 3002246 h 3163521"/>
              <a:gd name="connsiteX107" fmla="*/ 7019644 w 12193149"/>
              <a:gd name="connsiteY107" fmla="*/ 3001872 h 3163521"/>
              <a:gd name="connsiteX108" fmla="*/ 6905294 w 12193149"/>
              <a:gd name="connsiteY108" fmla="*/ 3031378 h 3163521"/>
              <a:gd name="connsiteX109" fmla="*/ 6709370 w 12193149"/>
              <a:gd name="connsiteY109" fmla="*/ 3059333 h 3163521"/>
              <a:gd name="connsiteX110" fmla="*/ 6550602 w 12193149"/>
              <a:gd name="connsiteY110" fmla="*/ 3088109 h 3163521"/>
              <a:gd name="connsiteX111" fmla="*/ 6318708 w 12193149"/>
              <a:gd name="connsiteY111" fmla="*/ 3134909 h 3163521"/>
              <a:gd name="connsiteX112" fmla="*/ 6169822 w 12193149"/>
              <a:gd name="connsiteY112" fmla="*/ 3136996 h 3163521"/>
              <a:gd name="connsiteX113" fmla="*/ 6074996 w 12193149"/>
              <a:gd name="connsiteY113" fmla="*/ 3157458 h 3163521"/>
              <a:gd name="connsiteX114" fmla="*/ 6069677 w 12193149"/>
              <a:gd name="connsiteY114" fmla="*/ 3155921 h 3163521"/>
              <a:gd name="connsiteX115" fmla="*/ 6049786 w 12193149"/>
              <a:gd name="connsiteY115" fmla="*/ 3156604 h 3163521"/>
              <a:gd name="connsiteX116" fmla="*/ 6042433 w 12193149"/>
              <a:gd name="connsiteY116" fmla="*/ 3148255 h 3163521"/>
              <a:gd name="connsiteX117" fmla="*/ 6011238 w 12193149"/>
              <a:gd name="connsiteY117" fmla="*/ 3143162 h 3163521"/>
              <a:gd name="connsiteX118" fmla="*/ 5958523 w 12193149"/>
              <a:gd name="connsiteY118" fmla="*/ 3146806 h 3163521"/>
              <a:gd name="connsiteX119" fmla="*/ 5760067 w 12193149"/>
              <a:gd name="connsiteY119" fmla="*/ 3162498 h 3163521"/>
              <a:gd name="connsiteX120" fmla="*/ 5628108 w 12193149"/>
              <a:gd name="connsiteY120" fmla="*/ 3163521 h 3163521"/>
              <a:gd name="connsiteX121" fmla="*/ 5472054 w 12193149"/>
              <a:gd name="connsiteY121" fmla="*/ 3149501 h 3163521"/>
              <a:gd name="connsiteX122" fmla="*/ 5433909 w 12193149"/>
              <a:gd name="connsiteY122" fmla="*/ 3138248 h 3163521"/>
              <a:gd name="connsiteX123" fmla="*/ 5382817 w 12193149"/>
              <a:gd name="connsiteY123" fmla="*/ 3120546 h 3163521"/>
              <a:gd name="connsiteX124" fmla="*/ 5262912 w 12193149"/>
              <a:gd name="connsiteY124" fmla="*/ 3100129 h 3163521"/>
              <a:gd name="connsiteX125" fmla="*/ 5224109 w 12193149"/>
              <a:gd name="connsiteY125" fmla="*/ 3089005 h 3163521"/>
              <a:gd name="connsiteX126" fmla="*/ 5175808 w 12193149"/>
              <a:gd name="connsiteY126" fmla="*/ 3086015 h 3163521"/>
              <a:gd name="connsiteX127" fmla="*/ 5157702 w 12193149"/>
              <a:gd name="connsiteY127" fmla="*/ 3078792 h 3163521"/>
              <a:gd name="connsiteX128" fmla="*/ 5143747 w 12193149"/>
              <a:gd name="connsiteY128" fmla="*/ 3075392 h 3163521"/>
              <a:gd name="connsiteX129" fmla="*/ 5140744 w 12193149"/>
              <a:gd name="connsiteY129" fmla="*/ 3073291 h 3163521"/>
              <a:gd name="connsiteX130" fmla="*/ 5122807 w 12193149"/>
              <a:gd name="connsiteY130" fmla="*/ 3062438 h 3163521"/>
              <a:gd name="connsiteX131" fmla="*/ 5066938 w 12193149"/>
              <a:gd name="connsiteY131" fmla="*/ 3069009 h 3163521"/>
              <a:gd name="connsiteX132" fmla="*/ 5012662 w 12193149"/>
              <a:gd name="connsiteY132" fmla="*/ 3052628 h 3163521"/>
              <a:gd name="connsiteX133" fmla="*/ 4841589 w 12193149"/>
              <a:gd name="connsiteY133" fmla="*/ 3028611 h 3163521"/>
              <a:gd name="connsiteX134" fmla="*/ 4763595 w 12193149"/>
              <a:gd name="connsiteY134" fmla="*/ 3000843 h 3163521"/>
              <a:gd name="connsiteX135" fmla="*/ 4724334 w 12193149"/>
              <a:gd name="connsiteY135" fmla="*/ 2991829 h 3163521"/>
              <a:gd name="connsiteX136" fmla="*/ 4722324 w 12193149"/>
              <a:gd name="connsiteY136" fmla="*/ 2991080 h 3163521"/>
              <a:gd name="connsiteX137" fmla="*/ 4723259 w 12193149"/>
              <a:gd name="connsiteY137" fmla="*/ 2990869 h 3163521"/>
              <a:gd name="connsiteX138" fmla="*/ 4718350 w 12193149"/>
              <a:gd name="connsiteY138" fmla="*/ 2989599 h 3163521"/>
              <a:gd name="connsiteX139" fmla="*/ 4722324 w 12193149"/>
              <a:gd name="connsiteY139" fmla="*/ 2991080 h 3163521"/>
              <a:gd name="connsiteX140" fmla="*/ 4716674 w 12193149"/>
              <a:gd name="connsiteY140" fmla="*/ 2992355 h 3163521"/>
              <a:gd name="connsiteX141" fmla="*/ 4516962 w 12193149"/>
              <a:gd name="connsiteY141" fmla="*/ 2982453 h 3163521"/>
              <a:gd name="connsiteX142" fmla="*/ 4429691 w 12193149"/>
              <a:gd name="connsiteY142" fmla="*/ 2971802 h 3163521"/>
              <a:gd name="connsiteX143" fmla="*/ 4364023 w 12193149"/>
              <a:gd name="connsiteY143" fmla="*/ 2970456 h 3163521"/>
              <a:gd name="connsiteX144" fmla="*/ 4318114 w 12193149"/>
              <a:gd name="connsiteY144" fmla="*/ 2977071 h 3163521"/>
              <a:gd name="connsiteX145" fmla="*/ 4316258 w 12193149"/>
              <a:gd name="connsiteY145" fmla="*/ 2975730 h 3163521"/>
              <a:gd name="connsiteX146" fmla="*/ 4296292 w 12193149"/>
              <a:gd name="connsiteY146" fmla="*/ 2973851 h 3163521"/>
              <a:gd name="connsiteX147" fmla="*/ 4291212 w 12193149"/>
              <a:gd name="connsiteY147" fmla="*/ 2976768 h 3163521"/>
              <a:gd name="connsiteX148" fmla="*/ 4277290 w 12193149"/>
              <a:gd name="connsiteY148" fmla="*/ 2976522 h 3163521"/>
              <a:gd name="connsiteX149" fmla="*/ 4249265 w 12193149"/>
              <a:gd name="connsiteY149" fmla="*/ 2978846 h 3163521"/>
              <a:gd name="connsiteX150" fmla="*/ 4203199 w 12193149"/>
              <a:gd name="connsiteY150" fmla="*/ 2976051 h 3163521"/>
              <a:gd name="connsiteX151" fmla="*/ 4202893 w 12193149"/>
              <a:gd name="connsiteY151" fmla="*/ 2974792 h 3163521"/>
              <a:gd name="connsiteX152" fmla="*/ 4192396 w 12193149"/>
              <a:gd name="connsiteY152" fmla="*/ 2969158 h 3163521"/>
              <a:gd name="connsiteX153" fmla="*/ 4143893 w 12193149"/>
              <a:gd name="connsiteY153" fmla="*/ 2953293 h 3163521"/>
              <a:gd name="connsiteX154" fmla="*/ 4084245 w 12193149"/>
              <a:gd name="connsiteY154" fmla="*/ 2926760 h 3163521"/>
              <a:gd name="connsiteX155" fmla="*/ 4075694 w 12193149"/>
              <a:gd name="connsiteY155" fmla="*/ 2925925 h 3163521"/>
              <a:gd name="connsiteX156" fmla="*/ 4075575 w 12193149"/>
              <a:gd name="connsiteY156" fmla="*/ 2925626 h 3163521"/>
              <a:gd name="connsiteX157" fmla="*/ 4066658 w 12193149"/>
              <a:gd name="connsiteY157" fmla="*/ 2924182 h 3163521"/>
              <a:gd name="connsiteX158" fmla="*/ 4060102 w 12193149"/>
              <a:gd name="connsiteY158" fmla="*/ 2924400 h 3163521"/>
              <a:gd name="connsiteX159" fmla="*/ 4043512 w 12193149"/>
              <a:gd name="connsiteY159" fmla="*/ 2922779 h 3163521"/>
              <a:gd name="connsiteX160" fmla="*/ 4038145 w 12193149"/>
              <a:gd name="connsiteY160" fmla="*/ 2920345 h 3163521"/>
              <a:gd name="connsiteX161" fmla="*/ 4036511 w 12193149"/>
              <a:gd name="connsiteY161" fmla="*/ 2916678 h 3163521"/>
              <a:gd name="connsiteX162" fmla="*/ 4034926 w 12193149"/>
              <a:gd name="connsiteY162" fmla="*/ 2916913 h 3163521"/>
              <a:gd name="connsiteX163" fmla="*/ 4005686 w 12193149"/>
              <a:gd name="connsiteY163" fmla="*/ 2904345 h 3163521"/>
              <a:gd name="connsiteX164" fmla="*/ 3937994 w 12193149"/>
              <a:gd name="connsiteY164" fmla="*/ 2886888 h 3163521"/>
              <a:gd name="connsiteX165" fmla="*/ 3898423 w 12193149"/>
              <a:gd name="connsiteY165" fmla="*/ 2881233 h 3163521"/>
              <a:gd name="connsiteX166" fmla="*/ 3790908 w 12193149"/>
              <a:gd name="connsiteY166" fmla="*/ 2860995 h 3163521"/>
              <a:gd name="connsiteX167" fmla="*/ 3683661 w 12193149"/>
              <a:gd name="connsiteY167" fmla="*/ 2837072 h 3163521"/>
              <a:gd name="connsiteX168" fmla="*/ 3611183 w 12193149"/>
              <a:gd name="connsiteY168" fmla="*/ 2804801 h 3163521"/>
              <a:gd name="connsiteX169" fmla="*/ 3605003 w 12193149"/>
              <a:gd name="connsiteY169" fmla="*/ 2806163 h 3163521"/>
              <a:gd name="connsiteX170" fmla="*/ 3595884 w 12193149"/>
              <a:gd name="connsiteY170" fmla="*/ 2806327 h 3163521"/>
              <a:gd name="connsiteX171" fmla="*/ 3595649 w 12193149"/>
              <a:gd name="connsiteY171" fmla="*/ 2806058 h 3163521"/>
              <a:gd name="connsiteX172" fmla="*/ 3587126 w 12193149"/>
              <a:gd name="connsiteY172" fmla="*/ 2806748 h 3163521"/>
              <a:gd name="connsiteX173" fmla="*/ 3537283 w 12193149"/>
              <a:gd name="connsiteY173" fmla="*/ 2797049 h 3163521"/>
              <a:gd name="connsiteX174" fmla="*/ 3474371 w 12193149"/>
              <a:gd name="connsiteY174" fmla="*/ 2793388 h 3163521"/>
              <a:gd name="connsiteX175" fmla="*/ 3401876 w 12193149"/>
              <a:gd name="connsiteY175" fmla="*/ 2781340 h 3163521"/>
              <a:gd name="connsiteX176" fmla="*/ 3365036 w 12193149"/>
              <a:gd name="connsiteY176" fmla="*/ 2798292 h 3163521"/>
              <a:gd name="connsiteX177" fmla="*/ 3345174 w 12193149"/>
              <a:gd name="connsiteY177" fmla="*/ 2799974 h 3163521"/>
              <a:gd name="connsiteX178" fmla="*/ 3342846 w 12193149"/>
              <a:gd name="connsiteY178" fmla="*/ 2798999 h 3163521"/>
              <a:gd name="connsiteX179" fmla="*/ 3263504 w 12193149"/>
              <a:gd name="connsiteY179" fmla="*/ 2804876 h 3163521"/>
              <a:gd name="connsiteX180" fmla="*/ 3143704 w 12193149"/>
              <a:gd name="connsiteY180" fmla="*/ 2812651 h 3163521"/>
              <a:gd name="connsiteX181" fmla="*/ 3031439 w 12193149"/>
              <a:gd name="connsiteY181" fmla="*/ 2815294 h 3163521"/>
              <a:gd name="connsiteX182" fmla="*/ 2782717 w 12193149"/>
              <a:gd name="connsiteY182" fmla="*/ 2837115 h 3163521"/>
              <a:gd name="connsiteX183" fmla="*/ 2647675 w 12193149"/>
              <a:gd name="connsiteY183" fmla="*/ 2847651 h 3163521"/>
              <a:gd name="connsiteX184" fmla="*/ 2569176 w 12193149"/>
              <a:gd name="connsiteY184" fmla="*/ 2821410 h 3163521"/>
              <a:gd name="connsiteX185" fmla="*/ 2444403 w 12193149"/>
              <a:gd name="connsiteY185" fmla="*/ 2835311 h 3163521"/>
              <a:gd name="connsiteX186" fmla="*/ 2316260 w 12193149"/>
              <a:gd name="connsiteY186" fmla="*/ 2843778 h 3163521"/>
              <a:gd name="connsiteX187" fmla="*/ 2209726 w 12193149"/>
              <a:gd name="connsiteY187" fmla="*/ 2838545 h 3163521"/>
              <a:gd name="connsiteX188" fmla="*/ 2095813 w 12193149"/>
              <a:gd name="connsiteY188" fmla="*/ 2821834 h 3163521"/>
              <a:gd name="connsiteX189" fmla="*/ 1998504 w 12193149"/>
              <a:gd name="connsiteY189" fmla="*/ 2813814 h 3163521"/>
              <a:gd name="connsiteX190" fmla="*/ 1929320 w 12193149"/>
              <a:gd name="connsiteY190" fmla="*/ 2835759 h 3163521"/>
              <a:gd name="connsiteX191" fmla="*/ 1922798 w 12193149"/>
              <a:gd name="connsiteY191" fmla="*/ 2830928 h 3163521"/>
              <a:gd name="connsiteX192" fmla="*/ 1874228 w 12193149"/>
              <a:gd name="connsiteY192" fmla="*/ 2832523 h 3163521"/>
              <a:gd name="connsiteX193" fmla="*/ 1787803 w 12193149"/>
              <a:gd name="connsiteY193" fmla="*/ 2860145 h 3163521"/>
              <a:gd name="connsiteX194" fmla="*/ 1739352 w 12193149"/>
              <a:gd name="connsiteY194" fmla="*/ 2855094 h 3163521"/>
              <a:gd name="connsiteX195" fmla="*/ 1676219 w 12193149"/>
              <a:gd name="connsiteY195" fmla="*/ 2838745 h 3163521"/>
              <a:gd name="connsiteX196" fmla="*/ 1609817 w 12193149"/>
              <a:gd name="connsiteY196" fmla="*/ 2831848 h 3163521"/>
              <a:gd name="connsiteX197" fmla="*/ 1497258 w 12193149"/>
              <a:gd name="connsiteY197" fmla="*/ 2806258 h 3163521"/>
              <a:gd name="connsiteX198" fmla="*/ 1151127 w 12193149"/>
              <a:gd name="connsiteY198" fmla="*/ 2756823 h 3163521"/>
              <a:gd name="connsiteX199" fmla="*/ 859417 w 12193149"/>
              <a:gd name="connsiteY199" fmla="*/ 2747390 h 3163521"/>
              <a:gd name="connsiteX200" fmla="*/ 838688 w 12193149"/>
              <a:gd name="connsiteY200" fmla="*/ 2748603 h 3163521"/>
              <a:gd name="connsiteX201" fmla="*/ 817957 w 12193149"/>
              <a:gd name="connsiteY201" fmla="*/ 2746639 h 3163521"/>
              <a:gd name="connsiteX202" fmla="*/ 812654 w 12193149"/>
              <a:gd name="connsiteY202" fmla="*/ 2749533 h 3163521"/>
              <a:gd name="connsiteX203" fmla="*/ 721195 w 12193149"/>
              <a:gd name="connsiteY203" fmla="*/ 2748443 h 3163521"/>
              <a:gd name="connsiteX204" fmla="*/ 720890 w 12193149"/>
              <a:gd name="connsiteY204" fmla="*/ 2747181 h 3163521"/>
              <a:gd name="connsiteX205" fmla="*/ 710023 w 12193149"/>
              <a:gd name="connsiteY205" fmla="*/ 2741504 h 3163521"/>
              <a:gd name="connsiteX206" fmla="*/ 597940 w 12193149"/>
              <a:gd name="connsiteY206" fmla="*/ 2698646 h 3163521"/>
              <a:gd name="connsiteX207" fmla="*/ 579683 w 12193149"/>
              <a:gd name="connsiteY207" fmla="*/ 2695994 h 3163521"/>
              <a:gd name="connsiteX208" fmla="*/ 572865 w 12193149"/>
              <a:gd name="connsiteY208" fmla="*/ 2696183 h 3163521"/>
              <a:gd name="connsiteX209" fmla="*/ 446247 w 12193149"/>
              <a:gd name="connsiteY209" fmla="*/ 2658153 h 3163521"/>
              <a:gd name="connsiteX210" fmla="*/ 405163 w 12193149"/>
              <a:gd name="connsiteY210" fmla="*/ 2652330 h 3163521"/>
              <a:gd name="connsiteX211" fmla="*/ 293583 w 12193149"/>
              <a:gd name="connsiteY211" fmla="*/ 2631634 h 3163521"/>
              <a:gd name="connsiteX212" fmla="*/ 119529 w 12193149"/>
              <a:gd name="connsiteY212" fmla="*/ 2579829 h 3163521"/>
              <a:gd name="connsiteX213" fmla="*/ 16674 w 12193149"/>
              <a:gd name="connsiteY213" fmla="*/ 2576973 h 3163521"/>
              <a:gd name="connsiteX214" fmla="*/ 1150 w 12193149"/>
              <a:gd name="connsiteY214" fmla="*/ 2571504 h 3163521"/>
              <a:gd name="connsiteX215" fmla="*/ 1148 w 12193149"/>
              <a:gd name="connsiteY215" fmla="*/ 1040995 h 3163521"/>
              <a:gd name="connsiteX216" fmla="*/ 1148 w 12193149"/>
              <a:gd name="connsiteY216" fmla="*/ 818782 h 3163521"/>
              <a:gd name="connsiteX0" fmla="*/ 1148 w 12193149"/>
              <a:gd name="connsiteY0" fmla="*/ 0 h 3171710"/>
              <a:gd name="connsiteX1" fmla="*/ 12181789 w 12193149"/>
              <a:gd name="connsiteY1" fmla="*/ 8189 h 3171710"/>
              <a:gd name="connsiteX2" fmla="*/ 12193149 w 12193149"/>
              <a:gd name="connsiteY2" fmla="*/ 1406710 h 3171710"/>
              <a:gd name="connsiteX3" fmla="*/ 12185986 w 12193149"/>
              <a:gd name="connsiteY3" fmla="*/ 1411160 h 3171710"/>
              <a:gd name="connsiteX4" fmla="*/ 12156363 w 12193149"/>
              <a:gd name="connsiteY4" fmla="*/ 1424337 h 3171710"/>
              <a:gd name="connsiteX5" fmla="*/ 12139215 w 12193149"/>
              <a:gd name="connsiteY5" fmla="*/ 1450150 h 3171710"/>
              <a:gd name="connsiteX6" fmla="*/ 12126327 w 12193149"/>
              <a:gd name="connsiteY6" fmla="*/ 1451661 h 3171710"/>
              <a:gd name="connsiteX7" fmla="*/ 12124007 w 12193149"/>
              <a:gd name="connsiteY7" fmla="*/ 1451765 h 3171710"/>
              <a:gd name="connsiteX8" fmla="*/ 12116854 w 12193149"/>
              <a:gd name="connsiteY8" fmla="*/ 1455579 h 3171710"/>
              <a:gd name="connsiteX9" fmla="*/ 12099497 w 12193149"/>
              <a:gd name="connsiteY9" fmla="*/ 1455110 h 3171710"/>
              <a:gd name="connsiteX10" fmla="*/ 12087073 w 12193149"/>
              <a:gd name="connsiteY10" fmla="*/ 1463312 h 3171710"/>
              <a:gd name="connsiteX11" fmla="*/ 12031073 w 12193149"/>
              <a:gd name="connsiteY11" fmla="*/ 1506980 h 3171710"/>
              <a:gd name="connsiteX12" fmla="*/ 11995833 w 12193149"/>
              <a:gd name="connsiteY12" fmla="*/ 1530429 h 3171710"/>
              <a:gd name="connsiteX13" fmla="*/ 11979717 w 12193149"/>
              <a:gd name="connsiteY13" fmla="*/ 1535132 h 3171710"/>
              <a:gd name="connsiteX14" fmla="*/ 11959046 w 12193149"/>
              <a:gd name="connsiteY14" fmla="*/ 1544529 h 3171710"/>
              <a:gd name="connsiteX15" fmla="*/ 11920454 w 12193149"/>
              <a:gd name="connsiteY15" fmla="*/ 1557854 h 3171710"/>
              <a:gd name="connsiteX16" fmla="*/ 11903656 w 12193149"/>
              <a:gd name="connsiteY16" fmla="*/ 1569397 h 3171710"/>
              <a:gd name="connsiteX17" fmla="*/ 11895048 w 12193149"/>
              <a:gd name="connsiteY17" fmla="*/ 1571762 h 3171710"/>
              <a:gd name="connsiteX18" fmla="*/ 11891968 w 12193149"/>
              <a:gd name="connsiteY18" fmla="*/ 1582700 h 3171710"/>
              <a:gd name="connsiteX19" fmla="*/ 11870776 w 12193149"/>
              <a:gd name="connsiteY19" fmla="*/ 1604787 h 3171710"/>
              <a:gd name="connsiteX20" fmla="*/ 11813376 w 12193149"/>
              <a:gd name="connsiteY20" fmla="*/ 1624630 h 3171710"/>
              <a:gd name="connsiteX21" fmla="*/ 11590693 w 12193149"/>
              <a:gd name="connsiteY21" fmla="*/ 1790748 h 3171710"/>
              <a:gd name="connsiteX22" fmla="*/ 11506817 w 12193149"/>
              <a:gd name="connsiteY22" fmla="*/ 1860594 h 3171710"/>
              <a:gd name="connsiteX23" fmla="*/ 11280332 w 12193149"/>
              <a:gd name="connsiteY23" fmla="*/ 2050542 h 3171710"/>
              <a:gd name="connsiteX24" fmla="*/ 11228309 w 12193149"/>
              <a:gd name="connsiteY24" fmla="*/ 2103207 h 3171710"/>
              <a:gd name="connsiteX25" fmla="*/ 11218087 w 12193149"/>
              <a:gd name="connsiteY25" fmla="*/ 2102932 h 3171710"/>
              <a:gd name="connsiteX26" fmla="*/ 11217184 w 12193149"/>
              <a:gd name="connsiteY26" fmla="*/ 2101989 h 3171710"/>
              <a:gd name="connsiteX27" fmla="*/ 11188885 w 12193149"/>
              <a:gd name="connsiteY27" fmla="*/ 2119354 h 3171710"/>
              <a:gd name="connsiteX28" fmla="*/ 11184501 w 12193149"/>
              <a:gd name="connsiteY28" fmla="*/ 2119496 h 3171710"/>
              <a:gd name="connsiteX29" fmla="*/ 11166854 w 12193149"/>
              <a:gd name="connsiteY29" fmla="*/ 2133583 h 3171710"/>
              <a:gd name="connsiteX30" fmla="*/ 11157311 w 12193149"/>
              <a:gd name="connsiteY30" fmla="*/ 2139385 h 3171710"/>
              <a:gd name="connsiteX31" fmla="*/ 11155496 w 12193149"/>
              <a:gd name="connsiteY31" fmla="*/ 2144068 h 3171710"/>
              <a:gd name="connsiteX32" fmla="*/ 11140961 w 12193149"/>
              <a:gd name="connsiteY32" fmla="*/ 2151086 h 3171710"/>
              <a:gd name="connsiteX33" fmla="*/ 11138961 w 12193149"/>
              <a:gd name="connsiteY33" fmla="*/ 2150743 h 3171710"/>
              <a:gd name="connsiteX34" fmla="*/ 11128208 w 12193149"/>
              <a:gd name="connsiteY34" fmla="*/ 2160803 h 3171710"/>
              <a:gd name="connsiteX35" fmla="*/ 11120691 w 12193149"/>
              <a:gd name="connsiteY35" fmla="*/ 2174395 h 3171710"/>
              <a:gd name="connsiteX36" fmla="*/ 10894683 w 12193149"/>
              <a:gd name="connsiteY36" fmla="*/ 2300370 h 3171710"/>
              <a:gd name="connsiteX37" fmla="*/ 10773300 w 12193149"/>
              <a:gd name="connsiteY37" fmla="*/ 2350162 h 3171710"/>
              <a:gd name="connsiteX38" fmla="*/ 10627668 w 12193149"/>
              <a:gd name="connsiteY38" fmla="*/ 2386200 h 3171710"/>
              <a:gd name="connsiteX39" fmla="*/ 10581895 w 12193149"/>
              <a:gd name="connsiteY39" fmla="*/ 2395660 h 3171710"/>
              <a:gd name="connsiteX40" fmla="*/ 10547790 w 12193149"/>
              <a:gd name="connsiteY40" fmla="*/ 2425394 h 3171710"/>
              <a:gd name="connsiteX41" fmla="*/ 10529643 w 12193149"/>
              <a:gd name="connsiteY41" fmla="*/ 2423878 h 3171710"/>
              <a:gd name="connsiteX42" fmla="*/ 10526446 w 12193149"/>
              <a:gd name="connsiteY42" fmla="*/ 2423382 h 3171710"/>
              <a:gd name="connsiteX43" fmla="*/ 10515129 w 12193149"/>
              <a:gd name="connsiteY43" fmla="*/ 2426508 h 3171710"/>
              <a:gd name="connsiteX44" fmla="*/ 10491735 w 12193149"/>
              <a:gd name="connsiteY44" fmla="*/ 2421127 h 3171710"/>
              <a:gd name="connsiteX45" fmla="*/ 10471418 w 12193149"/>
              <a:gd name="connsiteY45" fmla="*/ 2428664 h 3171710"/>
              <a:gd name="connsiteX46" fmla="*/ 10377042 w 12193149"/>
              <a:gd name="connsiteY46" fmla="*/ 2471569 h 3171710"/>
              <a:gd name="connsiteX47" fmla="*/ 10319338 w 12193149"/>
              <a:gd name="connsiteY47" fmla="*/ 2493192 h 3171710"/>
              <a:gd name="connsiteX48" fmla="*/ 10295467 w 12193149"/>
              <a:gd name="connsiteY48" fmla="*/ 2495050 h 3171710"/>
              <a:gd name="connsiteX49" fmla="*/ 10263443 w 12193149"/>
              <a:gd name="connsiteY49" fmla="*/ 2501919 h 3171710"/>
              <a:gd name="connsiteX50" fmla="*/ 10205418 w 12193149"/>
              <a:gd name="connsiteY50" fmla="*/ 2509120 h 3171710"/>
              <a:gd name="connsiteX51" fmla="*/ 10177759 w 12193149"/>
              <a:gd name="connsiteY51" fmla="*/ 2519914 h 3171710"/>
              <a:gd name="connsiteX52" fmla="*/ 10165070 w 12193149"/>
              <a:gd name="connsiteY52" fmla="*/ 2520710 h 3171710"/>
              <a:gd name="connsiteX53" fmla="*/ 10156308 w 12193149"/>
              <a:gd name="connsiteY53" fmla="*/ 2534458 h 3171710"/>
              <a:gd name="connsiteX54" fmla="*/ 10118267 w 12193149"/>
              <a:gd name="connsiteY54" fmla="*/ 2558113 h 3171710"/>
              <a:gd name="connsiteX55" fmla="*/ 10083317 w 12193149"/>
              <a:gd name="connsiteY55" fmla="*/ 2570267 h 3171710"/>
              <a:gd name="connsiteX56" fmla="*/ 10040388 w 12193149"/>
              <a:gd name="connsiteY56" fmla="*/ 2568603 h 3171710"/>
              <a:gd name="connsiteX57" fmla="*/ 9961167 w 12193149"/>
              <a:gd name="connsiteY57" fmla="*/ 2584118 h 3171710"/>
              <a:gd name="connsiteX58" fmla="*/ 9848940 w 12193149"/>
              <a:gd name="connsiteY58" fmla="*/ 2590886 h 3171710"/>
              <a:gd name="connsiteX59" fmla="*/ 9729457 w 12193149"/>
              <a:gd name="connsiteY59" fmla="*/ 2611093 h 3171710"/>
              <a:gd name="connsiteX60" fmla="*/ 9613704 w 12193149"/>
              <a:gd name="connsiteY60" fmla="*/ 2639342 h 3171710"/>
              <a:gd name="connsiteX61" fmla="*/ 9338590 w 12193149"/>
              <a:gd name="connsiteY61" fmla="*/ 2696264 h 3171710"/>
              <a:gd name="connsiteX62" fmla="*/ 9232518 w 12193149"/>
              <a:gd name="connsiteY62" fmla="*/ 2720120 h 3171710"/>
              <a:gd name="connsiteX63" fmla="*/ 9156690 w 12193149"/>
              <a:gd name="connsiteY63" fmla="*/ 2730199 h 3171710"/>
              <a:gd name="connsiteX64" fmla="*/ 9054601 w 12193149"/>
              <a:gd name="connsiteY64" fmla="*/ 2737726 h 3171710"/>
              <a:gd name="connsiteX65" fmla="*/ 9006634 w 12193149"/>
              <a:gd name="connsiteY65" fmla="*/ 2741011 h 3171710"/>
              <a:gd name="connsiteX66" fmla="*/ 9006349 w 12193149"/>
              <a:gd name="connsiteY66" fmla="*/ 2740771 h 3171710"/>
              <a:gd name="connsiteX67" fmla="*/ 8997380 w 12193149"/>
              <a:gd name="connsiteY67" fmla="*/ 2741982 h 3171710"/>
              <a:gd name="connsiteX68" fmla="*/ 8991542 w 12193149"/>
              <a:gd name="connsiteY68" fmla="*/ 2744043 h 3171710"/>
              <a:gd name="connsiteX69" fmla="*/ 8975485 w 12193149"/>
              <a:gd name="connsiteY69" fmla="*/ 2747269 h 3171710"/>
              <a:gd name="connsiteX70" fmla="*/ 8969159 w 12193149"/>
              <a:gd name="connsiteY70" fmla="*/ 2746569 h 3171710"/>
              <a:gd name="connsiteX71" fmla="*/ 8964196 w 12193149"/>
              <a:gd name="connsiteY71" fmla="*/ 2744344 h 3171710"/>
              <a:gd name="connsiteX72" fmla="*/ 8930136 w 12193149"/>
              <a:gd name="connsiteY72" fmla="*/ 2741156 h 3171710"/>
              <a:gd name="connsiteX73" fmla="*/ 8753592 w 12193149"/>
              <a:gd name="connsiteY73" fmla="*/ 2760388 h 3171710"/>
              <a:gd name="connsiteX74" fmla="*/ 8708995 w 12193149"/>
              <a:gd name="connsiteY74" fmla="*/ 2762489 h 3171710"/>
              <a:gd name="connsiteX75" fmla="*/ 8597219 w 12193149"/>
              <a:gd name="connsiteY75" fmla="*/ 2771061 h 3171710"/>
              <a:gd name="connsiteX76" fmla="*/ 8526378 w 12193149"/>
              <a:gd name="connsiteY76" fmla="*/ 2756219 h 3171710"/>
              <a:gd name="connsiteX77" fmla="*/ 8512131 w 12193149"/>
              <a:gd name="connsiteY77" fmla="*/ 2762134 h 3171710"/>
              <a:gd name="connsiteX78" fmla="*/ 8507315 w 12193149"/>
              <a:gd name="connsiteY78" fmla="*/ 2765135 h 3171710"/>
              <a:gd name="connsiteX79" fmla="*/ 8499116 w 12193149"/>
              <a:gd name="connsiteY79" fmla="*/ 2767873 h 3171710"/>
              <a:gd name="connsiteX80" fmla="*/ 8498742 w 12193149"/>
              <a:gd name="connsiteY80" fmla="*/ 2767694 h 3171710"/>
              <a:gd name="connsiteX81" fmla="*/ 8491397 w 12193149"/>
              <a:gd name="connsiteY81" fmla="*/ 2770744 h 3171710"/>
              <a:gd name="connsiteX82" fmla="*/ 8368330 w 12193149"/>
              <a:gd name="connsiteY82" fmla="*/ 2784786 h 3171710"/>
              <a:gd name="connsiteX83" fmla="*/ 8354947 w 12193149"/>
              <a:gd name="connsiteY83" fmla="*/ 2784980 h 3171710"/>
              <a:gd name="connsiteX84" fmla="*/ 8321252 w 12193149"/>
              <a:gd name="connsiteY84" fmla="*/ 2801558 h 3171710"/>
              <a:gd name="connsiteX85" fmla="*/ 8315581 w 12193149"/>
              <a:gd name="connsiteY85" fmla="*/ 2801884 h 3171710"/>
              <a:gd name="connsiteX86" fmla="*/ 8296322 w 12193149"/>
              <a:gd name="connsiteY86" fmla="*/ 2815779 h 3171710"/>
              <a:gd name="connsiteX87" fmla="*/ 8285424 w 12193149"/>
              <a:gd name="connsiteY87" fmla="*/ 2821602 h 3171710"/>
              <a:gd name="connsiteX88" fmla="*/ 8284298 w 12193149"/>
              <a:gd name="connsiteY88" fmla="*/ 2826045 h 3171710"/>
              <a:gd name="connsiteX89" fmla="*/ 8267224 w 12193149"/>
              <a:gd name="connsiteY89" fmla="*/ 2833220 h 3171710"/>
              <a:gd name="connsiteX90" fmla="*/ 8264525 w 12193149"/>
              <a:gd name="connsiteY90" fmla="*/ 2832990 h 3171710"/>
              <a:gd name="connsiteX91" fmla="*/ 8253181 w 12193149"/>
              <a:gd name="connsiteY91" fmla="*/ 2842833 h 3171710"/>
              <a:gd name="connsiteX92" fmla="*/ 8246982 w 12193149"/>
              <a:gd name="connsiteY92" fmla="*/ 2855825 h 3171710"/>
              <a:gd name="connsiteX93" fmla="*/ 8091420 w 12193149"/>
              <a:gd name="connsiteY93" fmla="*/ 2901986 h 3171710"/>
              <a:gd name="connsiteX94" fmla="*/ 7906555 w 12193149"/>
              <a:gd name="connsiteY94" fmla="*/ 2943959 h 3171710"/>
              <a:gd name="connsiteX95" fmla="*/ 7719893 w 12193149"/>
              <a:gd name="connsiteY95" fmla="*/ 2969674 h 3171710"/>
              <a:gd name="connsiteX96" fmla="*/ 7615495 w 12193149"/>
              <a:gd name="connsiteY96" fmla="*/ 2966203 h 3171710"/>
              <a:gd name="connsiteX97" fmla="*/ 7528691 w 12193149"/>
              <a:gd name="connsiteY97" fmla="*/ 2972031 h 3171710"/>
              <a:gd name="connsiteX98" fmla="*/ 7520719 w 12193149"/>
              <a:gd name="connsiteY98" fmla="*/ 2974584 h 3171710"/>
              <a:gd name="connsiteX99" fmla="*/ 7508559 w 12193149"/>
              <a:gd name="connsiteY99" fmla="*/ 2975919 h 3171710"/>
              <a:gd name="connsiteX100" fmla="*/ 7508188 w 12193149"/>
              <a:gd name="connsiteY100" fmla="*/ 2975592 h 3171710"/>
              <a:gd name="connsiteX101" fmla="*/ 7496943 w 12193149"/>
              <a:gd name="connsiteY101" fmla="*/ 2977544 h 3171710"/>
              <a:gd name="connsiteX102" fmla="*/ 7219707 w 12193149"/>
              <a:gd name="connsiteY102" fmla="*/ 2983651 h 3171710"/>
              <a:gd name="connsiteX103" fmla="*/ 7202249 w 12193149"/>
              <a:gd name="connsiteY103" fmla="*/ 2988201 h 3171710"/>
              <a:gd name="connsiteX104" fmla="*/ 7198152 w 12193149"/>
              <a:gd name="connsiteY104" fmla="*/ 2993559 h 3171710"/>
              <a:gd name="connsiteX105" fmla="*/ 7171956 w 12193149"/>
              <a:gd name="connsiteY105" fmla="*/ 2998207 h 3171710"/>
              <a:gd name="connsiteX106" fmla="*/ 7098136 w 12193149"/>
              <a:gd name="connsiteY106" fmla="*/ 3010435 h 3171710"/>
              <a:gd name="connsiteX107" fmla="*/ 7019644 w 12193149"/>
              <a:gd name="connsiteY107" fmla="*/ 3010061 h 3171710"/>
              <a:gd name="connsiteX108" fmla="*/ 6905294 w 12193149"/>
              <a:gd name="connsiteY108" fmla="*/ 3039567 h 3171710"/>
              <a:gd name="connsiteX109" fmla="*/ 6709370 w 12193149"/>
              <a:gd name="connsiteY109" fmla="*/ 3067522 h 3171710"/>
              <a:gd name="connsiteX110" fmla="*/ 6550602 w 12193149"/>
              <a:gd name="connsiteY110" fmla="*/ 3096298 h 3171710"/>
              <a:gd name="connsiteX111" fmla="*/ 6318708 w 12193149"/>
              <a:gd name="connsiteY111" fmla="*/ 3143098 h 3171710"/>
              <a:gd name="connsiteX112" fmla="*/ 6169822 w 12193149"/>
              <a:gd name="connsiteY112" fmla="*/ 3145185 h 3171710"/>
              <a:gd name="connsiteX113" fmla="*/ 6074996 w 12193149"/>
              <a:gd name="connsiteY113" fmla="*/ 3165647 h 3171710"/>
              <a:gd name="connsiteX114" fmla="*/ 6069677 w 12193149"/>
              <a:gd name="connsiteY114" fmla="*/ 3164110 h 3171710"/>
              <a:gd name="connsiteX115" fmla="*/ 6049786 w 12193149"/>
              <a:gd name="connsiteY115" fmla="*/ 3164793 h 3171710"/>
              <a:gd name="connsiteX116" fmla="*/ 6042433 w 12193149"/>
              <a:gd name="connsiteY116" fmla="*/ 3156444 h 3171710"/>
              <a:gd name="connsiteX117" fmla="*/ 6011238 w 12193149"/>
              <a:gd name="connsiteY117" fmla="*/ 3151351 h 3171710"/>
              <a:gd name="connsiteX118" fmla="*/ 5958523 w 12193149"/>
              <a:gd name="connsiteY118" fmla="*/ 3154995 h 3171710"/>
              <a:gd name="connsiteX119" fmla="*/ 5760067 w 12193149"/>
              <a:gd name="connsiteY119" fmla="*/ 3170687 h 3171710"/>
              <a:gd name="connsiteX120" fmla="*/ 5628108 w 12193149"/>
              <a:gd name="connsiteY120" fmla="*/ 3171710 h 3171710"/>
              <a:gd name="connsiteX121" fmla="*/ 5472054 w 12193149"/>
              <a:gd name="connsiteY121" fmla="*/ 3157690 h 3171710"/>
              <a:gd name="connsiteX122" fmla="*/ 5433909 w 12193149"/>
              <a:gd name="connsiteY122" fmla="*/ 3146437 h 3171710"/>
              <a:gd name="connsiteX123" fmla="*/ 5382817 w 12193149"/>
              <a:gd name="connsiteY123" fmla="*/ 3128735 h 3171710"/>
              <a:gd name="connsiteX124" fmla="*/ 5262912 w 12193149"/>
              <a:gd name="connsiteY124" fmla="*/ 3108318 h 3171710"/>
              <a:gd name="connsiteX125" fmla="*/ 5224109 w 12193149"/>
              <a:gd name="connsiteY125" fmla="*/ 3097194 h 3171710"/>
              <a:gd name="connsiteX126" fmla="*/ 5175808 w 12193149"/>
              <a:gd name="connsiteY126" fmla="*/ 3094204 h 3171710"/>
              <a:gd name="connsiteX127" fmla="*/ 5157702 w 12193149"/>
              <a:gd name="connsiteY127" fmla="*/ 3086981 h 3171710"/>
              <a:gd name="connsiteX128" fmla="*/ 5143747 w 12193149"/>
              <a:gd name="connsiteY128" fmla="*/ 3083581 h 3171710"/>
              <a:gd name="connsiteX129" fmla="*/ 5140744 w 12193149"/>
              <a:gd name="connsiteY129" fmla="*/ 3081480 h 3171710"/>
              <a:gd name="connsiteX130" fmla="*/ 5122807 w 12193149"/>
              <a:gd name="connsiteY130" fmla="*/ 3070627 h 3171710"/>
              <a:gd name="connsiteX131" fmla="*/ 5066938 w 12193149"/>
              <a:gd name="connsiteY131" fmla="*/ 3077198 h 3171710"/>
              <a:gd name="connsiteX132" fmla="*/ 5012662 w 12193149"/>
              <a:gd name="connsiteY132" fmla="*/ 3060817 h 3171710"/>
              <a:gd name="connsiteX133" fmla="*/ 4841589 w 12193149"/>
              <a:gd name="connsiteY133" fmla="*/ 3036800 h 3171710"/>
              <a:gd name="connsiteX134" fmla="*/ 4763595 w 12193149"/>
              <a:gd name="connsiteY134" fmla="*/ 3009032 h 3171710"/>
              <a:gd name="connsiteX135" fmla="*/ 4724334 w 12193149"/>
              <a:gd name="connsiteY135" fmla="*/ 3000018 h 3171710"/>
              <a:gd name="connsiteX136" fmla="*/ 4722324 w 12193149"/>
              <a:gd name="connsiteY136" fmla="*/ 2999269 h 3171710"/>
              <a:gd name="connsiteX137" fmla="*/ 4723259 w 12193149"/>
              <a:gd name="connsiteY137" fmla="*/ 2999058 h 3171710"/>
              <a:gd name="connsiteX138" fmla="*/ 4718350 w 12193149"/>
              <a:gd name="connsiteY138" fmla="*/ 2997788 h 3171710"/>
              <a:gd name="connsiteX139" fmla="*/ 4722324 w 12193149"/>
              <a:gd name="connsiteY139" fmla="*/ 2999269 h 3171710"/>
              <a:gd name="connsiteX140" fmla="*/ 4716674 w 12193149"/>
              <a:gd name="connsiteY140" fmla="*/ 3000544 h 3171710"/>
              <a:gd name="connsiteX141" fmla="*/ 4516962 w 12193149"/>
              <a:gd name="connsiteY141" fmla="*/ 2990642 h 3171710"/>
              <a:gd name="connsiteX142" fmla="*/ 4429691 w 12193149"/>
              <a:gd name="connsiteY142" fmla="*/ 2979991 h 3171710"/>
              <a:gd name="connsiteX143" fmla="*/ 4364023 w 12193149"/>
              <a:gd name="connsiteY143" fmla="*/ 2978645 h 3171710"/>
              <a:gd name="connsiteX144" fmla="*/ 4318114 w 12193149"/>
              <a:gd name="connsiteY144" fmla="*/ 2985260 h 3171710"/>
              <a:gd name="connsiteX145" fmla="*/ 4316258 w 12193149"/>
              <a:gd name="connsiteY145" fmla="*/ 2983919 h 3171710"/>
              <a:gd name="connsiteX146" fmla="*/ 4296292 w 12193149"/>
              <a:gd name="connsiteY146" fmla="*/ 2982040 h 3171710"/>
              <a:gd name="connsiteX147" fmla="*/ 4291212 w 12193149"/>
              <a:gd name="connsiteY147" fmla="*/ 2984957 h 3171710"/>
              <a:gd name="connsiteX148" fmla="*/ 4277290 w 12193149"/>
              <a:gd name="connsiteY148" fmla="*/ 2984711 h 3171710"/>
              <a:gd name="connsiteX149" fmla="*/ 4249265 w 12193149"/>
              <a:gd name="connsiteY149" fmla="*/ 2987035 h 3171710"/>
              <a:gd name="connsiteX150" fmla="*/ 4203199 w 12193149"/>
              <a:gd name="connsiteY150" fmla="*/ 2984240 h 3171710"/>
              <a:gd name="connsiteX151" fmla="*/ 4202893 w 12193149"/>
              <a:gd name="connsiteY151" fmla="*/ 2982981 h 3171710"/>
              <a:gd name="connsiteX152" fmla="*/ 4192396 w 12193149"/>
              <a:gd name="connsiteY152" fmla="*/ 2977347 h 3171710"/>
              <a:gd name="connsiteX153" fmla="*/ 4143893 w 12193149"/>
              <a:gd name="connsiteY153" fmla="*/ 2961482 h 3171710"/>
              <a:gd name="connsiteX154" fmla="*/ 4084245 w 12193149"/>
              <a:gd name="connsiteY154" fmla="*/ 2934949 h 3171710"/>
              <a:gd name="connsiteX155" fmla="*/ 4075694 w 12193149"/>
              <a:gd name="connsiteY155" fmla="*/ 2934114 h 3171710"/>
              <a:gd name="connsiteX156" fmla="*/ 4075575 w 12193149"/>
              <a:gd name="connsiteY156" fmla="*/ 2933815 h 3171710"/>
              <a:gd name="connsiteX157" fmla="*/ 4066658 w 12193149"/>
              <a:gd name="connsiteY157" fmla="*/ 2932371 h 3171710"/>
              <a:gd name="connsiteX158" fmla="*/ 4060102 w 12193149"/>
              <a:gd name="connsiteY158" fmla="*/ 2932589 h 3171710"/>
              <a:gd name="connsiteX159" fmla="*/ 4043512 w 12193149"/>
              <a:gd name="connsiteY159" fmla="*/ 2930968 h 3171710"/>
              <a:gd name="connsiteX160" fmla="*/ 4038145 w 12193149"/>
              <a:gd name="connsiteY160" fmla="*/ 2928534 h 3171710"/>
              <a:gd name="connsiteX161" fmla="*/ 4036511 w 12193149"/>
              <a:gd name="connsiteY161" fmla="*/ 2924867 h 3171710"/>
              <a:gd name="connsiteX162" fmla="*/ 4034926 w 12193149"/>
              <a:gd name="connsiteY162" fmla="*/ 2925102 h 3171710"/>
              <a:gd name="connsiteX163" fmla="*/ 4005686 w 12193149"/>
              <a:gd name="connsiteY163" fmla="*/ 2912534 h 3171710"/>
              <a:gd name="connsiteX164" fmla="*/ 3937994 w 12193149"/>
              <a:gd name="connsiteY164" fmla="*/ 2895077 h 3171710"/>
              <a:gd name="connsiteX165" fmla="*/ 3898423 w 12193149"/>
              <a:gd name="connsiteY165" fmla="*/ 2889422 h 3171710"/>
              <a:gd name="connsiteX166" fmla="*/ 3790908 w 12193149"/>
              <a:gd name="connsiteY166" fmla="*/ 2869184 h 3171710"/>
              <a:gd name="connsiteX167" fmla="*/ 3683661 w 12193149"/>
              <a:gd name="connsiteY167" fmla="*/ 2845261 h 3171710"/>
              <a:gd name="connsiteX168" fmla="*/ 3611183 w 12193149"/>
              <a:gd name="connsiteY168" fmla="*/ 2812990 h 3171710"/>
              <a:gd name="connsiteX169" fmla="*/ 3605003 w 12193149"/>
              <a:gd name="connsiteY169" fmla="*/ 2814352 h 3171710"/>
              <a:gd name="connsiteX170" fmla="*/ 3595884 w 12193149"/>
              <a:gd name="connsiteY170" fmla="*/ 2814516 h 3171710"/>
              <a:gd name="connsiteX171" fmla="*/ 3595649 w 12193149"/>
              <a:gd name="connsiteY171" fmla="*/ 2814247 h 3171710"/>
              <a:gd name="connsiteX172" fmla="*/ 3587126 w 12193149"/>
              <a:gd name="connsiteY172" fmla="*/ 2814937 h 3171710"/>
              <a:gd name="connsiteX173" fmla="*/ 3537283 w 12193149"/>
              <a:gd name="connsiteY173" fmla="*/ 2805238 h 3171710"/>
              <a:gd name="connsiteX174" fmla="*/ 3474371 w 12193149"/>
              <a:gd name="connsiteY174" fmla="*/ 2801577 h 3171710"/>
              <a:gd name="connsiteX175" fmla="*/ 3401876 w 12193149"/>
              <a:gd name="connsiteY175" fmla="*/ 2789529 h 3171710"/>
              <a:gd name="connsiteX176" fmla="*/ 3365036 w 12193149"/>
              <a:gd name="connsiteY176" fmla="*/ 2806481 h 3171710"/>
              <a:gd name="connsiteX177" fmla="*/ 3345174 w 12193149"/>
              <a:gd name="connsiteY177" fmla="*/ 2808163 h 3171710"/>
              <a:gd name="connsiteX178" fmla="*/ 3342846 w 12193149"/>
              <a:gd name="connsiteY178" fmla="*/ 2807188 h 3171710"/>
              <a:gd name="connsiteX179" fmla="*/ 3263504 w 12193149"/>
              <a:gd name="connsiteY179" fmla="*/ 2813065 h 3171710"/>
              <a:gd name="connsiteX180" fmla="*/ 3143704 w 12193149"/>
              <a:gd name="connsiteY180" fmla="*/ 2820840 h 3171710"/>
              <a:gd name="connsiteX181" fmla="*/ 3031439 w 12193149"/>
              <a:gd name="connsiteY181" fmla="*/ 2823483 h 3171710"/>
              <a:gd name="connsiteX182" fmla="*/ 2782717 w 12193149"/>
              <a:gd name="connsiteY182" fmla="*/ 2845304 h 3171710"/>
              <a:gd name="connsiteX183" fmla="*/ 2647675 w 12193149"/>
              <a:gd name="connsiteY183" fmla="*/ 2855840 h 3171710"/>
              <a:gd name="connsiteX184" fmla="*/ 2569176 w 12193149"/>
              <a:gd name="connsiteY184" fmla="*/ 2829599 h 3171710"/>
              <a:gd name="connsiteX185" fmla="*/ 2444403 w 12193149"/>
              <a:gd name="connsiteY185" fmla="*/ 2843500 h 3171710"/>
              <a:gd name="connsiteX186" fmla="*/ 2316260 w 12193149"/>
              <a:gd name="connsiteY186" fmla="*/ 2851967 h 3171710"/>
              <a:gd name="connsiteX187" fmla="*/ 2209726 w 12193149"/>
              <a:gd name="connsiteY187" fmla="*/ 2846734 h 3171710"/>
              <a:gd name="connsiteX188" fmla="*/ 2095813 w 12193149"/>
              <a:gd name="connsiteY188" fmla="*/ 2830023 h 3171710"/>
              <a:gd name="connsiteX189" fmla="*/ 1998504 w 12193149"/>
              <a:gd name="connsiteY189" fmla="*/ 2822003 h 3171710"/>
              <a:gd name="connsiteX190" fmla="*/ 1929320 w 12193149"/>
              <a:gd name="connsiteY190" fmla="*/ 2843948 h 3171710"/>
              <a:gd name="connsiteX191" fmla="*/ 1922798 w 12193149"/>
              <a:gd name="connsiteY191" fmla="*/ 2839117 h 3171710"/>
              <a:gd name="connsiteX192" fmla="*/ 1874228 w 12193149"/>
              <a:gd name="connsiteY192" fmla="*/ 2840712 h 3171710"/>
              <a:gd name="connsiteX193" fmla="*/ 1787803 w 12193149"/>
              <a:gd name="connsiteY193" fmla="*/ 2868334 h 3171710"/>
              <a:gd name="connsiteX194" fmla="*/ 1739352 w 12193149"/>
              <a:gd name="connsiteY194" fmla="*/ 2863283 h 3171710"/>
              <a:gd name="connsiteX195" fmla="*/ 1676219 w 12193149"/>
              <a:gd name="connsiteY195" fmla="*/ 2846934 h 3171710"/>
              <a:gd name="connsiteX196" fmla="*/ 1609817 w 12193149"/>
              <a:gd name="connsiteY196" fmla="*/ 2840037 h 3171710"/>
              <a:gd name="connsiteX197" fmla="*/ 1497258 w 12193149"/>
              <a:gd name="connsiteY197" fmla="*/ 2814447 h 3171710"/>
              <a:gd name="connsiteX198" fmla="*/ 1151127 w 12193149"/>
              <a:gd name="connsiteY198" fmla="*/ 2765012 h 3171710"/>
              <a:gd name="connsiteX199" fmla="*/ 859417 w 12193149"/>
              <a:gd name="connsiteY199" fmla="*/ 2755579 h 3171710"/>
              <a:gd name="connsiteX200" fmla="*/ 838688 w 12193149"/>
              <a:gd name="connsiteY200" fmla="*/ 2756792 h 3171710"/>
              <a:gd name="connsiteX201" fmla="*/ 817957 w 12193149"/>
              <a:gd name="connsiteY201" fmla="*/ 2754828 h 3171710"/>
              <a:gd name="connsiteX202" fmla="*/ 812654 w 12193149"/>
              <a:gd name="connsiteY202" fmla="*/ 2757722 h 3171710"/>
              <a:gd name="connsiteX203" fmla="*/ 721195 w 12193149"/>
              <a:gd name="connsiteY203" fmla="*/ 2756632 h 3171710"/>
              <a:gd name="connsiteX204" fmla="*/ 720890 w 12193149"/>
              <a:gd name="connsiteY204" fmla="*/ 2755370 h 3171710"/>
              <a:gd name="connsiteX205" fmla="*/ 710023 w 12193149"/>
              <a:gd name="connsiteY205" fmla="*/ 2749693 h 3171710"/>
              <a:gd name="connsiteX206" fmla="*/ 597940 w 12193149"/>
              <a:gd name="connsiteY206" fmla="*/ 2706835 h 3171710"/>
              <a:gd name="connsiteX207" fmla="*/ 579683 w 12193149"/>
              <a:gd name="connsiteY207" fmla="*/ 2704183 h 3171710"/>
              <a:gd name="connsiteX208" fmla="*/ 572865 w 12193149"/>
              <a:gd name="connsiteY208" fmla="*/ 2704372 h 3171710"/>
              <a:gd name="connsiteX209" fmla="*/ 446247 w 12193149"/>
              <a:gd name="connsiteY209" fmla="*/ 2666342 h 3171710"/>
              <a:gd name="connsiteX210" fmla="*/ 405163 w 12193149"/>
              <a:gd name="connsiteY210" fmla="*/ 2660519 h 3171710"/>
              <a:gd name="connsiteX211" fmla="*/ 293583 w 12193149"/>
              <a:gd name="connsiteY211" fmla="*/ 2639823 h 3171710"/>
              <a:gd name="connsiteX212" fmla="*/ 119529 w 12193149"/>
              <a:gd name="connsiteY212" fmla="*/ 2588018 h 3171710"/>
              <a:gd name="connsiteX213" fmla="*/ 16674 w 12193149"/>
              <a:gd name="connsiteY213" fmla="*/ 2585162 h 3171710"/>
              <a:gd name="connsiteX214" fmla="*/ 1150 w 12193149"/>
              <a:gd name="connsiteY214" fmla="*/ 2579693 h 3171710"/>
              <a:gd name="connsiteX215" fmla="*/ 1148 w 12193149"/>
              <a:gd name="connsiteY215" fmla="*/ 1049184 h 3171710"/>
              <a:gd name="connsiteX216" fmla="*/ 1148 w 12193149"/>
              <a:gd name="connsiteY216" fmla="*/ 0 h 317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2193149" h="3171710">
                <a:moveTo>
                  <a:pt x="1148" y="0"/>
                </a:moveTo>
                <a:lnTo>
                  <a:pt x="12181789" y="8189"/>
                </a:lnTo>
                <a:cubicBezTo>
                  <a:pt x="12181789" y="201435"/>
                  <a:pt x="12193149" y="1213464"/>
                  <a:pt x="12193149" y="1406710"/>
                </a:cubicBezTo>
                <a:lnTo>
                  <a:pt x="12185986" y="1411160"/>
                </a:lnTo>
                <a:cubicBezTo>
                  <a:pt x="12156393" y="1404401"/>
                  <a:pt x="12176978" y="1415299"/>
                  <a:pt x="12156363" y="1424337"/>
                </a:cubicBezTo>
                <a:cubicBezTo>
                  <a:pt x="12172308" y="1438279"/>
                  <a:pt x="12127905" y="1429847"/>
                  <a:pt x="12139215" y="1450150"/>
                </a:cubicBezTo>
                <a:cubicBezTo>
                  <a:pt x="12135103" y="1451151"/>
                  <a:pt x="12130766" y="1451483"/>
                  <a:pt x="12126327" y="1451661"/>
                </a:cubicBezTo>
                <a:lnTo>
                  <a:pt x="12124007" y="1451765"/>
                </a:lnTo>
                <a:lnTo>
                  <a:pt x="12116854" y="1455579"/>
                </a:lnTo>
                <a:lnTo>
                  <a:pt x="12099497" y="1455110"/>
                </a:lnTo>
                <a:cubicBezTo>
                  <a:pt x="12095162" y="1456775"/>
                  <a:pt x="12090978" y="1459336"/>
                  <a:pt x="12087073" y="1463312"/>
                </a:cubicBezTo>
                <a:cubicBezTo>
                  <a:pt x="12078890" y="1483714"/>
                  <a:pt x="12040481" y="1480817"/>
                  <a:pt x="12031073" y="1506980"/>
                </a:cubicBezTo>
                <a:cubicBezTo>
                  <a:pt x="12026399" y="1515225"/>
                  <a:pt x="12004497" y="1532326"/>
                  <a:pt x="11995833" y="1530429"/>
                </a:cubicBezTo>
                <a:cubicBezTo>
                  <a:pt x="11990333" y="1532938"/>
                  <a:pt x="11986699" y="1539016"/>
                  <a:pt x="11979717" y="1535132"/>
                </a:cubicBezTo>
                <a:cubicBezTo>
                  <a:pt x="11970382" y="1531211"/>
                  <a:pt x="11963763" y="1554233"/>
                  <a:pt x="11959046" y="1544529"/>
                </a:cubicBezTo>
                <a:lnTo>
                  <a:pt x="11920454" y="1557854"/>
                </a:lnTo>
                <a:cubicBezTo>
                  <a:pt x="11919152" y="1564914"/>
                  <a:pt x="11912619" y="1567116"/>
                  <a:pt x="11903656" y="1569397"/>
                </a:cubicBezTo>
                <a:lnTo>
                  <a:pt x="11895048" y="1571762"/>
                </a:lnTo>
                <a:lnTo>
                  <a:pt x="11891968" y="1582700"/>
                </a:lnTo>
                <a:cubicBezTo>
                  <a:pt x="11881074" y="1573372"/>
                  <a:pt x="11884523" y="1604713"/>
                  <a:pt x="11870776" y="1604787"/>
                </a:cubicBezTo>
                <a:lnTo>
                  <a:pt x="11813376" y="1624630"/>
                </a:lnTo>
                <a:lnTo>
                  <a:pt x="11590693" y="1790748"/>
                </a:lnTo>
                <a:cubicBezTo>
                  <a:pt x="11550201" y="1817685"/>
                  <a:pt x="11542649" y="1767741"/>
                  <a:pt x="11506817" y="1860594"/>
                </a:cubicBezTo>
                <a:cubicBezTo>
                  <a:pt x="11450023" y="1916431"/>
                  <a:pt x="11337127" y="2017145"/>
                  <a:pt x="11280332" y="2050542"/>
                </a:cubicBezTo>
                <a:cubicBezTo>
                  <a:pt x="11267547" y="2058142"/>
                  <a:pt x="11229147" y="2123560"/>
                  <a:pt x="11228309" y="2103207"/>
                </a:cubicBezTo>
                <a:cubicBezTo>
                  <a:pt x="11223950" y="2105174"/>
                  <a:pt x="11220761" y="2104651"/>
                  <a:pt x="11218087" y="2102932"/>
                </a:cubicBezTo>
                <a:lnTo>
                  <a:pt x="11217184" y="2101989"/>
                </a:lnTo>
                <a:lnTo>
                  <a:pt x="11188885" y="2119354"/>
                </a:lnTo>
                <a:lnTo>
                  <a:pt x="11184501" y="2119496"/>
                </a:lnTo>
                <a:lnTo>
                  <a:pt x="11166854" y="2133583"/>
                </a:lnTo>
                <a:lnTo>
                  <a:pt x="11157311" y="2139385"/>
                </a:lnTo>
                <a:lnTo>
                  <a:pt x="11155496" y="2144068"/>
                </a:lnTo>
                <a:cubicBezTo>
                  <a:pt x="11153045" y="2147436"/>
                  <a:pt x="11148902" y="2150083"/>
                  <a:pt x="11140961" y="2151086"/>
                </a:cubicBezTo>
                <a:lnTo>
                  <a:pt x="11138961" y="2150743"/>
                </a:lnTo>
                <a:lnTo>
                  <a:pt x="11128208" y="2160803"/>
                </a:lnTo>
                <a:cubicBezTo>
                  <a:pt x="11124962" y="2164785"/>
                  <a:pt x="11122359" y="2169258"/>
                  <a:pt x="11120691" y="2174395"/>
                </a:cubicBezTo>
                <a:cubicBezTo>
                  <a:pt x="11081770" y="2197656"/>
                  <a:pt x="10952581" y="2271077"/>
                  <a:pt x="10894683" y="2300370"/>
                </a:cubicBezTo>
                <a:cubicBezTo>
                  <a:pt x="10861781" y="2315405"/>
                  <a:pt x="10817803" y="2335857"/>
                  <a:pt x="10773300" y="2350162"/>
                </a:cubicBezTo>
                <a:cubicBezTo>
                  <a:pt x="10733414" y="2394390"/>
                  <a:pt x="10677791" y="2353706"/>
                  <a:pt x="10627668" y="2386200"/>
                </a:cubicBezTo>
                <a:cubicBezTo>
                  <a:pt x="10590276" y="2369074"/>
                  <a:pt x="10613693" y="2389253"/>
                  <a:pt x="10581895" y="2395660"/>
                </a:cubicBezTo>
                <a:cubicBezTo>
                  <a:pt x="10597733" y="2418627"/>
                  <a:pt x="10540912" y="2395212"/>
                  <a:pt x="10547790" y="2425394"/>
                </a:cubicBezTo>
                <a:cubicBezTo>
                  <a:pt x="10541784" y="2425603"/>
                  <a:pt x="10535750" y="2424857"/>
                  <a:pt x="10529643" y="2423878"/>
                </a:cubicBezTo>
                <a:lnTo>
                  <a:pt x="10526446" y="2423382"/>
                </a:lnTo>
                <a:lnTo>
                  <a:pt x="10515129" y="2426508"/>
                </a:lnTo>
                <a:lnTo>
                  <a:pt x="10491735" y="2421127"/>
                </a:lnTo>
                <a:cubicBezTo>
                  <a:pt x="10485147" y="2422161"/>
                  <a:pt x="10478389" y="2424430"/>
                  <a:pt x="10471418" y="2428664"/>
                </a:cubicBezTo>
                <a:cubicBezTo>
                  <a:pt x="10451763" y="2453636"/>
                  <a:pt x="10400774" y="2439247"/>
                  <a:pt x="10377042" y="2471569"/>
                </a:cubicBezTo>
                <a:cubicBezTo>
                  <a:pt x="10367240" y="2481286"/>
                  <a:pt x="10330319" y="2498097"/>
                  <a:pt x="10319338" y="2493192"/>
                </a:cubicBezTo>
                <a:cubicBezTo>
                  <a:pt x="10310813" y="2495031"/>
                  <a:pt x="10303331" y="2502144"/>
                  <a:pt x="10295467" y="2495050"/>
                </a:cubicBezTo>
                <a:cubicBezTo>
                  <a:pt x="10284420" y="2487261"/>
                  <a:pt x="10265794" y="2516157"/>
                  <a:pt x="10263443" y="2501919"/>
                </a:cubicBezTo>
                <a:lnTo>
                  <a:pt x="10205418" y="2509120"/>
                </a:lnTo>
                <a:cubicBezTo>
                  <a:pt x="10200696" y="2518180"/>
                  <a:pt x="10190895" y="2519327"/>
                  <a:pt x="10177759" y="2519914"/>
                </a:cubicBezTo>
                <a:lnTo>
                  <a:pt x="10165070" y="2520710"/>
                </a:lnTo>
                <a:lnTo>
                  <a:pt x="10156308" y="2534458"/>
                </a:lnTo>
                <a:cubicBezTo>
                  <a:pt x="10145406" y="2519028"/>
                  <a:pt x="10136981" y="2561781"/>
                  <a:pt x="10118267" y="2558113"/>
                </a:cubicBezTo>
                <a:lnTo>
                  <a:pt x="10083317" y="2570267"/>
                </a:lnTo>
                <a:cubicBezTo>
                  <a:pt x="10075718" y="2568198"/>
                  <a:pt x="10048011" y="2569526"/>
                  <a:pt x="10040388" y="2568603"/>
                </a:cubicBezTo>
                <a:cubicBezTo>
                  <a:pt x="9999609" y="2578704"/>
                  <a:pt x="9985545" y="2579194"/>
                  <a:pt x="9961167" y="2584118"/>
                </a:cubicBezTo>
                <a:cubicBezTo>
                  <a:pt x="9920131" y="2584260"/>
                  <a:pt x="9889892" y="2581061"/>
                  <a:pt x="9848940" y="2590886"/>
                </a:cubicBezTo>
                <a:lnTo>
                  <a:pt x="9729457" y="2611093"/>
                </a:lnTo>
                <a:cubicBezTo>
                  <a:pt x="9676207" y="2601507"/>
                  <a:pt x="9631235" y="2626730"/>
                  <a:pt x="9613704" y="2639342"/>
                </a:cubicBezTo>
                <a:cubicBezTo>
                  <a:pt x="9548152" y="2653618"/>
                  <a:pt x="9410970" y="2690964"/>
                  <a:pt x="9338590" y="2696264"/>
                </a:cubicBezTo>
                <a:lnTo>
                  <a:pt x="9232518" y="2720120"/>
                </a:lnTo>
                <a:lnTo>
                  <a:pt x="9156690" y="2730199"/>
                </a:lnTo>
                <a:lnTo>
                  <a:pt x="9054601" y="2737726"/>
                </a:lnTo>
                <a:lnTo>
                  <a:pt x="9006634" y="2741011"/>
                </a:lnTo>
                <a:lnTo>
                  <a:pt x="9006349" y="2740771"/>
                </a:lnTo>
                <a:cubicBezTo>
                  <a:pt x="9004294" y="2740551"/>
                  <a:pt x="9001475" y="2740879"/>
                  <a:pt x="8997380" y="2741982"/>
                </a:cubicBezTo>
                <a:lnTo>
                  <a:pt x="8991542" y="2744043"/>
                </a:lnTo>
                <a:lnTo>
                  <a:pt x="8975485" y="2747269"/>
                </a:lnTo>
                <a:lnTo>
                  <a:pt x="8969159" y="2746569"/>
                </a:lnTo>
                <a:lnTo>
                  <a:pt x="8964196" y="2744344"/>
                </a:lnTo>
                <a:cubicBezTo>
                  <a:pt x="8955841" y="2752295"/>
                  <a:pt x="8956668" y="2761243"/>
                  <a:pt x="8930136" y="2741156"/>
                </a:cubicBezTo>
                <a:cubicBezTo>
                  <a:pt x="8899182" y="2742176"/>
                  <a:pt x="8790451" y="2756831"/>
                  <a:pt x="8753592" y="2760388"/>
                </a:cubicBezTo>
                <a:cubicBezTo>
                  <a:pt x="8720970" y="2771108"/>
                  <a:pt x="8749345" y="2757447"/>
                  <a:pt x="8708995" y="2762489"/>
                </a:cubicBezTo>
                <a:cubicBezTo>
                  <a:pt x="8672757" y="2782024"/>
                  <a:pt x="8640293" y="2765584"/>
                  <a:pt x="8597219" y="2771061"/>
                </a:cubicBezTo>
                <a:lnTo>
                  <a:pt x="8526378" y="2756219"/>
                </a:lnTo>
                <a:lnTo>
                  <a:pt x="8512131" y="2762134"/>
                </a:lnTo>
                <a:lnTo>
                  <a:pt x="8507315" y="2765135"/>
                </a:lnTo>
                <a:cubicBezTo>
                  <a:pt x="8503797" y="2766912"/>
                  <a:pt x="8501196" y="2767723"/>
                  <a:pt x="8499116" y="2767873"/>
                </a:cubicBezTo>
                <a:lnTo>
                  <a:pt x="8498742" y="2767694"/>
                </a:lnTo>
                <a:lnTo>
                  <a:pt x="8491397" y="2770744"/>
                </a:lnTo>
                <a:lnTo>
                  <a:pt x="8368330" y="2784786"/>
                </a:lnTo>
                <a:cubicBezTo>
                  <a:pt x="8363173" y="2786811"/>
                  <a:pt x="8358881" y="2786463"/>
                  <a:pt x="8354947" y="2784980"/>
                </a:cubicBezTo>
                <a:lnTo>
                  <a:pt x="8321252" y="2801558"/>
                </a:lnTo>
                <a:lnTo>
                  <a:pt x="8315581" y="2801884"/>
                </a:lnTo>
                <a:lnTo>
                  <a:pt x="8296322" y="2815779"/>
                </a:lnTo>
                <a:lnTo>
                  <a:pt x="8285424" y="2821602"/>
                </a:lnTo>
                <a:lnTo>
                  <a:pt x="8284298" y="2826045"/>
                </a:lnTo>
                <a:cubicBezTo>
                  <a:pt x="8281994" y="2829290"/>
                  <a:pt x="8277300" y="2831938"/>
                  <a:pt x="8267224" y="2833220"/>
                </a:cubicBezTo>
                <a:lnTo>
                  <a:pt x="8264525" y="2832990"/>
                </a:lnTo>
                <a:lnTo>
                  <a:pt x="8253181" y="2842833"/>
                </a:lnTo>
                <a:cubicBezTo>
                  <a:pt x="8250007" y="2846683"/>
                  <a:pt x="8247795" y="2850965"/>
                  <a:pt x="8246982" y="2855825"/>
                </a:cubicBezTo>
                <a:cubicBezTo>
                  <a:pt x="8182975" y="2852918"/>
                  <a:pt x="8148279" y="2887040"/>
                  <a:pt x="8091420" y="2901986"/>
                </a:cubicBezTo>
                <a:cubicBezTo>
                  <a:pt x="8026616" y="2925128"/>
                  <a:pt x="7968218" y="2946364"/>
                  <a:pt x="7906555" y="2943959"/>
                </a:cubicBezTo>
                <a:cubicBezTo>
                  <a:pt x="7836267" y="2958871"/>
                  <a:pt x="7782114" y="2961102"/>
                  <a:pt x="7719893" y="2969674"/>
                </a:cubicBezTo>
                <a:lnTo>
                  <a:pt x="7615495" y="2966203"/>
                </a:lnTo>
                <a:lnTo>
                  <a:pt x="7528691" y="2972031"/>
                </a:lnTo>
                <a:lnTo>
                  <a:pt x="7520719" y="2974584"/>
                </a:lnTo>
                <a:cubicBezTo>
                  <a:pt x="7515141" y="2975923"/>
                  <a:pt x="7511320" y="2976273"/>
                  <a:pt x="7508559" y="2975919"/>
                </a:cubicBezTo>
                <a:lnTo>
                  <a:pt x="7508188" y="2975592"/>
                </a:lnTo>
                <a:lnTo>
                  <a:pt x="7496943" y="2977544"/>
                </a:lnTo>
                <a:lnTo>
                  <a:pt x="7219707" y="2983651"/>
                </a:lnTo>
                <a:lnTo>
                  <a:pt x="7202249" y="2988201"/>
                </a:lnTo>
                <a:lnTo>
                  <a:pt x="7198152" y="2993559"/>
                </a:lnTo>
                <a:cubicBezTo>
                  <a:pt x="7193259" y="2997082"/>
                  <a:pt x="7185654" y="2999221"/>
                  <a:pt x="7171956" y="2998207"/>
                </a:cubicBezTo>
                <a:lnTo>
                  <a:pt x="7098136" y="3010435"/>
                </a:lnTo>
                <a:cubicBezTo>
                  <a:pt x="7062296" y="3011413"/>
                  <a:pt x="7051336" y="3012390"/>
                  <a:pt x="7019644" y="3010061"/>
                </a:cubicBezTo>
                <a:cubicBezTo>
                  <a:pt x="6938675" y="3020999"/>
                  <a:pt x="6944793" y="3045165"/>
                  <a:pt x="6905294" y="3039567"/>
                </a:cubicBezTo>
                <a:cubicBezTo>
                  <a:pt x="6873070" y="3034359"/>
                  <a:pt x="6789137" y="3053433"/>
                  <a:pt x="6709370" y="3067522"/>
                </a:cubicBezTo>
                <a:cubicBezTo>
                  <a:pt x="6650254" y="3076977"/>
                  <a:pt x="6629253" y="3091078"/>
                  <a:pt x="6550602" y="3096298"/>
                </a:cubicBezTo>
                <a:cubicBezTo>
                  <a:pt x="6473302" y="3140388"/>
                  <a:pt x="6410843" y="3116665"/>
                  <a:pt x="6318708" y="3143098"/>
                </a:cubicBezTo>
                <a:cubicBezTo>
                  <a:pt x="6298698" y="3158620"/>
                  <a:pt x="6210439" y="3141427"/>
                  <a:pt x="6169822" y="3145185"/>
                </a:cubicBezTo>
                <a:cubicBezTo>
                  <a:pt x="6129203" y="3148943"/>
                  <a:pt x="6091688" y="3162491"/>
                  <a:pt x="6074996" y="3165647"/>
                </a:cubicBezTo>
                <a:lnTo>
                  <a:pt x="6069677" y="3164110"/>
                </a:lnTo>
                <a:lnTo>
                  <a:pt x="6049786" y="3164793"/>
                </a:lnTo>
                <a:lnTo>
                  <a:pt x="6042433" y="3156444"/>
                </a:lnTo>
                <a:lnTo>
                  <a:pt x="6011238" y="3151351"/>
                </a:lnTo>
                <a:cubicBezTo>
                  <a:pt x="5999830" y="3150764"/>
                  <a:pt x="5971276" y="3151677"/>
                  <a:pt x="5958523" y="3154995"/>
                </a:cubicBezTo>
                <a:lnTo>
                  <a:pt x="5760067" y="3170687"/>
                </a:lnTo>
                <a:lnTo>
                  <a:pt x="5628108" y="3171710"/>
                </a:lnTo>
                <a:lnTo>
                  <a:pt x="5472054" y="3157690"/>
                </a:lnTo>
                <a:cubicBezTo>
                  <a:pt x="5479284" y="3144662"/>
                  <a:pt x="5440157" y="3158728"/>
                  <a:pt x="5433909" y="3146437"/>
                </a:cubicBezTo>
                <a:cubicBezTo>
                  <a:pt x="5430517" y="3136405"/>
                  <a:pt x="5392976" y="3131721"/>
                  <a:pt x="5382817" y="3128735"/>
                </a:cubicBezTo>
                <a:lnTo>
                  <a:pt x="5262912" y="3108318"/>
                </a:lnTo>
                <a:cubicBezTo>
                  <a:pt x="5252746" y="3108134"/>
                  <a:pt x="5231699" y="3099824"/>
                  <a:pt x="5224109" y="3097194"/>
                </a:cubicBezTo>
                <a:lnTo>
                  <a:pt x="5175808" y="3094204"/>
                </a:lnTo>
                <a:lnTo>
                  <a:pt x="5157702" y="3086981"/>
                </a:lnTo>
                <a:lnTo>
                  <a:pt x="5143747" y="3083581"/>
                </a:lnTo>
                <a:lnTo>
                  <a:pt x="5140744" y="3081480"/>
                </a:lnTo>
                <a:cubicBezTo>
                  <a:pt x="5135026" y="3077440"/>
                  <a:pt x="5129229" y="3073629"/>
                  <a:pt x="5122807" y="3070627"/>
                </a:cubicBezTo>
                <a:cubicBezTo>
                  <a:pt x="5109467" y="3099246"/>
                  <a:pt x="5066004" y="3049810"/>
                  <a:pt x="5066938" y="3077198"/>
                </a:cubicBezTo>
                <a:cubicBezTo>
                  <a:pt x="5029345" y="3065682"/>
                  <a:pt x="5040096" y="3094771"/>
                  <a:pt x="5012662" y="3060817"/>
                </a:cubicBezTo>
                <a:cubicBezTo>
                  <a:pt x="4938174" y="3061200"/>
                  <a:pt x="4917504" y="3074207"/>
                  <a:pt x="4841589" y="3036800"/>
                </a:cubicBezTo>
                <a:cubicBezTo>
                  <a:pt x="4807890" y="3020158"/>
                  <a:pt x="4785258" y="3009012"/>
                  <a:pt x="4763595" y="3009032"/>
                </a:cubicBezTo>
                <a:cubicBezTo>
                  <a:pt x="4742475" y="3004532"/>
                  <a:pt x="4730631" y="3001709"/>
                  <a:pt x="4724334" y="3000018"/>
                </a:cubicBezTo>
                <a:lnTo>
                  <a:pt x="4722324" y="2999269"/>
                </a:lnTo>
                <a:lnTo>
                  <a:pt x="4723259" y="2999058"/>
                </a:lnTo>
                <a:cubicBezTo>
                  <a:pt x="4722296" y="2998416"/>
                  <a:pt x="4719415" y="2997810"/>
                  <a:pt x="4718350" y="2997788"/>
                </a:cubicBezTo>
                <a:lnTo>
                  <a:pt x="4722324" y="2999269"/>
                </a:lnTo>
                <a:lnTo>
                  <a:pt x="4716674" y="3000544"/>
                </a:lnTo>
                <a:cubicBezTo>
                  <a:pt x="4681300" y="2993588"/>
                  <a:pt x="4525895" y="2992780"/>
                  <a:pt x="4516962" y="2990642"/>
                </a:cubicBezTo>
                <a:cubicBezTo>
                  <a:pt x="4458971" y="2977530"/>
                  <a:pt x="4463810" y="2976789"/>
                  <a:pt x="4429691" y="2979991"/>
                </a:cubicBezTo>
                <a:cubicBezTo>
                  <a:pt x="4424455" y="2983362"/>
                  <a:pt x="4370126" y="2977068"/>
                  <a:pt x="4364023" y="2978645"/>
                </a:cubicBezTo>
                <a:lnTo>
                  <a:pt x="4318114" y="2985260"/>
                </a:lnTo>
                <a:lnTo>
                  <a:pt x="4316258" y="2983919"/>
                </a:lnTo>
                <a:cubicBezTo>
                  <a:pt x="4307275" y="2980548"/>
                  <a:pt x="4301145" y="2980549"/>
                  <a:pt x="4296292" y="2982040"/>
                </a:cubicBezTo>
                <a:lnTo>
                  <a:pt x="4291212" y="2984957"/>
                </a:lnTo>
                <a:lnTo>
                  <a:pt x="4277290" y="2984711"/>
                </a:lnTo>
                <a:lnTo>
                  <a:pt x="4249265" y="2987035"/>
                </a:lnTo>
                <a:lnTo>
                  <a:pt x="4203199" y="2984240"/>
                </a:lnTo>
                <a:cubicBezTo>
                  <a:pt x="4203096" y="2983820"/>
                  <a:pt x="4202995" y="2983401"/>
                  <a:pt x="4202893" y="2982981"/>
                </a:cubicBezTo>
                <a:cubicBezTo>
                  <a:pt x="4201267" y="2980144"/>
                  <a:pt x="4198292" y="2978025"/>
                  <a:pt x="4192396" y="2977347"/>
                </a:cubicBezTo>
                <a:cubicBezTo>
                  <a:pt x="4205365" y="2960058"/>
                  <a:pt x="4162425" y="2961953"/>
                  <a:pt x="4143893" y="2961482"/>
                </a:cubicBezTo>
                <a:cubicBezTo>
                  <a:pt x="4125868" y="2954416"/>
                  <a:pt x="4100250" y="2940836"/>
                  <a:pt x="4084245" y="2934949"/>
                </a:cubicBezTo>
                <a:lnTo>
                  <a:pt x="4075694" y="2934114"/>
                </a:lnTo>
                <a:cubicBezTo>
                  <a:pt x="4075655" y="2934013"/>
                  <a:pt x="4075614" y="2933914"/>
                  <a:pt x="4075575" y="2933815"/>
                </a:cubicBezTo>
                <a:cubicBezTo>
                  <a:pt x="4073829" y="2933031"/>
                  <a:pt x="4071057" y="2932530"/>
                  <a:pt x="4066658" y="2932371"/>
                </a:cubicBezTo>
                <a:lnTo>
                  <a:pt x="4060102" y="2932589"/>
                </a:lnTo>
                <a:lnTo>
                  <a:pt x="4043512" y="2930968"/>
                </a:lnTo>
                <a:lnTo>
                  <a:pt x="4038145" y="2928534"/>
                </a:lnTo>
                <a:lnTo>
                  <a:pt x="4036511" y="2924867"/>
                </a:lnTo>
                <a:lnTo>
                  <a:pt x="4034926" y="2925102"/>
                </a:lnTo>
                <a:cubicBezTo>
                  <a:pt x="4022576" y="2929966"/>
                  <a:pt x="4018025" y="2938342"/>
                  <a:pt x="4005686" y="2912534"/>
                </a:cubicBezTo>
                <a:lnTo>
                  <a:pt x="3937994" y="2895077"/>
                </a:lnTo>
                <a:cubicBezTo>
                  <a:pt x="3921658" y="2902801"/>
                  <a:pt x="3909686" y="2898112"/>
                  <a:pt x="3898423" y="2889422"/>
                </a:cubicBezTo>
                <a:cubicBezTo>
                  <a:pt x="3862243" y="2889918"/>
                  <a:pt x="3830779" y="2876048"/>
                  <a:pt x="3790908" y="2869184"/>
                </a:cubicBezTo>
                <a:cubicBezTo>
                  <a:pt x="3742158" y="2854478"/>
                  <a:pt x="3726280" y="2852501"/>
                  <a:pt x="3683661" y="2845261"/>
                </a:cubicBezTo>
                <a:lnTo>
                  <a:pt x="3611183" y="2812990"/>
                </a:lnTo>
                <a:lnTo>
                  <a:pt x="3605003" y="2814352"/>
                </a:lnTo>
                <a:cubicBezTo>
                  <a:pt x="3600731" y="2814971"/>
                  <a:pt x="3597877" y="2814971"/>
                  <a:pt x="3595884" y="2814516"/>
                </a:cubicBezTo>
                <a:lnTo>
                  <a:pt x="3595649" y="2814247"/>
                </a:lnTo>
                <a:lnTo>
                  <a:pt x="3587126" y="2814937"/>
                </a:lnTo>
                <a:cubicBezTo>
                  <a:pt x="3572774" y="2816728"/>
                  <a:pt x="3550540" y="2802529"/>
                  <a:pt x="3537283" y="2805238"/>
                </a:cubicBezTo>
                <a:cubicBezTo>
                  <a:pt x="3515092" y="2800942"/>
                  <a:pt x="3489773" y="2807207"/>
                  <a:pt x="3474371" y="2801577"/>
                </a:cubicBezTo>
                <a:lnTo>
                  <a:pt x="3401876" y="2789529"/>
                </a:lnTo>
                <a:lnTo>
                  <a:pt x="3365036" y="2806481"/>
                </a:lnTo>
                <a:cubicBezTo>
                  <a:pt x="3361007" y="2808779"/>
                  <a:pt x="3355145" y="2809857"/>
                  <a:pt x="3345174" y="2808163"/>
                </a:cubicBezTo>
                <a:lnTo>
                  <a:pt x="3342846" y="2807188"/>
                </a:lnTo>
                <a:cubicBezTo>
                  <a:pt x="3337528" y="2809659"/>
                  <a:pt x="3296694" y="2810789"/>
                  <a:pt x="3263504" y="2813065"/>
                </a:cubicBezTo>
                <a:cubicBezTo>
                  <a:pt x="3210873" y="2815406"/>
                  <a:pt x="3204538" y="2823378"/>
                  <a:pt x="3143704" y="2820840"/>
                </a:cubicBezTo>
                <a:cubicBezTo>
                  <a:pt x="3083839" y="2822069"/>
                  <a:pt x="3073438" y="2828075"/>
                  <a:pt x="3031439" y="2823483"/>
                </a:cubicBezTo>
                <a:lnTo>
                  <a:pt x="2782717" y="2845304"/>
                </a:lnTo>
                <a:cubicBezTo>
                  <a:pt x="2720447" y="2872959"/>
                  <a:pt x="2718750" y="2842390"/>
                  <a:pt x="2647675" y="2855840"/>
                </a:cubicBezTo>
                <a:cubicBezTo>
                  <a:pt x="2583664" y="2795905"/>
                  <a:pt x="2609849" y="2834173"/>
                  <a:pt x="2569176" y="2829599"/>
                </a:cubicBezTo>
                <a:lnTo>
                  <a:pt x="2444403" y="2843500"/>
                </a:lnTo>
                <a:cubicBezTo>
                  <a:pt x="2412730" y="2860060"/>
                  <a:pt x="2355175" y="2829971"/>
                  <a:pt x="2316260" y="2851967"/>
                </a:cubicBezTo>
                <a:cubicBezTo>
                  <a:pt x="2277148" y="2852505"/>
                  <a:pt x="2234330" y="2848310"/>
                  <a:pt x="2209726" y="2846734"/>
                </a:cubicBezTo>
                <a:cubicBezTo>
                  <a:pt x="2172984" y="2843077"/>
                  <a:pt x="2131016" y="2834145"/>
                  <a:pt x="2095813" y="2830023"/>
                </a:cubicBezTo>
                <a:cubicBezTo>
                  <a:pt x="2078687" y="2843632"/>
                  <a:pt x="2046700" y="2821328"/>
                  <a:pt x="1998504" y="2822003"/>
                </a:cubicBezTo>
                <a:cubicBezTo>
                  <a:pt x="1979851" y="2837650"/>
                  <a:pt x="1965997" y="2822267"/>
                  <a:pt x="1929320" y="2843948"/>
                </a:cubicBezTo>
                <a:cubicBezTo>
                  <a:pt x="1927506" y="2842156"/>
                  <a:pt x="1925308" y="2840529"/>
                  <a:pt x="1922798" y="2839117"/>
                </a:cubicBezTo>
                <a:cubicBezTo>
                  <a:pt x="1908224" y="2830923"/>
                  <a:pt x="1886476" y="2831636"/>
                  <a:pt x="1874228" y="2840712"/>
                </a:cubicBezTo>
                <a:cubicBezTo>
                  <a:pt x="1844711" y="2855471"/>
                  <a:pt x="1815838" y="2863248"/>
                  <a:pt x="1787803" y="2868334"/>
                </a:cubicBezTo>
                <a:lnTo>
                  <a:pt x="1739352" y="2863283"/>
                </a:lnTo>
                <a:cubicBezTo>
                  <a:pt x="1720756" y="2859717"/>
                  <a:pt x="1697809" y="2850808"/>
                  <a:pt x="1676219" y="2846934"/>
                </a:cubicBezTo>
                <a:cubicBezTo>
                  <a:pt x="1653856" y="2845729"/>
                  <a:pt x="1629782" y="2852334"/>
                  <a:pt x="1609817" y="2840037"/>
                </a:cubicBezTo>
                <a:cubicBezTo>
                  <a:pt x="1570834" y="2828361"/>
                  <a:pt x="1525521" y="2848516"/>
                  <a:pt x="1497258" y="2814447"/>
                </a:cubicBezTo>
                <a:cubicBezTo>
                  <a:pt x="1419429" y="2799738"/>
                  <a:pt x="1265224" y="2779725"/>
                  <a:pt x="1151127" y="2765012"/>
                </a:cubicBezTo>
                <a:cubicBezTo>
                  <a:pt x="1044820" y="2755201"/>
                  <a:pt x="911490" y="2756949"/>
                  <a:pt x="859417" y="2755579"/>
                </a:cubicBezTo>
                <a:lnTo>
                  <a:pt x="838688" y="2756792"/>
                </a:lnTo>
                <a:cubicBezTo>
                  <a:pt x="829380" y="2753383"/>
                  <a:pt x="823010" y="2753358"/>
                  <a:pt x="817957" y="2754828"/>
                </a:cubicBezTo>
                <a:lnTo>
                  <a:pt x="812654" y="2757722"/>
                </a:lnTo>
                <a:lnTo>
                  <a:pt x="721195" y="2756632"/>
                </a:lnTo>
                <a:cubicBezTo>
                  <a:pt x="721095" y="2756212"/>
                  <a:pt x="720991" y="2755791"/>
                  <a:pt x="720890" y="2755370"/>
                </a:cubicBezTo>
                <a:cubicBezTo>
                  <a:pt x="719222" y="2752527"/>
                  <a:pt x="716144" y="2750395"/>
                  <a:pt x="710023" y="2749693"/>
                </a:cubicBezTo>
                <a:cubicBezTo>
                  <a:pt x="689532" y="2741604"/>
                  <a:pt x="619665" y="2714421"/>
                  <a:pt x="597940" y="2706835"/>
                </a:cubicBezTo>
                <a:cubicBezTo>
                  <a:pt x="587430" y="2706236"/>
                  <a:pt x="583862" y="2704593"/>
                  <a:pt x="579683" y="2704183"/>
                </a:cubicBezTo>
                <a:lnTo>
                  <a:pt x="572865" y="2704372"/>
                </a:lnTo>
                <a:cubicBezTo>
                  <a:pt x="550627" y="2698066"/>
                  <a:pt x="474197" y="2673651"/>
                  <a:pt x="446247" y="2666342"/>
                </a:cubicBezTo>
                <a:cubicBezTo>
                  <a:pt x="429213" y="2673994"/>
                  <a:pt x="416808" y="2669256"/>
                  <a:pt x="405163" y="2660519"/>
                </a:cubicBezTo>
                <a:cubicBezTo>
                  <a:pt x="367566" y="2660861"/>
                  <a:pt x="334968" y="2646856"/>
                  <a:pt x="293583" y="2639823"/>
                </a:cubicBezTo>
                <a:lnTo>
                  <a:pt x="119529" y="2588018"/>
                </a:lnTo>
                <a:cubicBezTo>
                  <a:pt x="73377" y="2578908"/>
                  <a:pt x="36403" y="2586550"/>
                  <a:pt x="16674" y="2585162"/>
                </a:cubicBezTo>
                <a:lnTo>
                  <a:pt x="1150" y="2579693"/>
                </a:lnTo>
                <a:cubicBezTo>
                  <a:pt x="-1438" y="2323697"/>
                  <a:pt x="1148" y="1341304"/>
                  <a:pt x="1148" y="1049184"/>
                </a:cubicBezTo>
                <a:lnTo>
                  <a:pt x="1148"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47523D7-9382-60B7-0E17-2F56709BA2D8}"/>
              </a:ext>
            </a:extLst>
          </p:cNvPr>
          <p:cNvSpPr>
            <a:spLocks noGrp="1"/>
          </p:cNvSpPr>
          <p:nvPr>
            <p:ph type="title"/>
          </p:nvPr>
        </p:nvSpPr>
        <p:spPr>
          <a:xfrm>
            <a:off x="1137036" y="548640"/>
            <a:ext cx="9916632" cy="1188720"/>
          </a:xfrm>
        </p:spPr>
        <p:txBody>
          <a:bodyPr>
            <a:normAutofit/>
          </a:bodyPr>
          <a:lstStyle/>
          <a:p>
            <a:r>
              <a:rPr lang="en-GB" sz="2800" dirty="0">
                <a:solidFill>
                  <a:schemeClr val="tx1">
                    <a:lumMod val="85000"/>
                    <a:lumOff val="15000"/>
                  </a:schemeClr>
                </a:solidFill>
              </a:rPr>
              <a:t>Intervertebral discs</a:t>
            </a:r>
          </a:p>
        </p:txBody>
      </p:sp>
      <p:sp>
        <p:nvSpPr>
          <p:cNvPr id="3" name="Content Placeholder 2">
            <a:extLst>
              <a:ext uri="{FF2B5EF4-FFF2-40B4-BE49-F238E27FC236}">
                <a16:creationId xmlns:a16="http://schemas.microsoft.com/office/drawing/2014/main" id="{22E230A8-C7FD-C5DD-AE2E-09FDD13BBA4A}"/>
              </a:ext>
            </a:extLst>
          </p:cNvPr>
          <p:cNvSpPr>
            <a:spLocks noGrp="1"/>
          </p:cNvSpPr>
          <p:nvPr>
            <p:ph idx="1"/>
          </p:nvPr>
        </p:nvSpPr>
        <p:spPr>
          <a:xfrm>
            <a:off x="1228522" y="2102994"/>
            <a:ext cx="8276026" cy="3685156"/>
          </a:xfrm>
        </p:spPr>
        <p:txBody>
          <a:bodyPr anchor="ctr">
            <a:normAutofit lnSpcReduction="10000"/>
          </a:bodyPr>
          <a:lstStyle/>
          <a:p>
            <a:r>
              <a:rPr lang="en-GB" sz="1400" dirty="0">
                <a:solidFill>
                  <a:schemeClr val="tx1">
                    <a:lumMod val="85000"/>
                    <a:lumOff val="15000"/>
                  </a:schemeClr>
                </a:solidFill>
              </a:rPr>
              <a:t>Lies between adjacent superior and inferior vertebral bodies from C2 to S1 and similar in shape to the respective vertebral bodies</a:t>
            </a:r>
          </a:p>
          <a:p>
            <a:r>
              <a:rPr lang="en-GB" sz="1400" dirty="0">
                <a:solidFill>
                  <a:schemeClr val="tx1">
                    <a:lumMod val="85000"/>
                    <a:lumOff val="15000"/>
                  </a:schemeClr>
                </a:solidFill>
              </a:rPr>
              <a:t>Largest avascular structure in the bodies</a:t>
            </a:r>
          </a:p>
          <a:p>
            <a:r>
              <a:rPr lang="en-GB" sz="1400" dirty="0">
                <a:solidFill>
                  <a:schemeClr val="tx1">
                    <a:lumMod val="85000"/>
                    <a:lumOff val="15000"/>
                  </a:schemeClr>
                </a:solidFill>
              </a:rPr>
              <a:t>Each disk composed of inner nucleus pulposus and outer annulus fibrosus and limiting cartilage end plates</a:t>
            </a:r>
          </a:p>
          <a:p>
            <a:r>
              <a:rPr lang="en-GB" sz="1400" dirty="0">
                <a:solidFill>
                  <a:schemeClr val="tx1">
                    <a:lumMod val="85000"/>
                    <a:lumOff val="15000"/>
                  </a:schemeClr>
                </a:solidFill>
              </a:rPr>
              <a:t>The annulus and end plates anchor the IVD to the vertebral bodies</a:t>
            </a:r>
          </a:p>
          <a:p>
            <a:r>
              <a:rPr lang="en-GB" sz="1400" dirty="0">
                <a:solidFill>
                  <a:schemeClr val="tx1">
                    <a:lumMod val="85000"/>
                    <a:lumOff val="15000"/>
                  </a:schemeClr>
                </a:solidFill>
              </a:rPr>
              <a:t>IVD contribute to 20-25% of the length of vertebral column</a:t>
            </a:r>
          </a:p>
          <a:p>
            <a:r>
              <a:rPr lang="en-GB" sz="1400" dirty="0">
                <a:solidFill>
                  <a:schemeClr val="tx1">
                    <a:lumMod val="85000"/>
                    <a:lumOff val="15000"/>
                  </a:schemeClr>
                </a:solidFill>
              </a:rPr>
              <a:t>In the cervical and lumbar region, IVDs are thicker anteriorly and this contribute to the normal lordosis</a:t>
            </a:r>
          </a:p>
          <a:p>
            <a:r>
              <a:rPr lang="en-GB" sz="1400" dirty="0">
                <a:solidFill>
                  <a:schemeClr val="tx1">
                    <a:lumMod val="85000"/>
                    <a:lumOff val="15000"/>
                  </a:schemeClr>
                </a:solidFill>
              </a:rPr>
              <a:t>In the thoracic spine, IVDs is of uniform thickness</a:t>
            </a:r>
          </a:p>
          <a:p>
            <a:r>
              <a:rPr lang="en-GB" sz="1400" dirty="0">
                <a:solidFill>
                  <a:schemeClr val="tx1">
                    <a:lumMod val="85000"/>
                    <a:lumOff val="15000"/>
                  </a:schemeClr>
                </a:solidFill>
              </a:rPr>
              <a:t>Although incapable of independent motion, it moves during flexion, extension, side flexion and rotation. </a:t>
            </a:r>
          </a:p>
          <a:p>
            <a:r>
              <a:rPr lang="en-US" sz="1400" dirty="0">
                <a:solidFill>
                  <a:schemeClr val="tx1">
                    <a:lumMod val="85000"/>
                    <a:lumOff val="15000"/>
                  </a:schemeClr>
                </a:solidFill>
              </a:rPr>
              <a:t>The intervertebral discs (IVDs) have to handle several types of forces — pressure from above (axial compression), sliding forces (shear), and movements such as bending and twisting, either on their own or happening together</a:t>
            </a:r>
            <a:endParaRPr lang="en-GB" sz="1400" dirty="0">
              <a:solidFill>
                <a:schemeClr val="tx1">
                  <a:lumMod val="85000"/>
                  <a:lumOff val="15000"/>
                </a:schemeClr>
              </a:solidFill>
            </a:endParaRPr>
          </a:p>
          <a:p>
            <a:endParaRPr lang="en-GB" sz="1300" dirty="0">
              <a:solidFill>
                <a:schemeClr val="tx1">
                  <a:lumMod val="85000"/>
                  <a:lumOff val="15000"/>
                </a:schemeClr>
              </a:solidFill>
            </a:endParaRPr>
          </a:p>
          <a:p>
            <a:endParaRPr lang="en-GB" sz="1300" dirty="0">
              <a:solidFill>
                <a:schemeClr val="tx1">
                  <a:lumMod val="85000"/>
                  <a:lumOff val="15000"/>
                </a:schemeClr>
              </a:solidFill>
            </a:endParaRPr>
          </a:p>
        </p:txBody>
      </p:sp>
    </p:spTree>
    <p:extLst>
      <p:ext uri="{BB962C8B-B14F-4D97-AF65-F5344CB8AC3E}">
        <p14:creationId xmlns:p14="http://schemas.microsoft.com/office/powerpoint/2010/main" val="2563800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1739CA5-F0F5-48E1-8E8C-F24B7182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3">
            <a:extLst>
              <a:ext uri="{FF2B5EF4-FFF2-40B4-BE49-F238E27FC236}">
                <a16:creationId xmlns:a16="http://schemas.microsoft.com/office/drawing/2014/main" id="{3EAD2937-F230-41D4-B9C5-975B129BF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CD444A3-C338-4886-B7F1-4BA2AF46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4538E6-D18F-2A5A-882E-F42B08B5FC74}"/>
              </a:ext>
            </a:extLst>
          </p:cNvPr>
          <p:cNvSpPr txBox="1">
            <a:spLocks noGrp="1"/>
          </p:cNvSpPr>
          <p:nvPr>
            <p:ph type="title"/>
          </p:nvPr>
        </p:nvSpPr>
        <p:spPr>
          <a:xfrm>
            <a:off x="1060427" y="2381398"/>
            <a:ext cx="1618891" cy="1041901"/>
          </a:xfrm>
        </p:spPr>
        <p:txBody>
          <a:bodyPr vert="horz" lIns="91440" tIns="45720" rIns="91440" bIns="45720" rtlCol="0" anchor="ctr">
            <a:normAutofit/>
          </a:bodyPr>
          <a:lstStyle/>
          <a:p>
            <a:pPr lvl="0">
              <a:spcBef>
                <a:spcPct val="0"/>
              </a:spcBef>
            </a:pPr>
            <a:r>
              <a:rPr lang="en-US" sz="2800" b="1" kern="1200" dirty="0">
                <a:solidFill>
                  <a:schemeClr val="tx1"/>
                </a:solidFill>
                <a:latin typeface="+mj-lt"/>
                <a:ea typeface="+mj-ea"/>
                <a:cs typeface="+mj-cs"/>
              </a:rPr>
              <a:t>Disc</a:t>
            </a:r>
            <a:br>
              <a:rPr lang="en-US" sz="2800" b="1" kern="1200" dirty="0">
                <a:solidFill>
                  <a:schemeClr val="tx1"/>
                </a:solidFill>
                <a:latin typeface="+mj-lt"/>
                <a:ea typeface="+mj-ea"/>
                <a:cs typeface="+mj-cs"/>
              </a:rPr>
            </a:br>
            <a:r>
              <a:rPr lang="en-US" sz="2800" b="1" dirty="0">
                <a:solidFill>
                  <a:schemeClr val="tx1"/>
                </a:solidFill>
                <a:latin typeface="+mj-lt"/>
                <a:ea typeface="+mj-ea"/>
                <a:cs typeface="+mj-cs"/>
              </a:rPr>
              <a:t>contd..</a:t>
            </a:r>
            <a:endParaRPr lang="en-US" sz="2800" b="1" kern="1200" dirty="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075476EC-29A6-F107-61E9-A3085EC0D070}"/>
              </a:ext>
            </a:extLst>
          </p:cNvPr>
          <p:cNvSpPr txBox="1">
            <a:spLocks noGrp="1"/>
          </p:cNvSpPr>
          <p:nvPr>
            <p:ph idx="1"/>
          </p:nvPr>
        </p:nvSpPr>
        <p:spPr>
          <a:xfrm>
            <a:off x="1452656" y="2701427"/>
            <a:ext cx="4483324" cy="2699968"/>
          </a:xfrm>
        </p:spPr>
        <p:txBody>
          <a:bodyPr vert="horz" lIns="91440" tIns="45720" rIns="91440" bIns="45720" rtlCol="0">
            <a:normAutofit/>
          </a:bodyPr>
          <a:lstStyle/>
          <a:p>
            <a:pPr lvl="0">
              <a:buFont typeface="Arial" panose="020B0604020202020204" pitchFamily="34" charset="0"/>
              <a:buChar char="•"/>
            </a:pPr>
            <a:endParaRPr lang="en-US" sz="2000" dirty="0">
              <a:solidFill>
                <a:schemeClr val="tx1"/>
              </a:solidFill>
              <a:latin typeface="+mn-lt"/>
              <a:ea typeface="+mn-ea"/>
              <a:cs typeface="+mn-cs"/>
            </a:endParaRPr>
          </a:p>
          <a:p>
            <a:pPr marL="0" lvl="0">
              <a:buFont typeface="Arial" panose="020B0604020202020204" pitchFamily="34" charset="0"/>
              <a:buChar char="•"/>
            </a:pPr>
            <a:endParaRPr lang="en-US" sz="2000" dirty="0">
              <a:solidFill>
                <a:schemeClr val="tx1"/>
              </a:solidFill>
              <a:latin typeface="+mn-lt"/>
              <a:ea typeface="+mn-ea"/>
              <a:cs typeface="+mn-cs"/>
            </a:endParaRPr>
          </a:p>
        </p:txBody>
      </p:sp>
      <p:sp>
        <p:nvSpPr>
          <p:cNvPr id="5" name="TextBox 5">
            <a:extLst>
              <a:ext uri="{FF2B5EF4-FFF2-40B4-BE49-F238E27FC236}">
                <a16:creationId xmlns:a16="http://schemas.microsoft.com/office/drawing/2014/main" id="{E8F577FE-C061-3490-02E0-DE96A4518089}"/>
              </a:ext>
            </a:extLst>
          </p:cNvPr>
          <p:cNvSpPr txBox="1"/>
          <p:nvPr/>
        </p:nvSpPr>
        <p:spPr>
          <a:xfrm>
            <a:off x="3088111" y="1056932"/>
            <a:ext cx="3903406" cy="2296041"/>
          </a:xfrm>
          <a:prstGeom prst="rect">
            <a:avLst/>
          </a:prstGeom>
        </p:spPr>
        <p:txBody>
          <a:bodyPr vert="horz" lIns="91440" tIns="45720" rIns="91440" bIns="45720" rtlCol="0" anchorCtr="0" compatLnSpc="1">
            <a:normAutofit fontScale="92500" lnSpcReduction="20000"/>
          </a:bodyPr>
          <a:lstStyle/>
          <a:p>
            <a:pPr marR="0" lvl="0" fontAlgn="auto">
              <a:lnSpc>
                <a:spcPct val="90000"/>
              </a:lnSpc>
              <a:spcBef>
                <a:spcPts val="0"/>
              </a:spcBef>
              <a:spcAft>
                <a:spcPts val="600"/>
              </a:spcAft>
              <a:tabLst/>
              <a:defRPr sz="1800" b="0" i="0" u="none" strike="noStrike" kern="0" cap="none" spc="0" baseline="0">
                <a:solidFill>
                  <a:srgbClr val="000000"/>
                </a:solidFill>
                <a:uFillTx/>
              </a:defRPr>
            </a:pPr>
            <a:r>
              <a:rPr lang="en-US" sz="1500" b="1" i="0" u="none" strike="noStrike" cap="none" spc="0" baseline="0" dirty="0">
                <a:uFillTx/>
              </a:rPr>
              <a:t>Structure: locate between C2 to S1 vertebral bodies</a:t>
            </a:r>
          </a:p>
          <a:p>
            <a:pPr marL="0" marR="0" lvl="1" fontAlgn="auto">
              <a:lnSpc>
                <a:spcPct val="90000"/>
              </a:lnSpc>
              <a:spcBef>
                <a:spcPts val="0"/>
              </a:spcBef>
              <a:spcAft>
                <a:spcPts val="600"/>
              </a:spcAft>
              <a:tabLst/>
              <a:defRPr sz="1800" b="0" i="0" u="none" strike="noStrike" kern="0" cap="none" spc="0" baseline="0">
                <a:solidFill>
                  <a:srgbClr val="000000"/>
                </a:solidFill>
                <a:uFillTx/>
              </a:defRPr>
            </a:pPr>
            <a:r>
              <a:rPr lang="en-US" sz="1500" b="1" i="0" u="none" strike="noStrike" cap="none" spc="0" baseline="0" dirty="0">
                <a:uFillTx/>
              </a:rPr>
              <a:t>Nucleus Pulposus</a:t>
            </a:r>
          </a:p>
          <a:p>
            <a:pPr marL="228600" marR="0" lvl="2" indent="-228600" fontAlgn="auto">
              <a:lnSpc>
                <a:spcPct val="90000"/>
              </a:lnSpc>
              <a:spcBef>
                <a:spcPts val="0"/>
              </a:spcBef>
              <a:spcAft>
                <a:spcPts val="600"/>
              </a:spcAft>
              <a:buSzPct val="100000"/>
              <a:buFont typeface="Arial" panose="020B0604020202020204" pitchFamily="34" charset="0"/>
              <a:buChar char="•"/>
              <a:tabLst/>
              <a:defRPr sz="1800" b="0" i="0" u="none" strike="noStrike" kern="0" cap="none" spc="0" baseline="0">
                <a:solidFill>
                  <a:srgbClr val="000000"/>
                </a:solidFill>
                <a:uFillTx/>
              </a:defRPr>
            </a:pPr>
            <a:r>
              <a:rPr lang="en-US" sz="1500" b="0" i="0" u="none" strike="noStrike" cap="none" spc="0" baseline="0" dirty="0">
                <a:uFillTx/>
              </a:rPr>
              <a:t>Gel-like inner core</a:t>
            </a:r>
          </a:p>
          <a:p>
            <a:pPr marL="228600" marR="0" lvl="2" indent="-228600" fontAlgn="auto">
              <a:lnSpc>
                <a:spcPct val="90000"/>
              </a:lnSpc>
              <a:spcBef>
                <a:spcPts val="0"/>
              </a:spcBef>
              <a:spcAft>
                <a:spcPts val="600"/>
              </a:spcAft>
              <a:buSzPct val="100000"/>
              <a:buFont typeface="Arial" panose="020B0604020202020204" pitchFamily="34" charset="0"/>
              <a:buChar char="•"/>
              <a:tabLst/>
              <a:defRPr sz="1800" b="0" i="0" u="none" strike="noStrike" kern="0" cap="none" spc="0" baseline="0">
                <a:solidFill>
                  <a:srgbClr val="000000"/>
                </a:solidFill>
                <a:uFillTx/>
              </a:defRPr>
            </a:pPr>
            <a:r>
              <a:rPr lang="en-US" sz="1500" b="0" i="0" u="none" strike="noStrike" cap="none" spc="0" baseline="0" dirty="0">
                <a:uFillTx/>
              </a:rPr>
              <a:t>Rich in water and proteoglycans</a:t>
            </a:r>
          </a:p>
          <a:p>
            <a:pPr marL="228600" marR="0" lvl="2" indent="-228600" fontAlgn="auto">
              <a:lnSpc>
                <a:spcPct val="90000"/>
              </a:lnSpc>
              <a:spcBef>
                <a:spcPts val="0"/>
              </a:spcBef>
              <a:spcAft>
                <a:spcPts val="600"/>
              </a:spcAft>
              <a:buSzPct val="100000"/>
              <a:buFont typeface="Arial" panose="020B0604020202020204" pitchFamily="34" charset="0"/>
              <a:buChar char="•"/>
              <a:tabLst/>
              <a:defRPr sz="1800" b="0" i="0" u="none" strike="noStrike" kern="0" cap="none" spc="0" baseline="0">
                <a:solidFill>
                  <a:srgbClr val="000000"/>
                </a:solidFill>
                <a:uFillTx/>
              </a:defRPr>
            </a:pPr>
            <a:r>
              <a:rPr lang="en-US" sz="1500" b="0" i="0" u="none" strike="noStrike" cap="none" spc="0" baseline="0" dirty="0">
                <a:uFillTx/>
              </a:rPr>
              <a:t>Resists compressive forces</a:t>
            </a:r>
          </a:p>
          <a:p>
            <a:pPr marL="0" marR="0" lvl="1" fontAlgn="auto">
              <a:lnSpc>
                <a:spcPct val="90000"/>
              </a:lnSpc>
              <a:spcBef>
                <a:spcPts val="0"/>
              </a:spcBef>
              <a:spcAft>
                <a:spcPts val="600"/>
              </a:spcAft>
              <a:tabLst/>
              <a:defRPr sz="1800" b="0" i="0" u="none" strike="noStrike" kern="0" cap="none" spc="0" baseline="0">
                <a:solidFill>
                  <a:srgbClr val="000000"/>
                </a:solidFill>
                <a:uFillTx/>
              </a:defRPr>
            </a:pPr>
            <a:r>
              <a:rPr lang="en-US" sz="1500" b="1" i="0" u="none" strike="noStrike" cap="none" spc="0" baseline="0" dirty="0">
                <a:uFillTx/>
              </a:rPr>
              <a:t>Annulus Fibrosus</a:t>
            </a:r>
          </a:p>
          <a:p>
            <a:pPr marL="228600" marR="0" lvl="2" indent="-228600" fontAlgn="auto">
              <a:lnSpc>
                <a:spcPct val="90000"/>
              </a:lnSpc>
              <a:spcBef>
                <a:spcPts val="0"/>
              </a:spcBef>
              <a:spcAft>
                <a:spcPts val="600"/>
              </a:spcAft>
              <a:buSzPct val="100000"/>
              <a:buFont typeface="Arial" panose="020B0604020202020204" pitchFamily="34" charset="0"/>
              <a:buChar char="•"/>
              <a:tabLst/>
              <a:defRPr sz="1800" b="0" i="0" u="none" strike="noStrike" kern="0" cap="none" spc="0" baseline="0">
                <a:solidFill>
                  <a:srgbClr val="000000"/>
                </a:solidFill>
                <a:uFillTx/>
              </a:defRPr>
            </a:pPr>
            <a:r>
              <a:rPr lang="en-US" sz="1500" b="0" i="0" u="none" strike="noStrike" cap="none" spc="0" baseline="0" dirty="0">
                <a:uFillTx/>
              </a:rPr>
              <a:t>Outer fibrous rings of collagen</a:t>
            </a:r>
          </a:p>
          <a:p>
            <a:pPr marL="228600" marR="0" lvl="2" indent="-228600" fontAlgn="auto">
              <a:lnSpc>
                <a:spcPct val="90000"/>
              </a:lnSpc>
              <a:spcBef>
                <a:spcPts val="0"/>
              </a:spcBef>
              <a:spcAft>
                <a:spcPts val="600"/>
              </a:spcAft>
              <a:buSzPct val="100000"/>
              <a:buFont typeface="Arial" panose="020B0604020202020204" pitchFamily="34" charset="0"/>
              <a:buChar char="•"/>
              <a:tabLst/>
              <a:defRPr sz="1800" b="0" i="0" u="none" strike="noStrike" kern="0" cap="none" spc="0" baseline="0">
                <a:solidFill>
                  <a:srgbClr val="000000"/>
                </a:solidFill>
                <a:uFillTx/>
              </a:defRPr>
            </a:pPr>
            <a:r>
              <a:rPr lang="en-US" sz="1500" b="0" i="0" u="none" strike="noStrike" cap="none" spc="0" baseline="0" dirty="0">
                <a:uFillTx/>
              </a:rPr>
              <a:t>Provides tensile strength and limits excessive movement</a:t>
            </a:r>
          </a:p>
          <a:p>
            <a:pPr marL="0" marR="0" lvl="0" indent="-228600" fontAlgn="auto">
              <a:lnSpc>
                <a:spcPct val="90000"/>
              </a:lnSpc>
              <a:spcBef>
                <a:spcPts val="0"/>
              </a:spcBef>
              <a:spcAft>
                <a:spcPts val="600"/>
              </a:spcAft>
              <a:buFont typeface="Arial" panose="020B0604020202020204" pitchFamily="34" charset="0"/>
              <a:buChar char="•"/>
              <a:tabLst/>
              <a:defRPr sz="1800" b="0" i="0" u="none" strike="noStrike" kern="0" cap="none" spc="0" baseline="0">
                <a:solidFill>
                  <a:srgbClr val="000000"/>
                </a:solidFill>
                <a:uFillTx/>
              </a:defRPr>
            </a:pPr>
            <a:endParaRPr lang="en-US" sz="500" b="1" i="0" u="none" strike="noStrike" cap="none" spc="0" baseline="0" dirty="0">
              <a:uFillTx/>
            </a:endParaRPr>
          </a:p>
        </p:txBody>
      </p:sp>
      <p:sp>
        <p:nvSpPr>
          <p:cNvPr id="6" name="TextBox 5">
            <a:extLst>
              <a:ext uri="{FF2B5EF4-FFF2-40B4-BE49-F238E27FC236}">
                <a16:creationId xmlns:a16="http://schemas.microsoft.com/office/drawing/2014/main" id="{B832C51E-8540-2AEE-A7C5-2F1FBAA51B55}"/>
              </a:ext>
            </a:extLst>
          </p:cNvPr>
          <p:cNvSpPr txBox="1"/>
          <p:nvPr/>
        </p:nvSpPr>
        <p:spPr>
          <a:xfrm>
            <a:off x="3088111" y="3343265"/>
            <a:ext cx="3903406" cy="2588400"/>
          </a:xfrm>
          <a:prstGeom prst="rect">
            <a:avLst/>
          </a:prstGeom>
        </p:spPr>
        <p:txBody>
          <a:bodyPr vert="horz" lIns="91440" tIns="45720" rIns="91440" bIns="45720" rtlCol="0" anchorCtr="0" compatLnSpc="1">
            <a:normAutofit lnSpcReduction="10000"/>
          </a:bodyPr>
          <a:lstStyle/>
          <a:p>
            <a:pPr marR="0" lvl="0" fontAlgn="auto">
              <a:lnSpc>
                <a:spcPct val="90000"/>
              </a:lnSpc>
              <a:spcBef>
                <a:spcPts val="0"/>
              </a:spcBef>
              <a:spcAft>
                <a:spcPts val="600"/>
              </a:spcAft>
              <a:tabLst/>
              <a:defRPr sz="1800" b="0" i="0" u="none" strike="noStrike" kern="0" cap="none" spc="0" baseline="0">
                <a:solidFill>
                  <a:srgbClr val="000000"/>
                </a:solidFill>
                <a:uFillTx/>
              </a:defRPr>
            </a:pPr>
            <a:endParaRPr lang="en-US" sz="1200" b="0" i="0" u="none" strike="noStrike" cap="none" spc="0" baseline="0" dirty="0">
              <a:uFillTx/>
            </a:endParaRPr>
          </a:p>
          <a:p>
            <a:pPr marL="0" marR="0" lvl="1" fontAlgn="auto">
              <a:lnSpc>
                <a:spcPct val="90000"/>
              </a:lnSpc>
              <a:spcBef>
                <a:spcPts val="0"/>
              </a:spcBef>
              <a:spcAft>
                <a:spcPts val="600"/>
              </a:spcAft>
              <a:tabLst/>
              <a:defRPr sz="1800" b="0" i="0" u="none" strike="noStrike" kern="0" cap="none" spc="0" baseline="0">
                <a:solidFill>
                  <a:srgbClr val="000000"/>
                </a:solidFill>
                <a:uFillTx/>
              </a:defRPr>
            </a:pPr>
            <a:r>
              <a:rPr lang="en-US" sz="1400" b="1" i="0" u="none" strike="noStrike" cap="none" spc="0" baseline="0" dirty="0">
                <a:uFillTx/>
              </a:rPr>
              <a:t>Cartilaginous Endplates</a:t>
            </a:r>
          </a:p>
          <a:p>
            <a:pPr marL="228600" marR="0" lvl="2" indent="-228600" fontAlgn="auto">
              <a:lnSpc>
                <a:spcPct val="90000"/>
              </a:lnSpc>
              <a:spcBef>
                <a:spcPts val="0"/>
              </a:spcBef>
              <a:spcAft>
                <a:spcPts val="600"/>
              </a:spcAft>
              <a:buSzPct val="100000"/>
              <a:buFont typeface="Arial" panose="020B0604020202020204" pitchFamily="34" charset="0"/>
              <a:buChar char="•"/>
              <a:tabLst/>
              <a:defRPr sz="1800" b="0" i="0" u="none" strike="noStrike" kern="0" cap="none" spc="0" baseline="0">
                <a:solidFill>
                  <a:srgbClr val="000000"/>
                </a:solidFill>
                <a:uFillTx/>
              </a:defRPr>
            </a:pPr>
            <a:r>
              <a:rPr lang="en-US" sz="1400" b="0" i="0" u="none" strike="noStrike" cap="none" spc="0" baseline="0" dirty="0">
                <a:uFillTx/>
              </a:rPr>
              <a:t>Thin layers of hyaline cartilage</a:t>
            </a:r>
          </a:p>
          <a:p>
            <a:pPr marL="228600" marR="0" lvl="2" indent="-228600" fontAlgn="auto">
              <a:lnSpc>
                <a:spcPct val="90000"/>
              </a:lnSpc>
              <a:spcBef>
                <a:spcPts val="0"/>
              </a:spcBef>
              <a:spcAft>
                <a:spcPts val="600"/>
              </a:spcAft>
              <a:buSzPct val="100000"/>
              <a:buFont typeface="Arial" panose="020B0604020202020204" pitchFamily="34" charset="0"/>
              <a:buChar char="•"/>
              <a:tabLst/>
              <a:defRPr sz="1800" b="0" i="0" u="none" strike="noStrike" kern="0" cap="none" spc="0" baseline="0">
                <a:solidFill>
                  <a:srgbClr val="000000"/>
                </a:solidFill>
                <a:uFillTx/>
              </a:defRPr>
            </a:pPr>
            <a:r>
              <a:rPr lang="en-US" sz="1400" b="0" i="0" u="none" strike="noStrike" cap="none" spc="0" baseline="0" dirty="0">
                <a:uFillTx/>
              </a:rPr>
              <a:t>Connect disc to adjacent vertebral bodies</a:t>
            </a:r>
          </a:p>
          <a:p>
            <a:pPr marL="228600" marR="0" lvl="2" indent="-228600" fontAlgn="auto">
              <a:lnSpc>
                <a:spcPct val="90000"/>
              </a:lnSpc>
              <a:spcBef>
                <a:spcPts val="0"/>
              </a:spcBef>
              <a:spcAft>
                <a:spcPts val="600"/>
              </a:spcAft>
              <a:buSzPct val="100000"/>
              <a:buFont typeface="Arial" panose="020B0604020202020204" pitchFamily="34" charset="0"/>
              <a:buChar char="•"/>
              <a:tabLst/>
              <a:defRPr sz="1800" b="0" i="0" u="none" strike="noStrike" kern="0" cap="none" spc="0" baseline="0">
                <a:solidFill>
                  <a:srgbClr val="000000"/>
                </a:solidFill>
                <a:uFillTx/>
              </a:defRPr>
            </a:pPr>
            <a:r>
              <a:rPr lang="en-US" sz="1400" b="0" i="0" u="none" strike="noStrike" cap="none" spc="0" baseline="0" dirty="0">
                <a:uFillTx/>
              </a:rPr>
              <a:t>Allow nutrient diffusion into the disc</a:t>
            </a:r>
          </a:p>
          <a:p>
            <a:pPr marL="0" marR="0" lvl="2" fontAlgn="auto">
              <a:lnSpc>
                <a:spcPct val="90000"/>
              </a:lnSpc>
              <a:spcBef>
                <a:spcPts val="0"/>
              </a:spcBef>
              <a:spcAft>
                <a:spcPts val="600"/>
              </a:spcAft>
              <a:tabLst/>
              <a:defRPr sz="1800" b="0" i="0" u="none" strike="noStrike" kern="0" cap="none" spc="0" baseline="0">
                <a:solidFill>
                  <a:srgbClr val="000000"/>
                </a:solidFill>
                <a:uFillTx/>
              </a:defRPr>
            </a:pPr>
            <a:r>
              <a:rPr lang="en-US" sz="1400" b="1" i="0" u="none" strike="noStrike" cap="none" spc="0" baseline="0" dirty="0">
                <a:uFillTx/>
              </a:rPr>
              <a:t>Function:</a:t>
            </a:r>
            <a:endParaRPr lang="en-US" sz="1400" b="0" i="0" u="none" strike="noStrike" cap="none" spc="0" baseline="0" dirty="0">
              <a:uFillTx/>
            </a:endParaRPr>
          </a:p>
          <a:p>
            <a:pPr marL="342900" marR="0" lvl="1" indent="-228600" fontAlgn="auto">
              <a:lnSpc>
                <a:spcPct val="90000"/>
              </a:lnSpc>
              <a:spcBef>
                <a:spcPts val="0"/>
              </a:spcBef>
              <a:spcAft>
                <a:spcPts val="600"/>
              </a:spcAft>
              <a:buSzPct val="100000"/>
              <a:buFont typeface="Arial" panose="020B0604020202020204" pitchFamily="34" charset="0"/>
              <a:buChar char="•"/>
              <a:tabLst/>
              <a:defRPr sz="1800" b="0" i="0" u="none" strike="noStrike" kern="0" cap="none" spc="0" baseline="0">
                <a:solidFill>
                  <a:srgbClr val="000000"/>
                </a:solidFill>
                <a:uFillTx/>
              </a:defRPr>
            </a:pPr>
            <a:r>
              <a:rPr lang="en-US" sz="1400" b="0" i="0" u="none" strike="noStrike" cap="none" spc="0" baseline="0" dirty="0">
                <a:uFillTx/>
              </a:rPr>
              <a:t>Acts as a shock absorber</a:t>
            </a:r>
          </a:p>
          <a:p>
            <a:pPr marL="342900" marR="0" lvl="1" indent="-228600" fontAlgn="auto">
              <a:lnSpc>
                <a:spcPct val="90000"/>
              </a:lnSpc>
              <a:spcBef>
                <a:spcPts val="0"/>
              </a:spcBef>
              <a:spcAft>
                <a:spcPts val="600"/>
              </a:spcAft>
              <a:buSzPct val="100000"/>
              <a:buFont typeface="Arial" panose="020B0604020202020204" pitchFamily="34" charset="0"/>
              <a:buChar char="•"/>
              <a:tabLst/>
              <a:defRPr sz="1800" b="0" i="0" u="none" strike="noStrike" kern="0" cap="none" spc="0" baseline="0">
                <a:solidFill>
                  <a:srgbClr val="000000"/>
                </a:solidFill>
                <a:uFillTx/>
              </a:defRPr>
            </a:pPr>
            <a:r>
              <a:rPr lang="en-US" sz="1400" b="0" i="0" u="none" strike="noStrike" cap="none" spc="0" baseline="0" dirty="0">
                <a:uFillTx/>
              </a:rPr>
              <a:t>Provides flexibility and mobility to the spine</a:t>
            </a:r>
          </a:p>
          <a:p>
            <a:pPr marL="342900" marR="0" lvl="1" indent="-228600" fontAlgn="auto">
              <a:lnSpc>
                <a:spcPct val="90000"/>
              </a:lnSpc>
              <a:spcBef>
                <a:spcPts val="0"/>
              </a:spcBef>
              <a:spcAft>
                <a:spcPts val="600"/>
              </a:spcAft>
              <a:buSzPct val="100000"/>
              <a:buFont typeface="Arial" panose="020B0604020202020204" pitchFamily="34" charset="0"/>
              <a:buChar char="•"/>
              <a:tabLst/>
              <a:defRPr sz="1800" b="0" i="0" u="none" strike="noStrike" kern="0" cap="none" spc="0" baseline="0">
                <a:solidFill>
                  <a:srgbClr val="000000"/>
                </a:solidFill>
                <a:uFillTx/>
              </a:defRPr>
            </a:pPr>
            <a:r>
              <a:rPr lang="en-US" sz="1400" b="0" i="0" u="none" strike="noStrike" cap="none" spc="0" baseline="0" dirty="0">
                <a:uFillTx/>
              </a:rPr>
              <a:t>Transmits and distributes loads between vertebrae</a:t>
            </a:r>
          </a:p>
          <a:p>
            <a:pPr marL="0" marR="0" lvl="0" indent="-228600" fontAlgn="auto">
              <a:lnSpc>
                <a:spcPct val="90000"/>
              </a:lnSpc>
              <a:spcBef>
                <a:spcPts val="0"/>
              </a:spcBef>
              <a:spcAft>
                <a:spcPts val="600"/>
              </a:spcAft>
              <a:buFont typeface="Arial" panose="020B0604020202020204" pitchFamily="34" charset="0"/>
              <a:buChar char="•"/>
              <a:tabLst/>
              <a:defRPr sz="1800" b="0" i="0" u="none" strike="noStrike" kern="0" cap="none" spc="0" baseline="0">
                <a:solidFill>
                  <a:srgbClr val="000000"/>
                </a:solidFill>
                <a:uFillTx/>
              </a:defRPr>
            </a:pPr>
            <a:endParaRPr lang="en-US" sz="500" b="1" i="0" u="none" strike="noStrike" cap="none" spc="0" baseline="0" dirty="0">
              <a:uFillTx/>
            </a:endParaRPr>
          </a:p>
        </p:txBody>
      </p:sp>
      <p:pic>
        <p:nvPicPr>
          <p:cNvPr id="7" name="Picture 6">
            <a:extLst>
              <a:ext uri="{FF2B5EF4-FFF2-40B4-BE49-F238E27FC236}">
                <a16:creationId xmlns:a16="http://schemas.microsoft.com/office/drawing/2014/main" id="{750BCBA2-A75F-01A5-6F61-629B7157A707}"/>
              </a:ext>
            </a:extLst>
          </p:cNvPr>
          <p:cNvPicPr>
            <a:picLocks noChangeAspect="1"/>
          </p:cNvPicPr>
          <p:nvPr/>
        </p:nvPicPr>
        <p:blipFill>
          <a:blip r:embed="rId2"/>
          <a:stretch>
            <a:fillRect/>
          </a:stretch>
        </p:blipFill>
        <p:spPr>
          <a:xfrm>
            <a:off x="7616357" y="1309394"/>
            <a:ext cx="3515216" cy="406774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FFBEE45-F140-49D5-85EA-C78C24340B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495336"/>
          </a:xfrm>
        </p:spPr>
        <p:txBody>
          <a:bodyPr vert="horz" lIns="91440" tIns="45720" rIns="91440" bIns="45720" rtlCol="0" anchor="ctr">
            <a:normAutofit/>
          </a:bodyPr>
          <a:lstStyle/>
          <a:p>
            <a:pPr>
              <a:spcBef>
                <a:spcPct val="0"/>
              </a:spcBef>
            </a:pPr>
            <a:r>
              <a:rPr lang="en-US" sz="2800" b="1" kern="1200" dirty="0">
                <a:solidFill>
                  <a:schemeClr val="tx1"/>
                </a:solidFill>
                <a:latin typeface="+mj-lt"/>
                <a:ea typeface="+mj-ea"/>
                <a:cs typeface="+mj-cs"/>
              </a:rPr>
              <a:t>Major and Accessory Spinal Ligaments</a:t>
            </a:r>
          </a:p>
        </p:txBody>
      </p:sp>
      <p:sp>
        <p:nvSpPr>
          <p:cNvPr id="3" name="Content Placeholder 2"/>
          <p:cNvSpPr>
            <a:spLocks noGrp="1"/>
          </p:cNvSpPr>
          <p:nvPr>
            <p:ph idx="1"/>
          </p:nvPr>
        </p:nvSpPr>
        <p:spPr>
          <a:xfrm>
            <a:off x="236306" y="1202076"/>
            <a:ext cx="6205591" cy="5404207"/>
          </a:xfrm>
        </p:spPr>
        <p:txBody>
          <a:bodyPr vert="horz" lIns="91440" tIns="45720" rIns="91440" bIns="45720" rtlCol="0">
            <a:noAutofit/>
          </a:bodyPr>
          <a:lstStyle/>
          <a:p>
            <a:pPr marL="0" indent="0">
              <a:buNone/>
            </a:pPr>
            <a:r>
              <a:rPr lang="en-US" sz="1600" b="1" dirty="0">
                <a:solidFill>
                  <a:schemeClr val="tx1"/>
                </a:solidFill>
                <a:latin typeface="Aptos" panose="020B0004020202020204" pitchFamily="34" charset="0"/>
                <a:ea typeface="+mn-ea"/>
                <a:cs typeface="+mn-cs"/>
              </a:rPr>
              <a:t>Major Ligaments</a:t>
            </a:r>
          </a:p>
          <a:p>
            <a:pPr marL="0" indent="0">
              <a:buNone/>
            </a:pPr>
            <a:r>
              <a:rPr lang="en-US" sz="1600" dirty="0">
                <a:solidFill>
                  <a:schemeClr val="tx1"/>
                </a:solidFill>
                <a:latin typeface="Aptos" panose="020B0004020202020204" pitchFamily="34" charset="0"/>
                <a:ea typeface="+mn-ea"/>
                <a:cs typeface="+mn-cs"/>
              </a:rPr>
              <a:t>1. Anterior Longitudinal Ligament (ALL)</a:t>
            </a:r>
          </a:p>
          <a:p>
            <a:pPr marL="0">
              <a:buFont typeface="Arial" panose="020B0604020202020204" pitchFamily="34" charset="0"/>
              <a:buChar char="•"/>
            </a:pPr>
            <a:r>
              <a:rPr lang="en-US" sz="1600" dirty="0">
                <a:solidFill>
                  <a:schemeClr val="tx1"/>
                </a:solidFill>
                <a:latin typeface="Aptos" panose="020B0004020202020204" pitchFamily="34" charset="0"/>
                <a:ea typeface="+mn-ea"/>
                <a:cs typeface="+mn-cs"/>
              </a:rPr>
              <a:t>Origin: Anterior tubercle of atlas (C1) and anterior surface of occipital bone</a:t>
            </a:r>
          </a:p>
          <a:p>
            <a:pPr marL="0">
              <a:buFont typeface="Arial" panose="020B0604020202020204" pitchFamily="34" charset="0"/>
              <a:buChar char="•"/>
            </a:pPr>
            <a:r>
              <a:rPr lang="en-US" sz="1600" dirty="0">
                <a:solidFill>
                  <a:schemeClr val="tx1"/>
                </a:solidFill>
                <a:latin typeface="Aptos" panose="020B0004020202020204" pitchFamily="34" charset="0"/>
                <a:ea typeface="+mn-ea"/>
                <a:cs typeface="+mn-cs"/>
              </a:rPr>
              <a:t>Insertion: Anterior surface of sacrum</a:t>
            </a:r>
          </a:p>
          <a:p>
            <a:pPr marL="0">
              <a:buFont typeface="Arial" panose="020B0604020202020204" pitchFamily="34" charset="0"/>
              <a:buChar char="•"/>
            </a:pPr>
            <a:r>
              <a:rPr lang="en-US" sz="1600" dirty="0">
                <a:solidFill>
                  <a:schemeClr val="tx1"/>
                </a:solidFill>
                <a:latin typeface="Aptos" panose="020B0004020202020204" pitchFamily="34" charset="0"/>
                <a:ea typeface="+mn-ea"/>
                <a:cs typeface="+mn-cs"/>
              </a:rPr>
              <a:t>Function: Prevents hyperextension of the vertebral column</a:t>
            </a:r>
          </a:p>
          <a:p>
            <a:pPr marL="0" indent="0">
              <a:buNone/>
            </a:pPr>
            <a:r>
              <a:rPr lang="en-US" sz="1600" dirty="0">
                <a:solidFill>
                  <a:schemeClr val="tx1"/>
                </a:solidFill>
                <a:latin typeface="Aptos" panose="020B0004020202020204" pitchFamily="34" charset="0"/>
                <a:ea typeface="+mn-ea"/>
                <a:cs typeface="+mn-cs"/>
              </a:rPr>
              <a:t>2. Posterior Longitudinal Ligament (PLL)</a:t>
            </a:r>
          </a:p>
          <a:p>
            <a:pPr marL="0">
              <a:buFont typeface="Arial" panose="020B0604020202020204" pitchFamily="34" charset="0"/>
              <a:buChar char="•"/>
            </a:pPr>
            <a:r>
              <a:rPr lang="en-US" sz="1600" dirty="0">
                <a:solidFill>
                  <a:schemeClr val="tx1"/>
                </a:solidFill>
                <a:latin typeface="Aptos" panose="020B0004020202020204" pitchFamily="34" charset="0"/>
                <a:ea typeface="+mn-ea"/>
                <a:cs typeface="+mn-cs"/>
              </a:rPr>
              <a:t>Origin: Posterior aspect of vertebral bodies from C2</a:t>
            </a:r>
          </a:p>
          <a:p>
            <a:pPr marL="0">
              <a:buFont typeface="Arial" panose="020B0604020202020204" pitchFamily="34" charset="0"/>
              <a:buChar char="•"/>
            </a:pPr>
            <a:r>
              <a:rPr lang="en-US" sz="1600" dirty="0">
                <a:solidFill>
                  <a:schemeClr val="tx1"/>
                </a:solidFill>
                <a:latin typeface="Aptos" panose="020B0004020202020204" pitchFamily="34" charset="0"/>
                <a:ea typeface="+mn-ea"/>
                <a:cs typeface="+mn-cs"/>
              </a:rPr>
              <a:t>Insertion: Posterior surface of sacrum</a:t>
            </a:r>
          </a:p>
          <a:p>
            <a:pPr marL="0">
              <a:buFont typeface="Arial" panose="020B0604020202020204" pitchFamily="34" charset="0"/>
              <a:buChar char="•"/>
            </a:pPr>
            <a:r>
              <a:rPr lang="en-US" sz="1600" dirty="0">
                <a:solidFill>
                  <a:schemeClr val="tx1"/>
                </a:solidFill>
                <a:latin typeface="Aptos" panose="020B0004020202020204" pitchFamily="34" charset="0"/>
                <a:ea typeface="+mn-ea"/>
                <a:cs typeface="+mn-cs"/>
              </a:rPr>
              <a:t>Function: Limits hyperflexion; supports intervertebral discs</a:t>
            </a:r>
          </a:p>
          <a:p>
            <a:pPr marL="0" indent="0">
              <a:buNone/>
            </a:pPr>
            <a:r>
              <a:rPr lang="en-US" sz="1600" dirty="0">
                <a:solidFill>
                  <a:schemeClr val="tx1"/>
                </a:solidFill>
                <a:latin typeface="Aptos" panose="020B0004020202020204" pitchFamily="34" charset="0"/>
                <a:ea typeface="+mn-ea"/>
                <a:cs typeface="+mn-cs"/>
              </a:rPr>
              <a:t>3. Ligamentum Flavum</a:t>
            </a:r>
          </a:p>
          <a:p>
            <a:pPr marL="0">
              <a:buFont typeface="Arial" panose="020B0604020202020204" pitchFamily="34" charset="0"/>
              <a:buChar char="•"/>
            </a:pPr>
            <a:r>
              <a:rPr lang="en-US" sz="1600" dirty="0">
                <a:solidFill>
                  <a:schemeClr val="tx1"/>
                </a:solidFill>
                <a:latin typeface="Aptos" panose="020B0004020202020204" pitchFamily="34" charset="0"/>
                <a:ea typeface="+mn-ea"/>
                <a:cs typeface="+mn-cs"/>
              </a:rPr>
              <a:t>Origin: Anterior surface of lamina above</a:t>
            </a:r>
          </a:p>
          <a:p>
            <a:pPr marL="0">
              <a:buFont typeface="Arial" panose="020B0604020202020204" pitchFamily="34" charset="0"/>
              <a:buChar char="•"/>
            </a:pPr>
            <a:r>
              <a:rPr lang="en-US" sz="1600" dirty="0">
                <a:solidFill>
                  <a:schemeClr val="tx1"/>
                </a:solidFill>
                <a:latin typeface="Aptos" panose="020B0004020202020204" pitchFamily="34" charset="0"/>
                <a:ea typeface="+mn-ea"/>
                <a:cs typeface="+mn-cs"/>
              </a:rPr>
              <a:t>Insertion: Posterior surface of lamina below</a:t>
            </a:r>
          </a:p>
          <a:p>
            <a:pPr marL="0">
              <a:buFont typeface="Arial" panose="020B0604020202020204" pitchFamily="34" charset="0"/>
              <a:buChar char="•"/>
            </a:pPr>
            <a:r>
              <a:rPr lang="en-US" sz="1600" dirty="0">
                <a:solidFill>
                  <a:schemeClr val="tx1"/>
                </a:solidFill>
                <a:latin typeface="Aptos" panose="020B0004020202020204" pitchFamily="34" charset="0"/>
                <a:ea typeface="+mn-ea"/>
                <a:cs typeface="+mn-cs"/>
              </a:rPr>
              <a:t>Function: Maintains upright posture, assists in extension after flexion</a:t>
            </a:r>
          </a:p>
        </p:txBody>
      </p:sp>
      <p:pic>
        <p:nvPicPr>
          <p:cNvPr id="5" name="Content Placeholder 4">
            <a:extLst>
              <a:ext uri="{FF2B5EF4-FFF2-40B4-BE49-F238E27FC236}">
                <a16:creationId xmlns:a16="http://schemas.microsoft.com/office/drawing/2014/main" id="{35BBD091-C5D3-FAAA-5E66-0F5EF31F9E0F}"/>
              </a:ext>
            </a:extLst>
          </p:cNvPr>
          <p:cNvPicPr>
            <a:picLocks noChangeAspect="1"/>
          </p:cNvPicPr>
          <p:nvPr/>
        </p:nvPicPr>
        <p:blipFill>
          <a:blip r:embed="rId3"/>
          <a:srcRect/>
          <a:stretch>
            <a:fillRect/>
          </a:stretch>
        </p:blipFill>
        <p:spPr>
          <a:xfrm>
            <a:off x="7736441" y="1225587"/>
            <a:ext cx="3860826" cy="435292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8F7A3-B39C-BEF0-980C-CB91C6E5DFE3}"/>
              </a:ext>
            </a:extLst>
          </p:cNvPr>
          <p:cNvSpPr>
            <a:spLocks noGrp="1"/>
          </p:cNvSpPr>
          <p:nvPr>
            <p:ph type="title"/>
          </p:nvPr>
        </p:nvSpPr>
        <p:spPr>
          <a:xfrm>
            <a:off x="5948737" y="365129"/>
            <a:ext cx="5405066" cy="454183"/>
          </a:xfrm>
        </p:spPr>
        <p:txBody>
          <a:bodyPr>
            <a:noAutofit/>
          </a:bodyPr>
          <a:lstStyle/>
          <a:p>
            <a:r>
              <a:rPr lang="en-GB" sz="2800" dirty="0"/>
              <a:t>Spinal ligament contd..</a:t>
            </a:r>
          </a:p>
        </p:txBody>
      </p:sp>
      <p:pic>
        <p:nvPicPr>
          <p:cNvPr id="8" name="Picture 7">
            <a:extLst>
              <a:ext uri="{FF2B5EF4-FFF2-40B4-BE49-F238E27FC236}">
                <a16:creationId xmlns:a16="http://schemas.microsoft.com/office/drawing/2014/main" id="{33B9F13A-D1DB-A47E-51FD-28CA017ADE20}"/>
              </a:ext>
            </a:extLst>
          </p:cNvPr>
          <p:cNvPicPr>
            <a:picLocks noChangeAspect="1"/>
          </p:cNvPicPr>
          <p:nvPr/>
        </p:nvPicPr>
        <p:blipFill>
          <a:blip r:embed="rId2"/>
          <a:stretch>
            <a:fillRect/>
          </a:stretch>
        </p:blipFill>
        <p:spPr>
          <a:xfrm>
            <a:off x="6416759" y="1407560"/>
            <a:ext cx="5405066" cy="5013392"/>
          </a:xfrm>
          <a:prstGeom prst="rect">
            <a:avLst/>
          </a:prstGeom>
        </p:spPr>
      </p:pic>
      <p:sp>
        <p:nvSpPr>
          <p:cNvPr id="3" name="Content Placeholder 2">
            <a:extLst>
              <a:ext uri="{FF2B5EF4-FFF2-40B4-BE49-F238E27FC236}">
                <a16:creationId xmlns:a16="http://schemas.microsoft.com/office/drawing/2014/main" id="{8CBFB2C2-3A21-5474-DDA4-430C21E79C65}"/>
              </a:ext>
            </a:extLst>
          </p:cNvPr>
          <p:cNvSpPr txBox="1">
            <a:spLocks/>
          </p:cNvSpPr>
          <p:nvPr/>
        </p:nvSpPr>
        <p:spPr>
          <a:xfrm>
            <a:off x="242779" y="1040256"/>
            <a:ext cx="5705958" cy="5817744"/>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defTabSz="914400">
              <a:buNone/>
            </a:pPr>
            <a:r>
              <a:rPr lang="en-US" sz="1600" b="1" dirty="0">
                <a:latin typeface="Aptos" panose="020B0004020202020204" pitchFamily="34" charset="0"/>
              </a:rPr>
              <a:t>Accessory ligaments</a:t>
            </a:r>
          </a:p>
          <a:p>
            <a:pPr marL="0" indent="-228600" defTabSz="914400">
              <a:buFont typeface="Arial" panose="020B0604020202020204" pitchFamily="34" charset="0"/>
              <a:buChar char="•"/>
            </a:pPr>
            <a:r>
              <a:rPr lang="en-US" sz="1600" dirty="0">
                <a:latin typeface="Aptos" panose="020B0004020202020204" pitchFamily="34" charset="0"/>
              </a:rPr>
              <a:t>1.Interspinous Ligament</a:t>
            </a:r>
          </a:p>
          <a:p>
            <a:pPr marL="0" indent="-228600" defTabSz="914400">
              <a:buFont typeface="Arial" panose="020B0604020202020204" pitchFamily="34" charset="0"/>
              <a:buChar char="•"/>
            </a:pPr>
            <a:r>
              <a:rPr lang="en-US" sz="1600" dirty="0">
                <a:latin typeface="Aptos" panose="020B0004020202020204" pitchFamily="34" charset="0"/>
              </a:rPr>
              <a:t>Origin: Inferior edge of spinous process above </a:t>
            </a:r>
          </a:p>
          <a:p>
            <a:pPr marL="0" indent="-228600" defTabSz="914400">
              <a:buFont typeface="Arial" panose="020B0604020202020204" pitchFamily="34" charset="0"/>
              <a:buChar char="•"/>
            </a:pPr>
            <a:r>
              <a:rPr lang="en-US" sz="1600" dirty="0">
                <a:latin typeface="Aptos" panose="020B0004020202020204" pitchFamily="34" charset="0"/>
              </a:rPr>
              <a:t> Insertion: Superior edge of spinous process below</a:t>
            </a:r>
          </a:p>
          <a:p>
            <a:pPr marL="0" indent="-228600" defTabSz="914400">
              <a:buFont typeface="Arial" panose="020B0604020202020204" pitchFamily="34" charset="0"/>
              <a:buChar char="•"/>
            </a:pPr>
            <a:r>
              <a:rPr lang="en-US" sz="1600" dirty="0">
                <a:latin typeface="Aptos" panose="020B0004020202020204" pitchFamily="34" charset="0"/>
              </a:rPr>
              <a:t>Function: Limits spinal flexion</a:t>
            </a:r>
          </a:p>
          <a:p>
            <a:pPr marL="0" indent="0" defTabSz="914400">
              <a:buNone/>
            </a:pPr>
            <a:r>
              <a:rPr lang="en-US" sz="1600" dirty="0">
                <a:latin typeface="Aptos" panose="020B0004020202020204" pitchFamily="34" charset="0"/>
              </a:rPr>
              <a:t>2. Supraspinous Ligament</a:t>
            </a:r>
          </a:p>
          <a:p>
            <a:pPr marL="0" indent="-228600" defTabSz="914400">
              <a:buFont typeface="Arial" panose="020B0604020202020204" pitchFamily="34" charset="0"/>
              <a:buChar char="•"/>
            </a:pPr>
            <a:r>
              <a:rPr lang="en-US" sz="1600" dirty="0">
                <a:latin typeface="Aptos" panose="020B0004020202020204" pitchFamily="34" charset="0"/>
              </a:rPr>
              <a:t>Origin: Spinous process of C7 (continuation of nuchal ligament)</a:t>
            </a:r>
          </a:p>
          <a:p>
            <a:pPr marL="0" indent="-228600" defTabSz="914400">
              <a:buFont typeface="Arial" panose="020B0604020202020204" pitchFamily="34" charset="0"/>
              <a:buChar char="•"/>
            </a:pPr>
            <a:r>
              <a:rPr lang="en-US" sz="1600" dirty="0">
                <a:latin typeface="Aptos" panose="020B0004020202020204" pitchFamily="34" charset="0"/>
              </a:rPr>
              <a:t>Insertion: Sacral spinous processes</a:t>
            </a:r>
          </a:p>
          <a:p>
            <a:pPr marL="0" indent="-228600" defTabSz="914400">
              <a:buFont typeface="Arial" panose="020B0604020202020204" pitchFamily="34" charset="0"/>
              <a:buChar char="•"/>
            </a:pPr>
            <a:r>
              <a:rPr lang="en-US" sz="1600" dirty="0">
                <a:latin typeface="Aptos" panose="020B0004020202020204" pitchFamily="34" charset="0"/>
              </a:rPr>
              <a:t>Function: Limits flexion; connects tips of spinous processes</a:t>
            </a:r>
          </a:p>
          <a:p>
            <a:pPr marL="0" indent="0" defTabSz="914400">
              <a:buNone/>
            </a:pPr>
            <a:r>
              <a:rPr lang="en-US" sz="1600" dirty="0">
                <a:latin typeface="Aptos" panose="020B0004020202020204" pitchFamily="34" charset="0"/>
              </a:rPr>
              <a:t>3. Ligamentum Nuchae</a:t>
            </a:r>
          </a:p>
          <a:p>
            <a:pPr marL="0" indent="-228600" defTabSz="914400">
              <a:buFont typeface="Arial" panose="020B0604020202020204" pitchFamily="34" charset="0"/>
              <a:buChar char="•"/>
            </a:pPr>
            <a:r>
              <a:rPr lang="en-US" sz="1600" dirty="0">
                <a:latin typeface="Aptos" panose="020B0004020202020204" pitchFamily="34" charset="0"/>
              </a:rPr>
              <a:t>Origin: External occipital protuberance &amp; posterior border of foramen magnum </a:t>
            </a:r>
          </a:p>
          <a:p>
            <a:pPr marL="0" indent="-228600" defTabSz="914400">
              <a:buFont typeface="Arial" panose="020B0604020202020204" pitchFamily="34" charset="0"/>
              <a:buChar char="•"/>
            </a:pPr>
            <a:r>
              <a:rPr lang="en-US" sz="1600" dirty="0">
                <a:latin typeface="Aptos" panose="020B0004020202020204" pitchFamily="34" charset="0"/>
              </a:rPr>
              <a:t>Insertion: Spinous processes of cervical vertebrae (C1–C7)</a:t>
            </a:r>
          </a:p>
          <a:p>
            <a:pPr marL="0" indent="-228600" defTabSz="914400">
              <a:buFont typeface="Arial" panose="020B0604020202020204" pitchFamily="34" charset="0"/>
              <a:buChar char="•"/>
            </a:pPr>
            <a:r>
              <a:rPr lang="en-US" sz="1600" dirty="0">
                <a:latin typeface="Aptos" panose="020B0004020202020204" pitchFamily="34" charset="0"/>
              </a:rPr>
              <a:t>Function: Limits cervical flexion; provides muscle attachment</a:t>
            </a:r>
          </a:p>
          <a:p>
            <a:pPr marL="0" indent="0" defTabSz="914400">
              <a:buNone/>
            </a:pPr>
            <a:r>
              <a:rPr lang="en-US" sz="1600" dirty="0">
                <a:latin typeface="Aptos" panose="020B0004020202020204" pitchFamily="34" charset="0"/>
              </a:rPr>
              <a:t>4. Intertransverse Ligament</a:t>
            </a:r>
          </a:p>
          <a:p>
            <a:pPr marL="0" indent="-228600" defTabSz="914400">
              <a:buFont typeface="Arial" panose="020B0604020202020204" pitchFamily="34" charset="0"/>
              <a:buChar char="•"/>
            </a:pPr>
            <a:r>
              <a:rPr lang="en-US" sz="1600" dirty="0">
                <a:latin typeface="Aptos" panose="020B0004020202020204" pitchFamily="34" charset="0"/>
              </a:rPr>
              <a:t>Origin: Inferior border of transverse process above Insertion: Superior border of transverse process below</a:t>
            </a:r>
          </a:p>
          <a:p>
            <a:pPr marL="0" indent="-228600" defTabSz="914400">
              <a:buFont typeface="Arial" panose="020B0604020202020204" pitchFamily="34" charset="0"/>
              <a:buChar char="•"/>
            </a:pPr>
            <a:r>
              <a:rPr lang="en-US" sz="1600" dirty="0">
                <a:latin typeface="Aptos" panose="020B0004020202020204" pitchFamily="34" charset="0"/>
              </a:rPr>
              <a:t>Function: Limits lateral flexion of the spine</a:t>
            </a:r>
          </a:p>
        </p:txBody>
      </p:sp>
    </p:spTree>
    <p:extLst>
      <p:ext uri="{BB962C8B-B14F-4D97-AF65-F5344CB8AC3E}">
        <p14:creationId xmlns:p14="http://schemas.microsoft.com/office/powerpoint/2010/main" val="2533340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8219" y="0"/>
            <a:ext cx="4077269" cy="1304818"/>
          </a:xfrm>
        </p:spPr>
        <p:txBody>
          <a:bodyPr vert="horz" lIns="91440" tIns="45720" rIns="91440" bIns="45720" rtlCol="0" anchor="t">
            <a:normAutofit/>
          </a:bodyPr>
          <a:lstStyle/>
          <a:p>
            <a:pPr>
              <a:spcBef>
                <a:spcPct val="0"/>
              </a:spcBef>
            </a:pPr>
            <a:r>
              <a:rPr lang="en-US" sz="2800" kern="1200" dirty="0">
                <a:solidFill>
                  <a:srgbClr val="FFFFFF"/>
                </a:solidFill>
                <a:latin typeface="+mj-lt"/>
                <a:ea typeface="+mj-ea"/>
                <a:cs typeface="+mj-cs"/>
              </a:rPr>
              <a:t>Superficial and Intermediate Muscles of the Back</a:t>
            </a:r>
          </a:p>
        </p:txBody>
      </p:sp>
      <p:sp>
        <p:nvSpPr>
          <p:cNvPr id="3" name="Content Placeholder 2"/>
          <p:cNvSpPr>
            <a:spLocks noGrp="1"/>
          </p:cNvSpPr>
          <p:nvPr>
            <p:ph idx="1"/>
          </p:nvPr>
        </p:nvSpPr>
        <p:spPr>
          <a:xfrm>
            <a:off x="4232578" y="101637"/>
            <a:ext cx="4191850" cy="5899354"/>
          </a:xfrm>
        </p:spPr>
        <p:txBody>
          <a:bodyPr vert="horz" lIns="91440" tIns="45720" rIns="91440" bIns="45720" rtlCol="0">
            <a:noAutofit/>
          </a:bodyPr>
          <a:lstStyle/>
          <a:p>
            <a:pPr marL="0" indent="0">
              <a:buNone/>
            </a:pPr>
            <a:r>
              <a:rPr lang="en-US" sz="1400" dirty="0">
                <a:solidFill>
                  <a:schemeClr val="tx1"/>
                </a:solidFill>
                <a:latin typeface="Aptos" panose="020B0004020202020204" pitchFamily="34" charset="0"/>
                <a:ea typeface="+mn-ea"/>
                <a:cs typeface="+mn-cs"/>
              </a:rPr>
              <a:t>1.Trapezius</a:t>
            </a:r>
          </a:p>
          <a:p>
            <a:pPr marL="0" indent="0">
              <a:buNone/>
            </a:pPr>
            <a:r>
              <a:rPr lang="en-US" sz="1400" dirty="0">
                <a:solidFill>
                  <a:schemeClr val="tx1"/>
                </a:solidFill>
                <a:latin typeface="Aptos" panose="020B0004020202020204" pitchFamily="34" charset="0"/>
                <a:ea typeface="+mn-ea"/>
                <a:cs typeface="+mn-cs"/>
              </a:rPr>
              <a:t> Origin: External occipital protuberance, ligamentum nuchae, spinous processes of C7–T12</a:t>
            </a:r>
          </a:p>
          <a:p>
            <a:pPr marL="0" indent="0">
              <a:buNone/>
            </a:pPr>
            <a:r>
              <a:rPr lang="en-US" sz="1400" dirty="0">
                <a:solidFill>
                  <a:schemeClr val="tx1"/>
                </a:solidFill>
                <a:latin typeface="Aptos" panose="020B0004020202020204" pitchFamily="34" charset="0"/>
                <a:ea typeface="+mn-ea"/>
                <a:cs typeface="+mn-cs"/>
              </a:rPr>
              <a:t> Insertion: Lateral 1/3 of clavicle, acromion, spine of scapula</a:t>
            </a:r>
          </a:p>
          <a:p>
            <a:pPr marL="0" indent="0">
              <a:buNone/>
            </a:pPr>
            <a:r>
              <a:rPr lang="en-US" sz="1400" dirty="0">
                <a:solidFill>
                  <a:schemeClr val="tx1"/>
                </a:solidFill>
                <a:latin typeface="Aptos" panose="020B0004020202020204" pitchFamily="34" charset="0"/>
                <a:ea typeface="+mn-ea"/>
                <a:cs typeface="+mn-cs"/>
              </a:rPr>
              <a:t>Action: Elevates, retracts, and rotates scapula</a:t>
            </a:r>
          </a:p>
          <a:p>
            <a:pPr marL="0" indent="0">
              <a:buNone/>
            </a:pPr>
            <a:r>
              <a:rPr lang="en-US" sz="1400" dirty="0">
                <a:solidFill>
                  <a:schemeClr val="tx1"/>
                </a:solidFill>
                <a:latin typeface="Aptos" panose="020B0004020202020204" pitchFamily="34" charset="0"/>
                <a:ea typeface="+mn-ea"/>
                <a:cs typeface="+mn-cs"/>
              </a:rPr>
              <a:t>2. Latissimus Dorsi</a:t>
            </a:r>
          </a:p>
          <a:p>
            <a:pPr marL="0" indent="0">
              <a:buNone/>
            </a:pPr>
            <a:r>
              <a:rPr lang="en-US" sz="1400" dirty="0">
                <a:solidFill>
                  <a:schemeClr val="tx1"/>
                </a:solidFill>
                <a:latin typeface="Aptos" panose="020B0004020202020204" pitchFamily="34" charset="0"/>
                <a:ea typeface="+mn-ea"/>
                <a:cs typeface="+mn-cs"/>
              </a:rPr>
              <a:t>Origin: Spinous processes of T7–L5, thoracolumbar fascia, iliac crest</a:t>
            </a:r>
          </a:p>
          <a:p>
            <a:pPr marL="0" indent="0">
              <a:buNone/>
            </a:pPr>
            <a:r>
              <a:rPr lang="en-US" sz="1400" dirty="0">
                <a:solidFill>
                  <a:schemeClr val="tx1"/>
                </a:solidFill>
                <a:latin typeface="Aptos" panose="020B0004020202020204" pitchFamily="34" charset="0"/>
                <a:ea typeface="+mn-ea"/>
                <a:cs typeface="+mn-cs"/>
              </a:rPr>
              <a:t> Insertion: Intertubercular sulcus of humerus</a:t>
            </a:r>
          </a:p>
          <a:p>
            <a:pPr marL="0" indent="0">
              <a:buNone/>
            </a:pPr>
            <a:r>
              <a:rPr lang="en-US" sz="1400" dirty="0">
                <a:solidFill>
                  <a:schemeClr val="tx1"/>
                </a:solidFill>
                <a:latin typeface="Aptos" panose="020B0004020202020204" pitchFamily="34" charset="0"/>
                <a:ea typeface="+mn-ea"/>
                <a:cs typeface="+mn-cs"/>
              </a:rPr>
              <a:t>Action: Extends, adducts, and medially rotates arm</a:t>
            </a:r>
          </a:p>
          <a:p>
            <a:pPr marL="0" indent="0">
              <a:buNone/>
            </a:pPr>
            <a:r>
              <a:rPr lang="en-US" sz="1400" dirty="0">
                <a:solidFill>
                  <a:schemeClr val="tx1"/>
                </a:solidFill>
                <a:latin typeface="Aptos" panose="020B0004020202020204" pitchFamily="34" charset="0"/>
                <a:ea typeface="+mn-ea"/>
                <a:cs typeface="+mn-cs"/>
              </a:rPr>
              <a:t>3. Levator Scapulae</a:t>
            </a:r>
          </a:p>
          <a:p>
            <a:pPr marL="0" indent="0">
              <a:buNone/>
            </a:pPr>
            <a:r>
              <a:rPr lang="en-US" sz="1400" dirty="0">
                <a:solidFill>
                  <a:schemeClr val="tx1"/>
                </a:solidFill>
                <a:latin typeface="Aptos" panose="020B0004020202020204" pitchFamily="34" charset="0"/>
                <a:ea typeface="+mn-ea"/>
                <a:cs typeface="+mn-cs"/>
              </a:rPr>
              <a:t>Origin: Transverse processes of C1–C4</a:t>
            </a:r>
          </a:p>
          <a:p>
            <a:pPr marL="0" indent="0">
              <a:buNone/>
            </a:pPr>
            <a:r>
              <a:rPr lang="en-US" sz="1400" dirty="0">
                <a:solidFill>
                  <a:schemeClr val="tx1"/>
                </a:solidFill>
                <a:latin typeface="Aptos" panose="020B0004020202020204" pitchFamily="34" charset="0"/>
                <a:ea typeface="+mn-ea"/>
                <a:cs typeface="+mn-cs"/>
              </a:rPr>
              <a:t>Insertion: Medial border of scapula above spine</a:t>
            </a:r>
          </a:p>
          <a:p>
            <a:pPr marL="0" indent="0">
              <a:buNone/>
            </a:pPr>
            <a:r>
              <a:rPr lang="en-US" sz="1400" dirty="0">
                <a:solidFill>
                  <a:schemeClr val="tx1"/>
                </a:solidFill>
                <a:latin typeface="Aptos" panose="020B0004020202020204" pitchFamily="34" charset="0"/>
                <a:ea typeface="+mn-ea"/>
                <a:cs typeface="+mn-cs"/>
              </a:rPr>
              <a:t> Action: Elevates scapula</a:t>
            </a:r>
          </a:p>
          <a:p>
            <a:pPr marL="0" indent="0">
              <a:buNone/>
            </a:pPr>
            <a:r>
              <a:rPr lang="en-US" sz="1400" dirty="0">
                <a:solidFill>
                  <a:schemeClr val="tx1"/>
                </a:solidFill>
                <a:latin typeface="Aptos" panose="020B0004020202020204" pitchFamily="34" charset="0"/>
                <a:ea typeface="+mn-ea"/>
                <a:cs typeface="+mn-cs"/>
              </a:rPr>
              <a:t>4. Rhomboid Major &amp; Minor</a:t>
            </a:r>
          </a:p>
          <a:p>
            <a:pPr marL="0" indent="0">
              <a:buNone/>
            </a:pPr>
            <a:r>
              <a:rPr lang="en-US" sz="1400" dirty="0">
                <a:solidFill>
                  <a:schemeClr val="tx1"/>
                </a:solidFill>
                <a:latin typeface="Aptos" panose="020B0004020202020204" pitchFamily="34" charset="0"/>
                <a:ea typeface="+mn-ea"/>
                <a:cs typeface="+mn-cs"/>
              </a:rPr>
              <a:t>Origin: Spinous processes of C7–T5</a:t>
            </a:r>
          </a:p>
          <a:p>
            <a:pPr marL="0" indent="0">
              <a:buNone/>
            </a:pPr>
            <a:r>
              <a:rPr lang="en-US" sz="1400" dirty="0">
                <a:solidFill>
                  <a:schemeClr val="tx1"/>
                </a:solidFill>
                <a:latin typeface="Aptos" panose="020B0004020202020204" pitchFamily="34" charset="0"/>
                <a:ea typeface="+mn-ea"/>
                <a:cs typeface="+mn-cs"/>
              </a:rPr>
              <a:t>Insertion: Medial border of scapula</a:t>
            </a:r>
          </a:p>
          <a:p>
            <a:pPr marL="0" indent="0">
              <a:buNone/>
            </a:pPr>
            <a:r>
              <a:rPr lang="en-US" sz="1400" dirty="0">
                <a:solidFill>
                  <a:schemeClr val="tx1"/>
                </a:solidFill>
                <a:latin typeface="Aptos" panose="020B0004020202020204" pitchFamily="34" charset="0"/>
                <a:ea typeface="+mn-ea"/>
                <a:cs typeface="+mn-cs"/>
              </a:rPr>
              <a:t> Action: Retracts and rotates scapula</a:t>
            </a:r>
          </a:p>
          <a:p>
            <a:pPr marL="0" indent="0">
              <a:buNone/>
            </a:pPr>
            <a:r>
              <a:rPr lang="en-US" sz="1400" dirty="0">
                <a:solidFill>
                  <a:schemeClr val="tx1"/>
                </a:solidFill>
                <a:latin typeface="Aptos" panose="020B0004020202020204" pitchFamily="34" charset="0"/>
                <a:ea typeface="+mn-ea"/>
                <a:cs typeface="+mn-cs"/>
              </a:rPr>
              <a:t>5. Serratus Posterior (Superior &amp; Inferior)</a:t>
            </a:r>
          </a:p>
          <a:p>
            <a:pPr marL="0" indent="0">
              <a:buNone/>
            </a:pPr>
            <a:r>
              <a:rPr lang="en-US" sz="1400" dirty="0">
                <a:solidFill>
                  <a:schemeClr val="tx1"/>
                </a:solidFill>
                <a:latin typeface="Aptos" panose="020B0004020202020204" pitchFamily="34" charset="0"/>
                <a:ea typeface="+mn-ea"/>
                <a:cs typeface="+mn-cs"/>
              </a:rPr>
              <a:t>Function: Assist in respiration (proprioceptive role)</a:t>
            </a:r>
          </a:p>
        </p:txBody>
      </p:sp>
      <p:cxnSp>
        <p:nvCxnSpPr>
          <p:cNvPr id="11" name="Straight Connector 10">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D6E1C5FA-1017-D5B3-B4AE-FCE941DAB6DB}"/>
              </a:ext>
            </a:extLst>
          </p:cNvPr>
          <p:cNvSpPr txBox="1">
            <a:spLocks/>
          </p:cNvSpPr>
          <p:nvPr/>
        </p:nvSpPr>
        <p:spPr>
          <a:xfrm>
            <a:off x="8804954" y="180405"/>
            <a:ext cx="3387044" cy="640532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defTabSz="914400">
              <a:lnSpc>
                <a:spcPct val="90000"/>
              </a:lnSpc>
              <a:buNone/>
            </a:pPr>
            <a:r>
              <a:rPr lang="en-US" sz="1400" dirty="0">
                <a:latin typeface="Aptos" panose="020B0004020202020204" pitchFamily="34" charset="0"/>
              </a:rPr>
              <a:t>1. Splenius (Capitis &amp; Cervicis)</a:t>
            </a:r>
          </a:p>
          <a:p>
            <a:pPr marL="0" indent="0" defTabSz="914400">
              <a:lnSpc>
                <a:spcPct val="90000"/>
              </a:lnSpc>
              <a:buNone/>
            </a:pPr>
            <a:r>
              <a:rPr lang="en-US" sz="1400" dirty="0">
                <a:latin typeface="Aptos" panose="020B0004020202020204" pitchFamily="34" charset="0"/>
              </a:rPr>
              <a:t>Origin: Nuchal ligament, spinous processes of C7–T6</a:t>
            </a:r>
          </a:p>
          <a:p>
            <a:pPr marL="0" indent="0" defTabSz="914400">
              <a:lnSpc>
                <a:spcPct val="90000"/>
              </a:lnSpc>
              <a:buNone/>
            </a:pPr>
            <a:r>
              <a:rPr lang="en-US" sz="1400" dirty="0">
                <a:latin typeface="Aptos" panose="020B0004020202020204" pitchFamily="34" charset="0"/>
              </a:rPr>
              <a:t>Insertion: Mastoid process, transverse processes of C1–C3</a:t>
            </a:r>
          </a:p>
          <a:p>
            <a:pPr marL="0" indent="0" defTabSz="914400">
              <a:lnSpc>
                <a:spcPct val="90000"/>
              </a:lnSpc>
              <a:buNone/>
            </a:pPr>
            <a:r>
              <a:rPr lang="en-US" sz="1400" dirty="0">
                <a:latin typeface="Aptos" panose="020B0004020202020204" pitchFamily="34" charset="0"/>
              </a:rPr>
              <a:t>Action: Extend and rotate head</a:t>
            </a:r>
          </a:p>
          <a:p>
            <a:pPr indent="-228600" defTabSz="914400">
              <a:lnSpc>
                <a:spcPct val="90000"/>
              </a:lnSpc>
              <a:buFont typeface="Arial" panose="020B0604020202020204" pitchFamily="34" charset="0"/>
              <a:buChar char="•"/>
            </a:pPr>
            <a:endParaRPr lang="en-US" sz="1400" dirty="0">
              <a:latin typeface="Aptos" panose="020B0004020202020204" pitchFamily="34" charset="0"/>
            </a:endParaRPr>
          </a:p>
          <a:p>
            <a:pPr marL="0" indent="0" defTabSz="914400">
              <a:lnSpc>
                <a:spcPct val="90000"/>
              </a:lnSpc>
              <a:buNone/>
            </a:pPr>
            <a:r>
              <a:rPr lang="en-US" sz="1400" dirty="0">
                <a:latin typeface="Aptos" panose="020B0004020202020204" pitchFamily="34" charset="0"/>
              </a:rPr>
              <a:t>2. Erector Spinae Group (Iliocostalis, Longissimus, Spinalis)</a:t>
            </a:r>
          </a:p>
          <a:p>
            <a:pPr marL="0" indent="0" defTabSz="914400">
              <a:lnSpc>
                <a:spcPct val="90000"/>
              </a:lnSpc>
              <a:buNone/>
            </a:pPr>
            <a:r>
              <a:rPr lang="en-US" sz="1400" dirty="0">
                <a:latin typeface="Aptos" panose="020B0004020202020204" pitchFamily="34" charset="0"/>
              </a:rPr>
              <a:t>Origin: Sacrum, iliac crest, spinous processes of lumbar vertebrae</a:t>
            </a:r>
          </a:p>
          <a:p>
            <a:pPr marL="0" indent="0" defTabSz="914400">
              <a:lnSpc>
                <a:spcPct val="90000"/>
              </a:lnSpc>
              <a:buNone/>
            </a:pPr>
            <a:r>
              <a:rPr lang="en-US" sz="1400" dirty="0">
                <a:latin typeface="Aptos" panose="020B0004020202020204" pitchFamily="34" charset="0"/>
              </a:rPr>
              <a:t>Insertion: Ribs and transverse processes up to skull</a:t>
            </a:r>
          </a:p>
          <a:p>
            <a:pPr marL="0" indent="0" defTabSz="914400">
              <a:lnSpc>
                <a:spcPct val="90000"/>
              </a:lnSpc>
              <a:buNone/>
            </a:pPr>
            <a:r>
              <a:rPr lang="en-US" sz="1400" dirty="0">
                <a:latin typeface="Aptos" panose="020B0004020202020204" pitchFamily="34" charset="0"/>
              </a:rPr>
              <a:t>Action: Extend and laterally flex vertebral column</a:t>
            </a:r>
          </a:p>
          <a:p>
            <a:pPr indent="-228600" defTabSz="914400">
              <a:lnSpc>
                <a:spcPct val="90000"/>
              </a:lnSpc>
              <a:buFont typeface="Arial" panose="020B0604020202020204" pitchFamily="34" charset="0"/>
              <a:buChar char="•"/>
            </a:pPr>
            <a:endParaRPr lang="en-US" sz="1400" dirty="0">
              <a:latin typeface="Aptos" panose="020B0004020202020204" pitchFamily="34" charset="0"/>
            </a:endParaRPr>
          </a:p>
          <a:p>
            <a:pPr marL="0" indent="0" defTabSz="914400">
              <a:lnSpc>
                <a:spcPct val="90000"/>
              </a:lnSpc>
              <a:buNone/>
            </a:pPr>
            <a:r>
              <a:rPr lang="en-US" sz="1400" dirty="0">
                <a:latin typeface="Aptos" panose="020B0004020202020204" pitchFamily="34" charset="0"/>
              </a:rPr>
              <a:t>3. </a:t>
            </a:r>
            <a:r>
              <a:rPr lang="en-US" sz="1400" dirty="0" err="1">
                <a:latin typeface="Aptos" panose="020B0004020202020204" pitchFamily="34" charset="0"/>
              </a:rPr>
              <a:t>Transversespinalis</a:t>
            </a:r>
            <a:r>
              <a:rPr lang="en-US" sz="1400" dirty="0">
                <a:latin typeface="Aptos" panose="020B0004020202020204" pitchFamily="34" charset="0"/>
              </a:rPr>
              <a:t> Group (Semispinalis, Multifidus, </a:t>
            </a:r>
            <a:r>
              <a:rPr lang="en-US" sz="1400" dirty="0" err="1">
                <a:latin typeface="Aptos" panose="020B0004020202020204" pitchFamily="34" charset="0"/>
              </a:rPr>
              <a:t>Rotatores</a:t>
            </a:r>
            <a:r>
              <a:rPr lang="en-US" sz="1400" dirty="0">
                <a:latin typeface="Aptos" panose="020B0004020202020204" pitchFamily="34" charset="0"/>
              </a:rPr>
              <a:t>)</a:t>
            </a:r>
          </a:p>
          <a:p>
            <a:pPr marL="0" indent="0" defTabSz="914400">
              <a:lnSpc>
                <a:spcPct val="90000"/>
              </a:lnSpc>
              <a:buNone/>
            </a:pPr>
            <a:r>
              <a:rPr lang="en-US" sz="1400" dirty="0">
                <a:latin typeface="Aptos" panose="020B0004020202020204" pitchFamily="34" charset="0"/>
              </a:rPr>
              <a:t>Origin: Transverse processes of vertebrae</a:t>
            </a:r>
          </a:p>
          <a:p>
            <a:pPr marL="0" indent="0" defTabSz="914400">
              <a:lnSpc>
                <a:spcPct val="90000"/>
              </a:lnSpc>
              <a:buNone/>
            </a:pPr>
            <a:r>
              <a:rPr lang="en-US" sz="1400" dirty="0">
                <a:latin typeface="Aptos" panose="020B0004020202020204" pitchFamily="34" charset="0"/>
              </a:rPr>
              <a:t>Insertion: Spinous processes above</a:t>
            </a:r>
          </a:p>
          <a:p>
            <a:pPr marL="0" indent="0" defTabSz="914400">
              <a:lnSpc>
                <a:spcPct val="90000"/>
              </a:lnSpc>
              <a:buNone/>
            </a:pPr>
            <a:r>
              <a:rPr lang="en-US" sz="1400" dirty="0">
                <a:latin typeface="Aptos" panose="020B0004020202020204" pitchFamily="34" charset="0"/>
              </a:rPr>
              <a:t>Action: Stabilize and rotate vertebral column</a:t>
            </a:r>
          </a:p>
          <a:p>
            <a:pPr indent="-228600" defTabSz="914400">
              <a:lnSpc>
                <a:spcPct val="90000"/>
              </a:lnSpc>
              <a:buFont typeface="Arial" panose="020B0604020202020204" pitchFamily="34" charset="0"/>
              <a:buChar char="•"/>
            </a:pPr>
            <a:endParaRPr lang="en-US" sz="1400" dirty="0">
              <a:latin typeface="Aptos" panose="020B0004020202020204" pitchFamily="34" charset="0"/>
            </a:endParaRPr>
          </a:p>
          <a:p>
            <a:pPr marL="0" indent="0" defTabSz="914400">
              <a:lnSpc>
                <a:spcPct val="90000"/>
              </a:lnSpc>
              <a:buNone/>
            </a:pPr>
            <a:r>
              <a:rPr lang="en-US" sz="1400" dirty="0">
                <a:latin typeface="Aptos" panose="020B0004020202020204" pitchFamily="34" charset="0"/>
              </a:rPr>
              <a:t>4. </a:t>
            </a:r>
            <a:r>
              <a:rPr lang="en-US" sz="1400" dirty="0" err="1">
                <a:latin typeface="Aptos" panose="020B0004020202020204" pitchFamily="34" charset="0"/>
              </a:rPr>
              <a:t>Interspinales</a:t>
            </a:r>
            <a:r>
              <a:rPr lang="en-US" sz="1400" dirty="0">
                <a:latin typeface="Aptos" panose="020B0004020202020204" pitchFamily="34" charset="0"/>
              </a:rPr>
              <a:t> &amp; Intertransversarii</a:t>
            </a:r>
          </a:p>
          <a:p>
            <a:pPr marL="0" indent="0" defTabSz="914400">
              <a:lnSpc>
                <a:spcPct val="90000"/>
              </a:lnSpc>
              <a:buNone/>
            </a:pPr>
            <a:r>
              <a:rPr lang="en-US" sz="1400" dirty="0">
                <a:latin typeface="Aptos" panose="020B0004020202020204" pitchFamily="34" charset="0"/>
              </a:rPr>
              <a:t>Function: Assist in small movements and stabilization of vertebrae</a:t>
            </a:r>
          </a:p>
        </p:txBody>
      </p:sp>
      <p:pic>
        <p:nvPicPr>
          <p:cNvPr id="8" name="Picture 7">
            <a:extLst>
              <a:ext uri="{FF2B5EF4-FFF2-40B4-BE49-F238E27FC236}">
                <a16:creationId xmlns:a16="http://schemas.microsoft.com/office/drawing/2014/main" id="{6C22BD0C-BE36-1CE4-D9DE-C42222FFC837}"/>
              </a:ext>
            </a:extLst>
          </p:cNvPr>
          <p:cNvPicPr>
            <a:picLocks noChangeAspect="1"/>
          </p:cNvPicPr>
          <p:nvPr/>
        </p:nvPicPr>
        <p:blipFill>
          <a:blip r:embed="rId2"/>
          <a:stretch>
            <a:fillRect/>
          </a:stretch>
        </p:blipFill>
        <p:spPr>
          <a:xfrm>
            <a:off x="-18220" y="1522706"/>
            <a:ext cx="3973771" cy="533529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C0BAD-7336-7F96-F1DE-DD521ACCD03B}"/>
              </a:ext>
            </a:extLst>
          </p:cNvPr>
          <p:cNvSpPr txBox="1">
            <a:spLocks noGrp="1"/>
          </p:cNvSpPr>
          <p:nvPr>
            <p:ph type="title"/>
          </p:nvPr>
        </p:nvSpPr>
        <p:spPr>
          <a:xfrm>
            <a:off x="1098882" y="249020"/>
            <a:ext cx="9994236" cy="518281"/>
          </a:xfrm>
        </p:spPr>
        <p:txBody>
          <a:bodyPr>
            <a:normAutofit/>
          </a:bodyPr>
          <a:lstStyle/>
          <a:p>
            <a:pPr lvl="0"/>
            <a:r>
              <a:rPr lang="en-GB" sz="2800" b="1" dirty="0">
                <a:latin typeface="Aptos" panose="020B0004020202020204" pitchFamily="34" charset="0"/>
              </a:rPr>
              <a:t>Biomechanics</a:t>
            </a:r>
          </a:p>
        </p:txBody>
      </p:sp>
      <p:pic>
        <p:nvPicPr>
          <p:cNvPr id="3" name="Content Placeholder 4">
            <a:extLst>
              <a:ext uri="{FF2B5EF4-FFF2-40B4-BE49-F238E27FC236}">
                <a16:creationId xmlns:a16="http://schemas.microsoft.com/office/drawing/2014/main" id="{01331322-A5C6-365F-4747-30F2D3892D29}"/>
              </a:ext>
            </a:extLst>
          </p:cNvPr>
          <p:cNvPicPr>
            <a:picLocks noGrp="1" noChangeAspect="1"/>
          </p:cNvPicPr>
          <p:nvPr>
            <p:ph idx="1"/>
          </p:nvPr>
        </p:nvPicPr>
        <p:blipFill>
          <a:blip r:embed="rId2"/>
          <a:srcRect/>
          <a:stretch>
            <a:fillRect/>
          </a:stretch>
        </p:blipFill>
        <p:spPr>
          <a:xfrm>
            <a:off x="8554532" y="691066"/>
            <a:ext cx="3638635" cy="4352928"/>
          </a:xfrm>
        </p:spPr>
      </p:pic>
      <p:sp>
        <p:nvSpPr>
          <p:cNvPr id="4" name="Content Placeholder 2">
            <a:extLst>
              <a:ext uri="{FF2B5EF4-FFF2-40B4-BE49-F238E27FC236}">
                <a16:creationId xmlns:a16="http://schemas.microsoft.com/office/drawing/2014/main" id="{F44926E2-57BF-2BE4-6F70-DD6BD83C960D}"/>
              </a:ext>
            </a:extLst>
          </p:cNvPr>
          <p:cNvSpPr txBox="1"/>
          <p:nvPr/>
        </p:nvSpPr>
        <p:spPr>
          <a:xfrm>
            <a:off x="494389" y="1047964"/>
            <a:ext cx="6420119" cy="5810036"/>
          </a:xfrm>
          <a:prstGeom prst="rect">
            <a:avLst/>
          </a:prstGeom>
          <a:noFill/>
          <a:ln cap="flat">
            <a:noFill/>
          </a:ln>
        </p:spPr>
        <p:txBody>
          <a:bodyPr vert="horz" wrap="square" lIns="91440" tIns="45720" rIns="91440" bIns="45720" anchor="t" anchorCtr="0" compatLnSpc="1">
            <a:noAutofit/>
          </a:bodyPr>
          <a:lstStyle/>
          <a:p>
            <a:pPr marL="228600" marR="0" lvl="0" indent="-228600" algn="l" defTabSz="914400" rtl="0" fontAlgn="auto" hangingPunct="1">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GB" sz="1600" b="0" i="0" u="none" strike="noStrike" kern="1200" cap="none" spc="0" baseline="0" dirty="0">
                <a:solidFill>
                  <a:srgbClr val="000000"/>
                </a:solidFill>
                <a:uFillTx/>
                <a:latin typeface="Aptos" panose="020B0004020202020204" pitchFamily="34" charset="0"/>
              </a:rPr>
              <a:t>The principal movements are flexion, extension, side flexion and rotation</a:t>
            </a:r>
          </a:p>
          <a:p>
            <a:pPr marL="228600" indent="-228600">
              <a:lnSpc>
                <a:spcPct val="90000"/>
              </a:lnSpc>
              <a:spcBef>
                <a:spcPts val="1000"/>
              </a:spcBef>
              <a:buSzPct val="100000"/>
              <a:buFont typeface="Arial" pitchFamily="34"/>
              <a:buChar char="•"/>
              <a:defRPr sz="1800" b="0" i="0" u="none" strike="noStrike" kern="0" cap="none" spc="0" baseline="0">
                <a:solidFill>
                  <a:srgbClr val="000000"/>
                </a:solidFill>
                <a:uFillTx/>
              </a:defRPr>
            </a:pPr>
            <a:r>
              <a:rPr lang="en-GB" sz="1600" b="0" i="0" u="none" strike="noStrike" kern="1200" cap="none" spc="0" baseline="0" dirty="0">
                <a:solidFill>
                  <a:srgbClr val="000000"/>
                </a:solidFill>
                <a:uFillTx/>
                <a:latin typeface="Aptos" panose="020B0004020202020204" pitchFamily="34" charset="0"/>
              </a:rPr>
              <a:t>Other movement are compression/distraction, and </a:t>
            </a:r>
            <a:r>
              <a:rPr lang="en-GB" sz="1600" dirty="0">
                <a:latin typeface="Aptos" panose="020B0004020202020204" pitchFamily="34" charset="0"/>
              </a:rPr>
              <a:t>Anterior/posterior/lateral shear</a:t>
            </a:r>
            <a:endParaRPr lang="en-GB" sz="1600" b="0" i="0" u="none" strike="noStrike" kern="1200" cap="none" spc="0" baseline="0" dirty="0">
              <a:solidFill>
                <a:srgbClr val="000000"/>
              </a:solidFill>
              <a:uFillTx/>
              <a:latin typeface="Aptos" panose="020B0004020202020204" pitchFamily="34" charset="0"/>
            </a:endParaRPr>
          </a:p>
          <a:p>
            <a:pPr marL="228600" marR="0" lvl="0" indent="-228600" algn="l" defTabSz="914400" rtl="0" fontAlgn="auto" hangingPunct="1">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GB" sz="1600" b="0" i="0" u="none" strike="noStrike" kern="1200" cap="none" spc="0" baseline="0" dirty="0">
                <a:solidFill>
                  <a:srgbClr val="000000"/>
                </a:solidFill>
                <a:uFillTx/>
                <a:latin typeface="Aptos" panose="020B0004020202020204" pitchFamily="34" charset="0"/>
              </a:rPr>
              <a:t>ALL restrict hyperextension, PLL restrict flexion, SF and rotation are limited by facet joints, capsule and facet joint ligaments</a:t>
            </a:r>
          </a:p>
          <a:p>
            <a:pPr marL="228600" marR="0" lvl="0" indent="-228600" algn="l" defTabSz="914400" rtl="0" fontAlgn="auto" hangingPunct="1">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GB" sz="1600" b="0" i="0" u="none" strike="noStrike" kern="1200" cap="none" spc="0" baseline="0" dirty="0">
                <a:solidFill>
                  <a:srgbClr val="000000"/>
                </a:solidFill>
                <a:uFillTx/>
                <a:latin typeface="Aptos" panose="020B0004020202020204" pitchFamily="34" charset="0"/>
              </a:rPr>
              <a:t>Facet joints are not normally weight bearing joints, vertebrae and intervertebral discs are weight bearing joints</a:t>
            </a:r>
          </a:p>
          <a:p>
            <a:pPr marL="228600" marR="0" lvl="0" indent="-228600" algn="l" defTabSz="914400" rtl="0" fontAlgn="auto" hangingPunct="1">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GB" sz="1600" b="0" i="0" u="none" strike="noStrike" kern="1200" cap="none" spc="0" baseline="0" dirty="0">
                <a:solidFill>
                  <a:srgbClr val="000000"/>
                </a:solidFill>
                <a:uFillTx/>
                <a:latin typeface="Aptos" panose="020B0004020202020204" pitchFamily="34" charset="0"/>
              </a:rPr>
              <a:t>Most compressive force are absorbed by the discs , the facet joint bear weight only in extension</a:t>
            </a:r>
          </a:p>
          <a:p>
            <a:pPr marL="228600" marR="0" lvl="0" indent="-228600" algn="l" defTabSz="914400" rtl="0" fontAlgn="auto" hangingPunct="1">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GB" sz="1600" b="0" i="0" u="none" strike="noStrike" kern="1200" cap="none" spc="0" baseline="0" dirty="0">
                <a:solidFill>
                  <a:srgbClr val="000000"/>
                </a:solidFill>
                <a:uFillTx/>
                <a:latin typeface="Aptos" panose="020B0004020202020204" pitchFamily="34" charset="0"/>
              </a:rPr>
              <a:t>The discs of the lumbar spine account for 25% of the total height of the lumbar spine</a:t>
            </a:r>
          </a:p>
          <a:p>
            <a:pPr marL="228600" marR="0" lvl="0" indent="-228600" algn="l" defTabSz="914400" rtl="0" fontAlgn="auto" hangingPunct="1">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GB" sz="1600" b="0" i="0" u="none" strike="noStrike" kern="1200" cap="none" spc="0" baseline="0" dirty="0">
                <a:solidFill>
                  <a:srgbClr val="000000"/>
                </a:solidFill>
                <a:uFillTx/>
                <a:latin typeface="Aptos" panose="020B0004020202020204" pitchFamily="34" charset="0"/>
              </a:rPr>
              <a:t>Lumbar discs are most common disc to prolapse</a:t>
            </a:r>
          </a:p>
          <a:p>
            <a:pPr marL="228600" marR="0" lvl="0" indent="-228600" algn="l" defTabSz="914400" rtl="0" fontAlgn="auto" hangingPunct="1">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GB" sz="1600" b="0" i="0" u="none" strike="noStrike" kern="1200" cap="none" spc="0" baseline="0" dirty="0">
                <a:solidFill>
                  <a:srgbClr val="000000"/>
                </a:solidFill>
                <a:uFillTx/>
                <a:latin typeface="Aptos" panose="020B0004020202020204" pitchFamily="34" charset="0"/>
              </a:rPr>
              <a:t>Disc contain 95% water in 20-year-old and 60% in 80-year-old</a:t>
            </a:r>
          </a:p>
          <a:p>
            <a:pPr marL="228600" marR="0" lvl="0" indent="-228600" algn="l" defTabSz="914400" rtl="0" fontAlgn="auto" hangingPunct="1">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endParaRPr lang="en-GB" sz="2800" b="0" i="0" u="none" strike="noStrike" kern="1200" cap="none" spc="0" baseline="0" dirty="0">
              <a:solidFill>
                <a:srgbClr val="000000"/>
              </a:solidFill>
              <a:uFillTx/>
              <a:latin typeface="Aptos" pitchFamily="3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BEA0FE-A46A-02AA-83AD-9C391243A6C5}"/>
              </a:ext>
            </a:extLst>
          </p:cNvPr>
          <p:cNvSpPr>
            <a:spLocks noGrp="1"/>
          </p:cNvSpPr>
          <p:nvPr>
            <p:ph idx="1"/>
          </p:nvPr>
        </p:nvSpPr>
        <p:spPr/>
        <p:txBody>
          <a:bodyPr/>
          <a:lstStyle/>
          <a:p>
            <a:pPr marL="0" indent="0">
              <a:buNone/>
            </a:pPr>
            <a:r>
              <a:rPr lang="en-GB" dirty="0"/>
              <a:t>2. Pain mechanism</a:t>
            </a:r>
          </a:p>
        </p:txBody>
      </p:sp>
    </p:spTree>
    <p:extLst>
      <p:ext uri="{BB962C8B-B14F-4D97-AF65-F5344CB8AC3E}">
        <p14:creationId xmlns:p14="http://schemas.microsoft.com/office/powerpoint/2010/main" val="115489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FFD809C-0A1D-1DD4-A7BD-5C8AE2052E92}"/>
              </a:ext>
            </a:extLst>
          </p:cNvPr>
          <p:cNvSpPr>
            <a:spLocks noGrp="1"/>
          </p:cNvSpPr>
          <p:nvPr>
            <p:ph type="title"/>
          </p:nvPr>
        </p:nvSpPr>
        <p:spPr>
          <a:xfrm>
            <a:off x="1371597" y="348865"/>
            <a:ext cx="10044023" cy="877729"/>
          </a:xfrm>
        </p:spPr>
        <p:txBody>
          <a:bodyPr anchor="ctr">
            <a:normAutofit/>
          </a:bodyPr>
          <a:lstStyle/>
          <a:p>
            <a:r>
              <a:rPr lang="en-GB" sz="2800" dirty="0">
                <a:solidFill>
                  <a:srgbClr val="FFFFFF"/>
                </a:solidFill>
              </a:rPr>
              <a:t>Pain Mechanism</a:t>
            </a:r>
          </a:p>
        </p:txBody>
      </p:sp>
      <p:graphicFrame>
        <p:nvGraphicFramePr>
          <p:cNvPr id="5" name="Content Placeholder 2">
            <a:extLst>
              <a:ext uri="{FF2B5EF4-FFF2-40B4-BE49-F238E27FC236}">
                <a16:creationId xmlns:a16="http://schemas.microsoft.com/office/drawing/2014/main" id="{E7A5FBD6-0F01-F6F1-68A2-79937E6D1DB4}"/>
              </a:ext>
            </a:extLst>
          </p:cNvPr>
          <p:cNvGraphicFramePr>
            <a:graphicFrameLocks noGrp="1"/>
          </p:cNvGraphicFramePr>
          <p:nvPr>
            <p:ph idx="1"/>
            <p:extLst>
              <p:ext uri="{D42A27DB-BD31-4B8C-83A1-F6EECF244321}">
                <p14:modId xmlns:p14="http://schemas.microsoft.com/office/powerpoint/2010/main" val="403815227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07749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C38E28-7F81-B591-1D99-FF9556D4A105}"/>
              </a:ext>
            </a:extLst>
          </p:cNvPr>
          <p:cNvSpPr>
            <a:spLocks noGrp="1"/>
          </p:cNvSpPr>
          <p:nvPr>
            <p:ph type="title"/>
          </p:nvPr>
        </p:nvSpPr>
        <p:spPr>
          <a:xfrm>
            <a:off x="1371599" y="294538"/>
            <a:ext cx="9895951" cy="1033669"/>
          </a:xfrm>
        </p:spPr>
        <p:txBody>
          <a:bodyPr>
            <a:normAutofit/>
          </a:bodyPr>
          <a:lstStyle/>
          <a:p>
            <a:r>
              <a:rPr lang="en-GB" sz="2800" dirty="0">
                <a:solidFill>
                  <a:srgbClr val="FFFFFF"/>
                </a:solidFill>
                <a:latin typeface="+mn-lt"/>
              </a:rPr>
              <a:t>Pain mechanism</a:t>
            </a:r>
          </a:p>
        </p:txBody>
      </p:sp>
      <p:sp>
        <p:nvSpPr>
          <p:cNvPr id="18" name="Content Placeholder 2">
            <a:extLst>
              <a:ext uri="{FF2B5EF4-FFF2-40B4-BE49-F238E27FC236}">
                <a16:creationId xmlns:a16="http://schemas.microsoft.com/office/drawing/2014/main" id="{8A8C4C17-83D0-47B5-8A0D-5CE070487831}"/>
              </a:ext>
            </a:extLst>
          </p:cNvPr>
          <p:cNvSpPr>
            <a:spLocks noGrp="1"/>
          </p:cNvSpPr>
          <p:nvPr>
            <p:ph idx="1"/>
          </p:nvPr>
        </p:nvSpPr>
        <p:spPr>
          <a:xfrm>
            <a:off x="1371599" y="1972638"/>
            <a:ext cx="9724031" cy="4028917"/>
          </a:xfrm>
        </p:spPr>
        <p:txBody>
          <a:bodyPr anchor="ctr">
            <a:normAutofit/>
          </a:bodyPr>
          <a:lstStyle/>
          <a:p>
            <a:pPr marL="0" indent="0">
              <a:buNone/>
            </a:pPr>
            <a:r>
              <a:rPr lang="en-US" sz="1400" dirty="0"/>
              <a:t>Pain pathways are significant in clinical applications as they underlie pain perception and provide pain management targets</a:t>
            </a:r>
          </a:p>
          <a:p>
            <a:pPr marL="0" indent="0">
              <a:buNone/>
            </a:pPr>
            <a:r>
              <a:rPr lang="en-GB" sz="1400" b="1" dirty="0"/>
              <a:t>Pain Mechanism</a:t>
            </a:r>
          </a:p>
          <a:p>
            <a:pPr marL="0" indent="0">
              <a:buNone/>
            </a:pPr>
            <a:r>
              <a:rPr lang="en-GB" sz="1400" b="1" dirty="0"/>
              <a:t>1. Transduction:</a:t>
            </a:r>
            <a:endParaRPr lang="en-GB" sz="1400" dirty="0"/>
          </a:p>
          <a:p>
            <a:r>
              <a:rPr lang="en-GB" sz="1400" dirty="0"/>
              <a:t>Tissue injury releases chemicals (e.g., bradykinin, prostaglandins, histamine, ATP).</a:t>
            </a:r>
          </a:p>
          <a:p>
            <a:r>
              <a:rPr lang="en-GB" sz="1400" dirty="0"/>
              <a:t>These activate nociceptors (pain receptors) in the skin, muscles, or organs (silent nociceptors).</a:t>
            </a:r>
          </a:p>
          <a:p>
            <a:pPr marL="0" indent="0">
              <a:buNone/>
            </a:pPr>
            <a:r>
              <a:rPr lang="en-GB" sz="1400" b="1" dirty="0"/>
              <a:t>2. Transmission:</a:t>
            </a:r>
            <a:endParaRPr lang="en-GB" sz="1400" dirty="0"/>
          </a:p>
          <a:p>
            <a:r>
              <a:rPr lang="en-GB" sz="1400" dirty="0"/>
              <a:t>Pain signals travel via A</a:t>
            </a:r>
            <a:r>
              <a:rPr lang="el-GR" sz="1400" dirty="0"/>
              <a:t>δ (</a:t>
            </a:r>
            <a:r>
              <a:rPr lang="en-GB" sz="1400" dirty="0"/>
              <a:t>fast) and C (slow) </a:t>
            </a:r>
            <a:r>
              <a:rPr lang="en-GB" sz="1400" dirty="0" err="1"/>
              <a:t>fibers</a:t>
            </a:r>
            <a:r>
              <a:rPr lang="en-GB" sz="1400" dirty="0"/>
              <a:t> → spinal cord (dorsal horn) → brain (thalamus &amp; cortex via spinothalamic tract).</a:t>
            </a:r>
          </a:p>
          <a:p>
            <a:pPr marL="0" indent="0">
              <a:buNone/>
            </a:pPr>
            <a:r>
              <a:rPr lang="en-GB" sz="1400" b="1" dirty="0"/>
              <a:t>3. Modulation:</a:t>
            </a:r>
            <a:endParaRPr lang="en-GB" sz="1400" dirty="0"/>
          </a:p>
          <a:p>
            <a:r>
              <a:rPr lang="en-GB" sz="1400" dirty="0"/>
              <a:t>Descending pathways from brainstem (e.g., serotonin, norepinephrine, endorphins) inhibit or amplify pain signals in the spinal cord.</a:t>
            </a:r>
          </a:p>
          <a:p>
            <a:pPr marL="0" indent="0">
              <a:buNone/>
            </a:pPr>
            <a:r>
              <a:rPr lang="en-GB" sz="1400" b="1" dirty="0"/>
              <a:t>4. Perception:</a:t>
            </a:r>
            <a:endParaRPr lang="en-GB" sz="1400" dirty="0"/>
          </a:p>
          <a:p>
            <a:r>
              <a:rPr lang="en-GB" sz="1400" dirty="0"/>
              <a:t>Brain interprets signals as pain, influenced by emotion, memory, and context.</a:t>
            </a:r>
          </a:p>
          <a:p>
            <a:endParaRPr lang="en-GB" sz="1300" dirty="0"/>
          </a:p>
        </p:txBody>
      </p:sp>
    </p:spTree>
    <p:extLst>
      <p:ext uri="{BB962C8B-B14F-4D97-AF65-F5344CB8AC3E}">
        <p14:creationId xmlns:p14="http://schemas.microsoft.com/office/powerpoint/2010/main" val="2589261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E873A7-B8F3-9033-2E06-45C5D277373D}"/>
              </a:ext>
            </a:extLst>
          </p:cNvPr>
          <p:cNvSpPr>
            <a:spLocks noGrp="1"/>
          </p:cNvSpPr>
          <p:nvPr>
            <p:ph type="title"/>
          </p:nvPr>
        </p:nvSpPr>
        <p:spPr>
          <a:xfrm>
            <a:off x="1371599" y="294538"/>
            <a:ext cx="9895951" cy="1033669"/>
          </a:xfrm>
        </p:spPr>
        <p:txBody>
          <a:bodyPr vert="horz" lIns="91440" tIns="45720" rIns="91440" bIns="45720" rtlCol="0" anchor="ctr">
            <a:normAutofit/>
          </a:bodyPr>
          <a:lstStyle/>
          <a:p>
            <a:pPr>
              <a:spcBef>
                <a:spcPct val="0"/>
              </a:spcBef>
            </a:pPr>
            <a:r>
              <a:rPr lang="en-US" sz="2800" kern="1200" dirty="0">
                <a:solidFill>
                  <a:srgbClr val="FFFFFF"/>
                </a:solidFill>
                <a:latin typeface="+mn-lt"/>
                <a:ea typeface="+mj-ea"/>
                <a:cs typeface="+mj-cs"/>
              </a:rPr>
              <a:t>Neuroplasticity</a:t>
            </a:r>
          </a:p>
        </p:txBody>
      </p:sp>
      <p:sp>
        <p:nvSpPr>
          <p:cNvPr id="4" name="Content Placeholder 2">
            <a:extLst>
              <a:ext uri="{FF2B5EF4-FFF2-40B4-BE49-F238E27FC236}">
                <a16:creationId xmlns:a16="http://schemas.microsoft.com/office/drawing/2014/main" id="{8BE8D72F-4F6F-8CF8-AE13-959E6E0F7517}"/>
              </a:ext>
            </a:extLst>
          </p:cNvPr>
          <p:cNvSpPr txBox="1">
            <a:spLocks/>
          </p:cNvSpPr>
          <p:nvPr/>
        </p:nvSpPr>
        <p:spPr>
          <a:xfrm>
            <a:off x="171449" y="1622746"/>
            <a:ext cx="7798378" cy="5162518"/>
          </a:xfrm>
          <a:prstGeom prst="rect">
            <a:avLst/>
          </a:prstGeom>
        </p:spPr>
        <p:txBody>
          <a:bodyPr vert="horz" lIns="91440" tIns="45720" rIns="91440" bIns="45720" rtlCol="0" anchor="ctr" anchorCtr="0" compatLnSpc="1">
            <a:no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solidFill>
                  <a:schemeClr val="tx1"/>
                </a:solidFill>
                <a:latin typeface="Aptos" panose="020B0004020202020204" pitchFamily="34" charset="0"/>
              </a:rPr>
              <a:t>Peripheral Sensitization or hyperexcitability</a:t>
            </a:r>
            <a:endParaRPr lang="en-US" sz="1600" dirty="0">
              <a:solidFill>
                <a:schemeClr val="tx1"/>
              </a:solidFill>
              <a:latin typeface="Aptos" panose="020B0004020202020204" pitchFamily="34" charset="0"/>
            </a:endParaRPr>
          </a:p>
          <a:p>
            <a:pPr>
              <a:buFont typeface="Arial" panose="020B0604020202020204" pitchFamily="34" charset="0"/>
              <a:buChar char="•"/>
            </a:pPr>
            <a:r>
              <a:rPr lang="en-US" sz="1600" dirty="0">
                <a:solidFill>
                  <a:schemeClr val="tx1"/>
                </a:solidFill>
                <a:latin typeface="Aptos" panose="020B0004020202020204" pitchFamily="34" charset="0"/>
              </a:rPr>
              <a:t>Happens at the site of injury.</a:t>
            </a:r>
          </a:p>
          <a:p>
            <a:pPr>
              <a:buFont typeface="Arial" panose="020B0604020202020204" pitchFamily="34" charset="0"/>
              <a:buChar char="•"/>
            </a:pPr>
            <a:r>
              <a:rPr lang="en-US" sz="1600" dirty="0">
                <a:solidFill>
                  <a:schemeClr val="tx1"/>
                </a:solidFill>
                <a:latin typeface="Aptos" panose="020B0004020202020204" pitchFamily="34" charset="0"/>
              </a:rPr>
              <a:t>When tissues are damaged, they release chemicals (like prostaglandins, bradykinin, histamine).</a:t>
            </a:r>
          </a:p>
          <a:p>
            <a:pPr>
              <a:buFont typeface="Arial" panose="020B0604020202020204" pitchFamily="34" charset="0"/>
              <a:buChar char="•"/>
            </a:pPr>
            <a:r>
              <a:rPr lang="en-US" sz="1600" dirty="0">
                <a:solidFill>
                  <a:schemeClr val="tx1"/>
                </a:solidFill>
                <a:latin typeface="Aptos" panose="020B0004020202020204" pitchFamily="34" charset="0"/>
              </a:rPr>
              <a:t>These make the pain receptors (nociceptors) more sensitive.</a:t>
            </a:r>
          </a:p>
          <a:p>
            <a:pPr>
              <a:buFont typeface="Arial" panose="020B0604020202020204" pitchFamily="34" charset="0"/>
              <a:buChar char="•"/>
            </a:pPr>
            <a:r>
              <a:rPr lang="en-US" sz="1600" dirty="0">
                <a:solidFill>
                  <a:schemeClr val="tx1"/>
                </a:solidFill>
                <a:latin typeface="Aptos" panose="020B0004020202020204" pitchFamily="34" charset="0"/>
              </a:rPr>
              <a:t>Result → even light touch or mild stimuli can feel painful.</a:t>
            </a:r>
            <a:br>
              <a:rPr lang="en-US" sz="1600" dirty="0">
                <a:solidFill>
                  <a:schemeClr val="tx1"/>
                </a:solidFill>
                <a:latin typeface="Aptos" panose="020B0004020202020204" pitchFamily="34" charset="0"/>
              </a:rPr>
            </a:br>
            <a:r>
              <a:rPr lang="en-US" sz="1600" i="1" dirty="0">
                <a:solidFill>
                  <a:schemeClr val="tx1"/>
                </a:solidFill>
                <a:latin typeface="Aptos" panose="020B0004020202020204" pitchFamily="34" charset="0"/>
              </a:rPr>
              <a:t>(Example: Sunburned skin feels sore even with a gentle touch.)</a:t>
            </a:r>
          </a:p>
          <a:p>
            <a:pPr>
              <a:buFont typeface="Arial" panose="020B0604020202020204" pitchFamily="34" charset="0"/>
              <a:buChar char="•"/>
            </a:pPr>
            <a:r>
              <a:rPr lang="en-US" sz="1600" dirty="0">
                <a:solidFill>
                  <a:schemeClr val="tx1"/>
                </a:solidFill>
                <a:latin typeface="Aptos" panose="020B0004020202020204" pitchFamily="34" charset="0"/>
              </a:rPr>
              <a:t>Adaptive and self limiting</a:t>
            </a:r>
          </a:p>
          <a:p>
            <a:pPr marL="0" indent="0">
              <a:buNone/>
            </a:pPr>
            <a:r>
              <a:rPr lang="en-US" sz="1600" b="1" dirty="0">
                <a:solidFill>
                  <a:schemeClr val="tx1"/>
                </a:solidFill>
                <a:latin typeface="Aptos" panose="020B0004020202020204" pitchFamily="34" charset="0"/>
              </a:rPr>
              <a:t>Central Sensitization</a:t>
            </a:r>
            <a:endParaRPr lang="en-US" sz="1600" dirty="0">
              <a:solidFill>
                <a:schemeClr val="tx1"/>
              </a:solidFill>
              <a:latin typeface="Aptos" panose="020B0004020202020204" pitchFamily="34" charset="0"/>
            </a:endParaRPr>
          </a:p>
          <a:p>
            <a:pPr>
              <a:buFont typeface="Arial" panose="020B0604020202020204" pitchFamily="34" charset="0"/>
              <a:buChar char="•"/>
            </a:pPr>
            <a:r>
              <a:rPr lang="en-US" sz="1600" dirty="0">
                <a:solidFill>
                  <a:schemeClr val="tx1"/>
                </a:solidFill>
                <a:latin typeface="Aptos" panose="020B0004020202020204" pitchFamily="34" charset="0"/>
              </a:rPr>
              <a:t>Occurs in the spinal cord and brain.</a:t>
            </a:r>
          </a:p>
          <a:p>
            <a:pPr>
              <a:buFont typeface="Arial" panose="020B0604020202020204" pitchFamily="34" charset="0"/>
              <a:buChar char="•"/>
            </a:pPr>
            <a:r>
              <a:rPr lang="en-US" sz="1600" dirty="0">
                <a:solidFill>
                  <a:schemeClr val="tx1"/>
                </a:solidFill>
                <a:latin typeface="Aptos" panose="020B0004020202020204" pitchFamily="34" charset="0"/>
              </a:rPr>
              <a:t>Continuous pain signals from the periphery make the spinal neurons overactive.</a:t>
            </a:r>
          </a:p>
          <a:p>
            <a:pPr>
              <a:buFont typeface="Arial" panose="020B0604020202020204" pitchFamily="34" charset="0"/>
              <a:buChar char="•"/>
            </a:pPr>
            <a:r>
              <a:rPr lang="en-US" sz="1600" dirty="0">
                <a:solidFill>
                  <a:schemeClr val="tx1"/>
                </a:solidFill>
                <a:latin typeface="Aptos" panose="020B0004020202020204" pitchFamily="34" charset="0"/>
              </a:rPr>
              <a:t>This causes increased pain sensitivity and pain spreading beyond the original injury area.</a:t>
            </a:r>
            <a:br>
              <a:rPr lang="en-US" sz="1600" dirty="0">
                <a:solidFill>
                  <a:schemeClr val="tx1"/>
                </a:solidFill>
                <a:latin typeface="Aptos" panose="020B0004020202020204" pitchFamily="34" charset="0"/>
              </a:rPr>
            </a:br>
            <a:r>
              <a:rPr lang="en-US" sz="1600" i="1" dirty="0">
                <a:solidFill>
                  <a:schemeClr val="tx1"/>
                </a:solidFill>
                <a:latin typeface="Aptos" panose="020B0004020202020204" pitchFamily="34" charset="0"/>
              </a:rPr>
              <a:t>(Example: Chronic back pain that becomes widespread.)</a:t>
            </a:r>
            <a:endParaRPr lang="en-US" sz="1600" dirty="0">
              <a:solidFill>
                <a:schemeClr val="tx1"/>
              </a:solidFill>
              <a:latin typeface="Aptos" panose="020B0004020202020204" pitchFamily="34" charset="0"/>
            </a:endParaRPr>
          </a:p>
          <a:p>
            <a:pPr>
              <a:buFont typeface="Arial" panose="020B0604020202020204" pitchFamily="34" charset="0"/>
              <a:buChar char="•"/>
            </a:pPr>
            <a:r>
              <a:rPr lang="en-US" sz="1600" dirty="0">
                <a:solidFill>
                  <a:schemeClr val="tx1"/>
                </a:solidFill>
                <a:latin typeface="Aptos" panose="020B0004020202020204" pitchFamily="34" charset="0"/>
              </a:rPr>
              <a:t>Can be maladaptive and create pain in the absence of any noxious stimulus</a:t>
            </a:r>
          </a:p>
          <a:p>
            <a:pPr>
              <a:buFont typeface="Arial" panose="020B0604020202020204" pitchFamily="34" charset="0"/>
              <a:buChar char="•"/>
            </a:pPr>
            <a:r>
              <a:rPr lang="en-US" sz="1600" dirty="0">
                <a:solidFill>
                  <a:schemeClr val="tx1"/>
                </a:solidFill>
                <a:latin typeface="Aptos" panose="020B0004020202020204" pitchFamily="34" charset="0"/>
              </a:rPr>
              <a:t>Key mechanism of chronic pain</a:t>
            </a:r>
          </a:p>
        </p:txBody>
      </p:sp>
      <p:sp>
        <p:nvSpPr>
          <p:cNvPr id="3" name="Content Placeholder 2">
            <a:extLst>
              <a:ext uri="{FF2B5EF4-FFF2-40B4-BE49-F238E27FC236}">
                <a16:creationId xmlns:a16="http://schemas.microsoft.com/office/drawing/2014/main" id="{9ECBFFCB-330A-24B4-72B8-6BD1C6F733E0}"/>
              </a:ext>
            </a:extLst>
          </p:cNvPr>
          <p:cNvSpPr txBox="1">
            <a:spLocks/>
          </p:cNvSpPr>
          <p:nvPr/>
        </p:nvSpPr>
        <p:spPr>
          <a:xfrm>
            <a:off x="8489373" y="2125984"/>
            <a:ext cx="3359729" cy="1831568"/>
          </a:xfrm>
          <a:prstGeom prst="rect">
            <a:avLst/>
          </a:prstGeom>
        </p:spPr>
        <p:txBody>
          <a:bodyPr vert="horz" lIns="91440" tIns="45720" rIns="91440" bIns="45720" rtlCol="0" anchor="ctr" anchorCtr="0" compatLnSpc="1">
            <a:norm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solidFill>
                  <a:schemeClr val="tx1"/>
                </a:solidFill>
                <a:latin typeface="Aptos" panose="020B0004020202020204" pitchFamily="34" charset="0"/>
              </a:rPr>
              <a:t>Hyperalgesia</a:t>
            </a:r>
            <a:r>
              <a:rPr lang="en-US" sz="1600" dirty="0">
                <a:solidFill>
                  <a:schemeClr val="tx1"/>
                </a:solidFill>
                <a:latin typeface="Aptos" panose="020B0004020202020204" pitchFamily="34" charset="0"/>
              </a:rPr>
              <a:t>: Increased pain from stimulus that normally provokes pain: Primary and secondary</a:t>
            </a:r>
          </a:p>
          <a:p>
            <a:pPr marL="0" indent="0">
              <a:buNone/>
            </a:pPr>
            <a:r>
              <a:rPr lang="en-US" sz="1600" b="1" dirty="0">
                <a:solidFill>
                  <a:schemeClr val="tx1"/>
                </a:solidFill>
                <a:latin typeface="Aptos" panose="020B0004020202020204" pitchFamily="34" charset="0"/>
              </a:rPr>
              <a:t>Allodynia: </a:t>
            </a:r>
            <a:r>
              <a:rPr lang="en-US" sz="1600" dirty="0">
                <a:solidFill>
                  <a:schemeClr val="tx1"/>
                </a:solidFill>
                <a:latin typeface="Aptos" panose="020B0004020202020204" pitchFamily="34" charset="0"/>
              </a:rPr>
              <a:t>Pain due to a stimulus that does not normally provoke pain</a:t>
            </a:r>
          </a:p>
          <a:p>
            <a:pPr>
              <a:buFont typeface="Arial" panose="020B0604020202020204" pitchFamily="34" charset="0"/>
              <a:buChar char="•"/>
            </a:pPr>
            <a:endParaRPr lang="en-US" sz="1700" dirty="0">
              <a:solidFill>
                <a:schemeClr val="tx1"/>
              </a:solidFill>
              <a:latin typeface="+mn-lt"/>
            </a:endParaRPr>
          </a:p>
        </p:txBody>
      </p:sp>
    </p:spTree>
    <p:extLst>
      <p:ext uri="{BB962C8B-B14F-4D97-AF65-F5344CB8AC3E}">
        <p14:creationId xmlns:p14="http://schemas.microsoft.com/office/powerpoint/2010/main" val="2348523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286B8-AE7F-6476-5357-7241FCBE74F8}"/>
              </a:ext>
            </a:extLst>
          </p:cNvPr>
          <p:cNvSpPr>
            <a:spLocks noGrp="1"/>
          </p:cNvSpPr>
          <p:nvPr>
            <p:ph type="title"/>
          </p:nvPr>
        </p:nvSpPr>
        <p:spPr/>
        <p:txBody>
          <a:bodyPr>
            <a:normAutofit/>
          </a:bodyPr>
          <a:lstStyle/>
          <a:p>
            <a:r>
              <a:rPr lang="en-GB" sz="2800" dirty="0">
                <a:latin typeface="Aptos" panose="020B0004020202020204" pitchFamily="34" charset="0"/>
              </a:rPr>
              <a:t>Who gets Central sensitization</a:t>
            </a:r>
          </a:p>
        </p:txBody>
      </p:sp>
      <p:sp>
        <p:nvSpPr>
          <p:cNvPr id="3" name="Content Placeholder 2">
            <a:extLst>
              <a:ext uri="{FF2B5EF4-FFF2-40B4-BE49-F238E27FC236}">
                <a16:creationId xmlns:a16="http://schemas.microsoft.com/office/drawing/2014/main" id="{22A2E8D8-E5A7-495F-2498-B2BCD16167C1}"/>
              </a:ext>
            </a:extLst>
          </p:cNvPr>
          <p:cNvSpPr>
            <a:spLocks noGrp="1"/>
          </p:cNvSpPr>
          <p:nvPr>
            <p:ph idx="1"/>
          </p:nvPr>
        </p:nvSpPr>
        <p:spPr>
          <a:xfrm>
            <a:off x="1222666" y="1846408"/>
            <a:ext cx="3557152" cy="4351336"/>
          </a:xfrm>
        </p:spPr>
        <p:txBody>
          <a:bodyPr>
            <a:normAutofit fontScale="62500" lnSpcReduction="20000"/>
          </a:bodyPr>
          <a:lstStyle/>
          <a:p>
            <a:pPr marL="0" indent="0">
              <a:buNone/>
            </a:pPr>
            <a:r>
              <a:rPr lang="en-GB" dirty="0"/>
              <a:t>Often present</a:t>
            </a:r>
          </a:p>
          <a:p>
            <a:r>
              <a:rPr lang="en-GB" dirty="0"/>
              <a:t>Fibromyalgia</a:t>
            </a:r>
          </a:p>
          <a:p>
            <a:r>
              <a:rPr lang="en-GB" dirty="0"/>
              <a:t>Chronic fatigue syndrome</a:t>
            </a:r>
          </a:p>
          <a:p>
            <a:r>
              <a:rPr lang="en-GB" dirty="0"/>
              <a:t>Osteoarthritis</a:t>
            </a:r>
          </a:p>
          <a:p>
            <a:r>
              <a:rPr lang="en-GB" dirty="0"/>
              <a:t>Whiplash</a:t>
            </a:r>
          </a:p>
          <a:p>
            <a:r>
              <a:rPr lang="en-GB" dirty="0"/>
              <a:t>IBS</a:t>
            </a:r>
          </a:p>
          <a:p>
            <a:r>
              <a:rPr lang="en-GB" dirty="0"/>
              <a:t>Migraine</a:t>
            </a:r>
          </a:p>
          <a:p>
            <a:r>
              <a:rPr lang="en-GB" dirty="0"/>
              <a:t>Tension type headache</a:t>
            </a:r>
          </a:p>
          <a:p>
            <a:r>
              <a:rPr lang="en-GB" dirty="0"/>
              <a:t>Complex regional pain syndrome</a:t>
            </a:r>
          </a:p>
          <a:p>
            <a:r>
              <a:rPr lang="en-GB" dirty="0"/>
              <a:t>Neuropathic pain</a:t>
            </a:r>
          </a:p>
          <a:p>
            <a:r>
              <a:rPr lang="en-GB" dirty="0"/>
              <a:t>Chronic pelvic pain</a:t>
            </a:r>
          </a:p>
          <a:p>
            <a:r>
              <a:rPr lang="en-GB" dirty="0"/>
              <a:t> TMJ disorder</a:t>
            </a:r>
          </a:p>
          <a:p>
            <a:r>
              <a:rPr lang="en-GB" dirty="0"/>
              <a:t>Carpal tunnel syndrome</a:t>
            </a:r>
          </a:p>
          <a:p>
            <a:pPr marL="0" indent="0">
              <a:buNone/>
            </a:pPr>
            <a:endParaRPr lang="en-GB" dirty="0"/>
          </a:p>
        </p:txBody>
      </p:sp>
      <p:sp>
        <p:nvSpPr>
          <p:cNvPr id="4" name="Content Placeholder 2">
            <a:extLst>
              <a:ext uri="{FF2B5EF4-FFF2-40B4-BE49-F238E27FC236}">
                <a16:creationId xmlns:a16="http://schemas.microsoft.com/office/drawing/2014/main" id="{C967B93C-2FCD-8896-58C0-E091F8A788F6}"/>
              </a:ext>
            </a:extLst>
          </p:cNvPr>
          <p:cNvSpPr txBox="1">
            <a:spLocks/>
          </p:cNvSpPr>
          <p:nvPr/>
        </p:nvSpPr>
        <p:spPr>
          <a:xfrm>
            <a:off x="6674430" y="1690688"/>
            <a:ext cx="3557152" cy="4351336"/>
          </a:xfrm>
          <a:prstGeom prst="rect">
            <a:avLst/>
          </a:prstGeom>
          <a:noFill/>
          <a:ln>
            <a:noFill/>
          </a:ln>
        </p:spPr>
        <p:txBody>
          <a:bodyPr vert="horz" wrap="square" lIns="91440" tIns="45720" rIns="91440" bIns="45720" anchor="t" anchorCtr="0" compatLnSpc="1">
            <a:norm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itchFamily="34"/>
              <a:buNone/>
            </a:pPr>
            <a:r>
              <a:rPr lang="en-GB" sz="1600" dirty="0"/>
              <a:t>Occasionally present</a:t>
            </a:r>
          </a:p>
          <a:p>
            <a:r>
              <a:rPr lang="en-GB" sz="1600" dirty="0"/>
              <a:t>Low back pain</a:t>
            </a:r>
          </a:p>
          <a:p>
            <a:r>
              <a:rPr lang="en-GB" sz="1600" dirty="0"/>
              <a:t>Shoulder pain</a:t>
            </a:r>
          </a:p>
          <a:p>
            <a:r>
              <a:rPr lang="en-GB" sz="1600" dirty="0"/>
              <a:t>Rheumatoid arthritis</a:t>
            </a:r>
          </a:p>
          <a:p>
            <a:r>
              <a:rPr lang="en-GB" sz="1600" dirty="0"/>
              <a:t>Non traumatic neck pain</a:t>
            </a:r>
          </a:p>
          <a:p>
            <a:r>
              <a:rPr lang="en-GB" sz="1600" dirty="0"/>
              <a:t>Tendinopathy</a:t>
            </a:r>
          </a:p>
          <a:p>
            <a:r>
              <a:rPr lang="en-GB" sz="1600" dirty="0"/>
              <a:t>Post cancer pain</a:t>
            </a:r>
          </a:p>
          <a:p>
            <a:r>
              <a:rPr lang="en-GB" sz="1600" dirty="0"/>
              <a:t>Tennis elbow</a:t>
            </a:r>
          </a:p>
          <a:p>
            <a:r>
              <a:rPr lang="en-GB" sz="1600" dirty="0"/>
              <a:t>Patello femoral pain</a:t>
            </a:r>
          </a:p>
          <a:p>
            <a:pPr marL="0" indent="0">
              <a:buFont typeface="Arial" pitchFamily="34"/>
              <a:buNone/>
            </a:pPr>
            <a:endParaRPr lang="en-GB" dirty="0"/>
          </a:p>
        </p:txBody>
      </p:sp>
    </p:spTree>
    <p:extLst>
      <p:ext uri="{BB962C8B-B14F-4D97-AF65-F5344CB8AC3E}">
        <p14:creationId xmlns:p14="http://schemas.microsoft.com/office/powerpoint/2010/main" val="25594807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5A67A-E7E8-18D0-1118-21BB81952742}"/>
              </a:ext>
            </a:extLst>
          </p:cNvPr>
          <p:cNvSpPr>
            <a:spLocks noGrp="1"/>
          </p:cNvSpPr>
          <p:nvPr>
            <p:ph type="title"/>
          </p:nvPr>
        </p:nvSpPr>
        <p:spPr>
          <a:xfrm>
            <a:off x="162794" y="375229"/>
            <a:ext cx="10515600" cy="611616"/>
          </a:xfrm>
        </p:spPr>
        <p:txBody>
          <a:bodyPr>
            <a:normAutofit/>
          </a:bodyPr>
          <a:lstStyle/>
          <a:p>
            <a:r>
              <a:rPr lang="en-GB" sz="2800" dirty="0"/>
              <a:t>Chronic (persistent pain)</a:t>
            </a:r>
          </a:p>
        </p:txBody>
      </p:sp>
      <p:sp>
        <p:nvSpPr>
          <p:cNvPr id="3" name="Content Placeholder 2">
            <a:extLst>
              <a:ext uri="{FF2B5EF4-FFF2-40B4-BE49-F238E27FC236}">
                <a16:creationId xmlns:a16="http://schemas.microsoft.com/office/drawing/2014/main" id="{470D3624-98CB-081F-8819-68BCB5390FA9}"/>
              </a:ext>
            </a:extLst>
          </p:cNvPr>
          <p:cNvSpPr>
            <a:spLocks noGrp="1"/>
          </p:cNvSpPr>
          <p:nvPr>
            <p:ph idx="1"/>
          </p:nvPr>
        </p:nvSpPr>
        <p:spPr>
          <a:xfrm>
            <a:off x="838203" y="1825627"/>
            <a:ext cx="2912915" cy="4351336"/>
          </a:xfrm>
        </p:spPr>
        <p:txBody>
          <a:bodyPr>
            <a:normAutofit/>
          </a:bodyPr>
          <a:lstStyle/>
          <a:p>
            <a:r>
              <a:rPr lang="en-GB" sz="1600" dirty="0"/>
              <a:t>Pain which has persisted beyond normal tissue healing time, which is assumed to be 3 months</a:t>
            </a:r>
          </a:p>
          <a:p>
            <a:r>
              <a:rPr lang="en-GB" sz="1600" dirty="0"/>
              <a:t>Chronic pain is maladaptive</a:t>
            </a:r>
          </a:p>
          <a:p>
            <a:r>
              <a:rPr lang="en-GB" sz="1600" dirty="0"/>
              <a:t>One of the leading cause of global disease burden</a:t>
            </a:r>
          </a:p>
          <a:p>
            <a:r>
              <a:rPr lang="en-GB" sz="1600" dirty="0"/>
              <a:t>Has modifiable and non modifiable risk factors</a:t>
            </a:r>
          </a:p>
          <a:p>
            <a:r>
              <a:rPr lang="en-GB" sz="1600" dirty="0"/>
              <a:t>Should be considered a diseases in its own right</a:t>
            </a:r>
          </a:p>
        </p:txBody>
      </p:sp>
      <p:sp>
        <p:nvSpPr>
          <p:cNvPr id="4" name="Content Placeholder 2">
            <a:extLst>
              <a:ext uri="{FF2B5EF4-FFF2-40B4-BE49-F238E27FC236}">
                <a16:creationId xmlns:a16="http://schemas.microsoft.com/office/drawing/2014/main" id="{8F1D5098-A9DD-3E5B-778D-86E6F36191F2}"/>
              </a:ext>
            </a:extLst>
          </p:cNvPr>
          <p:cNvSpPr txBox="1">
            <a:spLocks/>
          </p:cNvSpPr>
          <p:nvPr/>
        </p:nvSpPr>
        <p:spPr>
          <a:xfrm>
            <a:off x="5420594" y="290945"/>
            <a:ext cx="6310742" cy="2441864"/>
          </a:xfrm>
          <a:prstGeom prst="rect">
            <a:avLst/>
          </a:prstGeom>
          <a:noFill/>
          <a:ln>
            <a:noFill/>
          </a:ln>
        </p:spPr>
        <p:txBody>
          <a:bodyPr vert="horz" wrap="square" lIns="91440" tIns="45720" rIns="91440" bIns="45720" anchor="t" anchorCtr="0" compatLnSpc="1">
            <a:norm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600" b="1" dirty="0"/>
              <a:t>Non modifiable risk factors:</a:t>
            </a:r>
          </a:p>
          <a:p>
            <a:r>
              <a:rPr lang="en-GB" sz="1600" dirty="0"/>
              <a:t>Increasing age</a:t>
            </a:r>
          </a:p>
          <a:p>
            <a:r>
              <a:rPr lang="en-GB" sz="1600" dirty="0"/>
              <a:t>Female gender</a:t>
            </a:r>
          </a:p>
          <a:p>
            <a:r>
              <a:rPr lang="en-GB" sz="1600" dirty="0"/>
              <a:t>Ethnic and cultural background</a:t>
            </a:r>
          </a:p>
          <a:p>
            <a:r>
              <a:rPr lang="en-GB" sz="1600" dirty="0"/>
              <a:t>History of trauma, abuse and violence</a:t>
            </a:r>
          </a:p>
          <a:p>
            <a:r>
              <a:rPr lang="en-GB" sz="1600" dirty="0"/>
              <a:t>Genetic predisposition</a:t>
            </a:r>
          </a:p>
          <a:p>
            <a:pPr marL="0" indent="0">
              <a:buNone/>
            </a:pPr>
            <a:r>
              <a:rPr lang="en-GB" sz="1600" dirty="0"/>
              <a:t> </a:t>
            </a:r>
          </a:p>
        </p:txBody>
      </p:sp>
      <p:sp>
        <p:nvSpPr>
          <p:cNvPr id="5" name="Content Placeholder 2">
            <a:extLst>
              <a:ext uri="{FF2B5EF4-FFF2-40B4-BE49-F238E27FC236}">
                <a16:creationId xmlns:a16="http://schemas.microsoft.com/office/drawing/2014/main" id="{6E7A9846-8847-30DB-CCA1-822C81834043}"/>
              </a:ext>
            </a:extLst>
          </p:cNvPr>
          <p:cNvSpPr txBox="1">
            <a:spLocks/>
          </p:cNvSpPr>
          <p:nvPr/>
        </p:nvSpPr>
        <p:spPr>
          <a:xfrm>
            <a:off x="5420594" y="3121745"/>
            <a:ext cx="6310742" cy="3445310"/>
          </a:xfrm>
          <a:prstGeom prst="rect">
            <a:avLst/>
          </a:prstGeom>
          <a:noFill/>
          <a:ln>
            <a:noFill/>
          </a:ln>
        </p:spPr>
        <p:txBody>
          <a:bodyPr vert="horz" wrap="square" lIns="91440" tIns="45720" rIns="91440" bIns="45720" anchor="t" anchorCtr="0" compatLnSpc="1">
            <a:norm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600" b="1" dirty="0"/>
              <a:t>Modifiable Factors</a:t>
            </a:r>
          </a:p>
          <a:p>
            <a:r>
              <a:rPr lang="en-GB" sz="1600" dirty="0"/>
              <a:t>Severe pain, increasing number of pain sites</a:t>
            </a:r>
          </a:p>
          <a:p>
            <a:r>
              <a:rPr lang="en-GB" sz="1600" dirty="0"/>
              <a:t>MSK cause</a:t>
            </a:r>
          </a:p>
          <a:p>
            <a:r>
              <a:rPr lang="en-GB" sz="1600" dirty="0"/>
              <a:t>Anxiety, depression, catastrophising</a:t>
            </a:r>
          </a:p>
          <a:p>
            <a:r>
              <a:rPr lang="en-GB" sz="1600" dirty="0"/>
              <a:t>Presence of other chronic disease</a:t>
            </a:r>
          </a:p>
          <a:p>
            <a:r>
              <a:rPr lang="en-GB" sz="1600" dirty="0"/>
              <a:t>Obesity</a:t>
            </a:r>
          </a:p>
          <a:p>
            <a:r>
              <a:rPr lang="en-GB" sz="1600" dirty="0"/>
              <a:t>Exercise Sleeping difficulties, unemployed, Poor job control</a:t>
            </a:r>
          </a:p>
          <a:p>
            <a:r>
              <a:rPr lang="en-GB" sz="1600" dirty="0"/>
              <a:t>Low level of sunshine, temperature</a:t>
            </a:r>
          </a:p>
          <a:p>
            <a:r>
              <a:rPr lang="en-GB" sz="1600" dirty="0"/>
              <a:t>Low socioeconomic class, income and education</a:t>
            </a:r>
          </a:p>
          <a:p>
            <a:pPr marL="0" indent="0">
              <a:buNone/>
            </a:pPr>
            <a:endParaRPr lang="en-GB" sz="1600" dirty="0"/>
          </a:p>
        </p:txBody>
      </p:sp>
      <p:cxnSp>
        <p:nvCxnSpPr>
          <p:cNvPr id="10" name="Connector: Elbow 9">
            <a:extLst>
              <a:ext uri="{FF2B5EF4-FFF2-40B4-BE49-F238E27FC236}">
                <a16:creationId xmlns:a16="http://schemas.microsoft.com/office/drawing/2014/main" id="{0251762A-26B6-0045-7D3D-CC4B7EEA454B}"/>
              </a:ext>
            </a:extLst>
          </p:cNvPr>
          <p:cNvCxnSpPr>
            <a:cxnSpLocks/>
          </p:cNvCxnSpPr>
          <p:nvPr/>
        </p:nvCxnSpPr>
        <p:spPr>
          <a:xfrm flipV="1">
            <a:off x="3262745" y="1995055"/>
            <a:ext cx="2157849" cy="200624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6654C8AC-950C-B012-D2E1-3CDB2ADCACEA}"/>
              </a:ext>
            </a:extLst>
          </p:cNvPr>
          <p:cNvCxnSpPr>
            <a:cxnSpLocks/>
          </p:cNvCxnSpPr>
          <p:nvPr/>
        </p:nvCxnSpPr>
        <p:spPr>
          <a:xfrm>
            <a:off x="4341669" y="4001295"/>
            <a:ext cx="107892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704364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851F65-D1AC-8E1C-06D4-658BE4E99CC2}"/>
              </a:ext>
            </a:extLst>
          </p:cNvPr>
          <p:cNvSpPr>
            <a:spLocks noGrp="1"/>
          </p:cNvSpPr>
          <p:nvPr>
            <p:ph type="title"/>
          </p:nvPr>
        </p:nvSpPr>
        <p:spPr>
          <a:xfrm>
            <a:off x="1371599" y="294538"/>
            <a:ext cx="9895951" cy="1033669"/>
          </a:xfrm>
        </p:spPr>
        <p:txBody>
          <a:bodyPr vert="horz" lIns="91440" tIns="45720" rIns="91440" bIns="45720" rtlCol="0" anchor="ctr">
            <a:normAutofit/>
          </a:bodyPr>
          <a:lstStyle/>
          <a:p>
            <a:pPr>
              <a:spcBef>
                <a:spcPct val="0"/>
              </a:spcBef>
            </a:pPr>
            <a:r>
              <a:rPr lang="en-US" sz="2800" kern="1200" dirty="0">
                <a:solidFill>
                  <a:srgbClr val="FFFFFF"/>
                </a:solidFill>
                <a:latin typeface="+mn-lt"/>
                <a:ea typeface="+mj-ea"/>
                <a:cs typeface="+mj-cs"/>
              </a:rPr>
              <a:t>Descending modulation</a:t>
            </a:r>
          </a:p>
        </p:txBody>
      </p:sp>
      <p:sp>
        <p:nvSpPr>
          <p:cNvPr id="6" name="TextBox 5">
            <a:extLst>
              <a:ext uri="{FF2B5EF4-FFF2-40B4-BE49-F238E27FC236}">
                <a16:creationId xmlns:a16="http://schemas.microsoft.com/office/drawing/2014/main" id="{11F2EBD7-A11D-C1AD-4D73-669F827AF755}"/>
              </a:ext>
            </a:extLst>
          </p:cNvPr>
          <p:cNvSpPr txBox="1"/>
          <p:nvPr/>
        </p:nvSpPr>
        <p:spPr>
          <a:xfrm>
            <a:off x="857891" y="1885279"/>
            <a:ext cx="9724031" cy="3683358"/>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400" dirty="0"/>
              <a:t>The brain can control how much pain you feel by sending signals down to the spinal cord.</a:t>
            </a:r>
          </a:p>
          <a:p>
            <a:pPr indent="-228600">
              <a:lnSpc>
                <a:spcPct val="90000"/>
              </a:lnSpc>
              <a:spcAft>
                <a:spcPts val="600"/>
              </a:spcAft>
              <a:buFont typeface="Arial" panose="020B0604020202020204" pitchFamily="34" charset="0"/>
              <a:buChar char="•"/>
            </a:pPr>
            <a:r>
              <a:rPr lang="en-US" sz="1400" b="1" dirty="0"/>
              <a:t>Descending Inhibition (reduces pain):</a:t>
            </a:r>
            <a:endParaRPr lang="en-US" sz="1400" dirty="0"/>
          </a:p>
          <a:p>
            <a:pPr indent="-228600">
              <a:lnSpc>
                <a:spcPct val="90000"/>
              </a:lnSpc>
              <a:spcAft>
                <a:spcPts val="600"/>
              </a:spcAft>
              <a:buFont typeface="Arial" panose="020B0604020202020204" pitchFamily="34" charset="0"/>
              <a:buChar char="•"/>
            </a:pPr>
            <a:r>
              <a:rPr lang="en-US" sz="1400" dirty="0"/>
              <a:t>Brain areas like the periaqueductal gray (PAG) and rostral ventromedial medulla (RVM) release chemicals such as</a:t>
            </a:r>
          </a:p>
          <a:p>
            <a:pPr lvl="1" indent="-228600">
              <a:lnSpc>
                <a:spcPct val="90000"/>
              </a:lnSpc>
              <a:spcAft>
                <a:spcPts val="600"/>
              </a:spcAft>
              <a:buFont typeface="Arial" panose="020B0604020202020204" pitchFamily="34" charset="0"/>
              <a:buChar char="•"/>
            </a:pPr>
            <a:r>
              <a:rPr lang="en-US" sz="1400" dirty="0"/>
              <a:t>Serotonin (5-HT)</a:t>
            </a:r>
          </a:p>
          <a:p>
            <a:pPr lvl="1" indent="-228600">
              <a:lnSpc>
                <a:spcPct val="90000"/>
              </a:lnSpc>
              <a:spcAft>
                <a:spcPts val="600"/>
              </a:spcAft>
              <a:buFont typeface="Arial" panose="020B0604020202020204" pitchFamily="34" charset="0"/>
              <a:buChar char="•"/>
            </a:pPr>
            <a:r>
              <a:rPr lang="en-US" sz="1400" dirty="0"/>
              <a:t>Norepinephrine (NE)</a:t>
            </a:r>
          </a:p>
          <a:p>
            <a:pPr lvl="1" indent="-228600">
              <a:lnSpc>
                <a:spcPct val="90000"/>
              </a:lnSpc>
              <a:spcAft>
                <a:spcPts val="600"/>
              </a:spcAft>
              <a:buFont typeface="Arial" panose="020B0604020202020204" pitchFamily="34" charset="0"/>
              <a:buChar char="•"/>
            </a:pPr>
            <a:r>
              <a:rPr lang="en-US" sz="1400" dirty="0"/>
              <a:t>Endorphins (natural painkillers)</a:t>
            </a:r>
          </a:p>
          <a:p>
            <a:pPr indent="-228600">
              <a:lnSpc>
                <a:spcPct val="90000"/>
              </a:lnSpc>
              <a:spcAft>
                <a:spcPts val="600"/>
              </a:spcAft>
              <a:buFont typeface="Arial" panose="020B0604020202020204" pitchFamily="34" charset="0"/>
              <a:buChar char="•"/>
            </a:pPr>
            <a:r>
              <a:rPr lang="en-US" sz="1400" dirty="0"/>
              <a:t>These block or reduce pain signals before they reach the brain.</a:t>
            </a:r>
          </a:p>
          <a:p>
            <a:pPr indent="-228600">
              <a:lnSpc>
                <a:spcPct val="90000"/>
              </a:lnSpc>
              <a:spcAft>
                <a:spcPts val="600"/>
              </a:spcAft>
              <a:buFont typeface="Arial" panose="020B0604020202020204" pitchFamily="34" charset="0"/>
              <a:buChar char="•"/>
            </a:pPr>
            <a:r>
              <a:rPr lang="en-US" sz="1400" b="1" dirty="0"/>
              <a:t>Descending Facilitation (increases pain):</a:t>
            </a:r>
            <a:endParaRPr lang="en-US" sz="1400" dirty="0"/>
          </a:p>
          <a:p>
            <a:pPr indent="-228600">
              <a:lnSpc>
                <a:spcPct val="90000"/>
              </a:lnSpc>
              <a:spcAft>
                <a:spcPts val="600"/>
              </a:spcAft>
              <a:buFont typeface="Arial" panose="020B0604020202020204" pitchFamily="34" charset="0"/>
              <a:buChar char="•"/>
            </a:pPr>
            <a:r>
              <a:rPr lang="en-US" sz="1400" dirty="0"/>
              <a:t>In some chronic pain states, the brain amplifies pain instead of reducing it.</a:t>
            </a:r>
          </a:p>
        </p:txBody>
      </p:sp>
    </p:spTree>
    <p:extLst>
      <p:ext uri="{BB962C8B-B14F-4D97-AF65-F5344CB8AC3E}">
        <p14:creationId xmlns:p14="http://schemas.microsoft.com/office/powerpoint/2010/main" val="38003080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0D428-9153-CD42-12E6-296B7651F79A}"/>
              </a:ext>
            </a:extLst>
          </p:cNvPr>
          <p:cNvSpPr>
            <a:spLocks noGrp="1"/>
          </p:cNvSpPr>
          <p:nvPr>
            <p:ph type="title"/>
          </p:nvPr>
        </p:nvSpPr>
        <p:spPr/>
        <p:txBody>
          <a:bodyPr>
            <a:normAutofit/>
          </a:bodyPr>
          <a:lstStyle/>
          <a:p>
            <a:r>
              <a:rPr lang="en-GB" sz="2800" dirty="0"/>
              <a:t>Factors influence the pain</a:t>
            </a:r>
          </a:p>
        </p:txBody>
      </p:sp>
      <p:sp>
        <p:nvSpPr>
          <p:cNvPr id="3" name="Content Placeholder 2">
            <a:extLst>
              <a:ext uri="{FF2B5EF4-FFF2-40B4-BE49-F238E27FC236}">
                <a16:creationId xmlns:a16="http://schemas.microsoft.com/office/drawing/2014/main" id="{4CB82517-D0E2-BF3B-2616-0C6D4E0559E7}"/>
              </a:ext>
            </a:extLst>
          </p:cNvPr>
          <p:cNvSpPr>
            <a:spLocks noGrp="1"/>
          </p:cNvSpPr>
          <p:nvPr>
            <p:ph idx="1"/>
          </p:nvPr>
        </p:nvSpPr>
        <p:spPr>
          <a:xfrm>
            <a:off x="838203" y="1825627"/>
            <a:ext cx="8430488" cy="2309955"/>
          </a:xfrm>
        </p:spPr>
        <p:txBody>
          <a:bodyPr>
            <a:normAutofit/>
          </a:bodyPr>
          <a:lstStyle/>
          <a:p>
            <a:r>
              <a:rPr lang="en-GB" sz="1600" dirty="0"/>
              <a:t>Strength of the stimulus</a:t>
            </a:r>
          </a:p>
          <a:p>
            <a:r>
              <a:rPr lang="en-GB" sz="1600" dirty="0"/>
              <a:t>Position of the structure in the dermatome</a:t>
            </a:r>
          </a:p>
          <a:p>
            <a:r>
              <a:rPr lang="en-GB" sz="1600" dirty="0"/>
              <a:t>Depth of the structure</a:t>
            </a:r>
          </a:p>
          <a:p>
            <a:r>
              <a:rPr lang="en-GB" sz="1600" dirty="0"/>
              <a:t>Type or nature of the structure</a:t>
            </a:r>
          </a:p>
        </p:txBody>
      </p:sp>
    </p:spTree>
    <p:extLst>
      <p:ext uri="{BB962C8B-B14F-4D97-AF65-F5344CB8AC3E}">
        <p14:creationId xmlns:p14="http://schemas.microsoft.com/office/powerpoint/2010/main" val="7992321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diagram of a spinal cord&#10;&#10;AI-generated content may be incorrect.">
            <a:extLst>
              <a:ext uri="{FF2B5EF4-FFF2-40B4-BE49-F238E27FC236}">
                <a16:creationId xmlns:a16="http://schemas.microsoft.com/office/drawing/2014/main" id="{0CC35A54-236A-18BA-DA68-4E88E59A6329}"/>
              </a:ext>
            </a:extLst>
          </p:cNvPr>
          <p:cNvPicPr>
            <a:picLocks noGrp="1" noChangeAspect="1"/>
          </p:cNvPicPr>
          <p:nvPr>
            <p:ph idx="1"/>
          </p:nvPr>
        </p:nvPicPr>
        <p:blipFill>
          <a:blip r:embed="rId3"/>
          <a:stretch>
            <a:fillRect/>
          </a:stretch>
        </p:blipFill>
        <p:spPr>
          <a:xfrm>
            <a:off x="1982781" y="457200"/>
            <a:ext cx="8226437" cy="5943600"/>
          </a:xfrm>
          <a:prstGeom prst="rect">
            <a:avLst/>
          </a:prstGeom>
          <a:noFill/>
        </p:spPr>
      </p:pic>
    </p:spTree>
    <p:extLst>
      <p:ext uri="{BB962C8B-B14F-4D97-AF65-F5344CB8AC3E}">
        <p14:creationId xmlns:p14="http://schemas.microsoft.com/office/powerpoint/2010/main" val="35060385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F259D-D3F4-631F-224C-503682BFD494}"/>
              </a:ext>
            </a:extLst>
          </p:cNvPr>
          <p:cNvSpPr>
            <a:spLocks noGrp="1"/>
          </p:cNvSpPr>
          <p:nvPr>
            <p:ph type="title"/>
          </p:nvPr>
        </p:nvSpPr>
        <p:spPr>
          <a:xfrm>
            <a:off x="761840" y="1138265"/>
            <a:ext cx="4544762" cy="1401183"/>
          </a:xfrm>
        </p:spPr>
        <p:txBody>
          <a:bodyPr anchor="t">
            <a:normAutofit/>
          </a:bodyPr>
          <a:lstStyle/>
          <a:p>
            <a:r>
              <a:rPr lang="en-GB" sz="2800" dirty="0"/>
              <a:t>Classification of pain</a:t>
            </a:r>
          </a:p>
        </p:txBody>
      </p:sp>
      <p:cxnSp>
        <p:nvCxnSpPr>
          <p:cNvPr id="10" name="Straight Connector 9">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55A73F4-6185-DB77-0730-01B2FE0E63BD}"/>
              </a:ext>
            </a:extLst>
          </p:cNvPr>
          <p:cNvSpPr>
            <a:spLocks noGrp="1"/>
          </p:cNvSpPr>
          <p:nvPr>
            <p:ph idx="1"/>
          </p:nvPr>
        </p:nvSpPr>
        <p:spPr>
          <a:xfrm>
            <a:off x="761840" y="2551176"/>
            <a:ext cx="4544762" cy="3602935"/>
          </a:xfrm>
        </p:spPr>
        <p:txBody>
          <a:bodyPr>
            <a:normAutofit/>
          </a:bodyPr>
          <a:lstStyle/>
          <a:p>
            <a:pPr marL="0" indent="0">
              <a:buNone/>
            </a:pPr>
            <a:r>
              <a:rPr lang="en-GB" sz="1400" b="1" dirty="0"/>
              <a:t>Acute :</a:t>
            </a:r>
          </a:p>
          <a:p>
            <a:pPr>
              <a:buFont typeface="Courier New" panose="02070309020205020404" pitchFamily="49" charset="0"/>
              <a:buChar char="o"/>
            </a:pPr>
            <a:r>
              <a:rPr lang="en-GB" sz="1400" dirty="0"/>
              <a:t>Acute: less than 6 weeks</a:t>
            </a:r>
          </a:p>
          <a:p>
            <a:pPr>
              <a:buFont typeface="Courier New" panose="02070309020205020404" pitchFamily="49" charset="0"/>
              <a:buChar char="o"/>
            </a:pPr>
            <a:r>
              <a:rPr lang="en-GB" sz="1400" dirty="0"/>
              <a:t>Subacute: 6 weeks to 3 months</a:t>
            </a:r>
          </a:p>
          <a:p>
            <a:pPr marL="0" indent="0">
              <a:buNone/>
            </a:pPr>
            <a:r>
              <a:rPr lang="en-GB" sz="1400" b="1" dirty="0"/>
              <a:t>Chronic pain:</a:t>
            </a:r>
          </a:p>
          <a:p>
            <a:pPr marL="0" indent="0">
              <a:buNone/>
            </a:pPr>
            <a:r>
              <a:rPr lang="en-GB" sz="1400" b="1" dirty="0"/>
              <a:t> </a:t>
            </a:r>
            <a:r>
              <a:rPr lang="en-GB" sz="1400" dirty="0"/>
              <a:t>Over 3 months</a:t>
            </a:r>
          </a:p>
          <a:p>
            <a:pPr marL="0" indent="0">
              <a:buNone/>
            </a:pPr>
            <a:endParaRPr lang="en-GB" sz="2000" dirty="0"/>
          </a:p>
        </p:txBody>
      </p:sp>
      <p:pic>
        <p:nvPicPr>
          <p:cNvPr id="5" name="Picture 4">
            <a:extLst>
              <a:ext uri="{FF2B5EF4-FFF2-40B4-BE49-F238E27FC236}">
                <a16:creationId xmlns:a16="http://schemas.microsoft.com/office/drawing/2014/main" id="{D1EFAD05-265D-F75D-B0EE-8BD020DBBF53}"/>
              </a:ext>
            </a:extLst>
          </p:cNvPr>
          <p:cNvPicPr>
            <a:picLocks noChangeAspect="1"/>
          </p:cNvPicPr>
          <p:nvPr/>
        </p:nvPicPr>
        <p:blipFill>
          <a:blip r:embed="rId2"/>
          <a:stretch>
            <a:fillRect/>
          </a:stretch>
        </p:blipFill>
        <p:spPr>
          <a:xfrm>
            <a:off x="6082748" y="2149602"/>
            <a:ext cx="5334160" cy="2560396"/>
          </a:xfrm>
          <a:prstGeom prst="rect">
            <a:avLst/>
          </a:prstGeom>
        </p:spPr>
      </p:pic>
    </p:spTree>
    <p:extLst>
      <p:ext uri="{BB962C8B-B14F-4D97-AF65-F5344CB8AC3E}">
        <p14:creationId xmlns:p14="http://schemas.microsoft.com/office/powerpoint/2010/main" val="32974307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2E7C1E-2B5A-4BBA-AE51-1CD8C19309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6">
            <a:extLst>
              <a:ext uri="{FF2B5EF4-FFF2-40B4-BE49-F238E27FC236}">
                <a16:creationId xmlns:a16="http://schemas.microsoft.com/office/drawing/2014/main" id="{43DF76B1-5174-4FAF-9D19-FFEE984268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sX0" fmla="*/ 0 w 10515600"/>
              <a:gd name="csY0" fmla="*/ 0 h 5416094"/>
              <a:gd name="csX1" fmla="*/ 552069 w 10515600"/>
              <a:gd name="csY1" fmla="*/ 0 h 5416094"/>
              <a:gd name="csX2" fmla="*/ 893826 w 10515600"/>
              <a:gd name="csY2" fmla="*/ 0 h 5416094"/>
              <a:gd name="csX3" fmla="*/ 1761363 w 10515600"/>
              <a:gd name="csY3" fmla="*/ 0 h 5416094"/>
              <a:gd name="csX4" fmla="*/ 2313432 w 10515600"/>
              <a:gd name="csY4" fmla="*/ 0 h 5416094"/>
              <a:gd name="csX5" fmla="*/ 2865501 w 10515600"/>
              <a:gd name="csY5" fmla="*/ 0 h 5416094"/>
              <a:gd name="csX6" fmla="*/ 3733038 w 10515600"/>
              <a:gd name="csY6" fmla="*/ 0 h 5416094"/>
              <a:gd name="csX7" fmla="*/ 4179951 w 10515600"/>
              <a:gd name="csY7" fmla="*/ 0 h 5416094"/>
              <a:gd name="csX8" fmla="*/ 5047488 w 10515600"/>
              <a:gd name="csY8" fmla="*/ 0 h 5416094"/>
              <a:gd name="csX9" fmla="*/ 5915025 w 10515600"/>
              <a:gd name="csY9" fmla="*/ 0 h 5416094"/>
              <a:gd name="csX10" fmla="*/ 6572250 w 10515600"/>
              <a:gd name="csY10" fmla="*/ 0 h 5416094"/>
              <a:gd name="csX11" fmla="*/ 7439787 w 10515600"/>
              <a:gd name="csY11" fmla="*/ 0 h 5416094"/>
              <a:gd name="csX12" fmla="*/ 7991856 w 10515600"/>
              <a:gd name="csY12" fmla="*/ 0 h 5416094"/>
              <a:gd name="csX13" fmla="*/ 8543925 w 10515600"/>
              <a:gd name="csY13" fmla="*/ 0 h 5416094"/>
              <a:gd name="csX14" fmla="*/ 9306306 w 10515600"/>
              <a:gd name="csY14" fmla="*/ 0 h 5416094"/>
              <a:gd name="csX15" fmla="*/ 9858375 w 10515600"/>
              <a:gd name="csY15" fmla="*/ 0 h 5416094"/>
              <a:gd name="csX16" fmla="*/ 10515600 w 10515600"/>
              <a:gd name="csY16" fmla="*/ 0 h 5416094"/>
              <a:gd name="csX17" fmla="*/ 10515600 w 10515600"/>
              <a:gd name="csY17" fmla="*/ 785334 h 5416094"/>
              <a:gd name="csX18" fmla="*/ 10515600 w 10515600"/>
              <a:gd name="csY18" fmla="*/ 1516506 h 5416094"/>
              <a:gd name="csX19" fmla="*/ 10515600 w 10515600"/>
              <a:gd name="csY19" fmla="*/ 2247679 h 5416094"/>
              <a:gd name="csX20" fmla="*/ 10515600 w 10515600"/>
              <a:gd name="csY20" fmla="*/ 2762208 h 5416094"/>
              <a:gd name="csX21" fmla="*/ 10515600 w 10515600"/>
              <a:gd name="csY21" fmla="*/ 3330898 h 5416094"/>
              <a:gd name="csX22" fmla="*/ 10515600 w 10515600"/>
              <a:gd name="csY22" fmla="*/ 4062071 h 5416094"/>
              <a:gd name="csX23" fmla="*/ 10515600 w 10515600"/>
              <a:gd name="csY23" fmla="*/ 4684921 h 5416094"/>
              <a:gd name="csX24" fmla="*/ 10515600 w 10515600"/>
              <a:gd name="csY24" fmla="*/ 5416094 h 5416094"/>
              <a:gd name="csX25" fmla="*/ 9753219 w 10515600"/>
              <a:gd name="csY25" fmla="*/ 5416094 h 5416094"/>
              <a:gd name="csX26" fmla="*/ 9411462 w 10515600"/>
              <a:gd name="csY26" fmla="*/ 5416094 h 5416094"/>
              <a:gd name="csX27" fmla="*/ 8754237 w 10515600"/>
              <a:gd name="csY27" fmla="*/ 5416094 h 5416094"/>
              <a:gd name="csX28" fmla="*/ 8307324 w 10515600"/>
              <a:gd name="csY28" fmla="*/ 5416094 h 5416094"/>
              <a:gd name="csX29" fmla="*/ 7544943 w 10515600"/>
              <a:gd name="csY29" fmla="*/ 5416094 h 5416094"/>
              <a:gd name="csX30" fmla="*/ 7098030 w 10515600"/>
              <a:gd name="csY30" fmla="*/ 5416094 h 5416094"/>
              <a:gd name="csX31" fmla="*/ 6335649 w 10515600"/>
              <a:gd name="csY31" fmla="*/ 5416094 h 5416094"/>
              <a:gd name="csX32" fmla="*/ 5993892 w 10515600"/>
              <a:gd name="csY32" fmla="*/ 5416094 h 5416094"/>
              <a:gd name="csX33" fmla="*/ 5231511 w 10515600"/>
              <a:gd name="csY33" fmla="*/ 5416094 h 5416094"/>
              <a:gd name="csX34" fmla="*/ 4784598 w 10515600"/>
              <a:gd name="csY34" fmla="*/ 5416094 h 5416094"/>
              <a:gd name="csX35" fmla="*/ 4442841 w 10515600"/>
              <a:gd name="csY35" fmla="*/ 5416094 h 5416094"/>
              <a:gd name="csX36" fmla="*/ 3995928 w 10515600"/>
              <a:gd name="csY36" fmla="*/ 5416094 h 5416094"/>
              <a:gd name="csX37" fmla="*/ 3233547 w 10515600"/>
              <a:gd name="csY37" fmla="*/ 5416094 h 5416094"/>
              <a:gd name="csX38" fmla="*/ 2786634 w 10515600"/>
              <a:gd name="csY38" fmla="*/ 5416094 h 5416094"/>
              <a:gd name="csX39" fmla="*/ 2444877 w 10515600"/>
              <a:gd name="csY39" fmla="*/ 5416094 h 5416094"/>
              <a:gd name="csX40" fmla="*/ 1997964 w 10515600"/>
              <a:gd name="csY40" fmla="*/ 5416094 h 5416094"/>
              <a:gd name="csX41" fmla="*/ 1445895 w 10515600"/>
              <a:gd name="csY41" fmla="*/ 5416094 h 5416094"/>
              <a:gd name="csX42" fmla="*/ 788670 w 10515600"/>
              <a:gd name="csY42" fmla="*/ 5416094 h 5416094"/>
              <a:gd name="csX43" fmla="*/ 0 w 10515600"/>
              <a:gd name="csY43" fmla="*/ 5416094 h 5416094"/>
              <a:gd name="csX44" fmla="*/ 0 w 10515600"/>
              <a:gd name="csY44" fmla="*/ 4630760 h 5416094"/>
              <a:gd name="csX45" fmla="*/ 0 w 10515600"/>
              <a:gd name="csY45" fmla="*/ 3953749 h 5416094"/>
              <a:gd name="csX46" fmla="*/ 0 w 10515600"/>
              <a:gd name="csY46" fmla="*/ 3276737 h 5416094"/>
              <a:gd name="csX47" fmla="*/ 0 w 10515600"/>
              <a:gd name="csY47" fmla="*/ 2599725 h 5416094"/>
              <a:gd name="csX48" fmla="*/ 0 w 10515600"/>
              <a:gd name="csY48" fmla="*/ 1922713 h 5416094"/>
              <a:gd name="csX49" fmla="*/ 0 w 10515600"/>
              <a:gd name="csY49" fmla="*/ 1299863 h 5416094"/>
              <a:gd name="csX50" fmla="*/ 0 w 10515600"/>
              <a:gd name="csY50" fmla="*/ 0 h 5416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FF91C647-2D48-C27B-BEC3-FFD7F905BBD1}"/>
              </a:ext>
            </a:extLst>
          </p:cNvPr>
          <p:cNvPicPr>
            <a:picLocks noGrp="1" noChangeAspect="1"/>
          </p:cNvPicPr>
          <p:nvPr>
            <p:ph idx="1"/>
          </p:nvPr>
        </p:nvPicPr>
        <p:blipFill>
          <a:blip r:embed="rId3"/>
          <a:stretch>
            <a:fillRect/>
          </a:stretch>
        </p:blipFill>
        <p:spPr bwMode="auto">
          <a:xfrm>
            <a:off x="1882422" y="914400"/>
            <a:ext cx="8350955" cy="496881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1544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 name="Rectangle 6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1">
            <a:extLst>
              <a:ext uri="{FF2B5EF4-FFF2-40B4-BE49-F238E27FC236}">
                <a16:creationId xmlns:a16="http://schemas.microsoft.com/office/drawing/2014/main" id="{FA801332-6C05-4735-6F00-19E1A5913BAF}"/>
              </a:ext>
            </a:extLst>
          </p:cNvPr>
          <p:cNvSpPr>
            <a:spLocks noGrp="1" noChangeArrowheads="1"/>
          </p:cNvSpPr>
          <p:nvPr>
            <p:ph type="title"/>
          </p:nvPr>
        </p:nvSpPr>
        <p:spPr bwMode="auto">
          <a:xfrm>
            <a:off x="1371597" y="348865"/>
            <a:ext cx="10044023" cy="87772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ct val="0"/>
              </a:spcAft>
              <a:buClrTx/>
              <a:buSzTx/>
              <a:buFontTx/>
              <a:buNone/>
              <a:tabLst/>
            </a:pPr>
            <a:r>
              <a:rPr kumimoji="0" lang="en-US" altLang="en-US" sz="2800" b="0" i="0" u="none" strike="noStrike" cap="none" normalizeH="0" baseline="0" dirty="0">
                <a:ln>
                  <a:noFill/>
                </a:ln>
                <a:solidFill>
                  <a:srgbClr val="FFFFFF"/>
                </a:solidFill>
                <a:effectLst/>
                <a:latin typeface="Arial" panose="020B0604020202020204" pitchFamily="34" charset="0"/>
              </a:rPr>
              <a:t>Differentiate between nociceptive, radicular, neuropathic and </a:t>
            </a:r>
            <a:r>
              <a:rPr kumimoji="0" lang="en-US" altLang="en-US" sz="2800" b="0" i="0" u="none" strike="noStrike" cap="none" normalizeH="0" baseline="0" dirty="0" err="1">
                <a:ln>
                  <a:noFill/>
                </a:ln>
                <a:solidFill>
                  <a:srgbClr val="FFFFFF"/>
                </a:solidFill>
                <a:effectLst/>
                <a:latin typeface="Arial" panose="020B0604020202020204" pitchFamily="34" charset="0"/>
              </a:rPr>
              <a:t>nociplastic</a:t>
            </a:r>
            <a:r>
              <a:rPr kumimoji="0" lang="en-US" altLang="en-US" sz="2800" b="0" i="0" u="none" strike="noStrike" cap="none" normalizeH="0" baseline="0" dirty="0">
                <a:ln>
                  <a:noFill/>
                </a:ln>
                <a:solidFill>
                  <a:srgbClr val="FFFFFF"/>
                </a:solidFill>
                <a:effectLst/>
                <a:latin typeface="Arial" panose="020B0604020202020204" pitchFamily="34" charset="0"/>
              </a:rPr>
              <a:t> pain mechanisms.</a:t>
            </a:r>
          </a:p>
        </p:txBody>
      </p:sp>
      <p:graphicFrame>
        <p:nvGraphicFramePr>
          <p:cNvPr id="15" name="Content Placeholder 14">
            <a:extLst>
              <a:ext uri="{FF2B5EF4-FFF2-40B4-BE49-F238E27FC236}">
                <a16:creationId xmlns:a16="http://schemas.microsoft.com/office/drawing/2014/main" id="{AA6EE2DC-DA7E-CCB9-52D2-E27CA542CF09}"/>
              </a:ext>
            </a:extLst>
          </p:cNvPr>
          <p:cNvGraphicFramePr>
            <a:graphicFrameLocks noGrp="1"/>
          </p:cNvGraphicFramePr>
          <p:nvPr>
            <p:ph idx="1"/>
            <p:extLst>
              <p:ext uri="{D42A27DB-BD31-4B8C-83A1-F6EECF244321}">
                <p14:modId xmlns:p14="http://schemas.microsoft.com/office/powerpoint/2010/main" val="3787787604"/>
              </p:ext>
            </p:extLst>
          </p:nvPr>
        </p:nvGraphicFramePr>
        <p:xfrm>
          <a:off x="0" y="1575459"/>
          <a:ext cx="12191998" cy="5518958"/>
        </p:xfrm>
        <a:graphic>
          <a:graphicData uri="http://schemas.openxmlformats.org/drawingml/2006/table">
            <a:tbl>
              <a:tblPr firstRow="1" bandRow="1">
                <a:tableStyleId>{5C22544A-7EE6-4342-B048-85BDC9FD1C3A}</a:tableStyleId>
              </a:tblPr>
              <a:tblGrid>
                <a:gridCol w="1560371">
                  <a:extLst>
                    <a:ext uri="{9D8B030D-6E8A-4147-A177-3AD203B41FA5}">
                      <a16:colId xmlns:a16="http://schemas.microsoft.com/office/drawing/2014/main" val="3003148858"/>
                    </a:ext>
                  </a:extLst>
                </a:gridCol>
                <a:gridCol w="6000566">
                  <a:extLst>
                    <a:ext uri="{9D8B030D-6E8A-4147-A177-3AD203B41FA5}">
                      <a16:colId xmlns:a16="http://schemas.microsoft.com/office/drawing/2014/main" val="643375368"/>
                    </a:ext>
                  </a:extLst>
                </a:gridCol>
                <a:gridCol w="4631061">
                  <a:extLst>
                    <a:ext uri="{9D8B030D-6E8A-4147-A177-3AD203B41FA5}">
                      <a16:colId xmlns:a16="http://schemas.microsoft.com/office/drawing/2014/main" val="3811832336"/>
                    </a:ext>
                  </a:extLst>
                </a:gridCol>
              </a:tblGrid>
              <a:tr h="359671">
                <a:tc>
                  <a:txBody>
                    <a:bodyPr/>
                    <a:lstStyle/>
                    <a:p>
                      <a:r>
                        <a:rPr lang="en-GB" sz="1400"/>
                        <a:t>Pain terminology</a:t>
                      </a:r>
                    </a:p>
                  </a:txBody>
                  <a:tcPr marL="51746" marR="51746" marT="25872" marB="25872"/>
                </a:tc>
                <a:tc>
                  <a:txBody>
                    <a:bodyPr/>
                    <a:lstStyle/>
                    <a:p>
                      <a:r>
                        <a:rPr lang="en-GB" sz="1400"/>
                        <a:t>Source</a:t>
                      </a:r>
                    </a:p>
                  </a:txBody>
                  <a:tcPr marL="51746" marR="51746" marT="25872" marB="25872"/>
                </a:tc>
                <a:tc>
                  <a:txBody>
                    <a:bodyPr/>
                    <a:lstStyle/>
                    <a:p>
                      <a:r>
                        <a:rPr lang="en-GB" sz="1400"/>
                        <a:t>Description</a:t>
                      </a:r>
                    </a:p>
                  </a:txBody>
                  <a:tcPr marL="51746" marR="51746" marT="25872" marB="25872"/>
                </a:tc>
                <a:extLst>
                  <a:ext uri="{0D108BD9-81ED-4DB2-BD59-A6C34878D82A}">
                    <a16:rowId xmlns:a16="http://schemas.microsoft.com/office/drawing/2014/main" val="3736249721"/>
                  </a:ext>
                </a:extLst>
              </a:tr>
              <a:tr h="834376">
                <a:tc rowSpan="3">
                  <a:txBody>
                    <a:bodyPr/>
                    <a:lstStyle/>
                    <a:p>
                      <a:r>
                        <a:rPr lang="en-GB" sz="1400"/>
                        <a:t>Nociceptive</a:t>
                      </a:r>
                    </a:p>
                  </a:txBody>
                  <a:tcPr marL="51746" marR="51746" marT="25872" marB="25872"/>
                </a:tc>
                <a:tc>
                  <a:txBody>
                    <a:bodyPr/>
                    <a:lstStyle/>
                    <a:p>
                      <a:r>
                        <a:rPr lang="en-GB" sz="1400"/>
                        <a:t> Activation of peripheral nociceptors in tendon, ligaments muscle, fascia, viscera, skin via thermal, mechanical or chemical stimuli</a:t>
                      </a:r>
                    </a:p>
                    <a:p>
                      <a:r>
                        <a:rPr lang="en-GB" sz="1400"/>
                        <a:t>Can be divided in to visceral and somatic (deep and superficial)</a:t>
                      </a:r>
                    </a:p>
                  </a:txBody>
                  <a:tcPr marL="51746" marR="51746" marT="25872" marB="25872"/>
                </a:tc>
                <a:tc>
                  <a:txBody>
                    <a:bodyPr/>
                    <a:lstStyle/>
                    <a:p>
                      <a:r>
                        <a:rPr lang="en-GB" sz="1400"/>
                        <a:t>Unpleasant sensation. Not perceived as pain until higher centre reached</a:t>
                      </a:r>
                    </a:p>
                  </a:txBody>
                  <a:tcPr marL="51746" marR="51746" marT="25872" marB="25872"/>
                </a:tc>
                <a:extLst>
                  <a:ext uri="{0D108BD9-81ED-4DB2-BD59-A6C34878D82A}">
                    <a16:rowId xmlns:a16="http://schemas.microsoft.com/office/drawing/2014/main" val="3368894224"/>
                  </a:ext>
                </a:extLst>
              </a:tr>
              <a:tr h="597024">
                <a:tc vMerge="1">
                  <a:txBody>
                    <a:bodyPr/>
                    <a:lstStyle/>
                    <a:p>
                      <a:endParaRPr lang="en-GB"/>
                    </a:p>
                  </a:txBody>
                  <a:tcPr/>
                </a:tc>
                <a:tc>
                  <a:txBody>
                    <a:bodyPr/>
                    <a:lstStyle/>
                    <a:p>
                      <a:r>
                        <a:rPr lang="en-GB" sz="1400" dirty="0"/>
                        <a:t>Visceral: Visceral nociceptors in internal organs; highly sensitive to stretch , ischaemia and inflammation</a:t>
                      </a:r>
                    </a:p>
                  </a:txBody>
                  <a:tcPr marL="51746" marR="51746" marT="25872" marB="25872"/>
                </a:tc>
                <a:tc>
                  <a:txBody>
                    <a:bodyPr/>
                    <a:lstStyle/>
                    <a:p>
                      <a:r>
                        <a:rPr lang="en-GB" sz="1400"/>
                        <a:t>Diffuse, dull or heavy vague sensation not well localiased</a:t>
                      </a:r>
                    </a:p>
                  </a:txBody>
                  <a:tcPr marL="51746" marR="51746" marT="25872" marB="25872"/>
                </a:tc>
                <a:extLst>
                  <a:ext uri="{0D108BD9-81ED-4DB2-BD59-A6C34878D82A}">
                    <a16:rowId xmlns:a16="http://schemas.microsoft.com/office/drawing/2014/main" val="2754368468"/>
                  </a:ext>
                </a:extLst>
              </a:tr>
              <a:tr h="597024">
                <a:tc vMerge="1">
                  <a:txBody>
                    <a:bodyPr/>
                    <a:lstStyle/>
                    <a:p>
                      <a:endParaRPr lang="en-GB"/>
                    </a:p>
                  </a:txBody>
                  <a:tcPr/>
                </a:tc>
                <a:tc>
                  <a:txBody>
                    <a:bodyPr/>
                    <a:lstStyle/>
                    <a:p>
                      <a:r>
                        <a:rPr lang="en-GB" sz="1400" dirty="0"/>
                        <a:t>Somatic: activation of peripheral nociceptors in tendon, ligaments, muscle, fascia, and skin. Can be deep or superficial structure dependant</a:t>
                      </a:r>
                    </a:p>
                    <a:p>
                      <a:r>
                        <a:rPr lang="en-GB" sz="1400" dirty="0"/>
                        <a:t>Inflammatory Pain: Due to activation of inflammatory mediators</a:t>
                      </a:r>
                    </a:p>
                  </a:txBody>
                  <a:tcPr marL="51746" marR="51746" marT="25872" marB="25872"/>
                </a:tc>
                <a:tc>
                  <a:txBody>
                    <a:bodyPr/>
                    <a:lstStyle/>
                    <a:p>
                      <a:r>
                        <a:rPr lang="en-GB" sz="1400"/>
                        <a:t>Dull aching. If a deep structure, poorly localised. If a superficial structure, sharp, well defined and clearly located</a:t>
                      </a:r>
                    </a:p>
                  </a:txBody>
                  <a:tcPr marL="51746" marR="51746" marT="25872" marB="25872"/>
                </a:tc>
                <a:extLst>
                  <a:ext uri="{0D108BD9-81ED-4DB2-BD59-A6C34878D82A}">
                    <a16:rowId xmlns:a16="http://schemas.microsoft.com/office/drawing/2014/main" val="3163061758"/>
                  </a:ext>
                </a:extLst>
              </a:tr>
              <a:tr h="834376">
                <a:tc>
                  <a:txBody>
                    <a:bodyPr/>
                    <a:lstStyle/>
                    <a:p>
                      <a:r>
                        <a:rPr lang="en-GB" sz="1400"/>
                        <a:t>Radicular</a:t>
                      </a:r>
                    </a:p>
                  </a:txBody>
                  <a:tcPr marL="51746" marR="51746" marT="25872" marB="25872"/>
                </a:tc>
                <a:tc>
                  <a:txBody>
                    <a:bodyPr/>
                    <a:lstStyle/>
                    <a:p>
                      <a:r>
                        <a:rPr lang="en-GB" sz="1400" dirty="0"/>
                        <a:t>Pressure or damage to nerve root: Inflammation or other irritation of the nerve root</a:t>
                      </a:r>
                    </a:p>
                  </a:txBody>
                  <a:tcPr marL="51746" marR="51746" marT="25872" marB="25872"/>
                </a:tc>
                <a:tc>
                  <a:txBody>
                    <a:bodyPr/>
                    <a:lstStyle/>
                    <a:p>
                      <a:r>
                        <a:rPr lang="en-GB" sz="1400"/>
                        <a:t>Sharp, shooting pain or stabbing pain in distinct lines within the relevant dermatomal pattern for the level affected. Can be associated with weakness and paraesthesia</a:t>
                      </a:r>
                    </a:p>
                  </a:txBody>
                  <a:tcPr marL="51746" marR="51746" marT="25872" marB="25872"/>
                </a:tc>
                <a:extLst>
                  <a:ext uri="{0D108BD9-81ED-4DB2-BD59-A6C34878D82A}">
                    <a16:rowId xmlns:a16="http://schemas.microsoft.com/office/drawing/2014/main" val="3198779185"/>
                  </a:ext>
                </a:extLst>
              </a:tr>
              <a:tr h="834376">
                <a:tc>
                  <a:txBody>
                    <a:bodyPr/>
                    <a:lstStyle/>
                    <a:p>
                      <a:r>
                        <a:rPr lang="en-GB" sz="1400"/>
                        <a:t>Neuropathic</a:t>
                      </a:r>
                    </a:p>
                  </a:txBody>
                  <a:tcPr marL="51746" marR="51746" marT="25872" marB="25872"/>
                </a:tc>
                <a:tc>
                  <a:txBody>
                    <a:bodyPr/>
                    <a:lstStyle/>
                    <a:p>
                      <a:r>
                        <a:rPr lang="en-GB" sz="1400" dirty="0"/>
                        <a:t>Caused by nerve damage or disease (pathology of nervous system) that affect the somatosensory nervous system. Burning, shooting or electric pain, numbness, tingling or allodynia</a:t>
                      </a:r>
                    </a:p>
                  </a:txBody>
                  <a:tcPr marL="51746" marR="51746" marT="25872" marB="25872"/>
                </a:tc>
                <a:tc>
                  <a:txBody>
                    <a:bodyPr/>
                    <a:lstStyle/>
                    <a:p>
                      <a:r>
                        <a:rPr lang="en-GB" sz="1400" dirty="0"/>
                        <a:t>Peripheral: Diabetic neuropathy, post herpetic neuralgia, CRPS</a:t>
                      </a:r>
                    </a:p>
                    <a:p>
                      <a:r>
                        <a:rPr lang="en-GB" sz="1400" dirty="0"/>
                        <a:t>Central: MS, Stroke, SCI</a:t>
                      </a:r>
                    </a:p>
                  </a:txBody>
                  <a:tcPr marL="51746" marR="51746" marT="25872" marB="25872"/>
                </a:tc>
                <a:extLst>
                  <a:ext uri="{0D108BD9-81ED-4DB2-BD59-A6C34878D82A}">
                    <a16:rowId xmlns:a16="http://schemas.microsoft.com/office/drawing/2014/main" val="3197305435"/>
                  </a:ext>
                </a:extLst>
              </a:tr>
              <a:tr h="834376">
                <a:tc>
                  <a:txBody>
                    <a:bodyPr/>
                    <a:lstStyle/>
                    <a:p>
                      <a:r>
                        <a:rPr lang="en-GB" sz="1400"/>
                        <a:t>Nociplastic</a:t>
                      </a:r>
                    </a:p>
                  </a:txBody>
                  <a:tcPr marL="51746" marR="51746" marT="25872" marB="25872"/>
                </a:tc>
                <a:tc>
                  <a:txBody>
                    <a:bodyPr/>
                    <a:lstStyle/>
                    <a:p>
                      <a:r>
                        <a:rPr lang="en-US" sz="1400" b="0" i="0" kern="1200">
                          <a:solidFill>
                            <a:srgbClr val="000000"/>
                          </a:solidFill>
                          <a:effectLst/>
                          <a:latin typeface="+mn-lt"/>
                          <a:ea typeface="+mn-ea"/>
                          <a:cs typeface="+mn-cs"/>
                        </a:rPr>
                        <a:t> Nociplastic (algopathic or nocipathic) pain is defined as pain that arises from altered nociception without clear evidence of nociceptive or neuropathic pain. Altered CNS pain processing, no lesion or nerve or structural pathology</a:t>
                      </a:r>
                      <a:endParaRPr lang="en-GB" sz="1400"/>
                    </a:p>
                  </a:txBody>
                  <a:tcPr marL="51746" marR="51746" marT="25872" marB="25872"/>
                </a:tc>
                <a:tc>
                  <a:txBody>
                    <a:bodyPr/>
                    <a:lstStyle/>
                    <a:p>
                      <a:r>
                        <a:rPr lang="en-GB" sz="1400" dirty="0"/>
                        <a:t>No neurological deficits, Diffused, aching, and pressure like pain. Fibromyalgia, chronic tension headache</a:t>
                      </a:r>
                    </a:p>
                  </a:txBody>
                  <a:tcPr marL="51746" marR="51746" marT="25872" marB="25872"/>
                </a:tc>
                <a:extLst>
                  <a:ext uri="{0D108BD9-81ED-4DB2-BD59-A6C34878D82A}">
                    <a16:rowId xmlns:a16="http://schemas.microsoft.com/office/drawing/2014/main" val="3165750709"/>
                  </a:ext>
                </a:extLst>
              </a:tr>
              <a:tr h="391319">
                <a:tc>
                  <a:txBody>
                    <a:bodyPr/>
                    <a:lstStyle/>
                    <a:p>
                      <a:endParaRPr lang="en-GB" sz="1100"/>
                    </a:p>
                  </a:txBody>
                  <a:tcPr marL="51746" marR="51746" marT="25872" marB="25872"/>
                </a:tc>
                <a:tc>
                  <a:txBody>
                    <a:bodyPr/>
                    <a:lstStyle/>
                    <a:p>
                      <a:endParaRPr lang="en-GB" sz="1100"/>
                    </a:p>
                  </a:txBody>
                  <a:tcPr marL="51746" marR="51746" marT="25872" marB="25872"/>
                </a:tc>
                <a:tc>
                  <a:txBody>
                    <a:bodyPr/>
                    <a:lstStyle/>
                    <a:p>
                      <a:endParaRPr lang="en-GB" sz="1100" dirty="0"/>
                    </a:p>
                  </a:txBody>
                  <a:tcPr marL="51746" marR="51746" marT="25872" marB="25872"/>
                </a:tc>
                <a:extLst>
                  <a:ext uri="{0D108BD9-81ED-4DB2-BD59-A6C34878D82A}">
                    <a16:rowId xmlns:a16="http://schemas.microsoft.com/office/drawing/2014/main" val="235257858"/>
                  </a:ext>
                </a:extLst>
              </a:tr>
            </a:tbl>
          </a:graphicData>
        </a:graphic>
      </p:graphicFrame>
    </p:spTree>
    <p:extLst>
      <p:ext uri="{BB962C8B-B14F-4D97-AF65-F5344CB8AC3E}">
        <p14:creationId xmlns:p14="http://schemas.microsoft.com/office/powerpoint/2010/main" val="17731913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E7BC0688-DE49-D353-4DDC-9019599435C4}"/>
              </a:ext>
            </a:extLst>
          </p:cNvPr>
          <p:cNvSpPr>
            <a:spLocks noGrp="1"/>
          </p:cNvSpPr>
          <p:nvPr>
            <p:ph type="title"/>
          </p:nvPr>
        </p:nvSpPr>
        <p:spPr>
          <a:xfrm>
            <a:off x="102743" y="681037"/>
            <a:ext cx="4688524" cy="1034747"/>
          </a:xfrm>
        </p:spPr>
        <p:txBody>
          <a:bodyPr vert="horz" lIns="91440" tIns="45720" rIns="91440" bIns="45720" rtlCol="0" anchor="ctr">
            <a:normAutofit/>
          </a:bodyPr>
          <a:lstStyle/>
          <a:p>
            <a:pPr>
              <a:spcBef>
                <a:spcPct val="0"/>
              </a:spcBef>
            </a:pPr>
            <a:r>
              <a:rPr lang="en-US" sz="2800" dirty="0">
                <a:solidFill>
                  <a:schemeClr val="tx1"/>
                </a:solidFill>
                <a:latin typeface="Aptos" panose="020B0004020202020204" pitchFamily="34" charset="0"/>
                <a:ea typeface="+mj-ea"/>
                <a:cs typeface="+mj-cs"/>
              </a:rPr>
              <a:t>Biopsychosocial model of pain</a:t>
            </a:r>
          </a:p>
        </p:txBody>
      </p:sp>
      <p:sp>
        <p:nvSpPr>
          <p:cNvPr id="9" name="Content Placeholder 2">
            <a:extLst>
              <a:ext uri="{FF2B5EF4-FFF2-40B4-BE49-F238E27FC236}">
                <a16:creationId xmlns:a16="http://schemas.microsoft.com/office/drawing/2014/main" id="{CE80ADAD-3AE9-6E45-DC46-936032B9DE5D}"/>
              </a:ext>
            </a:extLst>
          </p:cNvPr>
          <p:cNvSpPr txBox="1"/>
          <p:nvPr/>
        </p:nvSpPr>
        <p:spPr>
          <a:xfrm>
            <a:off x="330245" y="2085631"/>
            <a:ext cx="4461021" cy="4091332"/>
          </a:xfrm>
          <a:prstGeom prst="rect">
            <a:avLst/>
          </a:prstGeom>
        </p:spPr>
        <p:txBody>
          <a:bodyPr vert="horz" lIns="91440" tIns="45720" rIns="91440" bIns="45720" rtlCol="0" anchorCtr="0" compatLnSpc="1">
            <a:noAutofit/>
          </a:bodyPr>
          <a:lstStyle/>
          <a:p>
            <a:pPr lvl="0" indent="-228600" fontAlgn="base">
              <a:lnSpc>
                <a:spcPct val="90000"/>
              </a:lnSpc>
              <a:spcBef>
                <a:spcPct val="0"/>
              </a:spcBef>
              <a:spcAft>
                <a:spcPts val="600"/>
              </a:spcAft>
              <a:buFont typeface="Arial" panose="020B0604020202020204" pitchFamily="34" charset="0"/>
              <a:buChar char="•"/>
            </a:pPr>
            <a:r>
              <a:rPr lang="en-US" altLang="en-US" sz="1600" dirty="0"/>
              <a:t>Pain is a personal, multidimensional experience, not merely a symptom of tissue damage.</a:t>
            </a:r>
          </a:p>
          <a:p>
            <a:pPr lvl="0" indent="-228600" fontAlgn="base">
              <a:lnSpc>
                <a:spcPct val="90000"/>
              </a:lnSpc>
              <a:spcBef>
                <a:spcPct val="0"/>
              </a:spcBef>
              <a:spcAft>
                <a:spcPts val="600"/>
              </a:spcAft>
              <a:buFont typeface="Arial" panose="020B0604020202020204" pitchFamily="34" charset="0"/>
              <a:buChar char="•"/>
            </a:pPr>
            <a:r>
              <a:rPr lang="en-US" altLang="en-US" sz="1600" dirty="0"/>
              <a:t>Arises from a dynamic interaction of biological, psychological and social factors</a:t>
            </a:r>
          </a:p>
          <a:p>
            <a:pPr lvl="0" indent="-228600" fontAlgn="base">
              <a:lnSpc>
                <a:spcPct val="90000"/>
              </a:lnSpc>
              <a:spcBef>
                <a:spcPct val="0"/>
              </a:spcBef>
              <a:spcAft>
                <a:spcPts val="600"/>
              </a:spcAft>
              <a:buFont typeface="Arial" panose="020B0604020202020204" pitchFamily="34" charset="0"/>
              <a:buChar char="•"/>
            </a:pPr>
            <a:r>
              <a:rPr lang="en-US" sz="1600" dirty="0"/>
              <a:t>These factors are interdependent, not separate — they shape the </a:t>
            </a:r>
            <a:r>
              <a:rPr lang="en-US" sz="1600" i="1" dirty="0"/>
              <a:t>individual’s lived pain experience</a:t>
            </a:r>
            <a:r>
              <a:rPr lang="en-US" sz="1600" dirty="0"/>
              <a:t>.</a:t>
            </a:r>
          </a:p>
          <a:p>
            <a:pPr lvl="0" indent="-228600" fontAlgn="base">
              <a:lnSpc>
                <a:spcPct val="90000"/>
              </a:lnSpc>
              <a:spcBef>
                <a:spcPct val="0"/>
              </a:spcBef>
              <a:spcAft>
                <a:spcPts val="600"/>
              </a:spcAft>
              <a:buFont typeface="Arial" panose="020B0604020202020204" pitchFamily="34" charset="0"/>
              <a:buChar char="•"/>
            </a:pPr>
            <a:r>
              <a:rPr lang="en-US" sz="1600" dirty="0"/>
              <a:t>A biopsychosocial approach can be applied by a single clinician using multiple strategies that address biological, psychological, and social factors.</a:t>
            </a:r>
          </a:p>
          <a:p>
            <a:pPr lvl="0" indent="-228600" fontAlgn="base">
              <a:lnSpc>
                <a:spcPct val="90000"/>
              </a:lnSpc>
              <a:spcBef>
                <a:spcPct val="0"/>
              </a:spcBef>
              <a:spcAft>
                <a:spcPts val="600"/>
              </a:spcAft>
              <a:buFont typeface="Arial" panose="020B0604020202020204" pitchFamily="34" charset="0"/>
              <a:buChar char="•"/>
            </a:pPr>
            <a:r>
              <a:rPr lang="en-US" sz="1600" dirty="0"/>
              <a:t>In complex or chronic cases, a multidisciplinary or interdisciplinary team may be required to deliver comprehensive assessment and care.</a:t>
            </a:r>
            <a:endParaRPr lang="en-US" altLang="en-US" sz="1600" dirty="0"/>
          </a:p>
        </p:txBody>
      </p:sp>
      <p:sp>
        <p:nvSpPr>
          <p:cNvPr id="50" name="Rounded Rectangle 28">
            <a:extLst>
              <a:ext uri="{FF2B5EF4-FFF2-40B4-BE49-F238E27FC236}">
                <a16:creationId xmlns:a16="http://schemas.microsoft.com/office/drawing/2014/main" id="{A783CD55-1776-4C75-9A8F-D1179C0C7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75903" y="640091"/>
            <a:ext cx="6266120" cy="5577818"/>
          </a:xfrm>
          <a:prstGeom prst="roundRect">
            <a:avLst>
              <a:gd name="adj" fmla="val 0"/>
            </a:avLst>
          </a:prstGeom>
          <a:solidFill>
            <a:srgbClr val="FFFFFF"/>
          </a:solidFill>
          <a:ln w="9525">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diagram of pain experience&#10;&#10;AI-generated content may be incorrect.">
            <a:extLst>
              <a:ext uri="{FF2B5EF4-FFF2-40B4-BE49-F238E27FC236}">
                <a16:creationId xmlns:a16="http://schemas.microsoft.com/office/drawing/2014/main" id="{D692F608-1CC7-0D55-86FC-5F53099C36AB}"/>
              </a:ext>
            </a:extLst>
          </p:cNvPr>
          <p:cNvPicPr>
            <a:picLocks noGrp="1" noChangeAspect="1"/>
          </p:cNvPicPr>
          <p:nvPr>
            <p:ph idx="1"/>
          </p:nvPr>
        </p:nvPicPr>
        <p:blipFill>
          <a:blip r:embed="rId3"/>
          <a:srcRect t="4701" r="-2" b="7518"/>
          <a:stretch>
            <a:fillRect/>
          </a:stretch>
        </p:blipFill>
        <p:spPr>
          <a:xfrm>
            <a:off x="5784351" y="996592"/>
            <a:ext cx="5591840" cy="5056735"/>
          </a:xfrm>
          <a:prstGeom prst="rect">
            <a:avLst/>
          </a:prstGeom>
          <a:noFill/>
          <a:effectLst/>
        </p:spPr>
      </p:pic>
    </p:spTree>
    <p:extLst>
      <p:ext uri="{BB962C8B-B14F-4D97-AF65-F5344CB8AC3E}">
        <p14:creationId xmlns:p14="http://schemas.microsoft.com/office/powerpoint/2010/main" val="31429270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6" name="Rectangle 15">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631CFE27-5F49-B7BD-9BA2-3476B06DD0F5}"/>
              </a:ext>
            </a:extLst>
          </p:cNvPr>
          <p:cNvSpPr>
            <a:spLocks noGrp="1"/>
          </p:cNvSpPr>
          <p:nvPr>
            <p:ph type="title"/>
          </p:nvPr>
        </p:nvSpPr>
        <p:spPr>
          <a:xfrm>
            <a:off x="699714" y="353160"/>
            <a:ext cx="7091300" cy="898581"/>
          </a:xfrm>
        </p:spPr>
        <p:txBody>
          <a:bodyPr vert="horz" lIns="91440" tIns="45720" rIns="91440" bIns="45720" rtlCol="0" anchor="ctr">
            <a:normAutofit/>
          </a:bodyPr>
          <a:lstStyle/>
          <a:p>
            <a:pPr>
              <a:spcBef>
                <a:spcPct val="0"/>
              </a:spcBef>
            </a:pPr>
            <a:r>
              <a:rPr lang="en-US" sz="2800" dirty="0">
                <a:solidFill>
                  <a:srgbClr val="FFFFFF"/>
                </a:solidFill>
                <a:latin typeface="+mj-lt"/>
                <a:ea typeface="+mj-ea"/>
                <a:cs typeface="+mj-cs"/>
              </a:rPr>
              <a:t>Extension of BPS</a:t>
            </a:r>
          </a:p>
        </p:txBody>
      </p:sp>
      <p:pic>
        <p:nvPicPr>
          <p:cNvPr id="5" name="Content Placeholder 4">
            <a:extLst>
              <a:ext uri="{FF2B5EF4-FFF2-40B4-BE49-F238E27FC236}">
                <a16:creationId xmlns:a16="http://schemas.microsoft.com/office/drawing/2014/main" id="{EF6DD330-C96A-88E3-2710-0C8EB7A2BCB8}"/>
              </a:ext>
            </a:extLst>
          </p:cNvPr>
          <p:cNvPicPr>
            <a:picLocks noGrp="1" noChangeAspect="1"/>
          </p:cNvPicPr>
          <p:nvPr>
            <p:ph idx="1"/>
          </p:nvPr>
        </p:nvPicPr>
        <p:blipFill>
          <a:blip r:embed="rId3"/>
          <a:stretch>
            <a:fillRect/>
          </a:stretch>
        </p:blipFill>
        <p:spPr>
          <a:xfrm>
            <a:off x="181492" y="1928621"/>
            <a:ext cx="5914508" cy="3229006"/>
          </a:xfrm>
          <a:prstGeom prst="rect">
            <a:avLst/>
          </a:prstGeom>
          <a:noFill/>
        </p:spPr>
      </p:pic>
      <p:pic>
        <p:nvPicPr>
          <p:cNvPr id="7" name="Picture 6">
            <a:extLst>
              <a:ext uri="{FF2B5EF4-FFF2-40B4-BE49-F238E27FC236}">
                <a16:creationId xmlns:a16="http://schemas.microsoft.com/office/drawing/2014/main" id="{700A8C07-DCE8-B1B2-7BD5-7465FED9AD64}"/>
              </a:ext>
            </a:extLst>
          </p:cNvPr>
          <p:cNvPicPr>
            <a:picLocks noChangeAspect="1"/>
          </p:cNvPicPr>
          <p:nvPr/>
        </p:nvPicPr>
        <p:blipFill>
          <a:blip r:embed="rId4"/>
          <a:stretch>
            <a:fillRect/>
          </a:stretch>
        </p:blipFill>
        <p:spPr>
          <a:xfrm>
            <a:off x="6345165" y="2085654"/>
            <a:ext cx="5490664" cy="3394606"/>
          </a:xfrm>
          <a:prstGeom prst="rect">
            <a:avLst/>
          </a:prstGeom>
        </p:spPr>
      </p:pic>
    </p:spTree>
    <p:extLst>
      <p:ext uri="{BB962C8B-B14F-4D97-AF65-F5344CB8AC3E}">
        <p14:creationId xmlns:p14="http://schemas.microsoft.com/office/powerpoint/2010/main" val="27306487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BBDEB-1A47-CD2B-BAA8-1599B52B5E58}"/>
              </a:ext>
            </a:extLst>
          </p:cNvPr>
          <p:cNvSpPr>
            <a:spLocks noGrp="1"/>
          </p:cNvSpPr>
          <p:nvPr>
            <p:ph type="title"/>
          </p:nvPr>
        </p:nvSpPr>
        <p:spPr/>
        <p:txBody>
          <a:bodyPr>
            <a:normAutofit/>
          </a:bodyPr>
          <a:lstStyle/>
          <a:p>
            <a:r>
              <a:rPr lang="en-GB" sz="2800" dirty="0">
                <a:latin typeface="+mn-lt"/>
              </a:rPr>
              <a:t>Features of inorganic Pain</a:t>
            </a:r>
          </a:p>
        </p:txBody>
      </p:sp>
      <p:sp>
        <p:nvSpPr>
          <p:cNvPr id="3" name="Content Placeholder 2">
            <a:extLst>
              <a:ext uri="{FF2B5EF4-FFF2-40B4-BE49-F238E27FC236}">
                <a16:creationId xmlns:a16="http://schemas.microsoft.com/office/drawing/2014/main" id="{AC6E77C6-C37E-506F-FF50-39A4C5BAF8D9}"/>
              </a:ext>
            </a:extLst>
          </p:cNvPr>
          <p:cNvSpPr>
            <a:spLocks noGrp="1"/>
          </p:cNvSpPr>
          <p:nvPr>
            <p:ph idx="1"/>
          </p:nvPr>
        </p:nvSpPr>
        <p:spPr/>
        <p:txBody>
          <a:bodyPr>
            <a:normAutofit/>
          </a:bodyPr>
          <a:lstStyle/>
          <a:p>
            <a:r>
              <a:rPr lang="en-GB" sz="1600" dirty="0">
                <a:latin typeface="+mn-lt"/>
              </a:rPr>
              <a:t>Non recognizable pattern of symptoms or sign in the history and examination</a:t>
            </a:r>
          </a:p>
          <a:p>
            <a:r>
              <a:rPr lang="en-GB" sz="1600" dirty="0">
                <a:latin typeface="+mn-lt"/>
              </a:rPr>
              <a:t>Poor cooperation throughout the assessment</a:t>
            </a:r>
          </a:p>
          <a:p>
            <a:r>
              <a:rPr lang="en-US" altLang="en-US" sz="1600" dirty="0">
                <a:solidFill>
                  <a:schemeClr val="tx1"/>
                </a:solidFill>
                <a:latin typeface="+mn-lt"/>
              </a:rPr>
              <a:t>Overly eager or exaggerated responses, often showing satisfaction if diagnosis is unclear</a:t>
            </a:r>
          </a:p>
          <a:p>
            <a:r>
              <a:rPr lang="en-GB" sz="1600" dirty="0">
                <a:latin typeface="+mn-lt"/>
              </a:rPr>
              <a:t>Patient may seek the answer expected of them</a:t>
            </a:r>
          </a:p>
          <a:p>
            <a:r>
              <a:rPr lang="en-US" altLang="en-US" sz="1600" dirty="0">
                <a:solidFill>
                  <a:schemeClr val="tx1"/>
                </a:solidFill>
                <a:latin typeface="+mn-lt"/>
              </a:rPr>
              <a:t>Contradictory signs due to limited understanding of the condition</a:t>
            </a:r>
          </a:p>
          <a:p>
            <a:endParaRPr lang="en-GB" dirty="0"/>
          </a:p>
          <a:p>
            <a:endParaRPr lang="en-GB" dirty="0"/>
          </a:p>
          <a:p>
            <a:pPr marL="0" indent="0">
              <a:buNone/>
            </a:pPr>
            <a:endParaRPr lang="en-GB" dirty="0"/>
          </a:p>
        </p:txBody>
      </p:sp>
    </p:spTree>
    <p:extLst>
      <p:ext uri="{BB962C8B-B14F-4D97-AF65-F5344CB8AC3E}">
        <p14:creationId xmlns:p14="http://schemas.microsoft.com/office/powerpoint/2010/main" val="11354996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9851B-C3E8-DF87-4336-A240DC337CC6}"/>
              </a:ext>
            </a:extLst>
          </p:cNvPr>
          <p:cNvSpPr>
            <a:spLocks noGrp="1"/>
          </p:cNvSpPr>
          <p:nvPr>
            <p:ph type="title"/>
          </p:nvPr>
        </p:nvSpPr>
        <p:spPr>
          <a:xfrm>
            <a:off x="838203" y="365129"/>
            <a:ext cx="10515600" cy="858029"/>
          </a:xfrm>
        </p:spPr>
        <p:txBody>
          <a:bodyPr>
            <a:normAutofit/>
          </a:bodyPr>
          <a:lstStyle/>
          <a:p>
            <a:r>
              <a:rPr lang="en-GB" sz="2800" dirty="0"/>
              <a:t>Patient health Questionnaire (PHQ-9)</a:t>
            </a:r>
          </a:p>
        </p:txBody>
      </p:sp>
      <p:pic>
        <p:nvPicPr>
          <p:cNvPr id="5" name="Content Placeholder 4">
            <a:extLst>
              <a:ext uri="{FF2B5EF4-FFF2-40B4-BE49-F238E27FC236}">
                <a16:creationId xmlns:a16="http://schemas.microsoft.com/office/drawing/2014/main" id="{3088EA3A-008E-A79B-3269-1FA7B44CCBAD}"/>
              </a:ext>
            </a:extLst>
          </p:cNvPr>
          <p:cNvPicPr>
            <a:picLocks noGrp="1" noChangeAspect="1"/>
          </p:cNvPicPr>
          <p:nvPr>
            <p:ph idx="1"/>
          </p:nvPr>
        </p:nvPicPr>
        <p:blipFill>
          <a:blip r:embed="rId3"/>
          <a:stretch>
            <a:fillRect/>
          </a:stretch>
        </p:blipFill>
        <p:spPr>
          <a:xfrm>
            <a:off x="5716078" y="1709497"/>
            <a:ext cx="6391036" cy="3659337"/>
          </a:xfrm>
          <a:prstGeom prst="rect">
            <a:avLst/>
          </a:prstGeom>
          <a:noFill/>
          <a:ln>
            <a:noFill/>
          </a:ln>
        </p:spPr>
      </p:pic>
      <p:sp>
        <p:nvSpPr>
          <p:cNvPr id="6" name="Content Placeholder 2">
            <a:extLst>
              <a:ext uri="{FF2B5EF4-FFF2-40B4-BE49-F238E27FC236}">
                <a16:creationId xmlns:a16="http://schemas.microsoft.com/office/drawing/2014/main" id="{DE414D9D-9E54-021E-E2BB-1934B7D83629}"/>
              </a:ext>
            </a:extLst>
          </p:cNvPr>
          <p:cNvSpPr txBox="1">
            <a:spLocks/>
          </p:cNvSpPr>
          <p:nvPr/>
        </p:nvSpPr>
        <p:spPr>
          <a:xfrm>
            <a:off x="464810" y="1690688"/>
            <a:ext cx="4985965" cy="1643189"/>
          </a:xfrm>
          <a:prstGeom prst="rect">
            <a:avLst/>
          </a:prstGeom>
          <a:noFill/>
          <a:ln>
            <a:noFill/>
          </a:ln>
        </p:spPr>
        <p:txBody>
          <a:bodyPr vert="horz" wrap="square" lIns="91440" tIns="45720" rIns="91440" bIns="45720" anchor="t" anchorCtr="0" compatLnSpc="1">
            <a:normAutofit fontScale="92500" lnSpcReduction="10000"/>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Help in </a:t>
            </a:r>
            <a:r>
              <a:rPr lang="en-GB" sz="1600" dirty="0"/>
              <a:t>screening, diagnosing, monitoring</a:t>
            </a:r>
            <a:r>
              <a:rPr lang="en-US" sz="1600" dirty="0"/>
              <a:t> severity of anxiety</a:t>
            </a:r>
          </a:p>
          <a:p>
            <a:r>
              <a:rPr lang="en-US" sz="1600" dirty="0"/>
              <a:t>Question asked based on last 2 weeks</a:t>
            </a:r>
          </a:p>
          <a:p>
            <a:r>
              <a:rPr lang="en-US" sz="1600" dirty="0"/>
              <a:t>Used in 15 years or older</a:t>
            </a:r>
          </a:p>
          <a:p>
            <a:r>
              <a:rPr lang="en-US" sz="1600" dirty="0"/>
              <a:t>Questions: https://patient.info/doctor/mental-health/phq-9</a:t>
            </a:r>
          </a:p>
        </p:txBody>
      </p:sp>
      <p:pic>
        <p:nvPicPr>
          <p:cNvPr id="8" name="Picture 7">
            <a:extLst>
              <a:ext uri="{FF2B5EF4-FFF2-40B4-BE49-F238E27FC236}">
                <a16:creationId xmlns:a16="http://schemas.microsoft.com/office/drawing/2014/main" id="{88C14F62-2519-3B11-0E08-580A96EBBC57}"/>
              </a:ext>
            </a:extLst>
          </p:cNvPr>
          <p:cNvPicPr>
            <a:picLocks noChangeAspect="1"/>
          </p:cNvPicPr>
          <p:nvPr/>
        </p:nvPicPr>
        <p:blipFill>
          <a:blip r:embed="rId4"/>
          <a:stretch>
            <a:fillRect/>
          </a:stretch>
        </p:blipFill>
        <p:spPr>
          <a:xfrm>
            <a:off x="464810" y="3957573"/>
            <a:ext cx="5251268" cy="2535298"/>
          </a:xfrm>
          <a:prstGeom prst="rect">
            <a:avLst/>
          </a:prstGeom>
        </p:spPr>
      </p:pic>
    </p:spTree>
    <p:extLst>
      <p:ext uri="{BB962C8B-B14F-4D97-AF65-F5344CB8AC3E}">
        <p14:creationId xmlns:p14="http://schemas.microsoft.com/office/powerpoint/2010/main" val="21885979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C3CE0-01C9-7B0F-A254-27098CFBA1CA}"/>
              </a:ext>
            </a:extLst>
          </p:cNvPr>
          <p:cNvSpPr>
            <a:spLocks noGrp="1"/>
          </p:cNvSpPr>
          <p:nvPr>
            <p:ph type="title"/>
          </p:nvPr>
        </p:nvSpPr>
        <p:spPr>
          <a:xfrm>
            <a:off x="761840" y="1138266"/>
            <a:ext cx="4544762" cy="1064608"/>
          </a:xfrm>
        </p:spPr>
        <p:txBody>
          <a:bodyPr anchor="t">
            <a:normAutofit/>
          </a:bodyPr>
          <a:lstStyle/>
          <a:p>
            <a:r>
              <a:rPr lang="en-GB" sz="2800" dirty="0"/>
              <a:t>Generalised anxiety disorder (GAD 7)</a:t>
            </a:r>
          </a:p>
        </p:txBody>
      </p:sp>
      <p:cxnSp>
        <p:nvCxnSpPr>
          <p:cNvPr id="10" name="Straight Connector 9">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0C50A2E-749F-4A0A-0F73-702E9B35BDB4}"/>
              </a:ext>
            </a:extLst>
          </p:cNvPr>
          <p:cNvSpPr>
            <a:spLocks noGrp="1"/>
          </p:cNvSpPr>
          <p:nvPr>
            <p:ph idx="1"/>
          </p:nvPr>
        </p:nvSpPr>
        <p:spPr>
          <a:xfrm>
            <a:off x="761840" y="2551176"/>
            <a:ext cx="4544762" cy="3602935"/>
          </a:xfrm>
        </p:spPr>
        <p:txBody>
          <a:bodyPr>
            <a:normAutofit fontScale="85000" lnSpcReduction="20000"/>
          </a:bodyPr>
          <a:lstStyle/>
          <a:p>
            <a:r>
              <a:rPr lang="en-GB" sz="2000" dirty="0"/>
              <a:t>It is one of the common mental health disorder</a:t>
            </a:r>
          </a:p>
          <a:p>
            <a:r>
              <a:rPr lang="en-US" sz="2000" dirty="0"/>
              <a:t>Generalized anxiety disorder produces fear, worry, and a constant feeling of being overwhelmed</a:t>
            </a:r>
          </a:p>
          <a:p>
            <a:r>
              <a:rPr lang="en-US" sz="2000" dirty="0"/>
              <a:t>Worry could be multifactorial</a:t>
            </a:r>
          </a:p>
          <a:p>
            <a:r>
              <a:rPr lang="en-US" sz="2000" dirty="0"/>
              <a:t>Questionnaire: </a:t>
            </a:r>
            <a:r>
              <a:rPr lang="en-US" sz="2000" dirty="0">
                <a:hlinkClick r:id="rId3"/>
              </a:rPr>
              <a:t>https://patient.info/doctor/mental-health/gad-7</a:t>
            </a:r>
            <a:endParaRPr lang="en-US" sz="2000" dirty="0"/>
          </a:p>
          <a:p>
            <a:r>
              <a:rPr lang="en-US" sz="2100" dirty="0"/>
              <a:t>Anxiety severity scale</a:t>
            </a:r>
          </a:p>
          <a:p>
            <a:pPr marL="0" indent="0">
              <a:buNone/>
            </a:pPr>
            <a:r>
              <a:rPr lang="en-US" sz="2100" dirty="0"/>
              <a:t>      0–4: minimal anxiety</a:t>
            </a:r>
            <a:br>
              <a:rPr lang="en-US" sz="2100" dirty="0"/>
            </a:br>
            <a:r>
              <a:rPr lang="en-US" sz="2100" dirty="0"/>
              <a:t>      5–9: mild anxiety</a:t>
            </a:r>
            <a:br>
              <a:rPr lang="en-US" sz="2100" dirty="0"/>
            </a:br>
            <a:r>
              <a:rPr lang="en-US" sz="2100" dirty="0"/>
              <a:t>      10–14: moderate anxiety</a:t>
            </a:r>
            <a:br>
              <a:rPr lang="en-US" sz="2100" dirty="0"/>
            </a:br>
            <a:r>
              <a:rPr lang="en-US" sz="2100" dirty="0"/>
              <a:t>      15–21: severe anxiety</a:t>
            </a:r>
          </a:p>
          <a:p>
            <a:endParaRPr lang="en-US" sz="2000" dirty="0"/>
          </a:p>
        </p:txBody>
      </p:sp>
      <p:pic>
        <p:nvPicPr>
          <p:cNvPr id="5" name="Picture 4">
            <a:extLst>
              <a:ext uri="{FF2B5EF4-FFF2-40B4-BE49-F238E27FC236}">
                <a16:creationId xmlns:a16="http://schemas.microsoft.com/office/drawing/2014/main" id="{DA0BF31A-B6B9-3F7E-C18B-1147A1C7DAAD}"/>
              </a:ext>
            </a:extLst>
          </p:cNvPr>
          <p:cNvPicPr>
            <a:picLocks noChangeAspect="1"/>
          </p:cNvPicPr>
          <p:nvPr/>
        </p:nvPicPr>
        <p:blipFill>
          <a:blip r:embed="rId4"/>
          <a:stretch>
            <a:fillRect/>
          </a:stretch>
        </p:blipFill>
        <p:spPr>
          <a:xfrm>
            <a:off x="5306602" y="1138266"/>
            <a:ext cx="6776541" cy="4581470"/>
          </a:xfrm>
          <a:prstGeom prst="rect">
            <a:avLst/>
          </a:prstGeom>
        </p:spPr>
      </p:pic>
    </p:spTree>
    <p:extLst>
      <p:ext uri="{BB962C8B-B14F-4D97-AF65-F5344CB8AC3E}">
        <p14:creationId xmlns:p14="http://schemas.microsoft.com/office/powerpoint/2010/main" val="32936469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48E4C9-2566-9B24-A31A-768962F8AF6F}"/>
              </a:ext>
            </a:extLst>
          </p:cNvPr>
          <p:cNvSpPr txBox="1">
            <a:spLocks noGrp="1"/>
          </p:cNvSpPr>
          <p:nvPr>
            <p:ph type="title"/>
          </p:nvPr>
        </p:nvSpPr>
        <p:spPr>
          <a:xfrm>
            <a:off x="1371599" y="294538"/>
            <a:ext cx="9895951" cy="1033669"/>
          </a:xfrm>
        </p:spPr>
        <p:txBody>
          <a:bodyPr>
            <a:normAutofit/>
          </a:bodyPr>
          <a:lstStyle/>
          <a:p>
            <a:pPr lvl="0"/>
            <a:r>
              <a:rPr lang="en-US" sz="2800" b="1" dirty="0">
                <a:solidFill>
                  <a:srgbClr val="FFFFFF"/>
                </a:solidFill>
              </a:rPr>
              <a:t>Causes of back pain</a:t>
            </a:r>
          </a:p>
        </p:txBody>
      </p:sp>
      <p:sp>
        <p:nvSpPr>
          <p:cNvPr id="3" name="Content Placeholder 2">
            <a:extLst>
              <a:ext uri="{FF2B5EF4-FFF2-40B4-BE49-F238E27FC236}">
                <a16:creationId xmlns:a16="http://schemas.microsoft.com/office/drawing/2014/main" id="{6E5E6EAD-A110-8DE8-7F0F-1D9FF339D597}"/>
              </a:ext>
            </a:extLst>
          </p:cNvPr>
          <p:cNvSpPr txBox="1">
            <a:spLocks noGrp="1"/>
          </p:cNvSpPr>
          <p:nvPr>
            <p:ph idx="1"/>
          </p:nvPr>
        </p:nvSpPr>
        <p:spPr>
          <a:xfrm>
            <a:off x="744876" y="1597432"/>
            <a:ext cx="9724031" cy="2440312"/>
          </a:xfrm>
        </p:spPr>
        <p:txBody>
          <a:bodyPr anchor="ctr">
            <a:normAutofit/>
          </a:bodyPr>
          <a:lstStyle/>
          <a:p>
            <a:pPr lvl="0"/>
            <a:r>
              <a:rPr lang="en-US" sz="2000" dirty="0"/>
              <a:t>Low back pain without serious underlying pathology-85%</a:t>
            </a:r>
          </a:p>
          <a:p>
            <a:pPr lvl="0"/>
            <a:r>
              <a:rPr lang="en-US" sz="2000" dirty="0"/>
              <a:t>Compression fracture-4%</a:t>
            </a:r>
          </a:p>
          <a:p>
            <a:pPr lvl="0"/>
            <a:r>
              <a:rPr lang="en-US" sz="2000" dirty="0"/>
              <a:t>Tumour-1%</a:t>
            </a:r>
          </a:p>
          <a:p>
            <a:pPr lvl="0"/>
            <a:r>
              <a:rPr lang="en-US" sz="2000" dirty="0"/>
              <a:t>Prolapse Intervertebral disc-1-3%</a:t>
            </a:r>
          </a:p>
          <a:p>
            <a:pPr lvl="0"/>
            <a:r>
              <a:rPr lang="en-US" sz="2000" dirty="0"/>
              <a:t>Ankylosing spondylitis, spinal infection, intraabdominal pathology &lt;1%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B36F400F-DF28-43BC-8D8E-4929793B3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ACF12A-83C0-75B8-B529-FB48441250E1}"/>
              </a:ext>
            </a:extLst>
          </p:cNvPr>
          <p:cNvSpPr txBox="1">
            <a:spLocks noGrp="1"/>
          </p:cNvSpPr>
          <p:nvPr>
            <p:ph type="title"/>
          </p:nvPr>
        </p:nvSpPr>
        <p:spPr>
          <a:xfrm>
            <a:off x="472611" y="668377"/>
            <a:ext cx="10881189" cy="1325563"/>
          </a:xfrm>
        </p:spPr>
        <p:txBody>
          <a:bodyPr vert="horz" lIns="91440" tIns="45720" rIns="91440" bIns="45720" rtlCol="0" anchor="ctr">
            <a:normAutofit/>
          </a:bodyPr>
          <a:lstStyle/>
          <a:p>
            <a:pPr lvl="0">
              <a:spcBef>
                <a:spcPct val="0"/>
              </a:spcBef>
            </a:pPr>
            <a:r>
              <a:rPr lang="en-US" sz="2800" b="1" kern="1200" dirty="0">
                <a:solidFill>
                  <a:schemeClr val="tx1"/>
                </a:solidFill>
                <a:latin typeface="+mj-lt"/>
                <a:ea typeface="+mj-ea"/>
                <a:cs typeface="+mj-cs"/>
              </a:rPr>
              <a:t>Risk factors for the development of Non-specific  and chronic back pain</a:t>
            </a:r>
            <a:endParaRPr lang="en-US" sz="2800" kern="1200" dirty="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568219ED-5F18-000C-8622-173C69644421}"/>
              </a:ext>
            </a:extLst>
          </p:cNvPr>
          <p:cNvSpPr txBox="1">
            <a:spLocks noGrp="1"/>
          </p:cNvSpPr>
          <p:nvPr>
            <p:ph idx="1"/>
          </p:nvPr>
        </p:nvSpPr>
        <p:spPr>
          <a:xfrm>
            <a:off x="838200" y="2177456"/>
            <a:ext cx="5097780" cy="3795748"/>
          </a:xfrm>
        </p:spPr>
        <p:txBody>
          <a:bodyPr vert="horz" lIns="91440" tIns="45720" rIns="91440" bIns="45720" rtlCol="0">
            <a:normAutofit/>
          </a:bodyPr>
          <a:lstStyle/>
          <a:p>
            <a:pPr marL="0" lvl="0" indent="0">
              <a:buNone/>
            </a:pPr>
            <a:r>
              <a:rPr lang="en-US" sz="1400" b="1" dirty="0">
                <a:solidFill>
                  <a:schemeClr val="tx1"/>
                </a:solidFill>
                <a:latin typeface="+mn-lt"/>
                <a:ea typeface="+mn-ea"/>
                <a:cs typeface="+mn-cs"/>
              </a:rPr>
              <a:t>Non-Specific low back pain</a:t>
            </a:r>
          </a:p>
          <a:p>
            <a:pPr lvl="0">
              <a:buFont typeface="Arial" panose="020B0604020202020204" pitchFamily="34" charset="0"/>
              <a:buChar char="•"/>
            </a:pPr>
            <a:r>
              <a:rPr lang="en-US" sz="1400" dirty="0">
                <a:solidFill>
                  <a:schemeClr val="tx1"/>
                </a:solidFill>
                <a:latin typeface="+mn-lt"/>
                <a:ea typeface="+mn-ea"/>
                <a:cs typeface="+mn-cs"/>
              </a:rPr>
              <a:t>Obesity</a:t>
            </a:r>
          </a:p>
          <a:p>
            <a:pPr lvl="0">
              <a:buFont typeface="Arial" panose="020B0604020202020204" pitchFamily="34" charset="0"/>
              <a:buChar char="•"/>
            </a:pPr>
            <a:r>
              <a:rPr lang="en-US" sz="1400" dirty="0">
                <a:solidFill>
                  <a:schemeClr val="tx1"/>
                </a:solidFill>
                <a:latin typeface="+mn-lt"/>
                <a:ea typeface="+mn-ea"/>
                <a:cs typeface="+mn-cs"/>
              </a:rPr>
              <a:t>Physical inactivity</a:t>
            </a:r>
          </a:p>
          <a:p>
            <a:pPr lvl="0">
              <a:buFont typeface="Arial" panose="020B0604020202020204" pitchFamily="34" charset="0"/>
              <a:buChar char="•"/>
            </a:pPr>
            <a:r>
              <a:rPr lang="en-US" sz="1400" dirty="0">
                <a:solidFill>
                  <a:schemeClr val="tx1"/>
                </a:solidFill>
                <a:latin typeface="+mn-lt"/>
                <a:ea typeface="+mn-ea"/>
                <a:cs typeface="+mn-cs"/>
              </a:rPr>
              <a:t>Occupational factors (such as heavy lifting, bending, or twisting)</a:t>
            </a:r>
          </a:p>
          <a:p>
            <a:pPr lvl="0">
              <a:buFont typeface="Arial" panose="020B0604020202020204" pitchFamily="34" charset="0"/>
              <a:buChar char="•"/>
            </a:pPr>
            <a:r>
              <a:rPr lang="en-US" sz="1400" dirty="0">
                <a:solidFill>
                  <a:schemeClr val="tx1"/>
                </a:solidFill>
                <a:latin typeface="+mn-lt"/>
                <a:ea typeface="+mn-ea"/>
                <a:cs typeface="+mn-cs"/>
              </a:rPr>
              <a:t>Stressful life events or depression</a:t>
            </a:r>
          </a:p>
          <a:p>
            <a:pPr lvl="0">
              <a:buFont typeface="Arial" panose="020B0604020202020204" pitchFamily="34" charset="0"/>
              <a:buChar char="•"/>
            </a:pPr>
            <a:endParaRPr lang="en-US" sz="2400" dirty="0">
              <a:solidFill>
                <a:schemeClr val="tx1"/>
              </a:solidFill>
              <a:latin typeface="+mn-lt"/>
              <a:ea typeface="+mn-ea"/>
              <a:cs typeface="+mn-cs"/>
            </a:endParaRPr>
          </a:p>
        </p:txBody>
      </p:sp>
      <p:sp>
        <p:nvSpPr>
          <p:cNvPr id="4" name="Content Placeholder 2">
            <a:extLst>
              <a:ext uri="{FF2B5EF4-FFF2-40B4-BE49-F238E27FC236}">
                <a16:creationId xmlns:a16="http://schemas.microsoft.com/office/drawing/2014/main" id="{FB9C3178-CF5F-46B1-27D4-B79F625A7B7C}"/>
              </a:ext>
            </a:extLst>
          </p:cNvPr>
          <p:cNvSpPr txBox="1"/>
          <p:nvPr/>
        </p:nvSpPr>
        <p:spPr>
          <a:xfrm>
            <a:off x="6256020" y="2177456"/>
            <a:ext cx="5097780" cy="3795748"/>
          </a:xfrm>
          <a:prstGeom prst="rect">
            <a:avLst/>
          </a:prstGeom>
        </p:spPr>
        <p:txBody>
          <a:bodyPr vert="horz" lIns="91440" tIns="45720" rIns="91440" bIns="45720" rtlCol="0" anchorCtr="0" compatLnSpc="1">
            <a:normAutofit/>
          </a:bodyPr>
          <a:lstStyle/>
          <a:p>
            <a:pPr marR="0" lvl="0" fontAlgn="auto">
              <a:lnSpc>
                <a:spcPct val="90000"/>
              </a:lnSpc>
              <a:spcBef>
                <a:spcPts val="1000"/>
              </a:spcBef>
              <a:spcAft>
                <a:spcPts val="0"/>
              </a:spcAft>
              <a:tabLst/>
              <a:defRPr sz="1800" b="0" i="0" u="none" strike="noStrike" kern="0" cap="none" spc="0" baseline="0">
                <a:solidFill>
                  <a:srgbClr val="000000"/>
                </a:solidFill>
                <a:uFillTx/>
              </a:defRPr>
            </a:pPr>
            <a:r>
              <a:rPr lang="en-US" sz="1400" b="1" i="0" u="none" strike="noStrike" cap="none" spc="0" baseline="0" dirty="0">
                <a:uFillTx/>
              </a:rPr>
              <a:t>Chronic pain and disability</a:t>
            </a:r>
          </a:p>
          <a:p>
            <a:pPr marL="228600" marR="0" lvl="0" indent="-228600" fontAlgn="auto">
              <a:lnSpc>
                <a:spcPct val="90000"/>
              </a:lnSpc>
              <a:spcBef>
                <a:spcPts val="1000"/>
              </a:spcBef>
              <a:spcAft>
                <a:spcPts val="0"/>
              </a:spcAft>
              <a:buSzPct val="100000"/>
              <a:buFont typeface="Arial" panose="020B0604020202020204" pitchFamily="34" charset="0"/>
              <a:buChar char="•"/>
              <a:tabLst/>
              <a:defRPr sz="1800" b="0" i="0" u="none" strike="noStrike" kern="0" cap="none" spc="0" baseline="0">
                <a:solidFill>
                  <a:srgbClr val="000000"/>
                </a:solidFill>
                <a:uFillTx/>
              </a:defRPr>
            </a:pPr>
            <a:r>
              <a:rPr lang="en-US" sz="1400" b="0" i="0" u="none" strike="noStrike" cap="none" spc="0" baseline="0" dirty="0">
                <a:uFillTx/>
              </a:rPr>
              <a:t>Pain lasting longer than 12 weeks</a:t>
            </a:r>
          </a:p>
          <a:p>
            <a:pPr marL="228600" marR="0" lvl="0" indent="-228600" fontAlgn="auto">
              <a:lnSpc>
                <a:spcPct val="90000"/>
              </a:lnSpc>
              <a:spcBef>
                <a:spcPts val="1000"/>
              </a:spcBef>
              <a:spcAft>
                <a:spcPts val="0"/>
              </a:spcAft>
              <a:buSzPct val="100000"/>
              <a:buFont typeface="Arial" panose="020B0604020202020204" pitchFamily="34" charset="0"/>
              <a:buChar char="•"/>
              <a:tabLst/>
              <a:defRPr sz="1800" b="0" i="0" u="none" strike="noStrike" kern="0" cap="none" spc="0" baseline="0">
                <a:solidFill>
                  <a:srgbClr val="000000"/>
                </a:solidFill>
                <a:uFillTx/>
              </a:defRPr>
            </a:pPr>
            <a:r>
              <a:rPr lang="en-US" sz="1400" b="0" i="0" u="none" strike="noStrike" cap="none" spc="0" baseline="0" dirty="0">
                <a:uFillTx/>
              </a:rPr>
              <a:t>High baseline pain intensity and disability.</a:t>
            </a:r>
          </a:p>
          <a:p>
            <a:pPr marL="228600" marR="0" lvl="0" indent="-228600" fontAlgn="auto">
              <a:lnSpc>
                <a:spcPct val="90000"/>
              </a:lnSpc>
              <a:spcBef>
                <a:spcPts val="1000"/>
              </a:spcBef>
              <a:spcAft>
                <a:spcPts val="0"/>
              </a:spcAft>
              <a:buSzPct val="100000"/>
              <a:buFont typeface="Arial" panose="020B0604020202020204" pitchFamily="34" charset="0"/>
              <a:buChar char="•"/>
              <a:tabLst/>
              <a:defRPr sz="1800" b="0" i="0" u="none" strike="noStrike" kern="0" cap="none" spc="0" baseline="0">
                <a:solidFill>
                  <a:srgbClr val="000000"/>
                </a:solidFill>
                <a:uFillTx/>
              </a:defRPr>
            </a:pPr>
            <a:r>
              <a:rPr lang="en-US" sz="1400" b="0" i="0" u="none" strike="noStrike" cap="none" spc="0" baseline="0" dirty="0">
                <a:uFillTx/>
              </a:rPr>
              <a:t>Anxiety and/or depression or Stressful life events such as physical or emotional trauma.</a:t>
            </a:r>
          </a:p>
          <a:p>
            <a:pPr marL="228600" marR="0" lvl="0" indent="-228600" fontAlgn="auto">
              <a:lnSpc>
                <a:spcPct val="90000"/>
              </a:lnSpc>
              <a:spcBef>
                <a:spcPts val="1000"/>
              </a:spcBef>
              <a:spcAft>
                <a:spcPts val="0"/>
              </a:spcAft>
              <a:buSzPct val="100000"/>
              <a:buFont typeface="Arial" panose="020B0604020202020204" pitchFamily="34" charset="0"/>
              <a:buChar char="•"/>
              <a:tabLst/>
              <a:defRPr sz="1800" b="0" i="0" u="none" strike="noStrike" kern="0" cap="none" spc="0" baseline="0">
                <a:solidFill>
                  <a:srgbClr val="000000"/>
                </a:solidFill>
                <a:uFillTx/>
              </a:defRPr>
            </a:pPr>
            <a:r>
              <a:rPr lang="en-US" sz="1400" b="0" i="0" u="none" strike="noStrike" cap="none" spc="0" baseline="0" dirty="0">
                <a:uFillTx/>
              </a:rPr>
              <a:t>Previous or current substance misuse.</a:t>
            </a:r>
          </a:p>
          <a:p>
            <a:pPr marL="228600" marR="0" lvl="0" indent="-228600" fontAlgn="auto">
              <a:lnSpc>
                <a:spcPct val="90000"/>
              </a:lnSpc>
              <a:spcBef>
                <a:spcPts val="1000"/>
              </a:spcBef>
              <a:spcAft>
                <a:spcPts val="0"/>
              </a:spcAft>
              <a:buSzPct val="100000"/>
              <a:buFont typeface="Arial" panose="020B0604020202020204" pitchFamily="34" charset="0"/>
              <a:buChar char="•"/>
              <a:tabLst/>
              <a:defRPr sz="1800" b="0" i="0" u="none" strike="noStrike" kern="0" cap="none" spc="0" baseline="0">
                <a:solidFill>
                  <a:srgbClr val="000000"/>
                </a:solidFill>
                <a:uFillTx/>
              </a:defRPr>
            </a:pPr>
            <a:r>
              <a:rPr lang="en-US" sz="1400" b="0" i="0" u="none" strike="noStrike" cap="none" spc="0" baseline="0" dirty="0">
                <a:uFillTx/>
              </a:rPr>
              <a:t>Perceived risk of persistent pain.</a:t>
            </a:r>
          </a:p>
          <a:p>
            <a:pPr marL="228600" marR="0" lvl="0" indent="-228600" fontAlgn="auto">
              <a:lnSpc>
                <a:spcPct val="90000"/>
              </a:lnSpc>
              <a:spcBef>
                <a:spcPts val="1000"/>
              </a:spcBef>
              <a:spcAft>
                <a:spcPts val="0"/>
              </a:spcAft>
              <a:buSzPct val="100000"/>
              <a:buFont typeface="Arial" panose="020B0604020202020204" pitchFamily="34" charset="0"/>
              <a:buChar char="•"/>
              <a:tabLst/>
              <a:defRPr sz="1800" b="0" i="0" u="none" strike="noStrike" kern="0" cap="none" spc="0" baseline="0">
                <a:solidFill>
                  <a:srgbClr val="000000"/>
                </a:solidFill>
                <a:uFillTx/>
              </a:defRPr>
            </a:pPr>
            <a:r>
              <a:rPr lang="en-US" sz="1400" b="0" i="0" u="none" strike="noStrike" cap="none" spc="0" baseline="0" dirty="0">
                <a:uFillTx/>
              </a:rPr>
              <a:t>Maladaptive coping strategies and 'fear avoidance' or negative beliefs about pain and activity.</a:t>
            </a:r>
          </a:p>
          <a:p>
            <a:pPr marL="228600" marR="0" lvl="0" indent="-228600" fontAlgn="auto">
              <a:lnSpc>
                <a:spcPct val="90000"/>
              </a:lnSpc>
              <a:spcBef>
                <a:spcPts val="1000"/>
              </a:spcBef>
              <a:spcAft>
                <a:spcPts val="0"/>
              </a:spcAft>
              <a:buSzPct val="100000"/>
              <a:buFont typeface="Arial" panose="020B0604020202020204" pitchFamily="34" charset="0"/>
              <a:buChar char="•"/>
              <a:tabLst/>
              <a:defRPr sz="1800" b="0" i="0" u="none" strike="noStrike" kern="0" cap="none" spc="0" baseline="0">
                <a:solidFill>
                  <a:srgbClr val="000000"/>
                </a:solidFill>
                <a:uFillTx/>
              </a:defRPr>
            </a:pPr>
            <a:r>
              <a:rPr lang="en-US" sz="1400" b="0" i="0" u="none" strike="noStrike" cap="none" spc="0" baseline="0" dirty="0">
                <a:uFillTx/>
              </a:rPr>
              <a:t>Pain coping characterized by excessively negative thoughts about pain and the future ('catastrophizing').</a:t>
            </a:r>
          </a:p>
          <a:p>
            <a:pPr marL="228600" marR="0" lvl="0" indent="-228600" fontAlgn="auto">
              <a:lnSpc>
                <a:spcPct val="90000"/>
              </a:lnSpc>
              <a:spcBef>
                <a:spcPts val="1000"/>
              </a:spcBef>
              <a:spcAft>
                <a:spcPts val="0"/>
              </a:spcAft>
              <a:buSzPct val="100000"/>
              <a:buFont typeface="Arial" panose="020B0604020202020204" pitchFamily="34" charset="0"/>
              <a:buChar char="•"/>
              <a:tabLst/>
              <a:defRPr sz="1800" b="0" i="0" u="none" strike="noStrike" kern="0" cap="none" spc="0" baseline="0">
                <a:solidFill>
                  <a:srgbClr val="000000"/>
                </a:solidFill>
                <a:uFillTx/>
              </a:defRPr>
            </a:pPr>
            <a:r>
              <a:rPr lang="en-US" sz="1400" b="0" i="0" u="none" strike="noStrike" cap="none" spc="0" baseline="0" dirty="0">
                <a:uFillTx/>
              </a:rPr>
              <a:t>Past history of other chronic pain syndrome(s).</a:t>
            </a:r>
          </a:p>
          <a:p>
            <a:pPr marL="228600" marR="0" lvl="0" indent="-228600" fontAlgn="auto">
              <a:lnSpc>
                <a:spcPct val="90000"/>
              </a:lnSpc>
              <a:spcBef>
                <a:spcPts val="1000"/>
              </a:spcBef>
              <a:spcAft>
                <a:spcPts val="0"/>
              </a:spcAft>
              <a:buSzPct val="100000"/>
              <a:buFont typeface="Arial" panose="020B0604020202020204" pitchFamily="34" charset="0"/>
              <a:buChar char="•"/>
              <a:tabLst/>
              <a:defRPr sz="1800" b="0" i="0" u="none" strike="noStrike" kern="0" cap="none" spc="0" baseline="0">
                <a:solidFill>
                  <a:srgbClr val="000000"/>
                </a:solidFill>
                <a:uFillTx/>
              </a:defRPr>
            </a:pPr>
            <a:endParaRPr lang="en-US" sz="1500" b="0" i="0" u="none" strike="noStrike" cap="none" spc="0" baseline="0" dirty="0">
              <a:uFillTx/>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DF03B-19F5-C3AA-FE2B-8072F20E625F}"/>
              </a:ext>
            </a:extLst>
          </p:cNvPr>
          <p:cNvSpPr>
            <a:spLocks noGrp="1"/>
          </p:cNvSpPr>
          <p:nvPr>
            <p:ph type="title"/>
          </p:nvPr>
        </p:nvSpPr>
        <p:spPr>
          <a:xfrm>
            <a:off x="838203" y="365129"/>
            <a:ext cx="10515600" cy="785577"/>
          </a:xfrm>
        </p:spPr>
        <p:txBody>
          <a:bodyPr>
            <a:normAutofit/>
          </a:bodyPr>
          <a:lstStyle/>
          <a:p>
            <a:r>
              <a:rPr lang="en-GB" sz="2800" dirty="0"/>
              <a:t>Assessment and examination</a:t>
            </a:r>
          </a:p>
        </p:txBody>
      </p:sp>
      <p:sp>
        <p:nvSpPr>
          <p:cNvPr id="3" name="Content Placeholder 2">
            <a:extLst>
              <a:ext uri="{FF2B5EF4-FFF2-40B4-BE49-F238E27FC236}">
                <a16:creationId xmlns:a16="http://schemas.microsoft.com/office/drawing/2014/main" id="{8156A4AA-51A5-7ED0-F6FB-84669F5BE4A5}"/>
              </a:ext>
            </a:extLst>
          </p:cNvPr>
          <p:cNvSpPr>
            <a:spLocks noGrp="1"/>
          </p:cNvSpPr>
          <p:nvPr>
            <p:ph idx="1"/>
          </p:nvPr>
        </p:nvSpPr>
        <p:spPr>
          <a:xfrm>
            <a:off x="1799176" y="1421896"/>
            <a:ext cx="3212688" cy="4351336"/>
          </a:xfrm>
        </p:spPr>
        <p:txBody>
          <a:bodyPr>
            <a:normAutofit/>
          </a:bodyPr>
          <a:lstStyle/>
          <a:p>
            <a:r>
              <a:rPr lang="en-GB" sz="1400" dirty="0"/>
              <a:t>Age, occupation, sports, hobbies and lifestyle</a:t>
            </a:r>
          </a:p>
          <a:p>
            <a:r>
              <a:rPr lang="en-GB" sz="1400" dirty="0"/>
              <a:t>Site and spread</a:t>
            </a:r>
          </a:p>
          <a:p>
            <a:r>
              <a:rPr lang="en-GB" sz="1400" dirty="0"/>
              <a:t>Onset and duration</a:t>
            </a:r>
          </a:p>
          <a:p>
            <a:r>
              <a:rPr lang="en-GB" sz="1400" dirty="0"/>
              <a:t>Symptoms and behaviour</a:t>
            </a:r>
          </a:p>
          <a:p>
            <a:r>
              <a:rPr lang="en-GB" sz="1400" dirty="0"/>
              <a:t>Medical history</a:t>
            </a:r>
          </a:p>
          <a:p>
            <a:r>
              <a:rPr lang="en-GB" sz="1400" dirty="0"/>
              <a:t>Other joint involvement</a:t>
            </a:r>
          </a:p>
          <a:p>
            <a:r>
              <a:rPr lang="en-GB" sz="1400" dirty="0"/>
              <a:t>Medications</a:t>
            </a:r>
          </a:p>
          <a:p>
            <a:r>
              <a:rPr lang="en-GB" sz="1400" dirty="0"/>
              <a:t>Constitutional symptoms</a:t>
            </a:r>
          </a:p>
          <a:p>
            <a:r>
              <a:rPr lang="en-GB" sz="1400" dirty="0"/>
              <a:t>Anxiety and Depression</a:t>
            </a:r>
          </a:p>
          <a:p>
            <a:endParaRPr lang="en-GB" sz="2000" dirty="0"/>
          </a:p>
        </p:txBody>
      </p:sp>
      <p:pic>
        <p:nvPicPr>
          <p:cNvPr id="6" name="Picture 5" descr="A purple background with white text&#10;&#10;AI-generated content may be incorrect.">
            <a:extLst>
              <a:ext uri="{FF2B5EF4-FFF2-40B4-BE49-F238E27FC236}">
                <a16:creationId xmlns:a16="http://schemas.microsoft.com/office/drawing/2014/main" id="{23DBA45A-08C6-8807-1EE6-F324C9DD9A5D}"/>
              </a:ext>
            </a:extLst>
          </p:cNvPr>
          <p:cNvPicPr>
            <a:picLocks noChangeAspect="1"/>
          </p:cNvPicPr>
          <p:nvPr/>
        </p:nvPicPr>
        <p:blipFill>
          <a:blip r:embed="rId3"/>
          <a:stretch>
            <a:fillRect/>
          </a:stretch>
        </p:blipFill>
        <p:spPr>
          <a:xfrm>
            <a:off x="6527944" y="1150706"/>
            <a:ext cx="3490210" cy="2650320"/>
          </a:xfrm>
          <a:prstGeom prst="rect">
            <a:avLst/>
          </a:prstGeom>
          <a:noFill/>
        </p:spPr>
      </p:pic>
      <p:pic>
        <p:nvPicPr>
          <p:cNvPr id="7" name="Picture 6">
            <a:extLst>
              <a:ext uri="{FF2B5EF4-FFF2-40B4-BE49-F238E27FC236}">
                <a16:creationId xmlns:a16="http://schemas.microsoft.com/office/drawing/2014/main" id="{3E1CC36A-421E-79C6-FBFE-CD8E44BB91DE}"/>
              </a:ext>
            </a:extLst>
          </p:cNvPr>
          <p:cNvPicPr>
            <a:picLocks noChangeAspect="1"/>
          </p:cNvPicPr>
          <p:nvPr/>
        </p:nvPicPr>
        <p:blipFill>
          <a:blip r:embed="rId4"/>
          <a:stretch>
            <a:fillRect/>
          </a:stretch>
        </p:blipFill>
        <p:spPr>
          <a:xfrm>
            <a:off x="5619965" y="3916817"/>
            <a:ext cx="4993240" cy="2221992"/>
          </a:xfrm>
          <a:prstGeom prst="rect">
            <a:avLst/>
          </a:prstGeom>
        </p:spPr>
      </p:pic>
    </p:spTree>
    <p:extLst>
      <p:ext uri="{BB962C8B-B14F-4D97-AF65-F5344CB8AC3E}">
        <p14:creationId xmlns:p14="http://schemas.microsoft.com/office/powerpoint/2010/main" val="32913838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FAFE-7733-64FC-9105-FE434C49C975}"/>
              </a:ext>
            </a:extLst>
          </p:cNvPr>
          <p:cNvSpPr>
            <a:spLocks noGrp="1"/>
          </p:cNvSpPr>
          <p:nvPr>
            <p:ph type="title"/>
          </p:nvPr>
        </p:nvSpPr>
        <p:spPr>
          <a:xfrm>
            <a:off x="838203" y="365130"/>
            <a:ext cx="10515600" cy="734206"/>
          </a:xfrm>
        </p:spPr>
        <p:txBody>
          <a:bodyPr>
            <a:normAutofit/>
          </a:bodyPr>
          <a:lstStyle/>
          <a:p>
            <a:r>
              <a:rPr lang="en-GB" sz="2800" dirty="0"/>
              <a:t>Examination</a:t>
            </a:r>
          </a:p>
        </p:txBody>
      </p:sp>
      <p:sp>
        <p:nvSpPr>
          <p:cNvPr id="4" name="Content Placeholder 2">
            <a:extLst>
              <a:ext uri="{FF2B5EF4-FFF2-40B4-BE49-F238E27FC236}">
                <a16:creationId xmlns:a16="http://schemas.microsoft.com/office/drawing/2014/main" id="{FA66C71B-3141-D52F-9BB0-14D14B4CD38A}"/>
              </a:ext>
            </a:extLst>
          </p:cNvPr>
          <p:cNvSpPr txBox="1">
            <a:spLocks noGrp="1"/>
          </p:cNvSpPr>
          <p:nvPr>
            <p:ph idx="1"/>
          </p:nvPr>
        </p:nvSpPr>
        <p:spPr>
          <a:xfrm>
            <a:off x="211477" y="1414658"/>
            <a:ext cx="2747480" cy="4351338"/>
          </a:xfrm>
          <a:prstGeom prst="rect">
            <a:avLst/>
          </a:prstGeom>
          <a:noFill/>
          <a:ln>
            <a:noFill/>
          </a:ln>
        </p:spPr>
        <p:txBody>
          <a:bodyPr vert="horz" wrap="square" lIns="91440" tIns="45720" rIns="91440" bIns="45720" anchor="t" anchorCtr="0" compatLnSpc="1">
            <a:norm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400" dirty="0"/>
              <a:t>Posture and gait</a:t>
            </a:r>
          </a:p>
          <a:p>
            <a:r>
              <a:rPr lang="en-GB" sz="1400" dirty="0"/>
              <a:t>Inspection: Bony deformity, scoliosis colour change, muscle wasting, swelling, muscle spasm</a:t>
            </a:r>
          </a:p>
          <a:p>
            <a:r>
              <a:rPr lang="en-GB" sz="1400" dirty="0"/>
              <a:t>Palpation: Heat, swelling, synovial thickening</a:t>
            </a:r>
          </a:p>
          <a:p>
            <a:r>
              <a:rPr lang="en-GB" sz="1400" dirty="0"/>
              <a:t>AROM</a:t>
            </a:r>
          </a:p>
          <a:p>
            <a:r>
              <a:rPr lang="en-GB" sz="1400" dirty="0"/>
              <a:t>PROM</a:t>
            </a:r>
          </a:p>
          <a:p>
            <a:r>
              <a:rPr lang="en-GB" sz="1400" dirty="0"/>
              <a:t>Resisted AROM</a:t>
            </a:r>
          </a:p>
          <a:p>
            <a:r>
              <a:rPr lang="en-GB" sz="1400" dirty="0"/>
              <a:t>Capsular pattern</a:t>
            </a:r>
          </a:p>
          <a:p>
            <a:r>
              <a:rPr lang="en-GB" sz="1400" dirty="0"/>
              <a:t>Neurological testing</a:t>
            </a:r>
          </a:p>
        </p:txBody>
      </p:sp>
      <p:sp>
        <p:nvSpPr>
          <p:cNvPr id="5" name="Content Placeholder 2">
            <a:extLst>
              <a:ext uri="{FF2B5EF4-FFF2-40B4-BE49-F238E27FC236}">
                <a16:creationId xmlns:a16="http://schemas.microsoft.com/office/drawing/2014/main" id="{AA500EF6-C3DF-0C95-BE70-3054C6AFE8CA}"/>
              </a:ext>
            </a:extLst>
          </p:cNvPr>
          <p:cNvSpPr txBox="1">
            <a:spLocks/>
          </p:cNvSpPr>
          <p:nvPr/>
        </p:nvSpPr>
        <p:spPr>
          <a:xfrm>
            <a:off x="3870439" y="1586144"/>
            <a:ext cx="3389668" cy="4351336"/>
          </a:xfrm>
          <a:prstGeom prst="rect">
            <a:avLst/>
          </a:prstGeom>
          <a:noFill/>
          <a:ln>
            <a:noFill/>
          </a:ln>
        </p:spPr>
        <p:txBody>
          <a:bodyPr vert="horz" wrap="square" lIns="91440" tIns="45720" rIns="91440" bIns="45720" anchor="t" anchorCtr="0" compatLnSpc="1">
            <a:norm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b="1" dirty="0"/>
              <a:t>Capsular Pattern :</a:t>
            </a:r>
          </a:p>
          <a:p>
            <a:pPr marL="0" indent="0">
              <a:buNone/>
            </a:pPr>
            <a:r>
              <a:rPr lang="en-GB" sz="1400" dirty="0"/>
              <a:t>Cervical and Thoracic Spine:</a:t>
            </a:r>
          </a:p>
          <a:p>
            <a:r>
              <a:rPr lang="en-GB" sz="1400" dirty="0"/>
              <a:t>Equal limitation of rotations, SFs</a:t>
            </a:r>
          </a:p>
          <a:p>
            <a:r>
              <a:rPr lang="en-GB" sz="1400" dirty="0"/>
              <a:t>Some limitation of extension</a:t>
            </a:r>
          </a:p>
          <a:p>
            <a:r>
              <a:rPr lang="en-GB" sz="1400" dirty="0"/>
              <a:t>Usually full flexion</a:t>
            </a:r>
          </a:p>
          <a:p>
            <a:endParaRPr lang="en-GB" sz="1400" dirty="0"/>
          </a:p>
          <a:p>
            <a:pPr marL="0" indent="0">
              <a:buNone/>
            </a:pPr>
            <a:r>
              <a:rPr lang="en-GB" sz="1400" b="1" dirty="0"/>
              <a:t>Lumbar Spine:</a:t>
            </a:r>
          </a:p>
          <a:p>
            <a:r>
              <a:rPr lang="en-GB" sz="1400" dirty="0"/>
              <a:t>Most limitation of extension</a:t>
            </a:r>
          </a:p>
          <a:p>
            <a:r>
              <a:rPr lang="en-GB" sz="1400" dirty="0"/>
              <a:t>Equal limitation of side flexions</a:t>
            </a:r>
          </a:p>
          <a:p>
            <a:r>
              <a:rPr lang="en-GB" sz="1400" dirty="0"/>
              <a:t>Usually full flexion</a:t>
            </a:r>
          </a:p>
        </p:txBody>
      </p:sp>
      <p:pic>
        <p:nvPicPr>
          <p:cNvPr id="6" name="Picture 5">
            <a:extLst>
              <a:ext uri="{FF2B5EF4-FFF2-40B4-BE49-F238E27FC236}">
                <a16:creationId xmlns:a16="http://schemas.microsoft.com/office/drawing/2014/main" id="{8531C602-6B33-FE8B-F80F-6FA0688A456F}"/>
              </a:ext>
            </a:extLst>
          </p:cNvPr>
          <p:cNvPicPr>
            <a:picLocks noChangeAspect="1"/>
          </p:cNvPicPr>
          <p:nvPr/>
        </p:nvPicPr>
        <p:blipFill>
          <a:blip r:embed="rId2"/>
          <a:stretch>
            <a:fillRect/>
          </a:stretch>
        </p:blipFill>
        <p:spPr>
          <a:xfrm>
            <a:off x="6904234" y="1317260"/>
            <a:ext cx="5287766" cy="4223480"/>
          </a:xfrm>
          <a:prstGeom prst="rect">
            <a:avLst/>
          </a:prstGeom>
        </p:spPr>
      </p:pic>
    </p:spTree>
    <p:extLst>
      <p:ext uri="{BB962C8B-B14F-4D97-AF65-F5344CB8AC3E}">
        <p14:creationId xmlns:p14="http://schemas.microsoft.com/office/powerpoint/2010/main" val="27667317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A14F0-38F9-B205-5985-37D4E7157189}"/>
              </a:ext>
            </a:extLst>
          </p:cNvPr>
          <p:cNvSpPr>
            <a:spLocks noGrp="1"/>
          </p:cNvSpPr>
          <p:nvPr>
            <p:ph type="title"/>
          </p:nvPr>
        </p:nvSpPr>
        <p:spPr>
          <a:xfrm>
            <a:off x="838203" y="365129"/>
            <a:ext cx="10515600" cy="682835"/>
          </a:xfrm>
        </p:spPr>
        <p:txBody>
          <a:bodyPr>
            <a:normAutofit/>
          </a:bodyPr>
          <a:lstStyle/>
          <a:p>
            <a:r>
              <a:rPr lang="en-GB" sz="2800" dirty="0"/>
              <a:t>Calgary-Cambridge model of consultation</a:t>
            </a:r>
          </a:p>
        </p:txBody>
      </p:sp>
      <p:pic>
        <p:nvPicPr>
          <p:cNvPr id="5" name="Content Placeholder 4">
            <a:extLst>
              <a:ext uri="{FF2B5EF4-FFF2-40B4-BE49-F238E27FC236}">
                <a16:creationId xmlns:a16="http://schemas.microsoft.com/office/drawing/2014/main" id="{275402CA-30F2-B8EB-1A89-81653000ACE2}"/>
              </a:ext>
            </a:extLst>
          </p:cNvPr>
          <p:cNvPicPr>
            <a:picLocks noGrp="1" noChangeAspect="1"/>
          </p:cNvPicPr>
          <p:nvPr>
            <p:ph idx="1"/>
          </p:nvPr>
        </p:nvPicPr>
        <p:blipFill>
          <a:blip r:embed="rId3"/>
          <a:stretch>
            <a:fillRect/>
          </a:stretch>
        </p:blipFill>
        <p:spPr>
          <a:xfrm>
            <a:off x="4838839" y="1387011"/>
            <a:ext cx="7274391" cy="5105860"/>
          </a:xfrm>
          <a:prstGeom prst="rect">
            <a:avLst/>
          </a:prstGeom>
          <a:noFill/>
          <a:ln>
            <a:noFill/>
          </a:ln>
        </p:spPr>
      </p:pic>
      <p:sp>
        <p:nvSpPr>
          <p:cNvPr id="8" name="Content Placeholder 2">
            <a:extLst>
              <a:ext uri="{FF2B5EF4-FFF2-40B4-BE49-F238E27FC236}">
                <a16:creationId xmlns:a16="http://schemas.microsoft.com/office/drawing/2014/main" id="{A485149B-053E-0173-113A-7486C310329B}"/>
              </a:ext>
            </a:extLst>
          </p:cNvPr>
          <p:cNvSpPr txBox="1">
            <a:spLocks/>
          </p:cNvSpPr>
          <p:nvPr/>
        </p:nvSpPr>
        <p:spPr>
          <a:xfrm>
            <a:off x="740938" y="1565734"/>
            <a:ext cx="3212688" cy="4351336"/>
          </a:xfrm>
          <a:prstGeom prst="rect">
            <a:avLst/>
          </a:prstGeom>
          <a:noFill/>
          <a:ln>
            <a:noFill/>
          </a:ln>
        </p:spPr>
        <p:txBody>
          <a:bodyPr vert="horz" wrap="square" lIns="91440" tIns="45720" rIns="91440" bIns="45720" anchor="t" anchorCtr="0" compatLnSpc="1">
            <a:norm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t>Effective communication is vital component of patient consultation</a:t>
            </a:r>
          </a:p>
          <a:p>
            <a:r>
              <a:rPr lang="en-GB" sz="1600" dirty="0"/>
              <a:t>It is a structured communication model</a:t>
            </a:r>
          </a:p>
          <a:p>
            <a:r>
              <a:rPr lang="en-GB" sz="1600" dirty="0"/>
              <a:t>This is a patient centred model</a:t>
            </a:r>
          </a:p>
          <a:p>
            <a:r>
              <a:rPr lang="en-GB" sz="1600" dirty="0"/>
              <a:t>It Is a practical and evidence- based approach of data gathering, relationship building and shared decision making</a:t>
            </a:r>
          </a:p>
          <a:p>
            <a:endParaRPr lang="en-GB" sz="2000" dirty="0"/>
          </a:p>
        </p:txBody>
      </p:sp>
    </p:spTree>
    <p:extLst>
      <p:ext uri="{BB962C8B-B14F-4D97-AF65-F5344CB8AC3E}">
        <p14:creationId xmlns:p14="http://schemas.microsoft.com/office/powerpoint/2010/main" val="40344959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EE2EB-E328-9CBE-39BA-5BD047629D13}"/>
              </a:ext>
            </a:extLst>
          </p:cNvPr>
          <p:cNvSpPr txBox="1">
            <a:spLocks noGrp="1"/>
          </p:cNvSpPr>
          <p:nvPr>
            <p:ph type="title"/>
          </p:nvPr>
        </p:nvSpPr>
        <p:spPr>
          <a:xfrm>
            <a:off x="465090" y="119987"/>
            <a:ext cx="10515600" cy="650575"/>
          </a:xfrm>
        </p:spPr>
        <p:txBody>
          <a:bodyPr>
            <a:normAutofit/>
          </a:bodyPr>
          <a:lstStyle/>
          <a:p>
            <a:pPr lvl="0"/>
            <a:r>
              <a:rPr lang="en-US" sz="2800" b="1" dirty="0">
                <a:latin typeface="Aptos"/>
              </a:rPr>
              <a:t>Special Tests for Back Pain ± Radiculopathy</a:t>
            </a:r>
            <a:endParaRPr lang="en-US" sz="2800" dirty="0"/>
          </a:p>
        </p:txBody>
      </p:sp>
      <p:sp>
        <p:nvSpPr>
          <p:cNvPr id="3" name="Content Placeholder 2">
            <a:extLst>
              <a:ext uri="{FF2B5EF4-FFF2-40B4-BE49-F238E27FC236}">
                <a16:creationId xmlns:a16="http://schemas.microsoft.com/office/drawing/2014/main" id="{571B0AE0-1247-9998-5D3C-0B4000CA8301}"/>
              </a:ext>
            </a:extLst>
          </p:cNvPr>
          <p:cNvSpPr txBox="1">
            <a:spLocks noGrp="1"/>
          </p:cNvSpPr>
          <p:nvPr>
            <p:ph idx="1"/>
          </p:nvPr>
        </p:nvSpPr>
        <p:spPr>
          <a:xfrm>
            <a:off x="164386" y="1559630"/>
            <a:ext cx="6261853" cy="5298370"/>
          </a:xfrm>
        </p:spPr>
        <p:txBody>
          <a:bodyPr/>
          <a:lstStyle/>
          <a:p>
            <a:pPr marL="0" lvl="0" indent="0">
              <a:buNone/>
            </a:pPr>
            <a:r>
              <a:rPr lang="en-US" sz="2000" b="1" dirty="0"/>
              <a:t>Lower back</a:t>
            </a:r>
          </a:p>
          <a:p>
            <a:pPr marL="0" lvl="0" indent="0">
              <a:buNone/>
            </a:pPr>
            <a:r>
              <a:rPr lang="en-US" sz="1600" b="1" dirty="0"/>
              <a:t>Straight Leg Raise (SLR) Test</a:t>
            </a:r>
          </a:p>
          <a:p>
            <a:pPr lvl="1"/>
            <a:r>
              <a:rPr lang="en-US" sz="1600" dirty="0"/>
              <a:t>Assesses lumbar nerve root irritation (L4–S1), Pain re produce at 30–70° hip flexion</a:t>
            </a:r>
          </a:p>
          <a:p>
            <a:pPr marL="0" lvl="0" indent="0">
              <a:buNone/>
            </a:pPr>
            <a:r>
              <a:rPr lang="en-US" sz="1600" b="1" dirty="0"/>
              <a:t>Crossed Straight Leg Raise Test</a:t>
            </a:r>
          </a:p>
          <a:p>
            <a:pPr lvl="1"/>
            <a:r>
              <a:rPr lang="en-US" sz="1600" dirty="0"/>
              <a:t>Elevating the unaffected leg reproduces pain in the affected leg, specific for herniated disc with nerve root compression</a:t>
            </a:r>
          </a:p>
          <a:p>
            <a:pPr marL="0" lvl="0" indent="0">
              <a:buNone/>
            </a:pPr>
            <a:r>
              <a:rPr lang="en-US" sz="1600" b="1" dirty="0"/>
              <a:t>Femoral Nerve Stretch Test</a:t>
            </a:r>
          </a:p>
          <a:p>
            <a:pPr lvl="1"/>
            <a:r>
              <a:rPr lang="en-US" sz="1600" dirty="0"/>
              <a:t>Patient lies prone; knee is flexed and hip extended, Pain in anterior thigh suggests L2–L4 radiculopathy</a:t>
            </a:r>
          </a:p>
          <a:p>
            <a:pPr marL="0" lvl="0" indent="0" hangingPunct="0">
              <a:buNone/>
              <a:defRPr sz="1800" b="0" i="0" u="none" strike="noStrike" kern="0" cap="none" spc="0" baseline="0">
                <a:solidFill>
                  <a:srgbClr val="000000"/>
                </a:solidFill>
                <a:uFillTx/>
              </a:defRPr>
            </a:pPr>
            <a:r>
              <a:rPr lang="en-US" sz="1600" b="1" dirty="0"/>
              <a:t>Slump Test: </a:t>
            </a:r>
          </a:p>
          <a:p>
            <a:pPr marL="971550" lvl="1" indent="-285750" hangingPunct="0">
              <a:buFont typeface="Arial"/>
              <a:buChar char="•"/>
              <a:defRPr sz="1800" b="0" i="0" u="none" strike="noStrike" kern="0" cap="none" spc="0" baseline="0">
                <a:solidFill>
                  <a:srgbClr val="000000"/>
                </a:solidFill>
                <a:uFillTx/>
              </a:defRPr>
            </a:pPr>
            <a:r>
              <a:rPr lang="en-US" sz="1600" dirty="0"/>
              <a:t>Patient slumps forward with neck flexion, knee extended</a:t>
            </a:r>
          </a:p>
          <a:p>
            <a:pPr marL="971550" lvl="1" indent="-285750" hangingPunct="0">
              <a:buFont typeface="Arial"/>
              <a:buChar char="•"/>
              <a:defRPr sz="1800" b="0" i="0" u="none" strike="noStrike" kern="0" cap="none" spc="0" baseline="0">
                <a:solidFill>
                  <a:srgbClr val="000000"/>
                </a:solidFill>
                <a:uFillTx/>
              </a:defRPr>
            </a:pPr>
            <a:r>
              <a:rPr lang="en-US" sz="1600" dirty="0"/>
              <a:t>Positive if radicular symptoms reproduced, Tests neural tension in the sciatic nerve and spinal cord</a:t>
            </a:r>
            <a:endParaRPr lang="en-US" sz="1600" b="1" dirty="0"/>
          </a:p>
          <a:p>
            <a:pPr marL="0" lvl="0" indent="0" hangingPunct="0">
              <a:buNone/>
              <a:defRPr sz="1800" b="0" i="0" u="none" strike="noStrike" kern="0" cap="none" spc="0" baseline="0">
                <a:solidFill>
                  <a:srgbClr val="000000"/>
                </a:solidFill>
                <a:uFillTx/>
              </a:defRPr>
            </a:pPr>
            <a:r>
              <a:rPr lang="en-US" sz="1600" b="1" dirty="0"/>
              <a:t>Faber test: </a:t>
            </a:r>
            <a:r>
              <a:rPr lang="en-US" sz="1600" dirty="0"/>
              <a:t>SI joint pathology, Reproduce pain in Hip or SI joint during test</a:t>
            </a:r>
          </a:p>
          <a:p>
            <a:pPr marL="0" lvl="0" indent="0" hangingPunct="0">
              <a:buNone/>
              <a:defRPr sz="1800" b="0" i="0" u="none" strike="noStrike" kern="0" cap="none" spc="0" baseline="0">
                <a:solidFill>
                  <a:srgbClr val="000000"/>
                </a:solidFill>
                <a:uFillTx/>
              </a:defRPr>
            </a:pPr>
            <a:r>
              <a:rPr lang="en-US" sz="1600" b="1" dirty="0"/>
              <a:t>SI Joint Compression/Distraction test: </a:t>
            </a:r>
            <a:r>
              <a:rPr lang="en-US" sz="1600" dirty="0"/>
              <a:t>SI joint pathology, reproduce pain during test</a:t>
            </a:r>
          </a:p>
          <a:p>
            <a:pPr marL="457200" lvl="1" indent="0">
              <a:buNone/>
            </a:pPr>
            <a:endParaRPr lang="en-US" sz="1400" dirty="0"/>
          </a:p>
          <a:p>
            <a:pPr lvl="0"/>
            <a:endParaRPr lang="en-US" dirty="0"/>
          </a:p>
          <a:p>
            <a:pPr lvl="0"/>
            <a:endParaRPr lang="en-US" dirty="0"/>
          </a:p>
        </p:txBody>
      </p:sp>
      <p:sp>
        <p:nvSpPr>
          <p:cNvPr id="4" name="Content Placeholder 2">
            <a:extLst>
              <a:ext uri="{FF2B5EF4-FFF2-40B4-BE49-F238E27FC236}">
                <a16:creationId xmlns:a16="http://schemas.microsoft.com/office/drawing/2014/main" id="{068FACC6-E3AB-D459-6A75-539BDFCEA5C9}"/>
              </a:ext>
            </a:extLst>
          </p:cNvPr>
          <p:cNvSpPr txBox="1"/>
          <p:nvPr/>
        </p:nvSpPr>
        <p:spPr>
          <a:xfrm>
            <a:off x="6560540" y="2018805"/>
            <a:ext cx="5631460" cy="4839196"/>
          </a:xfrm>
          <a:prstGeom prst="rect">
            <a:avLst/>
          </a:prstGeom>
          <a:noFill/>
          <a:ln cap="flat">
            <a:noFill/>
          </a:ln>
        </p:spPr>
        <p:txBody>
          <a:bodyPr vert="horz" wrap="square" lIns="91440" tIns="45720" rIns="91440" bIns="45720" anchor="t" anchorCtr="0" compatLnSpc="1">
            <a:noAutofit/>
          </a:bodyPr>
          <a:lstStyle/>
          <a:p>
            <a:pPr marR="0" lvl="0" algn="l" defTabSz="914400" rtl="0" fontAlgn="auto" hangingPunct="0">
              <a:lnSpc>
                <a:spcPct val="90000"/>
              </a:lnSpc>
              <a:spcBef>
                <a:spcPts val="1000"/>
              </a:spcBef>
              <a:spcAft>
                <a:spcPts val="0"/>
              </a:spcAft>
              <a:buSzPct val="100000"/>
              <a:tabLst/>
              <a:defRPr sz="1800" b="0" i="0" u="none" strike="noStrike" kern="0" cap="none" spc="0" baseline="0">
                <a:solidFill>
                  <a:srgbClr val="000000"/>
                </a:solidFill>
                <a:uFillTx/>
              </a:defRPr>
            </a:pPr>
            <a:r>
              <a:rPr lang="en-US" sz="2000" b="1" i="0" u="none" strike="noStrike" kern="1200" cap="none" spc="0" baseline="0" dirty="0">
                <a:solidFill>
                  <a:srgbClr val="000000"/>
                </a:solidFill>
                <a:uFillTx/>
                <a:latin typeface="Aptos" panose="020B0004020202020204" pitchFamily="34" charset="0"/>
                <a:ea typeface="Aptos"/>
                <a:cs typeface="Aptos"/>
              </a:rPr>
              <a:t>Neck: </a:t>
            </a:r>
          </a:p>
          <a:p>
            <a:pPr marR="0" lvl="0" algn="l" defTabSz="914400" rtl="0" fontAlgn="auto" hangingPunct="0">
              <a:lnSpc>
                <a:spcPct val="90000"/>
              </a:lnSpc>
              <a:spcBef>
                <a:spcPts val="1000"/>
              </a:spcBef>
              <a:spcAft>
                <a:spcPts val="0"/>
              </a:spcAft>
              <a:buSzPct val="100000"/>
              <a:tabLst/>
              <a:defRPr sz="1800" b="0" i="0" u="none" strike="noStrike" kern="0" cap="none" spc="0" baseline="0">
                <a:solidFill>
                  <a:srgbClr val="000000"/>
                </a:solidFill>
                <a:uFillTx/>
              </a:defRPr>
            </a:pPr>
            <a:r>
              <a:rPr lang="en-US" sz="1600" b="1" dirty="0">
                <a:solidFill>
                  <a:srgbClr val="000000"/>
                </a:solidFill>
                <a:latin typeface="Aptos" panose="020B0004020202020204" pitchFamily="34" charset="0"/>
                <a:ea typeface="Aptos"/>
                <a:cs typeface="Aptos"/>
              </a:rPr>
              <a:t>Cervical distraction test: </a:t>
            </a:r>
            <a:r>
              <a:rPr lang="en-US" sz="1600" dirty="0">
                <a:solidFill>
                  <a:srgbClr val="000000"/>
                </a:solidFill>
                <a:latin typeface="Aptos" panose="020B0004020202020204" pitchFamily="34" charset="0"/>
                <a:ea typeface="Aptos"/>
                <a:cs typeface="Aptos"/>
              </a:rPr>
              <a:t>Cervical nerve root compression, relieve of symptoms during test</a:t>
            </a:r>
            <a:endParaRPr lang="en-US" sz="1600" i="0" u="none" strike="noStrike" kern="1200" cap="none" spc="0" baseline="0" dirty="0">
              <a:solidFill>
                <a:srgbClr val="000000"/>
              </a:solidFill>
              <a:uFillTx/>
              <a:latin typeface="Aptos" panose="020B0004020202020204" pitchFamily="34" charset="0"/>
              <a:ea typeface="Aptos"/>
              <a:cs typeface="Aptos"/>
            </a:endParaRPr>
          </a:p>
          <a:p>
            <a:pPr marR="0" lvl="0" algn="l" defTabSz="914400" rtl="0" fontAlgn="auto" hangingPunct="0">
              <a:lnSpc>
                <a:spcPct val="90000"/>
              </a:lnSpc>
              <a:spcBef>
                <a:spcPts val="1000"/>
              </a:spcBef>
              <a:spcAft>
                <a:spcPts val="0"/>
              </a:spcAft>
              <a:buSzPct val="100000"/>
              <a:tabLst/>
              <a:defRPr sz="1800" b="0" i="0" u="none" strike="noStrike" kern="0" cap="none" spc="0" baseline="0">
                <a:solidFill>
                  <a:srgbClr val="000000"/>
                </a:solidFill>
                <a:uFillTx/>
              </a:defRPr>
            </a:pPr>
            <a:r>
              <a:rPr lang="en-US" sz="1600" b="1" i="0" u="none" strike="noStrike" kern="1200" cap="none" spc="0" baseline="0" dirty="0">
                <a:solidFill>
                  <a:srgbClr val="000000"/>
                </a:solidFill>
                <a:uFillTx/>
                <a:latin typeface="Aptos"/>
                <a:ea typeface="Aptos"/>
                <a:cs typeface="Aptos"/>
              </a:rPr>
              <a:t>Spurling test:</a:t>
            </a:r>
          </a:p>
          <a:p>
            <a:pPr marL="457200" marR="0" lvl="0" indent="-457200" algn="l" defTabSz="914400" rtl="0" fontAlgn="auto" hangingPunct="0">
              <a:lnSpc>
                <a:spcPct val="90000"/>
              </a:lnSpc>
              <a:spcBef>
                <a:spcPts val="1000"/>
              </a:spcBef>
              <a:spcAft>
                <a:spcPts val="0"/>
              </a:spcAft>
              <a:buSzPct val="100000"/>
              <a:buFont typeface="Arial" panose="020B0604020202020204" pitchFamily="34" charset="0"/>
              <a:buChar char="•"/>
              <a:tabLst/>
              <a:defRPr sz="1800" b="0" i="0" u="none" strike="noStrike" kern="0" cap="none" spc="0" baseline="0">
                <a:solidFill>
                  <a:srgbClr val="000000"/>
                </a:solidFill>
                <a:uFillTx/>
              </a:defRPr>
            </a:pPr>
            <a:r>
              <a:rPr lang="en-US" sz="1600" dirty="0">
                <a:solidFill>
                  <a:srgbClr val="000000"/>
                </a:solidFill>
                <a:latin typeface="Aptos"/>
                <a:ea typeface="Aptos"/>
                <a:cs typeface="Aptos"/>
              </a:rPr>
              <a:t>Used for Cervical nerve root compression, reproduction of symptoms during test</a:t>
            </a:r>
          </a:p>
          <a:p>
            <a:pPr marR="0" lvl="0" algn="l" defTabSz="914400" rtl="0" fontAlgn="auto" hangingPunct="0">
              <a:lnSpc>
                <a:spcPct val="90000"/>
              </a:lnSpc>
              <a:spcBef>
                <a:spcPts val="1000"/>
              </a:spcBef>
              <a:spcAft>
                <a:spcPts val="0"/>
              </a:spcAft>
              <a:buSzPct val="100000"/>
              <a:tabLst/>
              <a:defRPr sz="1800" b="0" i="0" u="none" strike="noStrike" kern="0" cap="none" spc="0" baseline="0">
                <a:solidFill>
                  <a:srgbClr val="000000"/>
                </a:solidFill>
                <a:uFillTx/>
              </a:defRPr>
            </a:pPr>
            <a:r>
              <a:rPr lang="en-US" sz="1600" b="1" i="0" u="none" strike="noStrike" kern="1200" cap="none" spc="0" baseline="0" dirty="0">
                <a:solidFill>
                  <a:srgbClr val="000000"/>
                </a:solidFill>
                <a:uFillTx/>
                <a:latin typeface="Aptos"/>
                <a:ea typeface="Aptos"/>
                <a:cs typeface="Aptos"/>
              </a:rPr>
              <a:t>Shoulder abduction test: </a:t>
            </a:r>
            <a:r>
              <a:rPr lang="en-US" sz="1600" i="0" u="none" strike="noStrike" kern="1200" cap="none" spc="0" baseline="0" dirty="0">
                <a:solidFill>
                  <a:srgbClr val="000000"/>
                </a:solidFill>
                <a:uFillTx/>
                <a:latin typeface="Aptos"/>
                <a:ea typeface="Aptos"/>
                <a:cs typeface="Aptos"/>
              </a:rPr>
              <a:t>Cervical radiculopathy at C5-C6, relieves symptoms during test</a:t>
            </a:r>
          </a:p>
          <a:p>
            <a:pPr marR="0" lvl="0" algn="l" defTabSz="914400" rtl="0" fontAlgn="auto" hangingPunct="0">
              <a:lnSpc>
                <a:spcPct val="90000"/>
              </a:lnSpc>
              <a:spcBef>
                <a:spcPts val="1000"/>
              </a:spcBef>
              <a:spcAft>
                <a:spcPts val="0"/>
              </a:spcAft>
              <a:buSzPct val="100000"/>
              <a:tabLst/>
              <a:defRPr sz="1800" b="0" i="0" u="none" strike="noStrike" kern="0" cap="none" spc="0" baseline="0">
                <a:solidFill>
                  <a:srgbClr val="000000"/>
                </a:solidFill>
                <a:uFillTx/>
              </a:defRPr>
            </a:pPr>
            <a:r>
              <a:rPr lang="en-US" sz="1600" b="1" dirty="0">
                <a:solidFill>
                  <a:srgbClr val="000000"/>
                </a:solidFill>
                <a:latin typeface="Aptos"/>
              </a:rPr>
              <a:t>ULNTTs (Upper limb nerve tension test): </a:t>
            </a:r>
          </a:p>
          <a:p>
            <a:pPr marL="285750" marR="0" lvl="0" indent="-285750" algn="l" defTabSz="914400" rtl="0" fontAlgn="auto" hangingPunct="0">
              <a:lnSpc>
                <a:spcPct val="90000"/>
              </a:lnSpc>
              <a:spcBef>
                <a:spcPts val="1000"/>
              </a:spcBef>
              <a:spcAft>
                <a:spcPts val="0"/>
              </a:spcAft>
              <a:buSzPct val="100000"/>
              <a:buFont typeface="Arial" panose="020B0604020202020204" pitchFamily="34" charset="0"/>
              <a:buChar char="•"/>
              <a:tabLst/>
              <a:defRPr sz="1800" b="0" i="0" u="none" strike="noStrike" kern="0" cap="none" spc="0" baseline="0">
                <a:solidFill>
                  <a:srgbClr val="000000"/>
                </a:solidFill>
                <a:uFillTx/>
              </a:defRPr>
            </a:pPr>
            <a:r>
              <a:rPr lang="en-US" sz="1600" dirty="0">
                <a:solidFill>
                  <a:srgbClr val="000000"/>
                </a:solidFill>
                <a:latin typeface="Aptos"/>
              </a:rPr>
              <a:t>For median, radial and ulnar nerve, reproduce symptoms</a:t>
            </a:r>
          </a:p>
          <a:p>
            <a:pPr lvl="0" hangingPunct="0">
              <a:lnSpc>
                <a:spcPct val="90000"/>
              </a:lnSpc>
              <a:spcBef>
                <a:spcPts val="1000"/>
              </a:spcBef>
              <a:buSzPct val="100000"/>
              <a:defRPr sz="1800" b="0" i="0" u="none" strike="noStrike" kern="0" cap="none" spc="0" baseline="0">
                <a:solidFill>
                  <a:srgbClr val="000000"/>
                </a:solidFill>
                <a:uFillTx/>
              </a:defRPr>
            </a:pPr>
            <a:r>
              <a:rPr lang="en-US" sz="1600" b="1" dirty="0">
                <a:solidFill>
                  <a:srgbClr val="000000"/>
                </a:solidFill>
              </a:rPr>
              <a:t>Lhermitte's sign: </a:t>
            </a:r>
            <a:r>
              <a:rPr lang="en-US" sz="1600" b="0" i="0" u="none" strike="noStrike" kern="1200" cap="none" spc="0" baseline="0" dirty="0">
                <a:solidFill>
                  <a:srgbClr val="000000"/>
                </a:solidFill>
                <a:uFillTx/>
                <a:latin typeface="Aptos"/>
              </a:rPr>
              <a:t>:Flexion of neck causes electric shock like sensation down to spine. Common in MS </a:t>
            </a:r>
          </a:p>
          <a:p>
            <a:pPr hangingPunct="0">
              <a:lnSpc>
                <a:spcPct val="90000"/>
              </a:lnSpc>
              <a:spcBef>
                <a:spcPts val="1000"/>
              </a:spcBef>
              <a:buSzPct val="100000"/>
              <a:defRPr sz="1800" b="0" i="0" u="none" strike="noStrike" kern="0" cap="none" spc="0" baseline="0">
                <a:solidFill>
                  <a:srgbClr val="000000"/>
                </a:solidFill>
                <a:uFillTx/>
              </a:defRPr>
            </a:pPr>
            <a:r>
              <a:rPr lang="en-US" sz="1600" b="1" dirty="0">
                <a:solidFill>
                  <a:srgbClr val="000000"/>
                </a:solidFill>
              </a:rPr>
              <a:t>Hoffman Test: </a:t>
            </a:r>
            <a:r>
              <a:rPr lang="en-US" sz="1600" dirty="0"/>
              <a:t>is indicative of an upper motor neuron lesion</a:t>
            </a:r>
          </a:p>
          <a:p>
            <a:pPr lvl="0" hangingPunct="0">
              <a:lnSpc>
                <a:spcPct val="90000"/>
              </a:lnSpc>
              <a:spcBef>
                <a:spcPts val="1000"/>
              </a:spcBef>
              <a:buSzPct val="100000"/>
              <a:defRPr sz="1800" b="0" i="0" u="none" strike="noStrike" kern="0" cap="none" spc="0" baseline="0">
                <a:solidFill>
                  <a:srgbClr val="000000"/>
                </a:solidFill>
                <a:uFillTx/>
              </a:defRPr>
            </a:pPr>
            <a:endParaRPr lang="en-US" sz="1600" b="1" i="0" u="none" strike="noStrike" kern="1200" cap="none" spc="0" baseline="0" dirty="0">
              <a:solidFill>
                <a:srgbClr val="000000"/>
              </a:solidFill>
              <a:uFillTx/>
              <a:latin typeface="Aptos"/>
            </a:endParaRPr>
          </a:p>
        </p:txBody>
      </p:sp>
      <p:sp>
        <p:nvSpPr>
          <p:cNvPr id="5" name="Content Placeholder 2">
            <a:extLst>
              <a:ext uri="{FF2B5EF4-FFF2-40B4-BE49-F238E27FC236}">
                <a16:creationId xmlns:a16="http://schemas.microsoft.com/office/drawing/2014/main" id="{B3B392B1-F6E2-0539-6857-A4EA5C5D5952}"/>
              </a:ext>
            </a:extLst>
          </p:cNvPr>
          <p:cNvSpPr txBox="1"/>
          <p:nvPr/>
        </p:nvSpPr>
        <p:spPr>
          <a:xfrm>
            <a:off x="2433080" y="1009840"/>
            <a:ext cx="8120620" cy="549790"/>
          </a:xfrm>
          <a:prstGeom prst="rect">
            <a:avLst/>
          </a:prstGeom>
          <a:noFill/>
          <a:ln cap="flat">
            <a:noFill/>
          </a:ln>
        </p:spPr>
        <p:txBody>
          <a:bodyPr vert="horz" wrap="square" lIns="91440" tIns="45720" rIns="91440" bIns="45720" anchor="t" anchorCtr="0" compatLnSpc="1">
            <a:noAutofit/>
          </a:bodyPr>
          <a:lstStyle/>
          <a:p>
            <a:pPr lvl="0" hangingPunct="0">
              <a:lnSpc>
                <a:spcPct val="90000"/>
              </a:lnSpc>
              <a:spcBef>
                <a:spcPts val="1000"/>
              </a:spcBef>
              <a:buSzPct val="100000"/>
              <a:defRPr sz="1800" b="0" i="0" u="none" strike="noStrike" kern="0" cap="none" spc="0" baseline="0">
                <a:solidFill>
                  <a:srgbClr val="000000"/>
                </a:solidFill>
                <a:uFillTx/>
              </a:defRPr>
            </a:pPr>
            <a:r>
              <a:rPr lang="en-US" sz="1600" b="1" dirty="0">
                <a:solidFill>
                  <a:srgbClr val="000000"/>
                </a:solidFill>
                <a:latin typeface="Aptos"/>
              </a:rPr>
              <a:t>Used to support or refine working diagnosis</a:t>
            </a:r>
            <a:endParaRPr lang="en-US" sz="1600" b="1" i="0" u="none" strike="noStrike" kern="1200" cap="none" spc="0" baseline="0" dirty="0">
              <a:solidFill>
                <a:srgbClr val="000000"/>
              </a:solidFill>
              <a:uFillTx/>
              <a:latin typeface="Aptos"/>
            </a:endParaRPr>
          </a:p>
        </p:txBody>
      </p:sp>
    </p:spTree>
    <p:extLst>
      <p:ext uri="{BB962C8B-B14F-4D97-AF65-F5344CB8AC3E}">
        <p14:creationId xmlns:p14="http://schemas.microsoft.com/office/powerpoint/2010/main" val="11329971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295A8C9F-694D-942A-3121-FDD4C83CB536}"/>
              </a:ext>
            </a:extLst>
          </p:cNvPr>
          <p:cNvPicPr>
            <a:picLocks noGrp="1" noChangeAspect="1"/>
          </p:cNvPicPr>
          <p:nvPr>
            <p:ph idx="1"/>
          </p:nvPr>
        </p:nvPicPr>
        <p:blipFill>
          <a:blip r:embed="rId3"/>
          <a:stretch>
            <a:fillRect/>
          </a:stretch>
        </p:blipFill>
        <p:spPr>
          <a:xfrm>
            <a:off x="2677886" y="120952"/>
            <a:ext cx="7798525" cy="6737048"/>
          </a:xfrm>
          <a:prstGeom prst="rect">
            <a:avLst/>
          </a:prstGeom>
          <a:noFill/>
        </p:spPr>
      </p:pic>
    </p:spTree>
    <p:extLst>
      <p:ext uri="{BB962C8B-B14F-4D97-AF65-F5344CB8AC3E}">
        <p14:creationId xmlns:p14="http://schemas.microsoft.com/office/powerpoint/2010/main" val="22534218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3FE99-97D8-01FA-B67B-48CC59506DC4}"/>
              </a:ext>
            </a:extLst>
          </p:cNvPr>
          <p:cNvSpPr txBox="1">
            <a:spLocks noGrp="1"/>
          </p:cNvSpPr>
          <p:nvPr>
            <p:ph type="title"/>
          </p:nvPr>
        </p:nvSpPr>
        <p:spPr>
          <a:xfrm>
            <a:off x="1393096" y="326025"/>
            <a:ext cx="8494465" cy="500067"/>
          </a:xfrm>
        </p:spPr>
        <p:txBody>
          <a:bodyPr>
            <a:normAutofit/>
          </a:bodyPr>
          <a:lstStyle/>
          <a:p>
            <a:pPr lvl="0"/>
            <a:r>
              <a:rPr lang="en-GB" sz="2800" b="1" dirty="0">
                <a:latin typeface="Aptos" panose="020B0004020202020204" pitchFamily="34" charset="0"/>
              </a:rPr>
              <a:t>Serious and other risk factors</a:t>
            </a:r>
          </a:p>
        </p:txBody>
      </p:sp>
      <p:sp>
        <p:nvSpPr>
          <p:cNvPr id="3" name="Content Placeholder 2">
            <a:extLst>
              <a:ext uri="{FF2B5EF4-FFF2-40B4-BE49-F238E27FC236}">
                <a16:creationId xmlns:a16="http://schemas.microsoft.com/office/drawing/2014/main" id="{55877EF4-0DB7-E185-FBAB-1DA221772EDD}"/>
              </a:ext>
            </a:extLst>
          </p:cNvPr>
          <p:cNvSpPr txBox="1"/>
          <p:nvPr/>
        </p:nvSpPr>
        <p:spPr>
          <a:xfrm>
            <a:off x="334513" y="1257353"/>
            <a:ext cx="6538897" cy="5274622"/>
          </a:xfrm>
          <a:prstGeom prst="rect">
            <a:avLst/>
          </a:prstGeom>
          <a:noFill/>
          <a:ln cap="flat">
            <a:noFill/>
          </a:ln>
        </p:spPr>
        <p:txBody>
          <a:bodyPr vert="horz" wrap="square" lIns="91440" tIns="45720" rIns="91440" bIns="45720" anchor="t" anchorCtr="0" compatLnSpc="1">
            <a:noAutofit/>
          </a:bodyPr>
          <a:lstStyle/>
          <a:p>
            <a:pPr marL="0" marR="0" lvl="0" indent="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r>
              <a:rPr lang="en-GB" sz="2400" b="0" i="0" u="none" strike="noStrike" kern="1200" cap="none" spc="0" baseline="0" dirty="0">
                <a:solidFill>
                  <a:srgbClr val="FF0000"/>
                </a:solidFill>
                <a:uFillTx/>
                <a:latin typeface="Aptos"/>
                <a:ea typeface="Aptos"/>
                <a:cs typeface="Aptos"/>
              </a:rPr>
              <a:t>🚩</a:t>
            </a:r>
            <a:r>
              <a:rPr lang="en-GB" sz="1400" b="1" i="0" u="none" strike="noStrike" kern="1200" cap="none" spc="0" baseline="0" dirty="0">
                <a:solidFill>
                  <a:srgbClr val="FF0000"/>
                </a:solidFill>
                <a:uFillTx/>
                <a:latin typeface="Aptos"/>
              </a:rPr>
              <a:t>Red Flag: </a:t>
            </a:r>
            <a:endParaRPr lang="en-US" sz="1400" b="1" i="0" u="none" strike="noStrike" kern="1200" cap="none" spc="0" baseline="0" dirty="0">
              <a:solidFill>
                <a:srgbClr val="000000"/>
              </a:solidFill>
              <a:uFillTx/>
              <a:latin typeface="Aptos"/>
            </a:endParaRPr>
          </a:p>
          <a:p>
            <a:pPr marL="0" marR="0" lvl="0" indent="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r>
              <a:rPr lang="en-GB" sz="1400" b="1" i="0" u="none" strike="noStrike" kern="1200" cap="none" spc="0" baseline="0" dirty="0">
                <a:solidFill>
                  <a:srgbClr val="FF0000"/>
                </a:solidFill>
                <a:uFillTx/>
                <a:latin typeface="Aptos"/>
              </a:rPr>
              <a:t>Serous medical conditions</a:t>
            </a:r>
            <a:endParaRPr lang="en-GB" sz="1400" b="1" i="0" u="none" strike="noStrike" kern="1200" cap="none" spc="0" baseline="0" dirty="0">
              <a:solidFill>
                <a:srgbClr val="000000"/>
              </a:solidFill>
              <a:uFillTx/>
              <a:latin typeface="Aptos"/>
            </a:endParaRPr>
          </a:p>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GB" sz="1400" b="0" i="0" u="none" strike="noStrike" kern="1200" cap="none" spc="0" baseline="0" dirty="0">
                <a:solidFill>
                  <a:srgbClr val="000000"/>
                </a:solidFill>
                <a:uFillTx/>
                <a:latin typeface="Aptos"/>
              </a:rPr>
              <a:t>Polymyalgia rheumatica and giant cell arteritis</a:t>
            </a:r>
          </a:p>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GB" sz="1400" dirty="0">
                <a:solidFill>
                  <a:srgbClr val="000000"/>
                </a:solidFill>
                <a:latin typeface="Aptos"/>
              </a:rPr>
              <a:t>Cervical/Carotid artery dysfunction</a:t>
            </a:r>
          </a:p>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GB" sz="1400" b="0" i="0" u="none" strike="noStrike" kern="1200" cap="none" spc="0" baseline="0" dirty="0">
                <a:solidFill>
                  <a:srgbClr val="000000"/>
                </a:solidFill>
                <a:uFillTx/>
                <a:latin typeface="Aptos"/>
              </a:rPr>
              <a:t>Cervical myelopathy</a:t>
            </a:r>
          </a:p>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GB" sz="1400" b="0" i="0" u="none" strike="noStrike" kern="1200" cap="none" spc="0" baseline="0" dirty="0">
                <a:solidFill>
                  <a:srgbClr val="000000"/>
                </a:solidFill>
                <a:uFillTx/>
                <a:latin typeface="Aptos"/>
              </a:rPr>
              <a:t>Cauda Equina Syndrome</a:t>
            </a:r>
          </a:p>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GB" sz="1400" b="0" i="0" u="none" strike="noStrike" kern="1200" cap="none" spc="0" baseline="0" dirty="0">
                <a:solidFill>
                  <a:srgbClr val="000000"/>
                </a:solidFill>
                <a:uFillTx/>
                <a:latin typeface="Aptos"/>
              </a:rPr>
              <a:t>Spinal malignancy</a:t>
            </a:r>
          </a:p>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GB" sz="1400" b="0" i="0" u="none" strike="noStrike" kern="1200" cap="none" spc="0" baseline="0" dirty="0">
                <a:solidFill>
                  <a:srgbClr val="000000"/>
                </a:solidFill>
                <a:uFillTx/>
                <a:latin typeface="Aptos"/>
              </a:rPr>
              <a:t>Vertebral Fracture</a:t>
            </a:r>
          </a:p>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GB" sz="1400" b="0" i="0" u="none" strike="noStrike" kern="1200" cap="none" spc="0" baseline="0" dirty="0">
                <a:solidFill>
                  <a:srgbClr val="000000"/>
                </a:solidFill>
                <a:uFillTx/>
                <a:latin typeface="Aptos"/>
              </a:rPr>
              <a:t>Spinal infection </a:t>
            </a:r>
            <a:r>
              <a:rPr lang="en-GB" sz="1400" b="0" i="0" u="none" strike="noStrike" kern="1200" cap="none" spc="0" baseline="0" dirty="0" err="1">
                <a:solidFill>
                  <a:srgbClr val="000000"/>
                </a:solidFill>
                <a:uFillTx/>
                <a:latin typeface="Aptos"/>
              </a:rPr>
              <a:t>eg</a:t>
            </a:r>
            <a:r>
              <a:rPr lang="en-GB" sz="1400" b="0" i="0" u="none" strike="noStrike" kern="1200" cap="none" spc="0" baseline="0" dirty="0">
                <a:solidFill>
                  <a:srgbClr val="000000"/>
                </a:solidFill>
                <a:uFillTx/>
                <a:latin typeface="Aptos"/>
              </a:rPr>
              <a:t> discitis or TB</a:t>
            </a:r>
          </a:p>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GB" sz="1400" b="0" i="0" u="none" strike="noStrike" kern="1200" cap="none" spc="0" baseline="0" dirty="0">
                <a:solidFill>
                  <a:srgbClr val="000000"/>
                </a:solidFill>
                <a:uFillTx/>
                <a:latin typeface="Aptos"/>
              </a:rPr>
              <a:t>Trauma</a:t>
            </a:r>
          </a:p>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GB" sz="1400" b="0" i="0" u="none" strike="noStrike" kern="1200" cap="none" spc="0" baseline="0" dirty="0">
                <a:solidFill>
                  <a:srgbClr val="000000"/>
                </a:solidFill>
                <a:uFillTx/>
                <a:latin typeface="Aptos"/>
              </a:rPr>
              <a:t>Inflammatory back pain</a:t>
            </a:r>
          </a:p>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GB" sz="1400" b="0" i="0" u="none" strike="noStrike" kern="1200" cap="none" spc="0" baseline="0" dirty="0">
                <a:solidFill>
                  <a:srgbClr val="000000"/>
                </a:solidFill>
                <a:uFillTx/>
                <a:latin typeface="Aptos"/>
              </a:rPr>
              <a:t>Night pain or pain at rest </a:t>
            </a:r>
          </a:p>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GB" sz="1400" b="0" i="0" u="none" strike="noStrike" kern="1200" cap="none" spc="0" baseline="0" dirty="0">
                <a:solidFill>
                  <a:srgbClr val="000000"/>
                </a:solidFill>
                <a:uFillTx/>
                <a:latin typeface="Aptos"/>
              </a:rPr>
              <a:t>Progressive neurological disorder</a:t>
            </a:r>
          </a:p>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endParaRPr lang="en-GB" sz="2800" b="0" i="0" u="none" strike="noStrike" kern="1200" cap="none" spc="0" baseline="0" dirty="0">
              <a:solidFill>
                <a:srgbClr val="000000"/>
              </a:solidFill>
              <a:uFillTx/>
              <a:latin typeface="Aptos"/>
            </a:endParaRPr>
          </a:p>
        </p:txBody>
      </p:sp>
      <p:sp>
        <p:nvSpPr>
          <p:cNvPr id="4" name="Content Placeholder 2">
            <a:extLst>
              <a:ext uri="{FF2B5EF4-FFF2-40B4-BE49-F238E27FC236}">
                <a16:creationId xmlns:a16="http://schemas.microsoft.com/office/drawing/2014/main" id="{47F86083-7773-644C-E1CB-F9DD80E8CE10}"/>
              </a:ext>
            </a:extLst>
          </p:cNvPr>
          <p:cNvSpPr txBox="1"/>
          <p:nvPr/>
        </p:nvSpPr>
        <p:spPr>
          <a:xfrm>
            <a:off x="7274102" y="1344124"/>
            <a:ext cx="4294615" cy="1384059"/>
          </a:xfrm>
          <a:prstGeom prst="rect">
            <a:avLst/>
          </a:prstGeom>
          <a:noFill/>
          <a:ln cap="flat">
            <a:noFill/>
          </a:ln>
        </p:spPr>
        <p:txBody>
          <a:bodyPr vert="horz" wrap="square" lIns="91440" tIns="45720" rIns="91440" bIns="45720" anchor="t" anchorCtr="0" compatLnSpc="1">
            <a:noAutofit/>
          </a:bodyPr>
          <a:lstStyle/>
          <a:p>
            <a:pPr marL="0" marR="0" lvl="0" indent="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r>
              <a:rPr lang="en-GB" sz="1400" b="1" i="0" u="none" strike="noStrike" kern="1200" cap="none" spc="0" baseline="0" dirty="0">
                <a:solidFill>
                  <a:srgbClr val="FFC000"/>
                </a:solidFill>
                <a:uFillTx/>
                <a:latin typeface="Aptos"/>
              </a:rPr>
              <a:t>Yellow flags:</a:t>
            </a:r>
            <a:r>
              <a:rPr lang="en-GB" sz="1400" b="1" i="0" u="none" strike="noStrike" kern="1200" cap="none" spc="0" baseline="0" dirty="0">
                <a:solidFill>
                  <a:srgbClr val="FFFF00"/>
                </a:solidFill>
                <a:uFillTx/>
                <a:latin typeface="Aptos"/>
              </a:rPr>
              <a:t> </a:t>
            </a:r>
            <a:endParaRPr lang="en-US" sz="1400" b="1" i="0" u="none" strike="noStrike" kern="1200" cap="none" spc="0" baseline="0" dirty="0">
              <a:solidFill>
                <a:srgbClr val="FFFF00"/>
              </a:solidFill>
              <a:uFillTx/>
              <a:latin typeface="Aptos"/>
            </a:endParaRPr>
          </a:p>
          <a:p>
            <a:pPr marL="0" marR="0" lvl="0" indent="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r>
              <a:rPr lang="en-GB" sz="1400" b="0" i="0" u="none" strike="noStrike" kern="1200" cap="none" spc="0" baseline="0" dirty="0">
                <a:solidFill>
                  <a:srgbClr val="FFC000"/>
                </a:solidFill>
                <a:uFillTx/>
                <a:latin typeface="Aptos"/>
              </a:rPr>
              <a:t>Psychological risk factors: About the person</a:t>
            </a:r>
          </a:p>
          <a:p>
            <a:pPr marL="0" marR="0" lvl="0" indent="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r>
              <a:rPr lang="en-GB" sz="1400" b="0" i="0" u="none" strike="noStrike" kern="1200" cap="none" spc="0" baseline="0" dirty="0">
                <a:solidFill>
                  <a:srgbClr val="000000"/>
                </a:solidFill>
                <a:uFillTx/>
                <a:latin typeface="Aptos"/>
              </a:rPr>
              <a:t>Anxiety, depression, low mood, passive coping strategy, fear avoidance behaviour </a:t>
            </a:r>
          </a:p>
        </p:txBody>
      </p:sp>
      <p:sp>
        <p:nvSpPr>
          <p:cNvPr id="5" name="Content Placeholder 2">
            <a:extLst>
              <a:ext uri="{FF2B5EF4-FFF2-40B4-BE49-F238E27FC236}">
                <a16:creationId xmlns:a16="http://schemas.microsoft.com/office/drawing/2014/main" id="{559792EA-0127-C4EB-50D5-7ABB1AEA5905}"/>
              </a:ext>
            </a:extLst>
          </p:cNvPr>
          <p:cNvSpPr txBox="1"/>
          <p:nvPr/>
        </p:nvSpPr>
        <p:spPr>
          <a:xfrm>
            <a:off x="7305111" y="3998455"/>
            <a:ext cx="4445738" cy="1190598"/>
          </a:xfrm>
          <a:prstGeom prst="rect">
            <a:avLst/>
          </a:prstGeom>
          <a:noFill/>
          <a:ln cap="flat">
            <a:noFill/>
          </a:ln>
        </p:spPr>
        <p:txBody>
          <a:bodyPr vert="horz" wrap="square" lIns="91440" tIns="45720" rIns="91440" bIns="45720" anchor="t" anchorCtr="0" compatLnSpc="1">
            <a:noAutofit/>
          </a:bodyPr>
          <a:lstStyle/>
          <a:p>
            <a:pPr marL="0" marR="0" lvl="0" indent="0" algn="l" defTabSz="914400" rtl="0" fontAlgn="auto" hangingPunct="1">
              <a:lnSpc>
                <a:spcPct val="90000"/>
              </a:lnSpc>
              <a:spcBef>
                <a:spcPts val="1000"/>
              </a:spcBef>
              <a:spcAft>
                <a:spcPts val="0"/>
              </a:spcAft>
              <a:buNone/>
              <a:tabLst/>
              <a:defRPr sz="1800" b="0" i="0" u="none" strike="noStrike" kern="0" cap="none" spc="0" baseline="0">
                <a:solidFill>
                  <a:srgbClr val="000000"/>
                </a:solidFill>
                <a:uFillTx/>
              </a:defRPr>
            </a:pPr>
            <a:r>
              <a:rPr lang="en-GB" sz="1400" b="1" i="0" u="none" strike="noStrike" kern="1200" cap="none" spc="0" baseline="0" dirty="0">
                <a:solidFill>
                  <a:srgbClr val="0070C0"/>
                </a:solidFill>
                <a:uFillTx/>
                <a:latin typeface="Aptos"/>
              </a:rPr>
              <a:t>Blue flags:</a:t>
            </a:r>
            <a:r>
              <a:rPr lang="en-GB" sz="1400" b="1" i="0" u="none" strike="noStrike" kern="1200" cap="none" spc="0" baseline="0" dirty="0">
                <a:solidFill>
                  <a:srgbClr val="000000"/>
                </a:solidFill>
                <a:uFillTx/>
                <a:latin typeface="Aptos"/>
              </a:rPr>
              <a:t> </a:t>
            </a:r>
            <a:r>
              <a:rPr lang="en-GB" sz="1400" b="1" i="0" u="none" strike="noStrike" kern="1200" cap="none" spc="0" baseline="0" dirty="0">
                <a:solidFill>
                  <a:srgbClr val="0070C0"/>
                </a:solidFill>
                <a:uFillTx/>
                <a:latin typeface="Aptos"/>
              </a:rPr>
              <a:t>About the work-place and related risk factors</a:t>
            </a:r>
            <a:endParaRPr lang="en-GB" sz="1400" b="1" i="0" u="none" strike="noStrike" kern="1200" cap="none" spc="0" baseline="0" dirty="0">
              <a:solidFill>
                <a:srgbClr val="0070C0"/>
              </a:solidFill>
              <a:uFillTx/>
              <a:latin typeface="Aptos" pitchFamily="34"/>
            </a:endParaRPr>
          </a:p>
          <a:p>
            <a:pPr marL="0" marR="0" lvl="0" indent="0" algn="l" defTabSz="914400" rtl="0" fontAlgn="auto" hangingPunct="1">
              <a:lnSpc>
                <a:spcPct val="90000"/>
              </a:lnSpc>
              <a:spcBef>
                <a:spcPts val="1000"/>
              </a:spcBef>
              <a:spcAft>
                <a:spcPts val="0"/>
              </a:spcAft>
              <a:buNone/>
              <a:tabLst/>
              <a:defRPr sz="1800" b="0" i="0" u="none" strike="noStrike" kern="0" cap="none" spc="0" baseline="0">
                <a:solidFill>
                  <a:srgbClr val="000000"/>
                </a:solidFill>
                <a:uFillTx/>
              </a:defRPr>
            </a:pPr>
            <a:r>
              <a:rPr lang="en-GB" sz="1400" b="0" i="0" u="none" strike="noStrike" kern="1200" cap="none" spc="0" baseline="0" dirty="0">
                <a:solidFill>
                  <a:srgbClr val="000000"/>
                </a:solidFill>
                <a:uFillTx/>
                <a:latin typeface="Aptos"/>
              </a:rPr>
              <a:t>Poor job satisfaction, belief that work is harmful, unsupportive work environment</a:t>
            </a:r>
            <a:endParaRPr lang="en-GB" sz="1400" b="0" i="0" u="none" strike="noStrike" kern="1200" cap="none" spc="0" baseline="0" dirty="0">
              <a:solidFill>
                <a:srgbClr val="000000"/>
              </a:solidFill>
              <a:uFillTx/>
              <a:latin typeface="Aptos" pitchFamily="34"/>
            </a:endParaRPr>
          </a:p>
        </p:txBody>
      </p:sp>
      <p:sp>
        <p:nvSpPr>
          <p:cNvPr id="6" name="Content Placeholder 2">
            <a:extLst>
              <a:ext uri="{FF2B5EF4-FFF2-40B4-BE49-F238E27FC236}">
                <a16:creationId xmlns:a16="http://schemas.microsoft.com/office/drawing/2014/main" id="{F576A24E-B8F4-09EA-260D-9DA32675CFE5}"/>
              </a:ext>
            </a:extLst>
          </p:cNvPr>
          <p:cNvSpPr txBox="1"/>
          <p:nvPr/>
        </p:nvSpPr>
        <p:spPr>
          <a:xfrm>
            <a:off x="7305111" y="5513876"/>
            <a:ext cx="4583384" cy="1190599"/>
          </a:xfrm>
          <a:prstGeom prst="rect">
            <a:avLst/>
          </a:prstGeom>
          <a:noFill/>
          <a:ln cap="flat">
            <a:noFill/>
          </a:ln>
        </p:spPr>
        <p:txBody>
          <a:bodyPr vert="horz" wrap="square" lIns="91440" tIns="45720" rIns="91440" bIns="45720" anchor="t" anchorCtr="0" compatLnSpc="1">
            <a:noAutofit/>
          </a:bodyPr>
          <a:lstStyle/>
          <a:p>
            <a:pPr marL="0" marR="0" lvl="0" indent="0" algn="l" defTabSz="914400" rtl="0" fontAlgn="auto" hangingPunct="1">
              <a:lnSpc>
                <a:spcPct val="90000"/>
              </a:lnSpc>
              <a:spcBef>
                <a:spcPts val="1000"/>
              </a:spcBef>
              <a:spcAft>
                <a:spcPts val="0"/>
              </a:spcAft>
              <a:buNone/>
              <a:tabLst/>
              <a:defRPr sz="1800" b="0" i="0" u="none" strike="noStrike" kern="0" cap="none" spc="0" baseline="0">
                <a:solidFill>
                  <a:srgbClr val="000000"/>
                </a:solidFill>
                <a:uFillTx/>
              </a:defRPr>
            </a:pPr>
            <a:r>
              <a:rPr lang="en-GB" sz="1400" b="1" i="0" u="none" strike="noStrike" kern="1200" cap="none" spc="0" baseline="0" dirty="0">
                <a:solidFill>
                  <a:srgbClr val="000000"/>
                </a:solidFill>
                <a:uFillTx/>
                <a:latin typeface="Aptos"/>
              </a:rPr>
              <a:t>Black flags: System, policy or contextual factors</a:t>
            </a:r>
            <a:endParaRPr lang="en-GB" sz="1400" b="1" i="0" u="none" strike="noStrike" kern="1200" cap="none" spc="0" baseline="0" dirty="0">
              <a:solidFill>
                <a:srgbClr val="000000"/>
              </a:solidFill>
              <a:uFillTx/>
              <a:latin typeface="Aptos" pitchFamily="34"/>
            </a:endParaRPr>
          </a:p>
          <a:p>
            <a:pPr marL="0" marR="0" lvl="0" indent="0" algn="l" defTabSz="914400" rtl="0" fontAlgn="auto" hangingPunct="1">
              <a:lnSpc>
                <a:spcPct val="90000"/>
              </a:lnSpc>
              <a:spcBef>
                <a:spcPts val="1000"/>
              </a:spcBef>
              <a:spcAft>
                <a:spcPts val="0"/>
              </a:spcAft>
              <a:buNone/>
              <a:tabLst/>
              <a:defRPr sz="1800" b="0" i="0" u="none" strike="noStrike" kern="0" cap="none" spc="0" baseline="0">
                <a:solidFill>
                  <a:srgbClr val="000000"/>
                </a:solidFill>
                <a:uFillTx/>
              </a:defRPr>
            </a:pPr>
            <a:r>
              <a:rPr lang="en-GB" sz="1400" b="0" i="0" u="none" strike="noStrike" kern="1200" cap="none" spc="0" baseline="0" dirty="0">
                <a:solidFill>
                  <a:srgbClr val="000000"/>
                </a:solidFill>
                <a:uFillTx/>
                <a:latin typeface="Aptos"/>
              </a:rPr>
              <a:t>Litigation issues, Insurance or legal disputes, inflexible work-place policies and delay in care</a:t>
            </a:r>
            <a:endParaRPr lang="en-GB" sz="1400" b="0" i="0" u="none" strike="noStrike" kern="1200" cap="none" spc="0" baseline="0" dirty="0">
              <a:solidFill>
                <a:srgbClr val="000000"/>
              </a:solidFill>
              <a:uFillTx/>
              <a:latin typeface="Aptos" pitchFamily="34"/>
            </a:endParaRPr>
          </a:p>
          <a:p>
            <a:pPr marL="0" marR="0" lvl="0" indent="0" algn="l" defTabSz="914400" rtl="0" fontAlgn="auto" hangingPunct="1">
              <a:lnSpc>
                <a:spcPct val="90000"/>
              </a:lnSpc>
              <a:spcBef>
                <a:spcPts val="1000"/>
              </a:spcBef>
              <a:spcAft>
                <a:spcPts val="0"/>
              </a:spcAft>
              <a:buNone/>
              <a:tabLst/>
              <a:defRPr sz="1800" b="0" i="0" u="none" strike="noStrike" kern="0" cap="none" spc="0" baseline="0">
                <a:solidFill>
                  <a:srgbClr val="000000"/>
                </a:solidFill>
                <a:uFillTx/>
              </a:defRPr>
            </a:pPr>
            <a:endParaRPr lang="en-GB" sz="2800" b="0" i="0" u="none" strike="noStrike" kern="1200" cap="none" spc="0" baseline="0" dirty="0">
              <a:solidFill>
                <a:srgbClr val="000000"/>
              </a:solidFill>
              <a:uFillTx/>
              <a:latin typeface="Aptos" pitchFamily="34"/>
            </a:endParaRPr>
          </a:p>
        </p:txBody>
      </p:sp>
      <p:pic>
        <p:nvPicPr>
          <p:cNvPr id="8" name="Picture 7">
            <a:extLst>
              <a:ext uri="{FF2B5EF4-FFF2-40B4-BE49-F238E27FC236}">
                <a16:creationId xmlns:a16="http://schemas.microsoft.com/office/drawing/2014/main" id="{9B0B2785-3F04-F793-3A00-B5AED8F4B725}"/>
              </a:ext>
            </a:extLst>
          </p:cNvPr>
          <p:cNvPicPr>
            <a:picLocks noChangeAspect="1"/>
          </p:cNvPicPr>
          <p:nvPr/>
        </p:nvPicPr>
        <p:blipFill>
          <a:blip r:embed="rId3"/>
          <a:stretch>
            <a:fillRect/>
          </a:stretch>
        </p:blipFill>
        <p:spPr>
          <a:xfrm>
            <a:off x="3443931" y="2537613"/>
            <a:ext cx="3429479" cy="3010320"/>
          </a:xfrm>
          <a:prstGeom prst="rect">
            <a:avLst/>
          </a:prstGeom>
        </p:spPr>
      </p:pic>
      <p:sp>
        <p:nvSpPr>
          <p:cNvPr id="7" name="Content Placeholder 2">
            <a:extLst>
              <a:ext uri="{FF2B5EF4-FFF2-40B4-BE49-F238E27FC236}">
                <a16:creationId xmlns:a16="http://schemas.microsoft.com/office/drawing/2014/main" id="{7C32CE5B-5B90-9056-6381-FEA65E3FF622}"/>
              </a:ext>
            </a:extLst>
          </p:cNvPr>
          <p:cNvSpPr txBox="1"/>
          <p:nvPr/>
        </p:nvSpPr>
        <p:spPr>
          <a:xfrm>
            <a:off x="7274102" y="2745760"/>
            <a:ext cx="4445738" cy="1190598"/>
          </a:xfrm>
          <a:prstGeom prst="rect">
            <a:avLst/>
          </a:prstGeom>
          <a:noFill/>
          <a:ln cap="flat">
            <a:noFill/>
          </a:ln>
        </p:spPr>
        <p:txBody>
          <a:bodyPr vert="horz" wrap="square" lIns="91440" tIns="45720" rIns="91440" bIns="45720" anchor="t" anchorCtr="0" compatLnSpc="1">
            <a:noAutofit/>
          </a:bodyPr>
          <a:lstStyle/>
          <a:p>
            <a:pPr marL="0" marR="0" lvl="0" indent="0" algn="l" defTabSz="914400" rtl="0" fontAlgn="auto" hangingPunct="1">
              <a:lnSpc>
                <a:spcPct val="90000"/>
              </a:lnSpc>
              <a:spcBef>
                <a:spcPts val="1000"/>
              </a:spcBef>
              <a:spcAft>
                <a:spcPts val="0"/>
              </a:spcAft>
              <a:buNone/>
              <a:tabLst/>
              <a:defRPr sz="1800" b="0" i="0" u="none" strike="noStrike" kern="0" cap="none" spc="0" baseline="0">
                <a:solidFill>
                  <a:srgbClr val="000000"/>
                </a:solidFill>
                <a:uFillTx/>
              </a:defRPr>
            </a:pPr>
            <a:r>
              <a:rPr lang="en-GB" sz="1400" b="1" i="0" u="none" strike="noStrike" kern="1200" cap="none" spc="0" baseline="0" dirty="0">
                <a:solidFill>
                  <a:schemeClr val="accent2"/>
                </a:solidFill>
                <a:uFillTx/>
                <a:latin typeface="Aptos"/>
              </a:rPr>
              <a:t>Orange flags: Clinical psychiatric disorder</a:t>
            </a:r>
            <a:endParaRPr lang="en-GB" sz="1400" b="1" i="0" u="none" strike="noStrike" kern="1200" cap="none" spc="0" baseline="0" dirty="0">
              <a:solidFill>
                <a:schemeClr val="accent2"/>
              </a:solidFill>
              <a:uFillTx/>
              <a:latin typeface="Aptos" pitchFamily="34"/>
            </a:endParaRPr>
          </a:p>
          <a:p>
            <a:pPr marL="0" marR="0" lvl="0" indent="0" algn="l" defTabSz="914400" rtl="0" fontAlgn="auto" hangingPunct="1">
              <a:lnSpc>
                <a:spcPct val="90000"/>
              </a:lnSpc>
              <a:spcBef>
                <a:spcPts val="1000"/>
              </a:spcBef>
              <a:spcAft>
                <a:spcPts val="0"/>
              </a:spcAft>
              <a:buNone/>
              <a:tabLst/>
              <a:defRPr sz="1800" b="0" i="0" u="none" strike="noStrike" kern="0" cap="none" spc="0" baseline="0">
                <a:solidFill>
                  <a:srgbClr val="000000"/>
                </a:solidFill>
                <a:uFillTx/>
              </a:defRPr>
            </a:pPr>
            <a:r>
              <a:rPr lang="en-GB" sz="1400" b="0" i="0" u="none" strike="noStrike" kern="1200" cap="none" spc="0" baseline="0" dirty="0">
                <a:solidFill>
                  <a:srgbClr val="000000"/>
                </a:solidFill>
                <a:uFillTx/>
                <a:latin typeface="Aptos"/>
              </a:rPr>
              <a:t>Clinical depression, PTSD, Suicidal ideation, substance abuse, Psychosis, personality disorder</a:t>
            </a:r>
            <a:endParaRPr lang="en-GB" sz="1400" b="0" i="0" u="none" strike="noStrike" kern="1200" cap="none" spc="0" baseline="0" dirty="0">
              <a:solidFill>
                <a:srgbClr val="000000"/>
              </a:solidFill>
              <a:uFillTx/>
              <a:latin typeface="Aptos" pitchFamily="3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7D9518-37A8-A314-5B73-BD81BB033144}"/>
              </a:ext>
            </a:extLst>
          </p:cNvPr>
          <p:cNvSpPr txBox="1">
            <a:spLocks noGrp="1"/>
          </p:cNvSpPr>
          <p:nvPr>
            <p:ph type="title"/>
          </p:nvPr>
        </p:nvSpPr>
        <p:spPr>
          <a:xfrm>
            <a:off x="1371599" y="294538"/>
            <a:ext cx="9895951" cy="1033669"/>
          </a:xfrm>
        </p:spPr>
        <p:txBody>
          <a:bodyPr>
            <a:normAutofit/>
          </a:bodyPr>
          <a:lstStyle/>
          <a:p>
            <a:pPr lvl="0"/>
            <a:r>
              <a:rPr lang="en-GB" sz="2800" b="1" dirty="0">
                <a:solidFill>
                  <a:srgbClr val="FFFFFF"/>
                </a:solidFill>
              </a:rPr>
              <a:t>Symptoms: Red Flags</a:t>
            </a:r>
            <a:br>
              <a:rPr lang="en-GB" sz="3400" b="1" dirty="0">
                <a:solidFill>
                  <a:srgbClr val="FFFFFF"/>
                </a:solidFill>
              </a:rPr>
            </a:br>
            <a:endParaRPr lang="en-GB" sz="3400" dirty="0">
              <a:solidFill>
                <a:srgbClr val="FFFFFF"/>
              </a:solidFill>
            </a:endParaRPr>
          </a:p>
        </p:txBody>
      </p:sp>
      <p:sp>
        <p:nvSpPr>
          <p:cNvPr id="3" name="Content Placeholder 2">
            <a:extLst>
              <a:ext uri="{FF2B5EF4-FFF2-40B4-BE49-F238E27FC236}">
                <a16:creationId xmlns:a16="http://schemas.microsoft.com/office/drawing/2014/main" id="{9D30D979-9949-D42B-04D9-31BAECBC430F}"/>
              </a:ext>
            </a:extLst>
          </p:cNvPr>
          <p:cNvSpPr txBox="1">
            <a:spLocks noGrp="1"/>
          </p:cNvSpPr>
          <p:nvPr>
            <p:ph idx="1"/>
          </p:nvPr>
        </p:nvSpPr>
        <p:spPr>
          <a:xfrm>
            <a:off x="1371599" y="1891971"/>
            <a:ext cx="9724031" cy="2936884"/>
          </a:xfrm>
        </p:spPr>
        <p:txBody>
          <a:bodyPr anchor="ctr">
            <a:normAutofit/>
          </a:bodyPr>
          <a:lstStyle/>
          <a:p>
            <a:pPr lvl="0"/>
            <a:r>
              <a:rPr lang="en-GB" sz="1600" dirty="0"/>
              <a:t>Indicate potential serious underlying pathology</a:t>
            </a:r>
            <a:br>
              <a:rPr lang="en-GB" sz="1600" dirty="0"/>
            </a:br>
            <a:r>
              <a:rPr lang="en-GB" sz="1600" dirty="0"/>
              <a:t> – May relate to musculoskeletal or systemic illness.</a:t>
            </a:r>
          </a:p>
          <a:p>
            <a:pPr lvl="0"/>
            <a:r>
              <a:rPr lang="en-GB" sz="1600" dirty="0"/>
              <a:t>Not diagnostic</a:t>
            </a:r>
            <a:br>
              <a:rPr lang="en-GB" sz="1600" dirty="0"/>
            </a:br>
            <a:r>
              <a:rPr lang="en-GB" sz="1600" dirty="0"/>
              <a:t> – Signal the need for further investigation, not a definitive diagnosis.</a:t>
            </a:r>
          </a:p>
          <a:p>
            <a:pPr lvl="0"/>
            <a:r>
              <a:rPr lang="en-GB" sz="1600" dirty="0"/>
              <a:t>Cumulative effect</a:t>
            </a:r>
            <a:br>
              <a:rPr lang="en-GB" sz="1600" dirty="0"/>
            </a:br>
            <a:r>
              <a:rPr lang="en-GB" sz="1600" dirty="0"/>
              <a:t> – More red flags = higher likelihood of significant pathology.</a:t>
            </a:r>
          </a:p>
          <a:p>
            <a:pPr lvl="0"/>
            <a:r>
              <a:rPr lang="en-GB" sz="1600" dirty="0"/>
              <a:t>Management depends on suspected cause</a:t>
            </a:r>
            <a:br>
              <a:rPr lang="en-GB" sz="1600" dirty="0"/>
            </a:br>
            <a:r>
              <a:rPr lang="en-GB" sz="1600" dirty="0"/>
              <a:t> – Suspected cancer → Urgent 2-week wait referral.</a:t>
            </a:r>
            <a:br>
              <a:rPr lang="en-GB" sz="1600" dirty="0"/>
            </a:br>
            <a:r>
              <a:rPr lang="en-GB" sz="1600" dirty="0"/>
              <a:t> – Suspected septic arthritis or cauda equina → Emergency same-day hospital referral.</a:t>
            </a:r>
          </a:p>
          <a:p>
            <a:pPr lvl="0"/>
            <a:endParaRPr lang="en-GB" sz="2000" dirty="0"/>
          </a:p>
          <a:p>
            <a:pPr lvl="0"/>
            <a:endParaRPr lang="en-GB"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BBA78C3-D98E-DA4D-21BD-E2CE938B21A4}"/>
              </a:ext>
            </a:extLst>
          </p:cNvPr>
          <p:cNvSpPr txBox="1">
            <a:spLocks noGrp="1"/>
          </p:cNvSpPr>
          <p:nvPr>
            <p:ph type="title"/>
          </p:nvPr>
        </p:nvSpPr>
        <p:spPr>
          <a:xfrm>
            <a:off x="660041" y="2767106"/>
            <a:ext cx="2880828" cy="3071906"/>
          </a:xfrm>
        </p:spPr>
        <p:txBody>
          <a:bodyPr vert="horz" lIns="91440" tIns="45720" rIns="91440" bIns="45720" rtlCol="0" anchor="t">
            <a:normAutofit/>
          </a:bodyPr>
          <a:lstStyle/>
          <a:p>
            <a:pPr lvl="0">
              <a:spcBef>
                <a:spcPct val="0"/>
              </a:spcBef>
            </a:pPr>
            <a:r>
              <a:rPr lang="en-US" sz="4000" kern="1200" dirty="0">
                <a:solidFill>
                  <a:srgbClr val="FFFFFF"/>
                </a:solidFill>
                <a:latin typeface="+mj-lt"/>
                <a:ea typeface="+mj-ea"/>
                <a:cs typeface="+mj-cs"/>
              </a:rPr>
              <a:t>Red Flags</a:t>
            </a:r>
          </a:p>
        </p:txBody>
      </p:sp>
      <p:pic>
        <p:nvPicPr>
          <p:cNvPr id="5" name="Content Placeholder 4">
            <a:extLst>
              <a:ext uri="{FF2B5EF4-FFF2-40B4-BE49-F238E27FC236}">
                <a16:creationId xmlns:a16="http://schemas.microsoft.com/office/drawing/2014/main" id="{1D85B6C2-2F44-E0A7-B5E3-E1275634D62F}"/>
              </a:ext>
            </a:extLst>
          </p:cNvPr>
          <p:cNvPicPr>
            <a:picLocks noGrp="1" noChangeAspect="1"/>
          </p:cNvPicPr>
          <p:nvPr>
            <p:ph idx="1"/>
          </p:nvPr>
        </p:nvPicPr>
        <p:blipFill>
          <a:blip r:embed="rId3"/>
          <a:stretch>
            <a:fillRect/>
          </a:stretch>
        </p:blipFill>
        <p:spPr>
          <a:xfrm>
            <a:off x="6367845" y="467208"/>
            <a:ext cx="4769342" cy="6408611"/>
          </a:xfrm>
          <a:prstGeom prst="rect">
            <a:avLst/>
          </a:prstGeom>
          <a:noFill/>
        </p:spPr>
      </p:pic>
    </p:spTree>
    <p:extLst>
      <p:ext uri="{BB962C8B-B14F-4D97-AF65-F5344CB8AC3E}">
        <p14:creationId xmlns:p14="http://schemas.microsoft.com/office/powerpoint/2010/main" val="6603364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D699CA78-47D2-5815-9998-52328AFD7DFC}"/>
              </a:ext>
            </a:extLst>
          </p:cNvPr>
          <p:cNvPicPr>
            <a:picLocks noGrp="1" noChangeAspect="1"/>
          </p:cNvPicPr>
          <p:nvPr>
            <p:ph idx="1"/>
          </p:nvPr>
        </p:nvPicPr>
        <p:blipFill>
          <a:blip r:embed="rId3"/>
          <a:srcRect b="2192"/>
          <a:stretch>
            <a:fillRect/>
          </a:stretch>
        </p:blipFill>
        <p:spPr>
          <a:xfrm>
            <a:off x="20" y="1282"/>
            <a:ext cx="12191980" cy="6856718"/>
          </a:xfrm>
          <a:prstGeom prst="rect">
            <a:avLst/>
          </a:prstGeom>
          <a:noFill/>
        </p:spPr>
      </p:pic>
    </p:spTree>
    <p:extLst>
      <p:ext uri="{BB962C8B-B14F-4D97-AF65-F5344CB8AC3E}">
        <p14:creationId xmlns:p14="http://schemas.microsoft.com/office/powerpoint/2010/main" val="20427228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85626-2573-D368-0471-79FCEFCC10BD}"/>
              </a:ext>
            </a:extLst>
          </p:cNvPr>
          <p:cNvSpPr txBox="1">
            <a:spLocks noGrp="1"/>
          </p:cNvSpPr>
          <p:nvPr>
            <p:ph type="title"/>
          </p:nvPr>
        </p:nvSpPr>
        <p:spPr>
          <a:xfrm>
            <a:off x="489098" y="1106034"/>
            <a:ext cx="5019074" cy="3204134"/>
          </a:xfrm>
        </p:spPr>
        <p:txBody>
          <a:bodyPr vert="horz" lIns="91440" tIns="45720" rIns="91440" bIns="45720" rtlCol="0" anchor="b">
            <a:normAutofit/>
          </a:bodyPr>
          <a:lstStyle/>
          <a:p>
            <a:pPr lvl="0">
              <a:spcBef>
                <a:spcPct val="0"/>
              </a:spcBef>
            </a:pPr>
            <a:r>
              <a:rPr lang="en-US" sz="5400" dirty="0">
                <a:solidFill>
                  <a:schemeClr val="tx1"/>
                </a:solidFill>
                <a:latin typeface="+mj-lt"/>
                <a:ea typeface="+mj-ea"/>
                <a:cs typeface="+mj-cs"/>
              </a:rPr>
              <a:t>Several ways of classification of low back pain</a:t>
            </a:r>
          </a:p>
        </p:txBody>
      </p:sp>
      <p:grpSp>
        <p:nvGrpSpPr>
          <p:cNvPr id="3" name="Content Placeholder 3">
            <a:extLst>
              <a:ext uri="{FF2B5EF4-FFF2-40B4-BE49-F238E27FC236}">
                <a16:creationId xmlns:a16="http://schemas.microsoft.com/office/drawing/2014/main" id="{1E0D95CF-3BFB-5C05-5CC3-EC0D5796911D}"/>
              </a:ext>
            </a:extLst>
          </p:cNvPr>
          <p:cNvGrpSpPr/>
          <p:nvPr/>
        </p:nvGrpSpPr>
        <p:grpSpPr>
          <a:xfrm>
            <a:off x="6994071" y="1164290"/>
            <a:ext cx="4708832" cy="1665986"/>
            <a:chOff x="412714" y="2250713"/>
            <a:chExt cx="5261100" cy="1861379"/>
          </a:xfrm>
        </p:grpSpPr>
        <p:sp>
          <p:nvSpPr>
            <p:cNvPr id="4" name="Freeform: Shape 3">
              <a:extLst>
                <a:ext uri="{FF2B5EF4-FFF2-40B4-BE49-F238E27FC236}">
                  <a16:creationId xmlns:a16="http://schemas.microsoft.com/office/drawing/2014/main" id="{7AFB9A87-1257-1F9B-0503-8EED9547B5BE}"/>
                </a:ext>
              </a:extLst>
            </p:cNvPr>
            <p:cNvSpPr/>
            <p:nvPr/>
          </p:nvSpPr>
          <p:spPr>
            <a:xfrm>
              <a:off x="3043269" y="3019879"/>
              <a:ext cx="1861380" cy="323048"/>
            </a:xfrm>
            <a:custGeom>
              <a:avLst/>
              <a:gdLst>
                <a:gd name="f0" fmla="val w"/>
                <a:gd name="f1" fmla="val h"/>
                <a:gd name="f2" fmla="val 0"/>
                <a:gd name="f3" fmla="val 1861384"/>
                <a:gd name="f4" fmla="val 323050"/>
                <a:gd name="f5" fmla="val 161525"/>
                <a:gd name="f6" fmla="*/ f0 1 1861384"/>
                <a:gd name="f7" fmla="*/ f1 1 323050"/>
                <a:gd name="f8" fmla="+- f4 0 f2"/>
                <a:gd name="f9" fmla="+- f3 0 f2"/>
                <a:gd name="f10" fmla="*/ f9 1 1861384"/>
                <a:gd name="f11" fmla="*/ f8 1 323050"/>
                <a:gd name="f12" fmla="*/ 0 1 f10"/>
                <a:gd name="f13" fmla="*/ 1861384 1 f10"/>
                <a:gd name="f14" fmla="*/ 0 1 f11"/>
                <a:gd name="f15" fmla="*/ 323050 1 f11"/>
                <a:gd name="f16" fmla="*/ f12 f6 1"/>
                <a:gd name="f17" fmla="*/ f13 f6 1"/>
                <a:gd name="f18" fmla="*/ f15 f7 1"/>
                <a:gd name="f19" fmla="*/ f14 f7 1"/>
              </a:gdLst>
              <a:ahLst/>
              <a:cxnLst>
                <a:cxn ang="3cd4">
                  <a:pos x="hc" y="t"/>
                </a:cxn>
                <a:cxn ang="0">
                  <a:pos x="r" y="vc"/>
                </a:cxn>
                <a:cxn ang="cd4">
                  <a:pos x="hc" y="b"/>
                </a:cxn>
                <a:cxn ang="cd2">
                  <a:pos x="l" y="vc"/>
                </a:cxn>
              </a:cxnLst>
              <a:rect l="f16" t="f19" r="f17" b="f18"/>
              <a:pathLst>
                <a:path w="1861384" h="323050">
                  <a:moveTo>
                    <a:pt x="f2" y="f2"/>
                  </a:moveTo>
                  <a:lnTo>
                    <a:pt x="f2" y="f5"/>
                  </a:lnTo>
                  <a:lnTo>
                    <a:pt x="f3" y="f5"/>
                  </a:lnTo>
                  <a:lnTo>
                    <a:pt x="f3" y="f4"/>
                  </a:lnTo>
                </a:path>
              </a:pathLst>
            </a:custGeom>
            <a:noFill/>
            <a:ln w="19046" cap="flat">
              <a:solidFill>
                <a:srgbClr val="0E4B66"/>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ptos"/>
              </a:endParaRPr>
            </a:p>
          </p:txBody>
        </p:sp>
        <p:sp>
          <p:nvSpPr>
            <p:cNvPr id="5" name="Freeform: Shape 4">
              <a:extLst>
                <a:ext uri="{FF2B5EF4-FFF2-40B4-BE49-F238E27FC236}">
                  <a16:creationId xmlns:a16="http://schemas.microsoft.com/office/drawing/2014/main" id="{04160C0B-2440-1A0A-6F09-65FDA60608FF}"/>
                </a:ext>
              </a:extLst>
            </p:cNvPr>
            <p:cNvSpPr/>
            <p:nvPr/>
          </p:nvSpPr>
          <p:spPr>
            <a:xfrm>
              <a:off x="2997549" y="3019879"/>
              <a:ext cx="91440" cy="323048"/>
            </a:xfrm>
            <a:custGeom>
              <a:avLst/>
              <a:gdLst>
                <a:gd name="f0" fmla="val w"/>
                <a:gd name="f1" fmla="val h"/>
                <a:gd name="f2" fmla="val 0"/>
                <a:gd name="f3" fmla="val 91440"/>
                <a:gd name="f4" fmla="val 323050"/>
                <a:gd name="f5" fmla="val 45720"/>
                <a:gd name="f6" fmla="*/ f0 1 91440"/>
                <a:gd name="f7" fmla="*/ f1 1 323050"/>
                <a:gd name="f8" fmla="+- f4 0 f2"/>
                <a:gd name="f9" fmla="+- f3 0 f2"/>
                <a:gd name="f10" fmla="*/ f9 1 91440"/>
                <a:gd name="f11" fmla="*/ f8 1 323050"/>
                <a:gd name="f12" fmla="*/ 0 1 f10"/>
                <a:gd name="f13" fmla="*/ 91440 1 f10"/>
                <a:gd name="f14" fmla="*/ 0 1 f11"/>
                <a:gd name="f15" fmla="*/ 323050 1 f11"/>
                <a:gd name="f16" fmla="*/ f12 f6 1"/>
                <a:gd name="f17" fmla="*/ f13 f6 1"/>
                <a:gd name="f18" fmla="*/ f15 f7 1"/>
                <a:gd name="f19" fmla="*/ f14 f7 1"/>
              </a:gdLst>
              <a:ahLst/>
              <a:cxnLst>
                <a:cxn ang="3cd4">
                  <a:pos x="hc" y="t"/>
                </a:cxn>
                <a:cxn ang="0">
                  <a:pos x="r" y="vc"/>
                </a:cxn>
                <a:cxn ang="cd4">
                  <a:pos x="hc" y="b"/>
                </a:cxn>
                <a:cxn ang="cd2">
                  <a:pos x="l" y="vc"/>
                </a:cxn>
              </a:cxnLst>
              <a:rect l="f16" t="f19" r="f17" b="f18"/>
              <a:pathLst>
                <a:path w="91440" h="323050">
                  <a:moveTo>
                    <a:pt x="f5" y="f2"/>
                  </a:moveTo>
                  <a:lnTo>
                    <a:pt x="f5" y="f4"/>
                  </a:lnTo>
                </a:path>
              </a:pathLst>
            </a:custGeom>
            <a:noFill/>
            <a:ln w="19046" cap="flat">
              <a:solidFill>
                <a:srgbClr val="0E4B66"/>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ptos"/>
              </a:endParaRPr>
            </a:p>
          </p:txBody>
        </p:sp>
        <p:sp>
          <p:nvSpPr>
            <p:cNvPr id="6" name="Freeform: Shape 5">
              <a:extLst>
                <a:ext uri="{FF2B5EF4-FFF2-40B4-BE49-F238E27FC236}">
                  <a16:creationId xmlns:a16="http://schemas.microsoft.com/office/drawing/2014/main" id="{CE043681-9709-6772-069E-464B58786434}"/>
                </a:ext>
              </a:extLst>
            </p:cNvPr>
            <p:cNvSpPr/>
            <p:nvPr/>
          </p:nvSpPr>
          <p:spPr>
            <a:xfrm>
              <a:off x="1181889" y="3019879"/>
              <a:ext cx="1861380" cy="323048"/>
            </a:xfrm>
            <a:custGeom>
              <a:avLst/>
              <a:gdLst>
                <a:gd name="f0" fmla="val w"/>
                <a:gd name="f1" fmla="val h"/>
                <a:gd name="f2" fmla="val 0"/>
                <a:gd name="f3" fmla="val 1861384"/>
                <a:gd name="f4" fmla="val 323050"/>
                <a:gd name="f5" fmla="val 161525"/>
                <a:gd name="f6" fmla="*/ f0 1 1861384"/>
                <a:gd name="f7" fmla="*/ f1 1 323050"/>
                <a:gd name="f8" fmla="+- f4 0 f2"/>
                <a:gd name="f9" fmla="+- f3 0 f2"/>
                <a:gd name="f10" fmla="*/ f9 1 1861384"/>
                <a:gd name="f11" fmla="*/ f8 1 323050"/>
                <a:gd name="f12" fmla="*/ 0 1 f10"/>
                <a:gd name="f13" fmla="*/ 1861384 1 f10"/>
                <a:gd name="f14" fmla="*/ 0 1 f11"/>
                <a:gd name="f15" fmla="*/ 323050 1 f11"/>
                <a:gd name="f16" fmla="*/ f12 f6 1"/>
                <a:gd name="f17" fmla="*/ f13 f6 1"/>
                <a:gd name="f18" fmla="*/ f15 f7 1"/>
                <a:gd name="f19" fmla="*/ f14 f7 1"/>
              </a:gdLst>
              <a:ahLst/>
              <a:cxnLst>
                <a:cxn ang="3cd4">
                  <a:pos x="hc" y="t"/>
                </a:cxn>
                <a:cxn ang="0">
                  <a:pos x="r" y="vc"/>
                </a:cxn>
                <a:cxn ang="cd4">
                  <a:pos x="hc" y="b"/>
                </a:cxn>
                <a:cxn ang="cd2">
                  <a:pos x="l" y="vc"/>
                </a:cxn>
              </a:cxnLst>
              <a:rect l="f16" t="f19" r="f17" b="f18"/>
              <a:pathLst>
                <a:path w="1861384" h="323050">
                  <a:moveTo>
                    <a:pt x="f3" y="f2"/>
                  </a:moveTo>
                  <a:lnTo>
                    <a:pt x="f3" y="f5"/>
                  </a:lnTo>
                  <a:lnTo>
                    <a:pt x="f2" y="f5"/>
                  </a:lnTo>
                  <a:lnTo>
                    <a:pt x="f2" y="f4"/>
                  </a:lnTo>
                </a:path>
              </a:pathLst>
            </a:custGeom>
            <a:noFill/>
            <a:ln w="19046" cap="flat">
              <a:solidFill>
                <a:srgbClr val="0E4B66"/>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ptos"/>
              </a:endParaRPr>
            </a:p>
          </p:txBody>
        </p:sp>
        <p:sp>
          <p:nvSpPr>
            <p:cNvPr id="7" name="Freeform: Shape 6">
              <a:extLst>
                <a:ext uri="{FF2B5EF4-FFF2-40B4-BE49-F238E27FC236}">
                  <a16:creationId xmlns:a16="http://schemas.microsoft.com/office/drawing/2014/main" id="{573956E0-77B5-3A60-6760-DB9C95076985}"/>
                </a:ext>
              </a:extLst>
            </p:cNvPr>
            <p:cNvSpPr/>
            <p:nvPr/>
          </p:nvSpPr>
          <p:spPr>
            <a:xfrm>
              <a:off x="2274103" y="2250713"/>
              <a:ext cx="1538331" cy="769165"/>
            </a:xfrm>
            <a:custGeom>
              <a:avLst/>
              <a:gdLst>
                <a:gd name="f0" fmla="val 10800000"/>
                <a:gd name="f1" fmla="val 5400000"/>
                <a:gd name="f2" fmla="val 180"/>
                <a:gd name="f3" fmla="val w"/>
                <a:gd name="f4" fmla="val h"/>
                <a:gd name="f5" fmla="val 0"/>
                <a:gd name="f6" fmla="val 1538334"/>
                <a:gd name="f7" fmla="val 769167"/>
                <a:gd name="f8" fmla="+- 0 0 -90"/>
                <a:gd name="f9" fmla="*/ f3 1 1538334"/>
                <a:gd name="f10" fmla="*/ f4 1 769167"/>
                <a:gd name="f11" fmla="+- f7 0 f5"/>
                <a:gd name="f12" fmla="+- f6 0 f5"/>
                <a:gd name="f13" fmla="*/ f8 f0 1"/>
                <a:gd name="f14" fmla="*/ f12 1 1538334"/>
                <a:gd name="f15" fmla="*/ f11 1 769167"/>
                <a:gd name="f16" fmla="*/ 0 f12 1"/>
                <a:gd name="f17" fmla="*/ 0 f11 1"/>
                <a:gd name="f18" fmla="*/ 1538334 f12 1"/>
                <a:gd name="f19" fmla="*/ 769167 f11 1"/>
                <a:gd name="f20" fmla="*/ f13 1 f2"/>
                <a:gd name="f21" fmla="*/ f16 1 1538334"/>
                <a:gd name="f22" fmla="*/ f17 1 769167"/>
                <a:gd name="f23" fmla="*/ f18 1 1538334"/>
                <a:gd name="f24" fmla="*/ f19 1 769167"/>
                <a:gd name="f25" fmla="*/ f5 1 f14"/>
                <a:gd name="f26" fmla="*/ f6 1 f14"/>
                <a:gd name="f27" fmla="*/ f5 1 f15"/>
                <a:gd name="f28" fmla="*/ f7 1 f15"/>
                <a:gd name="f29" fmla="+- f20 0 f1"/>
                <a:gd name="f30" fmla="*/ f21 1 f14"/>
                <a:gd name="f31" fmla="*/ f22 1 f15"/>
                <a:gd name="f32" fmla="*/ f23 1 f14"/>
                <a:gd name="f33" fmla="*/ f24 1 f15"/>
                <a:gd name="f34" fmla="*/ f25 f9 1"/>
                <a:gd name="f35" fmla="*/ f26 f9 1"/>
                <a:gd name="f36" fmla="*/ f28 f10 1"/>
                <a:gd name="f37" fmla="*/ f27 f10 1"/>
                <a:gd name="f38" fmla="*/ f30 f9 1"/>
                <a:gd name="f39" fmla="*/ f31 f10 1"/>
                <a:gd name="f40" fmla="*/ f32 f9 1"/>
                <a:gd name="f41" fmla="*/ f33 f10 1"/>
              </a:gdLst>
              <a:ahLst/>
              <a:cxnLst>
                <a:cxn ang="3cd4">
                  <a:pos x="hc" y="t"/>
                </a:cxn>
                <a:cxn ang="0">
                  <a:pos x="r" y="vc"/>
                </a:cxn>
                <a:cxn ang="cd4">
                  <a:pos x="hc" y="b"/>
                </a:cxn>
                <a:cxn ang="cd2">
                  <a:pos x="l" y="vc"/>
                </a:cxn>
                <a:cxn ang="f29">
                  <a:pos x="f38" y="f39"/>
                </a:cxn>
                <a:cxn ang="f29">
                  <a:pos x="f40" y="f39"/>
                </a:cxn>
                <a:cxn ang="f29">
                  <a:pos x="f40" y="f41"/>
                </a:cxn>
                <a:cxn ang="f29">
                  <a:pos x="f38" y="f41"/>
                </a:cxn>
                <a:cxn ang="f29">
                  <a:pos x="f38" y="f39"/>
                </a:cxn>
              </a:cxnLst>
              <a:rect l="f34" t="f37" r="f35" b="f36"/>
              <a:pathLst>
                <a:path w="1538334" h="769167">
                  <a:moveTo>
                    <a:pt x="f5" y="f5"/>
                  </a:moveTo>
                  <a:lnTo>
                    <a:pt x="f6" y="f5"/>
                  </a:lnTo>
                  <a:lnTo>
                    <a:pt x="f6" y="f7"/>
                  </a:lnTo>
                  <a:lnTo>
                    <a:pt x="f5" y="f7"/>
                  </a:lnTo>
                  <a:lnTo>
                    <a:pt x="f5" y="f5"/>
                  </a:lnTo>
                  <a:close/>
                </a:path>
              </a:pathLst>
            </a:custGeom>
            <a:solidFill>
              <a:srgbClr val="156082"/>
            </a:solidFill>
            <a:ln w="19046" cap="flat">
              <a:solidFill>
                <a:srgbClr val="FFFFFF"/>
              </a:solidFill>
              <a:prstDash val="solid"/>
              <a:miter/>
            </a:ln>
          </p:spPr>
          <p:txBody>
            <a:bodyPr vert="horz" wrap="square" lIns="15873" tIns="15873" rIns="15873" bIns="15873" anchor="ctr" anchorCtr="1" compatLnSpc="1">
              <a:noAutofit/>
            </a:bodyPr>
            <a:lstStyle/>
            <a:p>
              <a:pPr algn="ctr" defTabSz="989014">
                <a:lnSpc>
                  <a:spcPct val="90000"/>
                </a:lnSpc>
                <a:spcAft>
                  <a:spcPts val="979"/>
                </a:spcAft>
                <a:defRPr sz="1800" b="0" i="0" u="none" strike="noStrike" kern="0" cap="none" spc="0" baseline="0">
                  <a:solidFill>
                    <a:srgbClr val="000000"/>
                  </a:solidFill>
                  <a:uFillTx/>
                </a:defRPr>
              </a:pPr>
              <a:r>
                <a:rPr lang="en-US" sz="2225" kern="1200">
                  <a:solidFill>
                    <a:srgbClr val="FFFFFF"/>
                  </a:solidFill>
                  <a:latin typeface="Aptos Display"/>
                  <a:ea typeface="+mn-ea"/>
                  <a:cs typeface="+mn-cs"/>
                </a:rPr>
                <a:t>Low back pain</a:t>
              </a:r>
              <a:endParaRPr lang="en-US" sz="2500" b="0" i="0" u="none" strike="noStrike" kern="1200" cap="none" spc="0" baseline="0">
                <a:solidFill>
                  <a:srgbClr val="FFFFFF"/>
                </a:solidFill>
                <a:uFillTx/>
                <a:latin typeface="Aptos"/>
              </a:endParaRPr>
            </a:p>
          </p:txBody>
        </p:sp>
        <p:sp>
          <p:nvSpPr>
            <p:cNvPr id="8" name="Freeform: Shape 7">
              <a:extLst>
                <a:ext uri="{FF2B5EF4-FFF2-40B4-BE49-F238E27FC236}">
                  <a16:creationId xmlns:a16="http://schemas.microsoft.com/office/drawing/2014/main" id="{6D97FBEB-E6DE-7336-CB31-FD8C8F27E656}"/>
                </a:ext>
              </a:extLst>
            </p:cNvPr>
            <p:cNvSpPr/>
            <p:nvPr/>
          </p:nvSpPr>
          <p:spPr>
            <a:xfrm>
              <a:off x="412714" y="3342927"/>
              <a:ext cx="1538331" cy="769165"/>
            </a:xfrm>
            <a:custGeom>
              <a:avLst/>
              <a:gdLst>
                <a:gd name="f0" fmla="val 10800000"/>
                <a:gd name="f1" fmla="val 5400000"/>
                <a:gd name="f2" fmla="val 180"/>
                <a:gd name="f3" fmla="val w"/>
                <a:gd name="f4" fmla="val h"/>
                <a:gd name="f5" fmla="val 0"/>
                <a:gd name="f6" fmla="val 1538334"/>
                <a:gd name="f7" fmla="val 769167"/>
                <a:gd name="f8" fmla="+- 0 0 -90"/>
                <a:gd name="f9" fmla="*/ f3 1 1538334"/>
                <a:gd name="f10" fmla="*/ f4 1 769167"/>
                <a:gd name="f11" fmla="+- f7 0 f5"/>
                <a:gd name="f12" fmla="+- f6 0 f5"/>
                <a:gd name="f13" fmla="*/ f8 f0 1"/>
                <a:gd name="f14" fmla="*/ f12 1 1538334"/>
                <a:gd name="f15" fmla="*/ f11 1 769167"/>
                <a:gd name="f16" fmla="*/ 0 f12 1"/>
                <a:gd name="f17" fmla="*/ 0 f11 1"/>
                <a:gd name="f18" fmla="*/ 1538334 f12 1"/>
                <a:gd name="f19" fmla="*/ 769167 f11 1"/>
                <a:gd name="f20" fmla="*/ f13 1 f2"/>
                <a:gd name="f21" fmla="*/ f16 1 1538334"/>
                <a:gd name="f22" fmla="*/ f17 1 769167"/>
                <a:gd name="f23" fmla="*/ f18 1 1538334"/>
                <a:gd name="f24" fmla="*/ f19 1 769167"/>
                <a:gd name="f25" fmla="*/ f5 1 f14"/>
                <a:gd name="f26" fmla="*/ f6 1 f14"/>
                <a:gd name="f27" fmla="*/ f5 1 f15"/>
                <a:gd name="f28" fmla="*/ f7 1 f15"/>
                <a:gd name="f29" fmla="+- f20 0 f1"/>
                <a:gd name="f30" fmla="*/ f21 1 f14"/>
                <a:gd name="f31" fmla="*/ f22 1 f15"/>
                <a:gd name="f32" fmla="*/ f23 1 f14"/>
                <a:gd name="f33" fmla="*/ f24 1 f15"/>
                <a:gd name="f34" fmla="*/ f25 f9 1"/>
                <a:gd name="f35" fmla="*/ f26 f9 1"/>
                <a:gd name="f36" fmla="*/ f28 f10 1"/>
                <a:gd name="f37" fmla="*/ f27 f10 1"/>
                <a:gd name="f38" fmla="*/ f30 f9 1"/>
                <a:gd name="f39" fmla="*/ f31 f10 1"/>
                <a:gd name="f40" fmla="*/ f32 f9 1"/>
                <a:gd name="f41" fmla="*/ f33 f10 1"/>
              </a:gdLst>
              <a:ahLst/>
              <a:cxnLst>
                <a:cxn ang="3cd4">
                  <a:pos x="hc" y="t"/>
                </a:cxn>
                <a:cxn ang="0">
                  <a:pos x="r" y="vc"/>
                </a:cxn>
                <a:cxn ang="cd4">
                  <a:pos x="hc" y="b"/>
                </a:cxn>
                <a:cxn ang="cd2">
                  <a:pos x="l" y="vc"/>
                </a:cxn>
                <a:cxn ang="f29">
                  <a:pos x="f38" y="f39"/>
                </a:cxn>
                <a:cxn ang="f29">
                  <a:pos x="f40" y="f39"/>
                </a:cxn>
                <a:cxn ang="f29">
                  <a:pos x="f40" y="f41"/>
                </a:cxn>
                <a:cxn ang="f29">
                  <a:pos x="f38" y="f41"/>
                </a:cxn>
                <a:cxn ang="f29">
                  <a:pos x="f38" y="f39"/>
                </a:cxn>
              </a:cxnLst>
              <a:rect l="f34" t="f37" r="f35" b="f36"/>
              <a:pathLst>
                <a:path w="1538334" h="769167">
                  <a:moveTo>
                    <a:pt x="f5" y="f5"/>
                  </a:moveTo>
                  <a:lnTo>
                    <a:pt x="f6" y="f5"/>
                  </a:lnTo>
                  <a:lnTo>
                    <a:pt x="f6" y="f7"/>
                  </a:lnTo>
                  <a:lnTo>
                    <a:pt x="f5" y="f7"/>
                  </a:lnTo>
                  <a:lnTo>
                    <a:pt x="f5" y="f5"/>
                  </a:lnTo>
                  <a:close/>
                </a:path>
              </a:pathLst>
            </a:custGeom>
            <a:solidFill>
              <a:srgbClr val="156082"/>
            </a:solidFill>
            <a:ln w="19046" cap="flat">
              <a:solidFill>
                <a:srgbClr val="FFFFFF"/>
              </a:solidFill>
              <a:prstDash val="solid"/>
              <a:miter/>
            </a:ln>
          </p:spPr>
          <p:txBody>
            <a:bodyPr vert="horz" wrap="square" lIns="15873" tIns="15873" rIns="15873" bIns="15873" anchor="ctr" anchorCtr="1" compatLnSpc="1">
              <a:noAutofit/>
            </a:bodyPr>
            <a:lstStyle/>
            <a:p>
              <a:pPr algn="ctr" defTabSz="989014">
                <a:lnSpc>
                  <a:spcPct val="90000"/>
                </a:lnSpc>
                <a:spcAft>
                  <a:spcPts val="979"/>
                </a:spcAft>
                <a:defRPr sz="1800" b="0" i="0" u="none" strike="noStrike" kern="0" cap="none" spc="0" baseline="0">
                  <a:solidFill>
                    <a:srgbClr val="000000"/>
                  </a:solidFill>
                  <a:uFillTx/>
                </a:defRPr>
              </a:pPr>
              <a:r>
                <a:rPr lang="en-US" sz="2225" kern="1200">
                  <a:solidFill>
                    <a:srgbClr val="FFFFFF"/>
                  </a:solidFill>
                  <a:latin typeface="Aptos Display"/>
                  <a:ea typeface="+mn-ea"/>
                  <a:cs typeface="+mn-cs"/>
                </a:rPr>
                <a:t>Mechanical</a:t>
              </a:r>
              <a:endParaRPr lang="en-US" sz="2500" b="0" i="0" u="none" strike="noStrike" kern="1200" cap="none" spc="0" baseline="0">
                <a:solidFill>
                  <a:srgbClr val="FFFFFF"/>
                </a:solidFill>
                <a:uFillTx/>
                <a:latin typeface="Aptos"/>
              </a:endParaRPr>
            </a:p>
          </p:txBody>
        </p:sp>
        <p:sp>
          <p:nvSpPr>
            <p:cNvPr id="9" name="Freeform: Shape 8">
              <a:extLst>
                <a:ext uri="{FF2B5EF4-FFF2-40B4-BE49-F238E27FC236}">
                  <a16:creationId xmlns:a16="http://schemas.microsoft.com/office/drawing/2014/main" id="{4F25D40D-68FD-9B18-90FC-AAEAB2D677B6}"/>
                </a:ext>
              </a:extLst>
            </p:cNvPr>
            <p:cNvSpPr/>
            <p:nvPr/>
          </p:nvSpPr>
          <p:spPr>
            <a:xfrm>
              <a:off x="2274103" y="3342927"/>
              <a:ext cx="1538331" cy="769165"/>
            </a:xfrm>
            <a:custGeom>
              <a:avLst/>
              <a:gdLst>
                <a:gd name="f0" fmla="val 10800000"/>
                <a:gd name="f1" fmla="val 5400000"/>
                <a:gd name="f2" fmla="val 180"/>
                <a:gd name="f3" fmla="val w"/>
                <a:gd name="f4" fmla="val h"/>
                <a:gd name="f5" fmla="val 0"/>
                <a:gd name="f6" fmla="val 1538334"/>
                <a:gd name="f7" fmla="val 769167"/>
                <a:gd name="f8" fmla="+- 0 0 -90"/>
                <a:gd name="f9" fmla="*/ f3 1 1538334"/>
                <a:gd name="f10" fmla="*/ f4 1 769167"/>
                <a:gd name="f11" fmla="+- f7 0 f5"/>
                <a:gd name="f12" fmla="+- f6 0 f5"/>
                <a:gd name="f13" fmla="*/ f8 f0 1"/>
                <a:gd name="f14" fmla="*/ f12 1 1538334"/>
                <a:gd name="f15" fmla="*/ f11 1 769167"/>
                <a:gd name="f16" fmla="*/ 0 f12 1"/>
                <a:gd name="f17" fmla="*/ 0 f11 1"/>
                <a:gd name="f18" fmla="*/ 1538334 f12 1"/>
                <a:gd name="f19" fmla="*/ 769167 f11 1"/>
                <a:gd name="f20" fmla="*/ f13 1 f2"/>
                <a:gd name="f21" fmla="*/ f16 1 1538334"/>
                <a:gd name="f22" fmla="*/ f17 1 769167"/>
                <a:gd name="f23" fmla="*/ f18 1 1538334"/>
                <a:gd name="f24" fmla="*/ f19 1 769167"/>
                <a:gd name="f25" fmla="*/ f5 1 f14"/>
                <a:gd name="f26" fmla="*/ f6 1 f14"/>
                <a:gd name="f27" fmla="*/ f5 1 f15"/>
                <a:gd name="f28" fmla="*/ f7 1 f15"/>
                <a:gd name="f29" fmla="+- f20 0 f1"/>
                <a:gd name="f30" fmla="*/ f21 1 f14"/>
                <a:gd name="f31" fmla="*/ f22 1 f15"/>
                <a:gd name="f32" fmla="*/ f23 1 f14"/>
                <a:gd name="f33" fmla="*/ f24 1 f15"/>
                <a:gd name="f34" fmla="*/ f25 f9 1"/>
                <a:gd name="f35" fmla="*/ f26 f9 1"/>
                <a:gd name="f36" fmla="*/ f28 f10 1"/>
                <a:gd name="f37" fmla="*/ f27 f10 1"/>
                <a:gd name="f38" fmla="*/ f30 f9 1"/>
                <a:gd name="f39" fmla="*/ f31 f10 1"/>
                <a:gd name="f40" fmla="*/ f32 f9 1"/>
                <a:gd name="f41" fmla="*/ f33 f10 1"/>
              </a:gdLst>
              <a:ahLst/>
              <a:cxnLst>
                <a:cxn ang="3cd4">
                  <a:pos x="hc" y="t"/>
                </a:cxn>
                <a:cxn ang="0">
                  <a:pos x="r" y="vc"/>
                </a:cxn>
                <a:cxn ang="cd4">
                  <a:pos x="hc" y="b"/>
                </a:cxn>
                <a:cxn ang="cd2">
                  <a:pos x="l" y="vc"/>
                </a:cxn>
                <a:cxn ang="f29">
                  <a:pos x="f38" y="f39"/>
                </a:cxn>
                <a:cxn ang="f29">
                  <a:pos x="f40" y="f39"/>
                </a:cxn>
                <a:cxn ang="f29">
                  <a:pos x="f40" y="f41"/>
                </a:cxn>
                <a:cxn ang="f29">
                  <a:pos x="f38" y="f41"/>
                </a:cxn>
                <a:cxn ang="f29">
                  <a:pos x="f38" y="f39"/>
                </a:cxn>
              </a:cxnLst>
              <a:rect l="f34" t="f37" r="f35" b="f36"/>
              <a:pathLst>
                <a:path w="1538334" h="769167">
                  <a:moveTo>
                    <a:pt x="f5" y="f5"/>
                  </a:moveTo>
                  <a:lnTo>
                    <a:pt x="f6" y="f5"/>
                  </a:lnTo>
                  <a:lnTo>
                    <a:pt x="f6" y="f7"/>
                  </a:lnTo>
                  <a:lnTo>
                    <a:pt x="f5" y="f7"/>
                  </a:lnTo>
                  <a:lnTo>
                    <a:pt x="f5" y="f5"/>
                  </a:lnTo>
                  <a:close/>
                </a:path>
              </a:pathLst>
            </a:custGeom>
            <a:solidFill>
              <a:srgbClr val="156082"/>
            </a:solidFill>
            <a:ln w="19046" cap="flat">
              <a:solidFill>
                <a:srgbClr val="FFFFFF"/>
              </a:solidFill>
              <a:prstDash val="solid"/>
              <a:miter/>
            </a:ln>
          </p:spPr>
          <p:txBody>
            <a:bodyPr vert="horz" wrap="square" lIns="15873" tIns="15873" rIns="15873" bIns="15873" anchor="ctr" anchorCtr="1" compatLnSpc="1">
              <a:noAutofit/>
            </a:bodyPr>
            <a:lstStyle/>
            <a:p>
              <a:pPr algn="ctr" defTabSz="989014">
                <a:lnSpc>
                  <a:spcPct val="90000"/>
                </a:lnSpc>
                <a:spcAft>
                  <a:spcPts val="979"/>
                </a:spcAft>
                <a:defRPr sz="1800" b="0" i="0" u="none" strike="noStrike" kern="0" cap="none" spc="0" baseline="0">
                  <a:solidFill>
                    <a:srgbClr val="000000"/>
                  </a:solidFill>
                  <a:uFillTx/>
                </a:defRPr>
              </a:pPr>
              <a:r>
                <a:rPr lang="en-US" sz="2225" kern="1200">
                  <a:solidFill>
                    <a:srgbClr val="FFFFFF"/>
                  </a:solidFill>
                  <a:latin typeface="Aptos Display"/>
                  <a:ea typeface="+mn-ea"/>
                  <a:cs typeface="+mn-cs"/>
                </a:rPr>
                <a:t>Non Mechanical</a:t>
              </a:r>
              <a:endParaRPr lang="en-US" sz="2500" b="0" i="0" u="none" strike="noStrike" kern="1200" cap="none" spc="0" baseline="0">
                <a:solidFill>
                  <a:srgbClr val="FFFFFF"/>
                </a:solidFill>
                <a:uFillTx/>
                <a:latin typeface="Aptos"/>
              </a:endParaRPr>
            </a:p>
          </p:txBody>
        </p:sp>
        <p:sp>
          <p:nvSpPr>
            <p:cNvPr id="10" name="Freeform: Shape 9">
              <a:extLst>
                <a:ext uri="{FF2B5EF4-FFF2-40B4-BE49-F238E27FC236}">
                  <a16:creationId xmlns:a16="http://schemas.microsoft.com/office/drawing/2014/main" id="{2B1DD139-E485-CA33-34D2-FC72E2BC998E}"/>
                </a:ext>
              </a:extLst>
            </p:cNvPr>
            <p:cNvSpPr/>
            <p:nvPr/>
          </p:nvSpPr>
          <p:spPr>
            <a:xfrm>
              <a:off x="4135483" y="3342927"/>
              <a:ext cx="1538331" cy="769165"/>
            </a:xfrm>
            <a:custGeom>
              <a:avLst/>
              <a:gdLst>
                <a:gd name="f0" fmla="val 10800000"/>
                <a:gd name="f1" fmla="val 5400000"/>
                <a:gd name="f2" fmla="val 180"/>
                <a:gd name="f3" fmla="val w"/>
                <a:gd name="f4" fmla="val h"/>
                <a:gd name="f5" fmla="val 0"/>
                <a:gd name="f6" fmla="val 1538334"/>
                <a:gd name="f7" fmla="val 769167"/>
                <a:gd name="f8" fmla="+- 0 0 -90"/>
                <a:gd name="f9" fmla="*/ f3 1 1538334"/>
                <a:gd name="f10" fmla="*/ f4 1 769167"/>
                <a:gd name="f11" fmla="+- f7 0 f5"/>
                <a:gd name="f12" fmla="+- f6 0 f5"/>
                <a:gd name="f13" fmla="*/ f8 f0 1"/>
                <a:gd name="f14" fmla="*/ f12 1 1538334"/>
                <a:gd name="f15" fmla="*/ f11 1 769167"/>
                <a:gd name="f16" fmla="*/ 0 f12 1"/>
                <a:gd name="f17" fmla="*/ 0 f11 1"/>
                <a:gd name="f18" fmla="*/ 1538334 f12 1"/>
                <a:gd name="f19" fmla="*/ 769167 f11 1"/>
                <a:gd name="f20" fmla="*/ f13 1 f2"/>
                <a:gd name="f21" fmla="*/ f16 1 1538334"/>
                <a:gd name="f22" fmla="*/ f17 1 769167"/>
                <a:gd name="f23" fmla="*/ f18 1 1538334"/>
                <a:gd name="f24" fmla="*/ f19 1 769167"/>
                <a:gd name="f25" fmla="*/ f5 1 f14"/>
                <a:gd name="f26" fmla="*/ f6 1 f14"/>
                <a:gd name="f27" fmla="*/ f5 1 f15"/>
                <a:gd name="f28" fmla="*/ f7 1 f15"/>
                <a:gd name="f29" fmla="+- f20 0 f1"/>
                <a:gd name="f30" fmla="*/ f21 1 f14"/>
                <a:gd name="f31" fmla="*/ f22 1 f15"/>
                <a:gd name="f32" fmla="*/ f23 1 f14"/>
                <a:gd name="f33" fmla="*/ f24 1 f15"/>
                <a:gd name="f34" fmla="*/ f25 f9 1"/>
                <a:gd name="f35" fmla="*/ f26 f9 1"/>
                <a:gd name="f36" fmla="*/ f28 f10 1"/>
                <a:gd name="f37" fmla="*/ f27 f10 1"/>
                <a:gd name="f38" fmla="*/ f30 f9 1"/>
                <a:gd name="f39" fmla="*/ f31 f10 1"/>
                <a:gd name="f40" fmla="*/ f32 f9 1"/>
                <a:gd name="f41" fmla="*/ f33 f10 1"/>
              </a:gdLst>
              <a:ahLst/>
              <a:cxnLst>
                <a:cxn ang="3cd4">
                  <a:pos x="hc" y="t"/>
                </a:cxn>
                <a:cxn ang="0">
                  <a:pos x="r" y="vc"/>
                </a:cxn>
                <a:cxn ang="cd4">
                  <a:pos x="hc" y="b"/>
                </a:cxn>
                <a:cxn ang="cd2">
                  <a:pos x="l" y="vc"/>
                </a:cxn>
                <a:cxn ang="f29">
                  <a:pos x="f38" y="f39"/>
                </a:cxn>
                <a:cxn ang="f29">
                  <a:pos x="f40" y="f39"/>
                </a:cxn>
                <a:cxn ang="f29">
                  <a:pos x="f40" y="f41"/>
                </a:cxn>
                <a:cxn ang="f29">
                  <a:pos x="f38" y="f41"/>
                </a:cxn>
                <a:cxn ang="f29">
                  <a:pos x="f38" y="f39"/>
                </a:cxn>
              </a:cxnLst>
              <a:rect l="f34" t="f37" r="f35" b="f36"/>
              <a:pathLst>
                <a:path w="1538334" h="769167">
                  <a:moveTo>
                    <a:pt x="f5" y="f5"/>
                  </a:moveTo>
                  <a:lnTo>
                    <a:pt x="f6" y="f5"/>
                  </a:lnTo>
                  <a:lnTo>
                    <a:pt x="f6" y="f7"/>
                  </a:lnTo>
                  <a:lnTo>
                    <a:pt x="f5" y="f7"/>
                  </a:lnTo>
                  <a:lnTo>
                    <a:pt x="f5" y="f5"/>
                  </a:lnTo>
                  <a:close/>
                </a:path>
              </a:pathLst>
            </a:custGeom>
            <a:solidFill>
              <a:srgbClr val="156082"/>
            </a:solidFill>
            <a:ln w="19046" cap="flat">
              <a:solidFill>
                <a:srgbClr val="FFFFFF"/>
              </a:solidFill>
              <a:prstDash val="solid"/>
              <a:miter/>
            </a:ln>
          </p:spPr>
          <p:txBody>
            <a:bodyPr vert="horz" wrap="square" lIns="15873" tIns="15873" rIns="15873" bIns="15873" anchor="ctr" anchorCtr="1" compatLnSpc="1">
              <a:noAutofit/>
            </a:bodyPr>
            <a:lstStyle/>
            <a:p>
              <a:pPr algn="ctr" defTabSz="989014">
                <a:lnSpc>
                  <a:spcPct val="90000"/>
                </a:lnSpc>
                <a:spcAft>
                  <a:spcPts val="979"/>
                </a:spcAft>
                <a:defRPr sz="1800" b="0" i="0" u="none" strike="noStrike" kern="0" cap="none" spc="0" baseline="0">
                  <a:solidFill>
                    <a:srgbClr val="000000"/>
                  </a:solidFill>
                  <a:uFillTx/>
                </a:defRPr>
              </a:pPr>
              <a:r>
                <a:rPr lang="en-US" sz="2225" kern="1200">
                  <a:solidFill>
                    <a:srgbClr val="FFFFFF"/>
                  </a:solidFill>
                  <a:latin typeface="Aptos Display"/>
                  <a:ea typeface="+mn-ea"/>
                  <a:cs typeface="+mn-cs"/>
                </a:rPr>
                <a:t>Visceral</a:t>
              </a:r>
              <a:endParaRPr lang="en-US" sz="2500" b="0" i="0" u="none" strike="noStrike" kern="1200" cap="none" spc="0" baseline="0">
                <a:solidFill>
                  <a:srgbClr val="FFFFFF"/>
                </a:solidFill>
                <a:uFillTx/>
                <a:latin typeface="Aptos"/>
              </a:endParaRPr>
            </a:p>
          </p:txBody>
        </p:sp>
      </p:grpSp>
      <p:grpSp>
        <p:nvGrpSpPr>
          <p:cNvPr id="11" name="Content Placeholder 3">
            <a:extLst>
              <a:ext uri="{FF2B5EF4-FFF2-40B4-BE49-F238E27FC236}">
                <a16:creationId xmlns:a16="http://schemas.microsoft.com/office/drawing/2014/main" id="{609B34E1-9442-744E-0F4A-59741DBAEEA9}"/>
              </a:ext>
            </a:extLst>
          </p:cNvPr>
          <p:cNvGrpSpPr/>
          <p:nvPr/>
        </p:nvGrpSpPr>
        <p:grpSpPr>
          <a:xfrm>
            <a:off x="6994075" y="4088913"/>
            <a:ext cx="4708836" cy="1665986"/>
            <a:chOff x="6505425" y="2250448"/>
            <a:chExt cx="5261100" cy="1861379"/>
          </a:xfrm>
        </p:grpSpPr>
        <p:sp>
          <p:nvSpPr>
            <p:cNvPr id="12" name="Freeform: Shape 11">
              <a:extLst>
                <a:ext uri="{FF2B5EF4-FFF2-40B4-BE49-F238E27FC236}">
                  <a16:creationId xmlns:a16="http://schemas.microsoft.com/office/drawing/2014/main" id="{A0DE2EDF-9AD8-16A4-7F00-46DC1E0826CA}"/>
                </a:ext>
              </a:extLst>
            </p:cNvPr>
            <p:cNvSpPr/>
            <p:nvPr/>
          </p:nvSpPr>
          <p:spPr>
            <a:xfrm>
              <a:off x="9135980" y="3019613"/>
              <a:ext cx="1861380" cy="323048"/>
            </a:xfrm>
            <a:custGeom>
              <a:avLst/>
              <a:gdLst>
                <a:gd name="f0" fmla="val w"/>
                <a:gd name="f1" fmla="val h"/>
                <a:gd name="f2" fmla="val 0"/>
                <a:gd name="f3" fmla="val 1861384"/>
                <a:gd name="f4" fmla="val 323050"/>
                <a:gd name="f5" fmla="val 161525"/>
                <a:gd name="f6" fmla="*/ f0 1 1861384"/>
                <a:gd name="f7" fmla="*/ f1 1 323050"/>
                <a:gd name="f8" fmla="+- f4 0 f2"/>
                <a:gd name="f9" fmla="+- f3 0 f2"/>
                <a:gd name="f10" fmla="*/ f9 1 1861384"/>
                <a:gd name="f11" fmla="*/ f8 1 323050"/>
                <a:gd name="f12" fmla="*/ 0 1 f10"/>
                <a:gd name="f13" fmla="*/ 1861384 1 f10"/>
                <a:gd name="f14" fmla="*/ 0 1 f11"/>
                <a:gd name="f15" fmla="*/ 323050 1 f11"/>
                <a:gd name="f16" fmla="*/ f12 f6 1"/>
                <a:gd name="f17" fmla="*/ f13 f6 1"/>
                <a:gd name="f18" fmla="*/ f15 f7 1"/>
                <a:gd name="f19" fmla="*/ f14 f7 1"/>
              </a:gdLst>
              <a:ahLst/>
              <a:cxnLst>
                <a:cxn ang="3cd4">
                  <a:pos x="hc" y="t"/>
                </a:cxn>
                <a:cxn ang="0">
                  <a:pos x="r" y="vc"/>
                </a:cxn>
                <a:cxn ang="cd4">
                  <a:pos x="hc" y="b"/>
                </a:cxn>
                <a:cxn ang="cd2">
                  <a:pos x="l" y="vc"/>
                </a:cxn>
              </a:cxnLst>
              <a:rect l="f16" t="f19" r="f17" b="f18"/>
              <a:pathLst>
                <a:path w="1861384" h="323050">
                  <a:moveTo>
                    <a:pt x="f2" y="f2"/>
                  </a:moveTo>
                  <a:lnTo>
                    <a:pt x="f2" y="f5"/>
                  </a:lnTo>
                  <a:lnTo>
                    <a:pt x="f3" y="f5"/>
                  </a:lnTo>
                  <a:lnTo>
                    <a:pt x="f3" y="f4"/>
                  </a:lnTo>
                </a:path>
              </a:pathLst>
            </a:custGeom>
            <a:noFill/>
            <a:ln w="19046" cap="flat">
              <a:solidFill>
                <a:srgbClr val="0E4B66"/>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ptos"/>
              </a:endParaRPr>
            </a:p>
          </p:txBody>
        </p:sp>
        <p:sp>
          <p:nvSpPr>
            <p:cNvPr id="13" name="Freeform: Shape 12">
              <a:extLst>
                <a:ext uri="{FF2B5EF4-FFF2-40B4-BE49-F238E27FC236}">
                  <a16:creationId xmlns:a16="http://schemas.microsoft.com/office/drawing/2014/main" id="{A2F91427-2F45-1D86-95FE-A25CDBAB034B}"/>
                </a:ext>
              </a:extLst>
            </p:cNvPr>
            <p:cNvSpPr/>
            <p:nvPr/>
          </p:nvSpPr>
          <p:spPr>
            <a:xfrm>
              <a:off x="9090260" y="3019613"/>
              <a:ext cx="91440" cy="323048"/>
            </a:xfrm>
            <a:custGeom>
              <a:avLst/>
              <a:gdLst>
                <a:gd name="f0" fmla="val w"/>
                <a:gd name="f1" fmla="val h"/>
                <a:gd name="f2" fmla="val 0"/>
                <a:gd name="f3" fmla="val 91440"/>
                <a:gd name="f4" fmla="val 323050"/>
                <a:gd name="f5" fmla="val 45720"/>
                <a:gd name="f6" fmla="*/ f0 1 91440"/>
                <a:gd name="f7" fmla="*/ f1 1 323050"/>
                <a:gd name="f8" fmla="+- f4 0 f2"/>
                <a:gd name="f9" fmla="+- f3 0 f2"/>
                <a:gd name="f10" fmla="*/ f9 1 91440"/>
                <a:gd name="f11" fmla="*/ f8 1 323050"/>
                <a:gd name="f12" fmla="*/ 0 1 f10"/>
                <a:gd name="f13" fmla="*/ 91440 1 f10"/>
                <a:gd name="f14" fmla="*/ 0 1 f11"/>
                <a:gd name="f15" fmla="*/ 323050 1 f11"/>
                <a:gd name="f16" fmla="*/ f12 f6 1"/>
                <a:gd name="f17" fmla="*/ f13 f6 1"/>
                <a:gd name="f18" fmla="*/ f15 f7 1"/>
                <a:gd name="f19" fmla="*/ f14 f7 1"/>
              </a:gdLst>
              <a:ahLst/>
              <a:cxnLst>
                <a:cxn ang="3cd4">
                  <a:pos x="hc" y="t"/>
                </a:cxn>
                <a:cxn ang="0">
                  <a:pos x="r" y="vc"/>
                </a:cxn>
                <a:cxn ang="cd4">
                  <a:pos x="hc" y="b"/>
                </a:cxn>
                <a:cxn ang="cd2">
                  <a:pos x="l" y="vc"/>
                </a:cxn>
              </a:cxnLst>
              <a:rect l="f16" t="f19" r="f17" b="f18"/>
              <a:pathLst>
                <a:path w="91440" h="323050">
                  <a:moveTo>
                    <a:pt x="f5" y="f2"/>
                  </a:moveTo>
                  <a:lnTo>
                    <a:pt x="f5" y="f4"/>
                  </a:lnTo>
                </a:path>
              </a:pathLst>
            </a:custGeom>
            <a:noFill/>
            <a:ln w="19046" cap="flat">
              <a:solidFill>
                <a:srgbClr val="0E4B66"/>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ptos"/>
              </a:endParaRPr>
            </a:p>
          </p:txBody>
        </p:sp>
        <p:sp>
          <p:nvSpPr>
            <p:cNvPr id="14" name="Freeform: Shape 13">
              <a:extLst>
                <a:ext uri="{FF2B5EF4-FFF2-40B4-BE49-F238E27FC236}">
                  <a16:creationId xmlns:a16="http://schemas.microsoft.com/office/drawing/2014/main" id="{8497F476-1C17-163F-D6F6-060924E543C9}"/>
                </a:ext>
              </a:extLst>
            </p:cNvPr>
            <p:cNvSpPr/>
            <p:nvPr/>
          </p:nvSpPr>
          <p:spPr>
            <a:xfrm>
              <a:off x="7274591" y="3019613"/>
              <a:ext cx="1861380" cy="323048"/>
            </a:xfrm>
            <a:custGeom>
              <a:avLst/>
              <a:gdLst>
                <a:gd name="f0" fmla="val w"/>
                <a:gd name="f1" fmla="val h"/>
                <a:gd name="f2" fmla="val 0"/>
                <a:gd name="f3" fmla="val 1861384"/>
                <a:gd name="f4" fmla="val 323050"/>
                <a:gd name="f5" fmla="val 161525"/>
                <a:gd name="f6" fmla="*/ f0 1 1861384"/>
                <a:gd name="f7" fmla="*/ f1 1 323050"/>
                <a:gd name="f8" fmla="+- f4 0 f2"/>
                <a:gd name="f9" fmla="+- f3 0 f2"/>
                <a:gd name="f10" fmla="*/ f9 1 1861384"/>
                <a:gd name="f11" fmla="*/ f8 1 323050"/>
                <a:gd name="f12" fmla="*/ 0 1 f10"/>
                <a:gd name="f13" fmla="*/ 1861384 1 f10"/>
                <a:gd name="f14" fmla="*/ 0 1 f11"/>
                <a:gd name="f15" fmla="*/ 323050 1 f11"/>
                <a:gd name="f16" fmla="*/ f12 f6 1"/>
                <a:gd name="f17" fmla="*/ f13 f6 1"/>
                <a:gd name="f18" fmla="*/ f15 f7 1"/>
                <a:gd name="f19" fmla="*/ f14 f7 1"/>
              </a:gdLst>
              <a:ahLst/>
              <a:cxnLst>
                <a:cxn ang="3cd4">
                  <a:pos x="hc" y="t"/>
                </a:cxn>
                <a:cxn ang="0">
                  <a:pos x="r" y="vc"/>
                </a:cxn>
                <a:cxn ang="cd4">
                  <a:pos x="hc" y="b"/>
                </a:cxn>
                <a:cxn ang="cd2">
                  <a:pos x="l" y="vc"/>
                </a:cxn>
              </a:cxnLst>
              <a:rect l="f16" t="f19" r="f17" b="f18"/>
              <a:pathLst>
                <a:path w="1861384" h="323050">
                  <a:moveTo>
                    <a:pt x="f3" y="f2"/>
                  </a:moveTo>
                  <a:lnTo>
                    <a:pt x="f3" y="f5"/>
                  </a:lnTo>
                  <a:lnTo>
                    <a:pt x="f2" y="f5"/>
                  </a:lnTo>
                  <a:lnTo>
                    <a:pt x="f2" y="f4"/>
                  </a:lnTo>
                </a:path>
              </a:pathLst>
            </a:custGeom>
            <a:noFill/>
            <a:ln w="19046" cap="flat">
              <a:solidFill>
                <a:srgbClr val="0E4B66"/>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ptos"/>
              </a:endParaRPr>
            </a:p>
          </p:txBody>
        </p:sp>
        <p:sp>
          <p:nvSpPr>
            <p:cNvPr id="15" name="Freeform: Shape 14">
              <a:extLst>
                <a:ext uri="{FF2B5EF4-FFF2-40B4-BE49-F238E27FC236}">
                  <a16:creationId xmlns:a16="http://schemas.microsoft.com/office/drawing/2014/main" id="{75E4C9A8-7DCC-6793-D9FC-D66E0727352C}"/>
                </a:ext>
              </a:extLst>
            </p:cNvPr>
            <p:cNvSpPr/>
            <p:nvPr/>
          </p:nvSpPr>
          <p:spPr>
            <a:xfrm>
              <a:off x="8366814" y="2250448"/>
              <a:ext cx="1538331" cy="769165"/>
            </a:xfrm>
            <a:custGeom>
              <a:avLst/>
              <a:gdLst>
                <a:gd name="f0" fmla="val 10800000"/>
                <a:gd name="f1" fmla="val 5400000"/>
                <a:gd name="f2" fmla="val 180"/>
                <a:gd name="f3" fmla="val w"/>
                <a:gd name="f4" fmla="val h"/>
                <a:gd name="f5" fmla="val 0"/>
                <a:gd name="f6" fmla="val 1538334"/>
                <a:gd name="f7" fmla="val 769167"/>
                <a:gd name="f8" fmla="+- 0 0 -90"/>
                <a:gd name="f9" fmla="*/ f3 1 1538334"/>
                <a:gd name="f10" fmla="*/ f4 1 769167"/>
                <a:gd name="f11" fmla="+- f7 0 f5"/>
                <a:gd name="f12" fmla="+- f6 0 f5"/>
                <a:gd name="f13" fmla="*/ f8 f0 1"/>
                <a:gd name="f14" fmla="*/ f12 1 1538334"/>
                <a:gd name="f15" fmla="*/ f11 1 769167"/>
                <a:gd name="f16" fmla="*/ 0 f12 1"/>
                <a:gd name="f17" fmla="*/ 0 f11 1"/>
                <a:gd name="f18" fmla="*/ 1538334 f12 1"/>
                <a:gd name="f19" fmla="*/ 769167 f11 1"/>
                <a:gd name="f20" fmla="*/ f13 1 f2"/>
                <a:gd name="f21" fmla="*/ f16 1 1538334"/>
                <a:gd name="f22" fmla="*/ f17 1 769167"/>
                <a:gd name="f23" fmla="*/ f18 1 1538334"/>
                <a:gd name="f24" fmla="*/ f19 1 769167"/>
                <a:gd name="f25" fmla="*/ f5 1 f14"/>
                <a:gd name="f26" fmla="*/ f6 1 f14"/>
                <a:gd name="f27" fmla="*/ f5 1 f15"/>
                <a:gd name="f28" fmla="*/ f7 1 f15"/>
                <a:gd name="f29" fmla="+- f20 0 f1"/>
                <a:gd name="f30" fmla="*/ f21 1 f14"/>
                <a:gd name="f31" fmla="*/ f22 1 f15"/>
                <a:gd name="f32" fmla="*/ f23 1 f14"/>
                <a:gd name="f33" fmla="*/ f24 1 f15"/>
                <a:gd name="f34" fmla="*/ f25 f9 1"/>
                <a:gd name="f35" fmla="*/ f26 f9 1"/>
                <a:gd name="f36" fmla="*/ f28 f10 1"/>
                <a:gd name="f37" fmla="*/ f27 f10 1"/>
                <a:gd name="f38" fmla="*/ f30 f9 1"/>
                <a:gd name="f39" fmla="*/ f31 f10 1"/>
                <a:gd name="f40" fmla="*/ f32 f9 1"/>
                <a:gd name="f41" fmla="*/ f33 f10 1"/>
              </a:gdLst>
              <a:ahLst/>
              <a:cxnLst>
                <a:cxn ang="3cd4">
                  <a:pos x="hc" y="t"/>
                </a:cxn>
                <a:cxn ang="0">
                  <a:pos x="r" y="vc"/>
                </a:cxn>
                <a:cxn ang="cd4">
                  <a:pos x="hc" y="b"/>
                </a:cxn>
                <a:cxn ang="cd2">
                  <a:pos x="l" y="vc"/>
                </a:cxn>
                <a:cxn ang="f29">
                  <a:pos x="f38" y="f39"/>
                </a:cxn>
                <a:cxn ang="f29">
                  <a:pos x="f40" y="f39"/>
                </a:cxn>
                <a:cxn ang="f29">
                  <a:pos x="f40" y="f41"/>
                </a:cxn>
                <a:cxn ang="f29">
                  <a:pos x="f38" y="f41"/>
                </a:cxn>
                <a:cxn ang="f29">
                  <a:pos x="f38" y="f39"/>
                </a:cxn>
              </a:cxnLst>
              <a:rect l="f34" t="f37" r="f35" b="f36"/>
              <a:pathLst>
                <a:path w="1538334" h="769167">
                  <a:moveTo>
                    <a:pt x="f5" y="f5"/>
                  </a:moveTo>
                  <a:lnTo>
                    <a:pt x="f6" y="f5"/>
                  </a:lnTo>
                  <a:lnTo>
                    <a:pt x="f6" y="f7"/>
                  </a:lnTo>
                  <a:lnTo>
                    <a:pt x="f5" y="f7"/>
                  </a:lnTo>
                  <a:lnTo>
                    <a:pt x="f5" y="f5"/>
                  </a:lnTo>
                  <a:close/>
                </a:path>
              </a:pathLst>
            </a:custGeom>
            <a:solidFill>
              <a:srgbClr val="156082"/>
            </a:solidFill>
            <a:ln w="19046" cap="flat">
              <a:solidFill>
                <a:srgbClr val="FFFFFF"/>
              </a:solidFill>
              <a:prstDash val="solid"/>
              <a:miter/>
            </a:ln>
          </p:spPr>
          <p:txBody>
            <a:bodyPr vert="horz" wrap="square" lIns="14602" tIns="14602" rIns="14602" bIns="14602" anchor="ctr" anchorCtr="1" compatLnSpc="1">
              <a:noAutofit/>
            </a:bodyPr>
            <a:lstStyle/>
            <a:p>
              <a:pPr algn="ctr" defTabSz="909895">
                <a:lnSpc>
                  <a:spcPct val="90000"/>
                </a:lnSpc>
                <a:spcAft>
                  <a:spcPts val="890"/>
                </a:spcAft>
                <a:defRPr sz="1800" b="0" i="0" u="none" strike="noStrike" kern="0" cap="none" spc="0" baseline="0">
                  <a:solidFill>
                    <a:srgbClr val="000000"/>
                  </a:solidFill>
                  <a:uFillTx/>
                </a:defRPr>
              </a:pPr>
              <a:r>
                <a:rPr lang="en-US" sz="2047" kern="1200">
                  <a:solidFill>
                    <a:srgbClr val="FFFFFF"/>
                  </a:solidFill>
                  <a:latin typeface="Aptos Display"/>
                  <a:ea typeface="+mn-ea"/>
                  <a:cs typeface="+mn-cs"/>
                </a:rPr>
                <a:t>Low back pain</a:t>
              </a:r>
              <a:endParaRPr lang="en-US" sz="2300" b="0" i="0" u="none" strike="noStrike" kern="1200" cap="none" spc="0" baseline="0">
                <a:solidFill>
                  <a:srgbClr val="FFFFFF"/>
                </a:solidFill>
                <a:uFillTx/>
                <a:latin typeface="Aptos"/>
              </a:endParaRPr>
            </a:p>
          </p:txBody>
        </p:sp>
        <p:sp>
          <p:nvSpPr>
            <p:cNvPr id="16" name="Freeform: Shape 15">
              <a:extLst>
                <a:ext uri="{FF2B5EF4-FFF2-40B4-BE49-F238E27FC236}">
                  <a16:creationId xmlns:a16="http://schemas.microsoft.com/office/drawing/2014/main" id="{5EF7CD18-196B-DBDC-01D3-8351B75F94E0}"/>
                </a:ext>
              </a:extLst>
            </p:cNvPr>
            <p:cNvSpPr/>
            <p:nvPr/>
          </p:nvSpPr>
          <p:spPr>
            <a:xfrm>
              <a:off x="6505425" y="3342662"/>
              <a:ext cx="1538331" cy="769165"/>
            </a:xfrm>
            <a:custGeom>
              <a:avLst/>
              <a:gdLst>
                <a:gd name="f0" fmla="val 10800000"/>
                <a:gd name="f1" fmla="val 5400000"/>
                <a:gd name="f2" fmla="val 180"/>
                <a:gd name="f3" fmla="val w"/>
                <a:gd name="f4" fmla="val h"/>
                <a:gd name="f5" fmla="val 0"/>
                <a:gd name="f6" fmla="val 1538334"/>
                <a:gd name="f7" fmla="val 769167"/>
                <a:gd name="f8" fmla="+- 0 0 -90"/>
                <a:gd name="f9" fmla="*/ f3 1 1538334"/>
                <a:gd name="f10" fmla="*/ f4 1 769167"/>
                <a:gd name="f11" fmla="+- f7 0 f5"/>
                <a:gd name="f12" fmla="+- f6 0 f5"/>
                <a:gd name="f13" fmla="*/ f8 f0 1"/>
                <a:gd name="f14" fmla="*/ f12 1 1538334"/>
                <a:gd name="f15" fmla="*/ f11 1 769167"/>
                <a:gd name="f16" fmla="*/ 0 f12 1"/>
                <a:gd name="f17" fmla="*/ 0 f11 1"/>
                <a:gd name="f18" fmla="*/ 1538334 f12 1"/>
                <a:gd name="f19" fmla="*/ 769167 f11 1"/>
                <a:gd name="f20" fmla="*/ f13 1 f2"/>
                <a:gd name="f21" fmla="*/ f16 1 1538334"/>
                <a:gd name="f22" fmla="*/ f17 1 769167"/>
                <a:gd name="f23" fmla="*/ f18 1 1538334"/>
                <a:gd name="f24" fmla="*/ f19 1 769167"/>
                <a:gd name="f25" fmla="*/ f5 1 f14"/>
                <a:gd name="f26" fmla="*/ f6 1 f14"/>
                <a:gd name="f27" fmla="*/ f5 1 f15"/>
                <a:gd name="f28" fmla="*/ f7 1 f15"/>
                <a:gd name="f29" fmla="+- f20 0 f1"/>
                <a:gd name="f30" fmla="*/ f21 1 f14"/>
                <a:gd name="f31" fmla="*/ f22 1 f15"/>
                <a:gd name="f32" fmla="*/ f23 1 f14"/>
                <a:gd name="f33" fmla="*/ f24 1 f15"/>
                <a:gd name="f34" fmla="*/ f25 f9 1"/>
                <a:gd name="f35" fmla="*/ f26 f9 1"/>
                <a:gd name="f36" fmla="*/ f28 f10 1"/>
                <a:gd name="f37" fmla="*/ f27 f10 1"/>
                <a:gd name="f38" fmla="*/ f30 f9 1"/>
                <a:gd name="f39" fmla="*/ f31 f10 1"/>
                <a:gd name="f40" fmla="*/ f32 f9 1"/>
                <a:gd name="f41" fmla="*/ f33 f10 1"/>
              </a:gdLst>
              <a:ahLst/>
              <a:cxnLst>
                <a:cxn ang="3cd4">
                  <a:pos x="hc" y="t"/>
                </a:cxn>
                <a:cxn ang="0">
                  <a:pos x="r" y="vc"/>
                </a:cxn>
                <a:cxn ang="cd4">
                  <a:pos x="hc" y="b"/>
                </a:cxn>
                <a:cxn ang="cd2">
                  <a:pos x="l" y="vc"/>
                </a:cxn>
                <a:cxn ang="f29">
                  <a:pos x="f38" y="f39"/>
                </a:cxn>
                <a:cxn ang="f29">
                  <a:pos x="f40" y="f39"/>
                </a:cxn>
                <a:cxn ang="f29">
                  <a:pos x="f40" y="f41"/>
                </a:cxn>
                <a:cxn ang="f29">
                  <a:pos x="f38" y="f41"/>
                </a:cxn>
                <a:cxn ang="f29">
                  <a:pos x="f38" y="f39"/>
                </a:cxn>
              </a:cxnLst>
              <a:rect l="f34" t="f37" r="f35" b="f36"/>
              <a:pathLst>
                <a:path w="1538334" h="769167">
                  <a:moveTo>
                    <a:pt x="f5" y="f5"/>
                  </a:moveTo>
                  <a:lnTo>
                    <a:pt x="f6" y="f5"/>
                  </a:lnTo>
                  <a:lnTo>
                    <a:pt x="f6" y="f7"/>
                  </a:lnTo>
                  <a:lnTo>
                    <a:pt x="f5" y="f7"/>
                  </a:lnTo>
                  <a:lnTo>
                    <a:pt x="f5" y="f5"/>
                  </a:lnTo>
                  <a:close/>
                </a:path>
              </a:pathLst>
            </a:custGeom>
            <a:solidFill>
              <a:srgbClr val="156082"/>
            </a:solidFill>
            <a:ln w="19046" cap="flat">
              <a:solidFill>
                <a:srgbClr val="FFFFFF"/>
              </a:solidFill>
              <a:prstDash val="solid"/>
              <a:miter/>
            </a:ln>
          </p:spPr>
          <p:txBody>
            <a:bodyPr vert="horz" wrap="square" lIns="14602" tIns="14602" rIns="14602" bIns="14602" anchor="ctr" anchorCtr="1" compatLnSpc="1">
              <a:noAutofit/>
            </a:bodyPr>
            <a:lstStyle/>
            <a:p>
              <a:pPr algn="ctr" defTabSz="909895">
                <a:lnSpc>
                  <a:spcPct val="90000"/>
                </a:lnSpc>
                <a:spcAft>
                  <a:spcPts val="890"/>
                </a:spcAft>
                <a:defRPr sz="1800" b="0" i="0" u="none" strike="noStrike" kern="0" cap="none" spc="0" baseline="0">
                  <a:solidFill>
                    <a:srgbClr val="000000"/>
                  </a:solidFill>
                  <a:uFillTx/>
                </a:defRPr>
              </a:pPr>
              <a:r>
                <a:rPr lang="en-US" sz="2047" kern="1200">
                  <a:solidFill>
                    <a:srgbClr val="FFFFFF"/>
                  </a:solidFill>
                  <a:latin typeface="Aptos Display"/>
                  <a:ea typeface="+mn-ea"/>
                  <a:cs typeface="+mn-cs"/>
                </a:rPr>
                <a:t>Structural pathology</a:t>
              </a:r>
              <a:endParaRPr lang="en-US" sz="2300" b="0" i="0" u="none" strike="noStrike" kern="1200" cap="none" spc="0" baseline="0">
                <a:solidFill>
                  <a:srgbClr val="FFFFFF"/>
                </a:solidFill>
                <a:uFillTx/>
                <a:latin typeface="Aptos"/>
              </a:endParaRPr>
            </a:p>
          </p:txBody>
        </p:sp>
        <p:sp>
          <p:nvSpPr>
            <p:cNvPr id="17" name="Freeform: Shape 16">
              <a:extLst>
                <a:ext uri="{FF2B5EF4-FFF2-40B4-BE49-F238E27FC236}">
                  <a16:creationId xmlns:a16="http://schemas.microsoft.com/office/drawing/2014/main" id="{9A13CF4E-5BC4-1125-E3BE-3D799791D539}"/>
                </a:ext>
              </a:extLst>
            </p:cNvPr>
            <p:cNvSpPr/>
            <p:nvPr/>
          </p:nvSpPr>
          <p:spPr>
            <a:xfrm>
              <a:off x="8366814" y="3342662"/>
              <a:ext cx="1538331" cy="769165"/>
            </a:xfrm>
            <a:custGeom>
              <a:avLst/>
              <a:gdLst>
                <a:gd name="f0" fmla="val 10800000"/>
                <a:gd name="f1" fmla="val 5400000"/>
                <a:gd name="f2" fmla="val 180"/>
                <a:gd name="f3" fmla="val w"/>
                <a:gd name="f4" fmla="val h"/>
                <a:gd name="f5" fmla="val 0"/>
                <a:gd name="f6" fmla="val 1538334"/>
                <a:gd name="f7" fmla="val 769167"/>
                <a:gd name="f8" fmla="+- 0 0 -90"/>
                <a:gd name="f9" fmla="*/ f3 1 1538334"/>
                <a:gd name="f10" fmla="*/ f4 1 769167"/>
                <a:gd name="f11" fmla="+- f7 0 f5"/>
                <a:gd name="f12" fmla="+- f6 0 f5"/>
                <a:gd name="f13" fmla="*/ f8 f0 1"/>
                <a:gd name="f14" fmla="*/ f12 1 1538334"/>
                <a:gd name="f15" fmla="*/ f11 1 769167"/>
                <a:gd name="f16" fmla="*/ 0 f12 1"/>
                <a:gd name="f17" fmla="*/ 0 f11 1"/>
                <a:gd name="f18" fmla="*/ 1538334 f12 1"/>
                <a:gd name="f19" fmla="*/ 769167 f11 1"/>
                <a:gd name="f20" fmla="*/ f13 1 f2"/>
                <a:gd name="f21" fmla="*/ f16 1 1538334"/>
                <a:gd name="f22" fmla="*/ f17 1 769167"/>
                <a:gd name="f23" fmla="*/ f18 1 1538334"/>
                <a:gd name="f24" fmla="*/ f19 1 769167"/>
                <a:gd name="f25" fmla="*/ f5 1 f14"/>
                <a:gd name="f26" fmla="*/ f6 1 f14"/>
                <a:gd name="f27" fmla="*/ f5 1 f15"/>
                <a:gd name="f28" fmla="*/ f7 1 f15"/>
                <a:gd name="f29" fmla="+- f20 0 f1"/>
                <a:gd name="f30" fmla="*/ f21 1 f14"/>
                <a:gd name="f31" fmla="*/ f22 1 f15"/>
                <a:gd name="f32" fmla="*/ f23 1 f14"/>
                <a:gd name="f33" fmla="*/ f24 1 f15"/>
                <a:gd name="f34" fmla="*/ f25 f9 1"/>
                <a:gd name="f35" fmla="*/ f26 f9 1"/>
                <a:gd name="f36" fmla="*/ f28 f10 1"/>
                <a:gd name="f37" fmla="*/ f27 f10 1"/>
                <a:gd name="f38" fmla="*/ f30 f9 1"/>
                <a:gd name="f39" fmla="*/ f31 f10 1"/>
                <a:gd name="f40" fmla="*/ f32 f9 1"/>
                <a:gd name="f41" fmla="*/ f33 f10 1"/>
              </a:gdLst>
              <a:ahLst/>
              <a:cxnLst>
                <a:cxn ang="3cd4">
                  <a:pos x="hc" y="t"/>
                </a:cxn>
                <a:cxn ang="0">
                  <a:pos x="r" y="vc"/>
                </a:cxn>
                <a:cxn ang="cd4">
                  <a:pos x="hc" y="b"/>
                </a:cxn>
                <a:cxn ang="cd2">
                  <a:pos x="l" y="vc"/>
                </a:cxn>
                <a:cxn ang="f29">
                  <a:pos x="f38" y="f39"/>
                </a:cxn>
                <a:cxn ang="f29">
                  <a:pos x="f40" y="f39"/>
                </a:cxn>
                <a:cxn ang="f29">
                  <a:pos x="f40" y="f41"/>
                </a:cxn>
                <a:cxn ang="f29">
                  <a:pos x="f38" y="f41"/>
                </a:cxn>
                <a:cxn ang="f29">
                  <a:pos x="f38" y="f39"/>
                </a:cxn>
              </a:cxnLst>
              <a:rect l="f34" t="f37" r="f35" b="f36"/>
              <a:pathLst>
                <a:path w="1538334" h="769167">
                  <a:moveTo>
                    <a:pt x="f5" y="f5"/>
                  </a:moveTo>
                  <a:lnTo>
                    <a:pt x="f6" y="f5"/>
                  </a:lnTo>
                  <a:lnTo>
                    <a:pt x="f6" y="f7"/>
                  </a:lnTo>
                  <a:lnTo>
                    <a:pt x="f5" y="f7"/>
                  </a:lnTo>
                  <a:lnTo>
                    <a:pt x="f5" y="f5"/>
                  </a:lnTo>
                  <a:close/>
                </a:path>
              </a:pathLst>
            </a:custGeom>
            <a:solidFill>
              <a:srgbClr val="156082"/>
            </a:solidFill>
            <a:ln w="19046" cap="flat">
              <a:solidFill>
                <a:srgbClr val="FFFFFF"/>
              </a:solidFill>
              <a:prstDash val="solid"/>
              <a:miter/>
            </a:ln>
          </p:spPr>
          <p:txBody>
            <a:bodyPr vert="horz" wrap="square" lIns="14602" tIns="14602" rIns="14602" bIns="14602" anchor="ctr" anchorCtr="1" compatLnSpc="1">
              <a:noAutofit/>
            </a:bodyPr>
            <a:lstStyle/>
            <a:p>
              <a:pPr algn="ctr" defTabSz="909895">
                <a:lnSpc>
                  <a:spcPct val="90000"/>
                </a:lnSpc>
                <a:spcAft>
                  <a:spcPts val="890"/>
                </a:spcAft>
                <a:defRPr sz="1800" b="0" i="0" u="none" strike="noStrike" kern="0" cap="none" spc="0" baseline="0">
                  <a:solidFill>
                    <a:srgbClr val="000000"/>
                  </a:solidFill>
                  <a:uFillTx/>
                </a:defRPr>
              </a:pPr>
              <a:r>
                <a:rPr lang="en-US" sz="2047" kern="1200">
                  <a:solidFill>
                    <a:srgbClr val="FFFFFF"/>
                  </a:solidFill>
                  <a:latin typeface="Aptos Display"/>
                  <a:ea typeface="+mn-ea"/>
                  <a:cs typeface="+mn-cs"/>
                </a:rPr>
                <a:t>Neurological Etiology</a:t>
              </a:r>
              <a:endParaRPr lang="en-US" sz="2300" b="0" i="0" u="none" strike="noStrike" kern="1200" cap="none" spc="0" baseline="0">
                <a:solidFill>
                  <a:srgbClr val="FFFFFF"/>
                </a:solidFill>
                <a:uFillTx/>
                <a:latin typeface="Aptos"/>
              </a:endParaRPr>
            </a:p>
          </p:txBody>
        </p:sp>
        <p:sp>
          <p:nvSpPr>
            <p:cNvPr id="18" name="Freeform: Shape 17">
              <a:extLst>
                <a:ext uri="{FF2B5EF4-FFF2-40B4-BE49-F238E27FC236}">
                  <a16:creationId xmlns:a16="http://schemas.microsoft.com/office/drawing/2014/main" id="{FCEBA2D1-63B4-182E-FFEE-B755A11581E1}"/>
                </a:ext>
              </a:extLst>
            </p:cNvPr>
            <p:cNvSpPr/>
            <p:nvPr/>
          </p:nvSpPr>
          <p:spPr>
            <a:xfrm>
              <a:off x="10228194" y="3342662"/>
              <a:ext cx="1538331" cy="769165"/>
            </a:xfrm>
            <a:custGeom>
              <a:avLst/>
              <a:gdLst>
                <a:gd name="f0" fmla="val 10800000"/>
                <a:gd name="f1" fmla="val 5400000"/>
                <a:gd name="f2" fmla="val 180"/>
                <a:gd name="f3" fmla="val w"/>
                <a:gd name="f4" fmla="val h"/>
                <a:gd name="f5" fmla="val 0"/>
                <a:gd name="f6" fmla="val 1538334"/>
                <a:gd name="f7" fmla="val 769167"/>
                <a:gd name="f8" fmla="+- 0 0 -90"/>
                <a:gd name="f9" fmla="*/ f3 1 1538334"/>
                <a:gd name="f10" fmla="*/ f4 1 769167"/>
                <a:gd name="f11" fmla="+- f7 0 f5"/>
                <a:gd name="f12" fmla="+- f6 0 f5"/>
                <a:gd name="f13" fmla="*/ f8 f0 1"/>
                <a:gd name="f14" fmla="*/ f12 1 1538334"/>
                <a:gd name="f15" fmla="*/ f11 1 769167"/>
                <a:gd name="f16" fmla="*/ 0 f12 1"/>
                <a:gd name="f17" fmla="*/ 0 f11 1"/>
                <a:gd name="f18" fmla="*/ 1538334 f12 1"/>
                <a:gd name="f19" fmla="*/ 769167 f11 1"/>
                <a:gd name="f20" fmla="*/ f13 1 f2"/>
                <a:gd name="f21" fmla="*/ f16 1 1538334"/>
                <a:gd name="f22" fmla="*/ f17 1 769167"/>
                <a:gd name="f23" fmla="*/ f18 1 1538334"/>
                <a:gd name="f24" fmla="*/ f19 1 769167"/>
                <a:gd name="f25" fmla="*/ f5 1 f14"/>
                <a:gd name="f26" fmla="*/ f6 1 f14"/>
                <a:gd name="f27" fmla="*/ f5 1 f15"/>
                <a:gd name="f28" fmla="*/ f7 1 f15"/>
                <a:gd name="f29" fmla="+- f20 0 f1"/>
                <a:gd name="f30" fmla="*/ f21 1 f14"/>
                <a:gd name="f31" fmla="*/ f22 1 f15"/>
                <a:gd name="f32" fmla="*/ f23 1 f14"/>
                <a:gd name="f33" fmla="*/ f24 1 f15"/>
                <a:gd name="f34" fmla="*/ f25 f9 1"/>
                <a:gd name="f35" fmla="*/ f26 f9 1"/>
                <a:gd name="f36" fmla="*/ f28 f10 1"/>
                <a:gd name="f37" fmla="*/ f27 f10 1"/>
                <a:gd name="f38" fmla="*/ f30 f9 1"/>
                <a:gd name="f39" fmla="*/ f31 f10 1"/>
                <a:gd name="f40" fmla="*/ f32 f9 1"/>
                <a:gd name="f41" fmla="*/ f33 f10 1"/>
              </a:gdLst>
              <a:ahLst/>
              <a:cxnLst>
                <a:cxn ang="3cd4">
                  <a:pos x="hc" y="t"/>
                </a:cxn>
                <a:cxn ang="0">
                  <a:pos x="r" y="vc"/>
                </a:cxn>
                <a:cxn ang="cd4">
                  <a:pos x="hc" y="b"/>
                </a:cxn>
                <a:cxn ang="cd2">
                  <a:pos x="l" y="vc"/>
                </a:cxn>
                <a:cxn ang="f29">
                  <a:pos x="f38" y="f39"/>
                </a:cxn>
                <a:cxn ang="f29">
                  <a:pos x="f40" y="f39"/>
                </a:cxn>
                <a:cxn ang="f29">
                  <a:pos x="f40" y="f41"/>
                </a:cxn>
                <a:cxn ang="f29">
                  <a:pos x="f38" y="f41"/>
                </a:cxn>
                <a:cxn ang="f29">
                  <a:pos x="f38" y="f39"/>
                </a:cxn>
              </a:cxnLst>
              <a:rect l="f34" t="f37" r="f35" b="f36"/>
              <a:pathLst>
                <a:path w="1538334" h="769167">
                  <a:moveTo>
                    <a:pt x="f5" y="f5"/>
                  </a:moveTo>
                  <a:lnTo>
                    <a:pt x="f6" y="f5"/>
                  </a:lnTo>
                  <a:lnTo>
                    <a:pt x="f6" y="f7"/>
                  </a:lnTo>
                  <a:lnTo>
                    <a:pt x="f5" y="f7"/>
                  </a:lnTo>
                  <a:lnTo>
                    <a:pt x="f5" y="f5"/>
                  </a:lnTo>
                  <a:close/>
                </a:path>
              </a:pathLst>
            </a:custGeom>
            <a:solidFill>
              <a:srgbClr val="156082"/>
            </a:solidFill>
            <a:ln w="19046" cap="flat">
              <a:solidFill>
                <a:srgbClr val="FFFFFF"/>
              </a:solidFill>
              <a:prstDash val="solid"/>
              <a:miter/>
            </a:ln>
          </p:spPr>
          <p:txBody>
            <a:bodyPr vert="horz" wrap="square" lIns="14602" tIns="14602" rIns="14602" bIns="14602" anchor="ctr" anchorCtr="1" compatLnSpc="1">
              <a:noAutofit/>
            </a:bodyPr>
            <a:lstStyle/>
            <a:p>
              <a:pPr algn="ctr" defTabSz="909895">
                <a:lnSpc>
                  <a:spcPct val="90000"/>
                </a:lnSpc>
                <a:spcAft>
                  <a:spcPts val="890"/>
                </a:spcAft>
                <a:defRPr sz="1800" b="0" i="0" u="none" strike="noStrike" kern="0" cap="none" spc="0" baseline="0">
                  <a:solidFill>
                    <a:srgbClr val="000000"/>
                  </a:solidFill>
                  <a:uFillTx/>
                </a:defRPr>
              </a:pPr>
              <a:r>
                <a:rPr lang="en-US" sz="2047" kern="1200">
                  <a:solidFill>
                    <a:srgbClr val="FFFFFF"/>
                  </a:solidFill>
                  <a:latin typeface="Aptos Display"/>
                  <a:ea typeface="+mn-ea"/>
                  <a:cs typeface="+mn-cs"/>
                </a:rPr>
                <a:t>Extraspinal etiology</a:t>
              </a:r>
              <a:endParaRPr lang="en-US" sz="2300" b="0" i="0" u="none" strike="noStrike" kern="1200" cap="none" spc="0" baseline="0">
                <a:solidFill>
                  <a:srgbClr val="FFFFFF"/>
                </a:solidFill>
                <a:uFillTx/>
                <a:latin typeface="Aptos"/>
              </a:endParaRPr>
            </a:p>
          </p:txBody>
        </p:sp>
      </p:grpSp>
    </p:spTree>
    <p:extLst>
      <p:ext uri="{BB962C8B-B14F-4D97-AF65-F5344CB8AC3E}">
        <p14:creationId xmlns:p14="http://schemas.microsoft.com/office/powerpoint/2010/main" val="1089502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descr="A diagram of a medical condition&#10;&#10;AI-generated content may be incorrect.">
            <a:extLst>
              <a:ext uri="{FF2B5EF4-FFF2-40B4-BE49-F238E27FC236}">
                <a16:creationId xmlns:a16="http://schemas.microsoft.com/office/drawing/2014/main" id="{AB9F8A16-FE7F-2D1C-32DE-9B4E70C325D5}"/>
              </a:ext>
            </a:extLst>
          </p:cNvPr>
          <p:cNvPicPr>
            <a:picLocks noGrp="1" noChangeAspect="1"/>
          </p:cNvPicPr>
          <p:nvPr>
            <p:ph idx="1"/>
          </p:nvPr>
        </p:nvPicPr>
        <p:blipFill>
          <a:blip r:embed="rId2"/>
          <a:stretch>
            <a:fillRect/>
          </a:stretch>
        </p:blipFill>
        <p:spPr>
          <a:xfrm>
            <a:off x="1221565" y="832"/>
            <a:ext cx="8676046" cy="6857917"/>
          </a:xfrm>
        </p:spPr>
      </p:pic>
    </p:spTree>
    <p:extLst>
      <p:ext uri="{BB962C8B-B14F-4D97-AF65-F5344CB8AC3E}">
        <p14:creationId xmlns:p14="http://schemas.microsoft.com/office/powerpoint/2010/main" val="32846847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83">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11F4202D-49E8-A6A9-BC16-4EBC24C69504}"/>
              </a:ext>
            </a:extLst>
          </p:cNvPr>
          <p:cNvSpPr>
            <a:spLocks noGrp="1"/>
          </p:cNvSpPr>
          <p:nvPr>
            <p:ph idx="1"/>
          </p:nvPr>
        </p:nvSpPr>
        <p:spPr>
          <a:xfrm>
            <a:off x="314221" y="726291"/>
            <a:ext cx="5542049" cy="6131709"/>
          </a:xfrm>
        </p:spPr>
        <p:txBody>
          <a:bodyPr>
            <a:normAutofit fontScale="62500" lnSpcReduction="20000"/>
          </a:bodyPr>
          <a:lstStyle/>
          <a:p>
            <a:pPr marL="0" indent="0">
              <a:buNone/>
            </a:pPr>
            <a:r>
              <a:rPr lang="en-GB" sz="2600" b="1" dirty="0"/>
              <a:t>Infection</a:t>
            </a:r>
          </a:p>
          <a:p>
            <a:r>
              <a:rPr lang="en-GB" sz="2600" dirty="0"/>
              <a:t>Fever/Rigors</a:t>
            </a:r>
          </a:p>
          <a:p>
            <a:r>
              <a:rPr lang="en-GB" sz="2600" dirty="0"/>
              <a:t>Systemically unwell</a:t>
            </a:r>
          </a:p>
          <a:p>
            <a:r>
              <a:rPr lang="en-GB" sz="2600" dirty="0"/>
              <a:t>Intravenous drug use or immunocompromise</a:t>
            </a:r>
          </a:p>
          <a:p>
            <a:r>
              <a:rPr lang="en-US" sz="2600" dirty="0"/>
              <a:t>Can arise from direct inoculation or spread from another source.</a:t>
            </a:r>
          </a:p>
          <a:p>
            <a:pPr marL="0" indent="0">
              <a:buNone/>
            </a:pPr>
            <a:r>
              <a:rPr lang="en-US" sz="2600" b="1" dirty="0"/>
              <a:t>Trauma/Fracture: </a:t>
            </a:r>
          </a:p>
          <a:p>
            <a:r>
              <a:rPr lang="en-US" sz="2600" dirty="0"/>
              <a:t>Direct or indirect contact with an external force </a:t>
            </a:r>
          </a:p>
          <a:p>
            <a:r>
              <a:rPr lang="en-US" sz="2600" dirty="0"/>
              <a:t>Thoracic pain</a:t>
            </a:r>
          </a:p>
          <a:p>
            <a:r>
              <a:rPr lang="en-US" sz="2600" dirty="0"/>
              <a:t>Significant mechanism of injury</a:t>
            </a:r>
          </a:p>
          <a:p>
            <a:r>
              <a:rPr lang="en-US" sz="2600" dirty="0"/>
              <a:t>Known previous fragility fracture</a:t>
            </a:r>
          </a:p>
          <a:p>
            <a:r>
              <a:rPr lang="en-US" sz="2600" dirty="0"/>
              <a:t>Systemic steroid use</a:t>
            </a:r>
          </a:p>
          <a:p>
            <a:r>
              <a:rPr lang="en-US" sz="2600" dirty="0"/>
              <a:t>Structural deformity</a:t>
            </a:r>
          </a:p>
          <a:p>
            <a:r>
              <a:rPr lang="en-US" sz="2600" dirty="0"/>
              <a:t>Eg : Whiplash injury</a:t>
            </a:r>
          </a:p>
          <a:p>
            <a:pPr marL="0" lvl="0" indent="0">
              <a:lnSpc>
                <a:spcPct val="70000"/>
              </a:lnSpc>
              <a:buNone/>
            </a:pPr>
            <a:r>
              <a:rPr lang="en-GB" sz="2600" b="1" dirty="0"/>
              <a:t>Inflammatory – e.g. Ankylosing spondyloarthritis or</a:t>
            </a:r>
          </a:p>
          <a:p>
            <a:pPr marL="0" lvl="0" indent="0">
              <a:lnSpc>
                <a:spcPct val="70000"/>
              </a:lnSpc>
              <a:buNone/>
            </a:pPr>
            <a:r>
              <a:rPr lang="en-GB" sz="2600" b="1" dirty="0"/>
              <a:t> Rheumatoid arthritis in Neck</a:t>
            </a:r>
          </a:p>
          <a:p>
            <a:pPr lvl="0">
              <a:lnSpc>
                <a:spcPct val="70000"/>
              </a:lnSpc>
            </a:pPr>
            <a:r>
              <a:rPr lang="en-GB" sz="2600" dirty="0">
                <a:solidFill>
                  <a:schemeClr val="tx1"/>
                </a:solidFill>
              </a:rPr>
              <a:t>Significant early morning pain and stiffness</a:t>
            </a:r>
          </a:p>
          <a:p>
            <a:pPr lvl="0">
              <a:lnSpc>
                <a:spcPct val="70000"/>
              </a:lnSpc>
            </a:pPr>
            <a:r>
              <a:rPr lang="en-GB" sz="2600" dirty="0">
                <a:solidFill>
                  <a:schemeClr val="tx1"/>
                </a:solidFill>
              </a:rPr>
              <a:t> (&gt;30mins)</a:t>
            </a:r>
          </a:p>
          <a:p>
            <a:pPr lvl="0">
              <a:lnSpc>
                <a:spcPct val="70000"/>
              </a:lnSpc>
            </a:pPr>
            <a:r>
              <a:rPr lang="en-GB" sz="2600" dirty="0">
                <a:solidFill>
                  <a:schemeClr val="tx1"/>
                </a:solidFill>
              </a:rPr>
              <a:t>Improves with activity</a:t>
            </a:r>
          </a:p>
          <a:p>
            <a:pPr lvl="0">
              <a:lnSpc>
                <a:spcPct val="70000"/>
              </a:lnSpc>
            </a:pPr>
            <a:r>
              <a:rPr lang="en-GB" sz="2600" dirty="0">
                <a:solidFill>
                  <a:schemeClr val="tx1"/>
                </a:solidFill>
              </a:rPr>
              <a:t>Often symmetrical distribution</a:t>
            </a:r>
          </a:p>
          <a:p>
            <a:pPr lvl="0">
              <a:lnSpc>
                <a:spcPct val="70000"/>
              </a:lnSpc>
            </a:pPr>
            <a:r>
              <a:rPr lang="en-GB" sz="2600" dirty="0">
                <a:solidFill>
                  <a:schemeClr val="tx1"/>
                </a:solidFill>
              </a:rPr>
              <a:t>Acute onset</a:t>
            </a:r>
          </a:p>
          <a:p>
            <a:pPr lvl="0">
              <a:lnSpc>
                <a:spcPct val="70000"/>
              </a:lnSpc>
            </a:pPr>
            <a:r>
              <a:rPr lang="en-GB" sz="2600" dirty="0">
                <a:solidFill>
                  <a:schemeClr val="tx1"/>
                </a:solidFill>
              </a:rPr>
              <a:t>History of inflammatory pathology, psoriasis</a:t>
            </a:r>
          </a:p>
          <a:p>
            <a:endParaRPr lang="en-US" sz="2500" dirty="0"/>
          </a:p>
          <a:p>
            <a:pPr marL="0" indent="0">
              <a:buNone/>
            </a:pPr>
            <a:endParaRPr lang="en-GB" dirty="0"/>
          </a:p>
        </p:txBody>
      </p:sp>
      <p:sp>
        <p:nvSpPr>
          <p:cNvPr id="11" name="Content Placeholder 2">
            <a:extLst>
              <a:ext uri="{FF2B5EF4-FFF2-40B4-BE49-F238E27FC236}">
                <a16:creationId xmlns:a16="http://schemas.microsoft.com/office/drawing/2014/main" id="{3B1D6C96-FDD0-208B-A8D9-6737A23252A2}"/>
              </a:ext>
            </a:extLst>
          </p:cNvPr>
          <p:cNvSpPr txBox="1">
            <a:spLocks/>
          </p:cNvSpPr>
          <p:nvPr/>
        </p:nvSpPr>
        <p:spPr>
          <a:xfrm>
            <a:off x="6096000" y="880377"/>
            <a:ext cx="5629778" cy="5977623"/>
          </a:xfrm>
          <a:prstGeom prst="rect">
            <a:avLst/>
          </a:prstGeom>
          <a:noFill/>
          <a:ln>
            <a:noFill/>
          </a:ln>
        </p:spPr>
        <p:txBody>
          <a:bodyPr vert="horz" wrap="square" lIns="91440" tIns="45720" rIns="91440" bIns="45720" anchor="ctr" anchorCtr="0" compatLnSpc="1">
            <a:no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600" b="1" dirty="0"/>
              <a:t>Vascular: </a:t>
            </a:r>
          </a:p>
          <a:p>
            <a:r>
              <a:rPr lang="en-GB" sz="1600" dirty="0"/>
              <a:t>Cold limb/Absent pulses</a:t>
            </a:r>
          </a:p>
          <a:p>
            <a:r>
              <a:rPr lang="en-GB" sz="1600" dirty="0"/>
              <a:t>Pulsating abdominal pain. </a:t>
            </a:r>
            <a:r>
              <a:rPr lang="en-GB" sz="1600" dirty="0" err="1"/>
              <a:t>eg</a:t>
            </a:r>
            <a:r>
              <a:rPr lang="en-GB" sz="1600" dirty="0"/>
              <a:t> AAA</a:t>
            </a:r>
          </a:p>
          <a:p>
            <a:pPr marL="0" indent="0">
              <a:buNone/>
            </a:pPr>
            <a:r>
              <a:rPr lang="en-US" sz="1600" b="1" dirty="0"/>
              <a:t>Referred pain:</a:t>
            </a:r>
            <a:r>
              <a:rPr lang="en-US" sz="1600" dirty="0"/>
              <a:t> </a:t>
            </a:r>
          </a:p>
          <a:p>
            <a:r>
              <a:rPr lang="en-US" sz="1600" dirty="0"/>
              <a:t>Visceral organ inflammation can cause referred back pain.</a:t>
            </a:r>
          </a:p>
          <a:p>
            <a:r>
              <a:rPr lang="en-US" sz="1600" dirty="0"/>
              <a:t> Examples are biliary colic, lung disease, and aortic or vertebral artery pathology.</a:t>
            </a:r>
          </a:p>
          <a:p>
            <a:pPr marL="0" lvl="0" indent="0">
              <a:lnSpc>
                <a:spcPct val="80000"/>
              </a:lnSpc>
              <a:buNone/>
              <a:defRPr sz="1800" b="0" i="0" u="none" strike="noStrike" kern="0" cap="none" spc="0" baseline="0">
                <a:solidFill>
                  <a:srgbClr val="000000"/>
                </a:solidFill>
                <a:uFillTx/>
              </a:defRPr>
            </a:pPr>
            <a:r>
              <a:rPr lang="en-GB" sz="1600" b="1" dirty="0"/>
              <a:t>Cancer</a:t>
            </a:r>
            <a:endParaRPr lang="en-GB" sz="1600" dirty="0"/>
          </a:p>
          <a:p>
            <a:pPr lvl="0">
              <a:lnSpc>
                <a:spcPct val="80000"/>
              </a:lnSpc>
              <a:defRPr sz="1800" b="0" i="0" u="none" strike="noStrike" kern="0" cap="none" spc="0" baseline="0">
                <a:solidFill>
                  <a:srgbClr val="000000"/>
                </a:solidFill>
                <a:uFillTx/>
              </a:defRPr>
            </a:pPr>
            <a:r>
              <a:rPr lang="en-GB" sz="1600" dirty="0"/>
              <a:t>Unremitting pain</a:t>
            </a:r>
          </a:p>
          <a:p>
            <a:pPr lvl="0">
              <a:lnSpc>
                <a:spcPct val="80000"/>
              </a:lnSpc>
              <a:defRPr sz="1800" b="0" i="0" u="none" strike="noStrike" kern="0" cap="none" spc="0" baseline="0">
                <a:solidFill>
                  <a:srgbClr val="000000"/>
                </a:solidFill>
                <a:uFillTx/>
              </a:defRPr>
            </a:pPr>
            <a:r>
              <a:rPr lang="en-GB" sz="1600" dirty="0"/>
              <a:t>Systemic upset</a:t>
            </a:r>
          </a:p>
          <a:p>
            <a:pPr lvl="0">
              <a:lnSpc>
                <a:spcPct val="80000"/>
              </a:lnSpc>
              <a:defRPr sz="1800" b="0" i="0" u="none" strike="noStrike" kern="0" cap="none" spc="0" baseline="0">
                <a:solidFill>
                  <a:srgbClr val="000000"/>
                </a:solidFill>
                <a:uFillTx/>
              </a:defRPr>
            </a:pPr>
            <a:r>
              <a:rPr lang="en-GB" sz="1600" dirty="0"/>
              <a:t>Significant past medical history (e.g. systemic steroids, cancer)</a:t>
            </a:r>
          </a:p>
          <a:p>
            <a:pPr lvl="0">
              <a:lnSpc>
                <a:spcPct val="80000"/>
              </a:lnSpc>
              <a:defRPr sz="1800" b="0" i="0" u="none" strike="noStrike" kern="0" cap="none" spc="0" baseline="0">
                <a:solidFill>
                  <a:srgbClr val="000000"/>
                </a:solidFill>
                <a:uFillTx/>
              </a:defRPr>
            </a:pPr>
            <a:r>
              <a:rPr lang="en-GB" sz="1600" dirty="0"/>
              <a:t>Previous history of malignancy</a:t>
            </a:r>
          </a:p>
          <a:p>
            <a:pPr lvl="0">
              <a:lnSpc>
                <a:spcPct val="80000"/>
              </a:lnSpc>
              <a:defRPr sz="1800" b="0" i="0" u="none" strike="noStrike" kern="0" cap="none" spc="0" baseline="0">
                <a:solidFill>
                  <a:srgbClr val="000000"/>
                </a:solidFill>
                <a:uFillTx/>
              </a:defRPr>
            </a:pPr>
            <a:r>
              <a:rPr lang="en-GB" sz="1600" dirty="0"/>
              <a:t>Night pain</a:t>
            </a:r>
          </a:p>
          <a:p>
            <a:pPr lvl="0">
              <a:lnSpc>
                <a:spcPct val="80000"/>
              </a:lnSpc>
              <a:defRPr sz="1800" b="0" i="0" u="none" strike="noStrike" kern="0" cap="none" spc="0" baseline="0">
                <a:solidFill>
                  <a:srgbClr val="000000"/>
                </a:solidFill>
                <a:uFillTx/>
              </a:defRPr>
            </a:pPr>
            <a:r>
              <a:rPr lang="en-GB" sz="1600" dirty="0"/>
              <a:t>Intractable pain</a:t>
            </a:r>
          </a:p>
          <a:p>
            <a:pPr lvl="0">
              <a:lnSpc>
                <a:spcPct val="80000"/>
              </a:lnSpc>
              <a:defRPr sz="1800" b="0" i="0" u="none" strike="noStrike" kern="0" cap="none" spc="0" baseline="0">
                <a:solidFill>
                  <a:srgbClr val="000000"/>
                </a:solidFill>
                <a:uFillTx/>
              </a:defRPr>
            </a:pPr>
            <a:r>
              <a:rPr lang="en-GB" sz="1600" dirty="0"/>
              <a:t>Weight loss</a:t>
            </a:r>
          </a:p>
          <a:p>
            <a:pPr lvl="0">
              <a:lnSpc>
                <a:spcPct val="80000"/>
              </a:lnSpc>
              <a:defRPr sz="1800" b="0" i="0" u="none" strike="noStrike" kern="0" cap="none" spc="0" baseline="0">
                <a:solidFill>
                  <a:srgbClr val="000000"/>
                </a:solidFill>
                <a:uFillTx/>
              </a:defRPr>
            </a:pPr>
            <a:r>
              <a:rPr lang="en-US" sz="1600" dirty="0"/>
              <a:t>Anatomic structures of the back can develop primary or secondary malignant lesions</a:t>
            </a:r>
            <a:endParaRPr lang="en-GB" sz="1600" dirty="0"/>
          </a:p>
          <a:p>
            <a:pPr marL="0" indent="0">
              <a:buNone/>
            </a:pPr>
            <a:endParaRPr lang="en-US" sz="1400" dirty="0"/>
          </a:p>
          <a:p>
            <a:endParaRPr lang="en-US" sz="1400" dirty="0"/>
          </a:p>
        </p:txBody>
      </p:sp>
      <p:sp>
        <p:nvSpPr>
          <p:cNvPr id="12" name="Title 1">
            <a:extLst>
              <a:ext uri="{FF2B5EF4-FFF2-40B4-BE49-F238E27FC236}">
                <a16:creationId xmlns:a16="http://schemas.microsoft.com/office/drawing/2014/main" id="{AD5290BE-2C21-2A48-286C-2F2E440BB49B}"/>
              </a:ext>
            </a:extLst>
          </p:cNvPr>
          <p:cNvSpPr txBox="1">
            <a:spLocks noGrp="1"/>
          </p:cNvSpPr>
          <p:nvPr>
            <p:ph type="title"/>
          </p:nvPr>
        </p:nvSpPr>
        <p:spPr>
          <a:xfrm>
            <a:off x="314221" y="99940"/>
            <a:ext cx="9713357" cy="533883"/>
          </a:xfrm>
        </p:spPr>
        <p:txBody>
          <a:bodyPr>
            <a:normAutofit/>
          </a:bodyPr>
          <a:lstStyle/>
          <a:p>
            <a:pPr lvl="0"/>
            <a:r>
              <a:rPr lang="en-GB" sz="2800" b="1" dirty="0"/>
              <a:t>Differentials-Non-Mechanical pain</a:t>
            </a:r>
            <a:endParaRPr lang="en-GB" sz="2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1739CA5-F0F5-48E1-8E8C-F24B7182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3">
            <a:extLst>
              <a:ext uri="{FF2B5EF4-FFF2-40B4-BE49-F238E27FC236}">
                <a16:creationId xmlns:a16="http://schemas.microsoft.com/office/drawing/2014/main" id="{3EAD2937-F230-41D4-B9C5-975B129BF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CD444A3-C338-4886-B7F1-4BA2AF46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9CC3EF-5C4C-89AB-9E30-C8CEDD565A37}"/>
              </a:ext>
            </a:extLst>
          </p:cNvPr>
          <p:cNvSpPr txBox="1">
            <a:spLocks noGrp="1"/>
          </p:cNvSpPr>
          <p:nvPr>
            <p:ph type="title"/>
          </p:nvPr>
        </p:nvSpPr>
        <p:spPr>
          <a:xfrm>
            <a:off x="1094949" y="839759"/>
            <a:ext cx="9357865" cy="553857"/>
          </a:xfrm>
        </p:spPr>
        <p:txBody>
          <a:bodyPr>
            <a:normAutofit fontScale="90000"/>
          </a:bodyPr>
          <a:lstStyle/>
          <a:p>
            <a:pPr lvl="0"/>
            <a:br>
              <a:rPr lang="en-US" sz="3400" dirty="0"/>
            </a:br>
            <a:r>
              <a:rPr lang="en-US" sz="3400" dirty="0"/>
              <a:t>Pathological fracture</a:t>
            </a:r>
          </a:p>
        </p:txBody>
      </p:sp>
      <p:sp>
        <p:nvSpPr>
          <p:cNvPr id="3" name="Content Placeholder 2">
            <a:extLst>
              <a:ext uri="{FF2B5EF4-FFF2-40B4-BE49-F238E27FC236}">
                <a16:creationId xmlns:a16="http://schemas.microsoft.com/office/drawing/2014/main" id="{6BFD38DA-19CF-EB49-A051-17CD28EB659C}"/>
              </a:ext>
            </a:extLst>
          </p:cNvPr>
          <p:cNvSpPr txBox="1">
            <a:spLocks noGrp="1"/>
          </p:cNvSpPr>
          <p:nvPr>
            <p:ph idx="1"/>
          </p:nvPr>
        </p:nvSpPr>
        <p:spPr>
          <a:xfrm>
            <a:off x="1094949" y="1943100"/>
            <a:ext cx="3404315" cy="3954769"/>
          </a:xfrm>
        </p:spPr>
        <p:txBody>
          <a:bodyPr>
            <a:normAutofit fontScale="25000" lnSpcReduction="20000"/>
          </a:bodyPr>
          <a:lstStyle/>
          <a:p>
            <a:pPr marL="0" lvl="0" indent="0">
              <a:buNone/>
            </a:pPr>
            <a:r>
              <a:rPr lang="en-US" sz="6400" b="1" dirty="0">
                <a:latin typeface="Aptos" panose="020B0004020202020204" pitchFamily="34" charset="0"/>
              </a:rPr>
              <a:t>Traumatic:</a:t>
            </a:r>
            <a:r>
              <a:rPr lang="en-US" sz="6400" dirty="0">
                <a:latin typeface="Aptos" panose="020B0004020202020204" pitchFamily="34" charset="0"/>
              </a:rPr>
              <a:t> Injury-related</a:t>
            </a:r>
          </a:p>
          <a:p>
            <a:pPr marL="0" lvl="0" indent="0">
              <a:buNone/>
            </a:pPr>
            <a:r>
              <a:rPr lang="en-US" sz="6400" b="1" dirty="0">
                <a:latin typeface="Aptos" panose="020B0004020202020204" pitchFamily="34" charset="0"/>
              </a:rPr>
              <a:t>Pathological:</a:t>
            </a:r>
            <a:endParaRPr lang="en-US" sz="6400" dirty="0">
              <a:latin typeface="Aptos" panose="020B0004020202020204" pitchFamily="34" charset="0"/>
            </a:endParaRPr>
          </a:p>
          <a:p>
            <a:pPr lvl="1"/>
            <a:r>
              <a:rPr lang="en-US" sz="6400" dirty="0">
                <a:latin typeface="Aptos" panose="020B0004020202020204" pitchFamily="34" charset="0"/>
              </a:rPr>
              <a:t>Osteoporosis</a:t>
            </a:r>
          </a:p>
          <a:p>
            <a:pPr lvl="1"/>
            <a:r>
              <a:rPr lang="en-US" sz="6400" dirty="0">
                <a:latin typeface="Aptos" panose="020B0004020202020204" pitchFamily="34" charset="0"/>
              </a:rPr>
              <a:t>Spinal metastasis</a:t>
            </a:r>
          </a:p>
          <a:p>
            <a:pPr lvl="0"/>
            <a:r>
              <a:rPr lang="en-US" sz="6400" dirty="0">
                <a:latin typeface="Aptos" panose="020B0004020202020204" pitchFamily="34" charset="0"/>
              </a:rPr>
              <a:t>Age </a:t>
            </a:r>
            <a:r>
              <a:rPr lang="en-US" sz="6400" b="1" dirty="0">
                <a:latin typeface="Aptos" panose="020B0004020202020204" pitchFamily="34" charset="0"/>
              </a:rPr>
              <a:t>≥ 65 years</a:t>
            </a:r>
          </a:p>
          <a:p>
            <a:pPr marL="0" lvl="0" indent="0">
              <a:buNone/>
            </a:pPr>
            <a:r>
              <a:rPr lang="en-US" sz="6400" b="1" dirty="0">
                <a:latin typeface="Aptos" panose="020B0004020202020204" pitchFamily="34" charset="0"/>
              </a:rPr>
              <a:t>Serious mechanism of injury:</a:t>
            </a:r>
          </a:p>
          <a:p>
            <a:pPr lvl="0"/>
            <a:r>
              <a:rPr lang="en-US" sz="6400" dirty="0">
                <a:latin typeface="Aptos" panose="020B0004020202020204" pitchFamily="34" charset="0"/>
              </a:rPr>
              <a:t>Fall &gt; 1 meter / &gt; 5 steps</a:t>
            </a:r>
          </a:p>
          <a:p>
            <a:pPr lvl="0"/>
            <a:r>
              <a:rPr lang="en-US" sz="6400" dirty="0">
                <a:latin typeface="Aptos" panose="020B0004020202020204" pitchFamily="34" charset="0"/>
              </a:rPr>
              <a:t>Road traffic accident (RTA)</a:t>
            </a:r>
          </a:p>
          <a:p>
            <a:pPr marL="0" lvl="0" indent="0">
              <a:buNone/>
            </a:pPr>
            <a:r>
              <a:rPr lang="en-US" sz="6400" b="1" dirty="0">
                <a:latin typeface="Aptos" panose="020B0004020202020204" pitchFamily="34" charset="0"/>
              </a:rPr>
              <a:t>Neurological signs: </a:t>
            </a:r>
            <a:r>
              <a:rPr lang="en-US" sz="6400" dirty="0">
                <a:latin typeface="Aptos" panose="020B0004020202020204" pitchFamily="34" charset="0"/>
              </a:rPr>
              <a:t>Limb weakness, numbness</a:t>
            </a:r>
          </a:p>
          <a:p>
            <a:pPr marL="0" lvl="0" indent="0">
              <a:buNone/>
            </a:pPr>
            <a:r>
              <a:rPr lang="en-US" sz="6400" b="1" dirty="0">
                <a:latin typeface="Aptos" panose="020B0004020202020204" pitchFamily="34" charset="0"/>
              </a:rPr>
              <a:t>Additional Risk Factors</a:t>
            </a:r>
            <a:endParaRPr lang="en-US" sz="6400" dirty="0">
              <a:latin typeface="Aptos" panose="020B0004020202020204" pitchFamily="34" charset="0"/>
            </a:endParaRPr>
          </a:p>
          <a:p>
            <a:pPr lvl="0">
              <a:buFont typeface="Arial"/>
            </a:pPr>
            <a:r>
              <a:rPr lang="en-US" sz="6400" dirty="0">
                <a:latin typeface="Aptos" panose="020B0004020202020204" pitchFamily="34" charset="0"/>
              </a:rPr>
              <a:t>Pre-existing spinal issues:</a:t>
            </a:r>
          </a:p>
          <a:p>
            <a:pPr marL="971550" lvl="1" indent="-285750">
              <a:buFont typeface="Arial"/>
            </a:pPr>
            <a:r>
              <a:rPr lang="en-US" sz="6400" dirty="0">
                <a:latin typeface="Aptos" panose="020B0004020202020204" pitchFamily="34" charset="0"/>
              </a:rPr>
              <a:t>Osteoporosis</a:t>
            </a:r>
          </a:p>
          <a:p>
            <a:pPr marL="971550" lvl="1" indent="-285750">
              <a:buFont typeface="Arial"/>
            </a:pPr>
            <a:r>
              <a:rPr lang="en-US" sz="6400" dirty="0">
                <a:latin typeface="Aptos" panose="020B0004020202020204" pitchFamily="34" charset="0"/>
              </a:rPr>
              <a:t>Long-term steroid use</a:t>
            </a:r>
          </a:p>
          <a:p>
            <a:pPr lvl="0"/>
            <a:endParaRPr lang="en-US" sz="700" dirty="0"/>
          </a:p>
          <a:p>
            <a:pPr lvl="0"/>
            <a:endParaRPr lang="en-US" sz="700" b="1" dirty="0"/>
          </a:p>
        </p:txBody>
      </p:sp>
      <p:sp>
        <p:nvSpPr>
          <p:cNvPr id="4" name="Content Placeholder 3">
            <a:extLst>
              <a:ext uri="{FF2B5EF4-FFF2-40B4-BE49-F238E27FC236}">
                <a16:creationId xmlns:a16="http://schemas.microsoft.com/office/drawing/2014/main" id="{6225E644-399E-E1AD-3253-C33714D03592}"/>
              </a:ext>
            </a:extLst>
          </p:cNvPr>
          <p:cNvSpPr txBox="1">
            <a:spLocks noGrp="1"/>
          </p:cNvSpPr>
          <p:nvPr>
            <p:ph idx="2"/>
          </p:nvPr>
        </p:nvSpPr>
        <p:spPr>
          <a:xfrm>
            <a:off x="8541327" y="1205345"/>
            <a:ext cx="2704553" cy="4509655"/>
          </a:xfrm>
        </p:spPr>
        <p:txBody>
          <a:bodyPr>
            <a:normAutofit fontScale="25000" lnSpcReduction="20000"/>
          </a:bodyPr>
          <a:lstStyle/>
          <a:p>
            <a:pPr marL="0" lvl="0" indent="0">
              <a:buNone/>
            </a:pPr>
            <a:r>
              <a:rPr lang="en-US" sz="6400" b="1" dirty="0"/>
              <a:t>Sign and Symptoms:</a:t>
            </a:r>
            <a:endParaRPr lang="en-US" sz="6400" dirty="0"/>
          </a:p>
          <a:p>
            <a:pPr marL="0" lvl="0" indent="0">
              <a:buNone/>
            </a:pPr>
            <a:r>
              <a:rPr lang="en-US" sz="6400" dirty="0"/>
              <a:t>Midline spinal tenderness; On touch, percussion, or coughing</a:t>
            </a:r>
          </a:p>
          <a:p>
            <a:pPr marL="0" lvl="0" indent="0">
              <a:buNone/>
            </a:pPr>
            <a:endParaRPr lang="en-US" sz="6400" dirty="0"/>
          </a:p>
          <a:p>
            <a:pPr marL="0" lvl="0" indent="0">
              <a:buNone/>
            </a:pPr>
            <a:r>
              <a:rPr lang="en-US" sz="6400" dirty="0"/>
              <a:t>Stable and Unstable</a:t>
            </a:r>
          </a:p>
          <a:p>
            <a:pPr marL="0" lvl="0" indent="0">
              <a:buNone/>
            </a:pPr>
            <a:r>
              <a:rPr lang="en-US" sz="6400" dirty="0"/>
              <a:t> Fracture Indicators:</a:t>
            </a:r>
          </a:p>
          <a:p>
            <a:pPr lvl="0"/>
            <a:r>
              <a:rPr lang="en-US" sz="6400" dirty="0"/>
              <a:t>Local spinal tenderness</a:t>
            </a:r>
          </a:p>
          <a:p>
            <a:pPr lvl="0"/>
            <a:r>
              <a:rPr lang="en-US" sz="6400" dirty="0"/>
              <a:t>Neurological deficits</a:t>
            </a:r>
          </a:p>
          <a:p>
            <a:pPr lvl="0"/>
            <a:r>
              <a:rPr lang="en-US" sz="6400" dirty="0"/>
              <a:t>Pain with coughing/sneezing</a:t>
            </a:r>
          </a:p>
          <a:p>
            <a:pPr marL="0" lvl="0" indent="0">
              <a:buNone/>
            </a:pPr>
            <a:r>
              <a:rPr lang="en-US" sz="6400" b="1" dirty="0"/>
              <a:t>Management</a:t>
            </a:r>
            <a:endParaRPr lang="en-US" sz="6400" dirty="0"/>
          </a:p>
          <a:p>
            <a:pPr lvl="0"/>
            <a:r>
              <a:rPr lang="en-US" sz="6400" b="1" dirty="0"/>
              <a:t>Unstable:</a:t>
            </a:r>
            <a:r>
              <a:rPr lang="en-US" sz="6400" dirty="0"/>
              <a:t> Urgent referral to A&amp;E</a:t>
            </a:r>
          </a:p>
          <a:p>
            <a:pPr lvl="0"/>
            <a:r>
              <a:rPr lang="en-US" sz="6400" b="1" dirty="0"/>
              <a:t>Stable:</a:t>
            </a:r>
            <a:endParaRPr lang="en-US" sz="6400" dirty="0"/>
          </a:p>
          <a:p>
            <a:pPr lvl="1"/>
            <a:r>
              <a:rPr lang="en-US" sz="6400" dirty="0"/>
              <a:t>Refer to osteoporosis clinic</a:t>
            </a:r>
          </a:p>
          <a:p>
            <a:pPr lvl="1"/>
            <a:r>
              <a:rPr lang="en-US" sz="6400" dirty="0"/>
              <a:t>Start physiotherapy</a:t>
            </a:r>
          </a:p>
          <a:p>
            <a:pPr lvl="0"/>
            <a:endParaRPr lang="en-US" sz="800" dirty="0"/>
          </a:p>
          <a:p>
            <a:pPr lvl="1"/>
            <a:endParaRPr lang="en-US" sz="800" dirty="0"/>
          </a:p>
          <a:p>
            <a:pPr lvl="0"/>
            <a:endParaRPr lang="en-US" sz="800" dirty="0"/>
          </a:p>
        </p:txBody>
      </p:sp>
      <p:pic>
        <p:nvPicPr>
          <p:cNvPr id="10" name="Picture 9">
            <a:extLst>
              <a:ext uri="{FF2B5EF4-FFF2-40B4-BE49-F238E27FC236}">
                <a16:creationId xmlns:a16="http://schemas.microsoft.com/office/drawing/2014/main" id="{ED5E9426-E552-6288-3FD5-03230FC192FF}"/>
              </a:ext>
            </a:extLst>
          </p:cNvPr>
          <p:cNvPicPr>
            <a:picLocks noChangeAspect="1"/>
          </p:cNvPicPr>
          <p:nvPr/>
        </p:nvPicPr>
        <p:blipFill>
          <a:blip r:embed="rId2"/>
          <a:stretch>
            <a:fillRect/>
          </a:stretch>
        </p:blipFill>
        <p:spPr>
          <a:xfrm>
            <a:off x="5442612" y="839759"/>
            <a:ext cx="2473875" cy="3039677"/>
          </a:xfrm>
          <a:prstGeom prst="rect">
            <a:avLst/>
          </a:prstGeom>
        </p:spPr>
      </p:pic>
      <p:pic>
        <p:nvPicPr>
          <p:cNvPr id="12" name="Picture 11">
            <a:extLst>
              <a:ext uri="{FF2B5EF4-FFF2-40B4-BE49-F238E27FC236}">
                <a16:creationId xmlns:a16="http://schemas.microsoft.com/office/drawing/2014/main" id="{2F5E400B-B855-3385-AB2A-16E0BDEB8F4B}"/>
              </a:ext>
            </a:extLst>
          </p:cNvPr>
          <p:cNvPicPr>
            <a:picLocks noChangeAspect="1"/>
          </p:cNvPicPr>
          <p:nvPr/>
        </p:nvPicPr>
        <p:blipFill>
          <a:blip r:embed="rId3"/>
          <a:stretch>
            <a:fillRect/>
          </a:stretch>
        </p:blipFill>
        <p:spPr>
          <a:xfrm>
            <a:off x="4820543" y="3879436"/>
            <a:ext cx="3481793" cy="2188798"/>
          </a:xfrm>
          <a:prstGeom prst="rect">
            <a:avLst/>
          </a:prstGeom>
        </p:spPr>
      </p:pic>
    </p:spTree>
    <p:extLst>
      <p:ext uri="{BB962C8B-B14F-4D97-AF65-F5344CB8AC3E}">
        <p14:creationId xmlns:p14="http://schemas.microsoft.com/office/powerpoint/2010/main" val="12100262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956AF63C-A29D-1AC8-4F68-A35C38194C31}"/>
              </a:ext>
            </a:extLst>
          </p:cNvPr>
          <p:cNvSpPr txBox="1"/>
          <p:nvPr/>
        </p:nvSpPr>
        <p:spPr>
          <a:xfrm>
            <a:off x="838200" y="365125"/>
            <a:ext cx="10515600" cy="1325563"/>
          </a:xfrm>
          <a:prstGeom prst="rect">
            <a:avLst/>
          </a:prstGeom>
        </p:spPr>
        <p:txBody>
          <a:bodyPr vert="horz" lIns="91440" tIns="45720" rIns="91440" bIns="45720" rtlCol="0" anchor="ctr" anchorCtr="0" compatLnSpc="1">
            <a:normAutofit/>
          </a:bodyPr>
          <a:lstStyle/>
          <a:p>
            <a:pPr marL="0" marR="0" lvl="0" indent="0" fontAlgn="auto">
              <a:lnSpc>
                <a:spcPct val="90000"/>
              </a:lnSpc>
              <a:spcBef>
                <a:spcPct val="0"/>
              </a:spcBef>
              <a:spcAft>
                <a:spcPts val="600"/>
              </a:spcAft>
              <a:tabLst/>
              <a:defRPr sz="1800" b="0" i="0" u="none" strike="noStrike" kern="0" cap="none" spc="0" baseline="0">
                <a:solidFill>
                  <a:srgbClr val="000000"/>
                </a:solidFill>
                <a:uFillTx/>
              </a:defRPr>
            </a:pPr>
            <a:r>
              <a:rPr lang="en-US" sz="2800" b="0" i="0" u="none" strike="noStrike" kern="1200" cap="none" spc="0" baseline="0" dirty="0">
                <a:solidFill>
                  <a:schemeClr val="tx1"/>
                </a:solidFill>
                <a:uFillTx/>
                <a:latin typeface="Aptos" panose="020B0004020202020204" pitchFamily="34" charset="0"/>
                <a:ea typeface="+mj-ea"/>
                <a:cs typeface="+mj-cs"/>
              </a:rPr>
              <a:t>Osteoporosis</a:t>
            </a:r>
            <a:br>
              <a:rPr lang="en-US" sz="4200" b="0" i="0" u="none" strike="noStrike" kern="1200" cap="none" spc="0" baseline="0" dirty="0">
                <a:solidFill>
                  <a:schemeClr val="tx1"/>
                </a:solidFill>
                <a:uFillTx/>
                <a:latin typeface="Aptos" panose="020B0004020202020204" pitchFamily="34" charset="0"/>
                <a:ea typeface="+mj-ea"/>
                <a:cs typeface="+mj-cs"/>
              </a:rPr>
            </a:br>
            <a:endParaRPr lang="en-US" sz="4200" b="0" i="0" u="none" strike="noStrike" kern="1200" cap="none" spc="0" baseline="0" dirty="0">
              <a:solidFill>
                <a:schemeClr val="tx1"/>
              </a:solidFill>
              <a:uFillTx/>
              <a:latin typeface="Aptos" panose="020B0004020202020204" pitchFamily="34" charset="0"/>
              <a:ea typeface="+mj-ea"/>
              <a:cs typeface="+mj-cs"/>
            </a:endParaRPr>
          </a:p>
        </p:txBody>
      </p:sp>
      <p:sp>
        <p:nvSpPr>
          <p:cNvPr id="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2">
            <a:extLst>
              <a:ext uri="{FF2B5EF4-FFF2-40B4-BE49-F238E27FC236}">
                <a16:creationId xmlns:a16="http://schemas.microsoft.com/office/drawing/2014/main" id="{9B199525-B064-2752-CE86-A7DBEA1B04CA}"/>
              </a:ext>
            </a:extLst>
          </p:cNvPr>
          <p:cNvSpPr txBox="1">
            <a:spLocks noGrp="1"/>
          </p:cNvSpPr>
          <p:nvPr>
            <p:ph idx="1"/>
          </p:nvPr>
        </p:nvSpPr>
        <p:spPr>
          <a:xfrm>
            <a:off x="838200" y="1929384"/>
            <a:ext cx="7308273" cy="4251960"/>
          </a:xfrm>
        </p:spPr>
        <p:txBody>
          <a:bodyPr vert="horz" lIns="91440" tIns="45720" rIns="91440" bIns="45720" rtlCol="0">
            <a:normAutofit fontScale="85000" lnSpcReduction="20000"/>
          </a:bodyPr>
          <a:lstStyle/>
          <a:p>
            <a:pPr marL="0" lvl="0" indent="0">
              <a:buNone/>
            </a:pPr>
            <a:r>
              <a:rPr lang="en-US" sz="1900" b="1" dirty="0">
                <a:solidFill>
                  <a:schemeClr val="tx1"/>
                </a:solidFill>
                <a:latin typeface="Aptos" panose="020B0004020202020204" pitchFamily="34" charset="0"/>
                <a:ea typeface="+mn-ea"/>
                <a:cs typeface="+mn-cs"/>
              </a:rPr>
              <a:t>Key Facts:</a:t>
            </a:r>
            <a:endParaRPr lang="en-US" sz="1900" dirty="0">
              <a:solidFill>
                <a:schemeClr val="tx1"/>
              </a:solidFill>
              <a:latin typeface="Aptos" panose="020B0004020202020204" pitchFamily="34" charset="0"/>
              <a:ea typeface="+mn-ea"/>
              <a:cs typeface="+mn-cs"/>
            </a:endParaRPr>
          </a:p>
          <a:p>
            <a:pPr lvl="0">
              <a:buFont typeface="Arial" panose="020B0604020202020204" pitchFamily="34" charset="0"/>
              <a:buChar char="•"/>
            </a:pPr>
            <a:r>
              <a:rPr lang="en-US" sz="1900" dirty="0">
                <a:solidFill>
                  <a:schemeClr val="tx1"/>
                </a:solidFill>
                <a:latin typeface="Aptos" panose="020B0004020202020204" pitchFamily="34" charset="0"/>
                <a:ea typeface="+mn-ea"/>
                <a:cs typeface="+mn-cs"/>
              </a:rPr>
              <a:t>Osteoporosis and related fractures are a major cause of morbidity in RA patients.</a:t>
            </a:r>
          </a:p>
          <a:p>
            <a:pPr lvl="0">
              <a:buFont typeface="Arial" panose="020B0604020202020204" pitchFamily="34" charset="0"/>
              <a:buChar char="•"/>
            </a:pPr>
            <a:r>
              <a:rPr lang="en-US" sz="1900" dirty="0">
                <a:solidFill>
                  <a:schemeClr val="tx1"/>
                </a:solidFill>
                <a:latin typeface="Aptos" panose="020B0004020202020204" pitchFamily="34" charset="0"/>
                <a:ea typeface="+mn-ea"/>
                <a:cs typeface="+mn-cs"/>
              </a:rPr>
              <a:t>Remain asymptomatic until fracture occurs</a:t>
            </a:r>
          </a:p>
          <a:p>
            <a:pPr lvl="0">
              <a:buFont typeface="Arial" panose="020B0604020202020204" pitchFamily="34" charset="0"/>
              <a:buChar char="•"/>
            </a:pPr>
            <a:r>
              <a:rPr lang="en-US" sz="1900" dirty="0">
                <a:solidFill>
                  <a:schemeClr val="tx1"/>
                </a:solidFill>
                <a:latin typeface="Aptos" panose="020B0004020202020204" pitchFamily="34" charset="0"/>
                <a:ea typeface="+mn-ea"/>
                <a:cs typeface="+mn-cs"/>
              </a:rPr>
              <a:t>~1 in 3 women with RA experience a fracture within 5 years of diagnosis.</a:t>
            </a:r>
          </a:p>
          <a:p>
            <a:pPr lvl="0">
              <a:buFont typeface="Arial" panose="020B0604020202020204" pitchFamily="34" charset="0"/>
              <a:buChar char="•"/>
            </a:pPr>
            <a:r>
              <a:rPr lang="en-US" sz="1900" dirty="0">
                <a:solidFill>
                  <a:schemeClr val="tx1"/>
                </a:solidFill>
                <a:latin typeface="Aptos" panose="020B0004020202020204" pitchFamily="34" charset="0"/>
                <a:ea typeface="+mn-ea"/>
                <a:cs typeface="+mn-cs"/>
              </a:rPr>
              <a:t>Fragility fractures significantly increase both mortality and morbidity.</a:t>
            </a:r>
          </a:p>
          <a:p>
            <a:pPr lvl="0">
              <a:buFont typeface="Arial" panose="020B0604020202020204" pitchFamily="34" charset="0"/>
              <a:buChar char="•"/>
            </a:pPr>
            <a:r>
              <a:rPr lang="en-US" sz="1900" dirty="0">
                <a:solidFill>
                  <a:schemeClr val="tx1"/>
                </a:solidFill>
                <a:latin typeface="Aptos" panose="020B0004020202020204" pitchFamily="34" charset="0"/>
                <a:ea typeface="+mn-ea"/>
                <a:cs typeface="+mn-cs"/>
              </a:rPr>
              <a:t>Diagnosis is based on history of fragility fracture or low bone mineral density which is T score equal or less than 2.5. </a:t>
            </a:r>
          </a:p>
          <a:p>
            <a:pPr marL="0" lvl="0" indent="0">
              <a:buNone/>
            </a:pPr>
            <a:r>
              <a:rPr lang="en-US" sz="1900" b="1" dirty="0">
                <a:solidFill>
                  <a:schemeClr val="tx1"/>
                </a:solidFill>
                <a:latin typeface="Aptos" panose="020B0004020202020204" pitchFamily="34" charset="0"/>
                <a:ea typeface="+mn-ea"/>
                <a:cs typeface="+mn-cs"/>
              </a:rPr>
              <a:t>Why the Increased Risk?</a:t>
            </a:r>
            <a:endParaRPr lang="en-US" sz="1900" dirty="0">
              <a:solidFill>
                <a:schemeClr val="tx1"/>
              </a:solidFill>
              <a:latin typeface="Aptos" panose="020B0004020202020204" pitchFamily="34" charset="0"/>
              <a:ea typeface="+mn-ea"/>
              <a:cs typeface="+mn-cs"/>
            </a:endParaRPr>
          </a:p>
          <a:p>
            <a:pPr lvl="0">
              <a:buFont typeface="Arial" panose="020B0604020202020204" pitchFamily="34" charset="0"/>
              <a:buChar char="•"/>
            </a:pPr>
            <a:r>
              <a:rPr lang="en-US" sz="1900" dirty="0">
                <a:solidFill>
                  <a:schemeClr val="tx1"/>
                </a:solidFill>
                <a:latin typeface="Aptos" panose="020B0004020202020204" pitchFamily="34" charset="0"/>
                <a:ea typeface="+mn-ea"/>
                <a:cs typeface="+mn-cs"/>
              </a:rPr>
              <a:t>Reduced mobility</a:t>
            </a:r>
          </a:p>
          <a:p>
            <a:pPr lvl="0">
              <a:buFont typeface="Arial" panose="020B0604020202020204" pitchFamily="34" charset="0"/>
              <a:buChar char="•"/>
            </a:pPr>
            <a:r>
              <a:rPr lang="en-US" sz="1900" dirty="0">
                <a:solidFill>
                  <a:schemeClr val="tx1"/>
                </a:solidFill>
                <a:latin typeface="Aptos" panose="020B0004020202020204" pitchFamily="34" charset="0"/>
                <a:ea typeface="+mn-ea"/>
                <a:cs typeface="+mn-cs"/>
              </a:rPr>
              <a:t>Chronic inflammation</a:t>
            </a:r>
          </a:p>
          <a:p>
            <a:pPr lvl="0">
              <a:buFont typeface="Arial" panose="020B0604020202020204" pitchFamily="34" charset="0"/>
              <a:buChar char="•"/>
            </a:pPr>
            <a:r>
              <a:rPr lang="en-US" sz="1900" dirty="0">
                <a:solidFill>
                  <a:schemeClr val="tx1"/>
                </a:solidFill>
                <a:latin typeface="Aptos" panose="020B0004020202020204" pitchFamily="34" charset="0"/>
                <a:ea typeface="+mn-ea"/>
                <a:cs typeface="+mn-cs"/>
              </a:rPr>
              <a:t>RA treatments – particularly glucocorticoids</a:t>
            </a:r>
          </a:p>
          <a:p>
            <a:pPr marL="0" lvl="0" indent="0">
              <a:buNone/>
            </a:pPr>
            <a:r>
              <a:rPr lang="en-US" sz="1900" b="1" dirty="0">
                <a:solidFill>
                  <a:schemeClr val="tx1"/>
                </a:solidFill>
                <a:latin typeface="Aptos" panose="020B0004020202020204" pitchFamily="34" charset="0"/>
                <a:ea typeface="+mn-ea"/>
                <a:cs typeface="+mn-cs"/>
              </a:rPr>
              <a:t>Steroid Use in RA:</a:t>
            </a:r>
            <a:endParaRPr lang="en-US" sz="1900" dirty="0">
              <a:solidFill>
                <a:schemeClr val="tx1"/>
              </a:solidFill>
              <a:latin typeface="Aptos" panose="020B0004020202020204" pitchFamily="34" charset="0"/>
              <a:ea typeface="+mn-ea"/>
              <a:cs typeface="+mn-cs"/>
            </a:endParaRPr>
          </a:p>
          <a:p>
            <a:pPr lvl="0">
              <a:buFont typeface="Arial" panose="020B0604020202020204" pitchFamily="34" charset="0"/>
              <a:buChar char="•"/>
            </a:pPr>
            <a:r>
              <a:rPr lang="en-US" sz="1900" dirty="0">
                <a:solidFill>
                  <a:schemeClr val="tx1"/>
                </a:solidFill>
                <a:latin typeface="Aptos" panose="020B0004020202020204" pitchFamily="34" charset="0"/>
                <a:ea typeface="+mn-ea"/>
                <a:cs typeface="+mn-cs"/>
              </a:rPr>
              <a:t>Steroids greatly elevate fracture risk</a:t>
            </a:r>
          </a:p>
          <a:p>
            <a:pPr lvl="0">
              <a:buFont typeface="Arial" panose="020B0604020202020204" pitchFamily="34" charset="0"/>
              <a:buChar char="•"/>
            </a:pPr>
            <a:r>
              <a:rPr lang="en-US" sz="1900" dirty="0">
                <a:solidFill>
                  <a:schemeClr val="tx1"/>
                </a:solidFill>
                <a:latin typeface="Aptos" panose="020B0004020202020204" pitchFamily="34" charset="0"/>
                <a:ea typeface="+mn-ea"/>
                <a:cs typeface="+mn-cs"/>
              </a:rPr>
              <a:t>Risk exceeds what is expected from changes in bone mineral density alone</a:t>
            </a:r>
          </a:p>
          <a:p>
            <a:pPr lvl="0">
              <a:buFont typeface="Arial" panose="020B0604020202020204" pitchFamily="34" charset="0"/>
              <a:buChar char="•"/>
            </a:pPr>
            <a:endParaRPr lang="en-US" sz="1900" dirty="0">
              <a:solidFill>
                <a:schemeClr val="tx1"/>
              </a:solidFill>
              <a:latin typeface="+mn-lt"/>
              <a:ea typeface="+mn-ea"/>
              <a:cs typeface="+mn-cs"/>
            </a:endParaRPr>
          </a:p>
        </p:txBody>
      </p:sp>
      <p:sp>
        <p:nvSpPr>
          <p:cNvPr id="4" name="Content Placeholder 2">
            <a:extLst>
              <a:ext uri="{FF2B5EF4-FFF2-40B4-BE49-F238E27FC236}">
                <a16:creationId xmlns:a16="http://schemas.microsoft.com/office/drawing/2014/main" id="{D9D53859-30F3-DBF4-D0A1-F0B01B492D76}"/>
              </a:ext>
            </a:extLst>
          </p:cNvPr>
          <p:cNvSpPr txBox="1">
            <a:spLocks/>
          </p:cNvSpPr>
          <p:nvPr/>
        </p:nvSpPr>
        <p:spPr>
          <a:xfrm>
            <a:off x="8184019" y="2267712"/>
            <a:ext cx="3338945" cy="4251960"/>
          </a:xfrm>
          <a:prstGeom prst="rect">
            <a:avLst/>
          </a:prstGeom>
          <a:noFill/>
          <a:ln>
            <a:noFill/>
          </a:ln>
        </p:spPr>
        <p:txBody>
          <a:bodyPr vert="horz" wrap="square" lIns="91440" tIns="45720" rIns="91440" bIns="45720" anchor="t" anchorCtr="0" compatLnSpc="1">
            <a:norm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itchFamily="34"/>
              <a:buNone/>
            </a:pPr>
            <a:r>
              <a:rPr lang="en-US" sz="1600" b="1" dirty="0"/>
              <a:t>Lifestyle Measures for All Patients:</a:t>
            </a:r>
          </a:p>
          <a:p>
            <a:pPr>
              <a:buFont typeface="Arial"/>
              <a:buChar char="•"/>
            </a:pPr>
            <a:r>
              <a:rPr lang="en-US" sz="1600" dirty="0"/>
              <a:t>Regular exercise</a:t>
            </a:r>
          </a:p>
          <a:p>
            <a:pPr>
              <a:buFont typeface="Arial"/>
              <a:buChar char="•"/>
            </a:pPr>
            <a:r>
              <a:rPr lang="en-US" sz="1600" dirty="0"/>
              <a:t>Increase dietary calcium</a:t>
            </a:r>
          </a:p>
          <a:p>
            <a:pPr>
              <a:buFont typeface="Arial"/>
              <a:buChar char="•"/>
            </a:pPr>
            <a:r>
              <a:rPr lang="en-US" sz="1600" dirty="0"/>
              <a:t>Vitamin D supplements</a:t>
            </a:r>
          </a:p>
          <a:p>
            <a:pPr indent="0">
              <a:buFont typeface="Arial" pitchFamily="34"/>
              <a:buNone/>
            </a:pPr>
            <a:br>
              <a:rPr lang="en-US" sz="1600" dirty="0"/>
            </a:br>
            <a:endParaRPr lang="en-US" sz="1600" dirty="0"/>
          </a:p>
          <a:p>
            <a:pPr>
              <a:buFont typeface="Arial" pitchFamily="34"/>
              <a:buNone/>
            </a:pPr>
            <a:r>
              <a:rPr lang="en-US" sz="1600" b="1" dirty="0"/>
              <a:t>Medication Review:</a:t>
            </a:r>
            <a:endParaRPr lang="en-US" sz="1600" dirty="0"/>
          </a:p>
          <a:p>
            <a:pPr>
              <a:buFont typeface="Arial"/>
              <a:buChar char="•"/>
            </a:pPr>
            <a:r>
              <a:rPr lang="en-US" sz="1600" dirty="0"/>
              <a:t>Minimize steroid dose and duration</a:t>
            </a:r>
          </a:p>
          <a:p>
            <a:pPr>
              <a:buFont typeface="Arial"/>
              <a:buChar char="•"/>
            </a:pPr>
            <a:r>
              <a:rPr lang="en-US" sz="1600" dirty="0"/>
              <a:t>Use lowest effective dose</a:t>
            </a:r>
          </a:p>
          <a:p>
            <a:pPr indent="0">
              <a:buFont typeface="Arial" pitchFamily="34"/>
              <a:buNone/>
            </a:pPr>
            <a:br>
              <a:rPr lang="en-US" sz="2000" dirty="0"/>
            </a:br>
            <a:endParaRPr lang="en-US" sz="2000" dirty="0"/>
          </a:p>
          <a:p>
            <a:pPr marL="0" indent="0">
              <a:buFont typeface="Arial" pitchFamily="34"/>
              <a:buNone/>
            </a:pPr>
            <a:endParaRPr lang="en-US" sz="2000" dirty="0"/>
          </a:p>
          <a:p>
            <a:endParaRPr lang="en-US" sz="2000" dirty="0"/>
          </a:p>
        </p:txBody>
      </p:sp>
    </p:spTree>
    <p:extLst>
      <p:ext uri="{BB962C8B-B14F-4D97-AF65-F5344CB8AC3E}">
        <p14:creationId xmlns:p14="http://schemas.microsoft.com/office/powerpoint/2010/main" val="3688099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C0255-DE19-93F1-D877-1DC81B949D41}"/>
              </a:ext>
            </a:extLst>
          </p:cNvPr>
          <p:cNvSpPr txBox="1">
            <a:spLocks noGrp="1"/>
          </p:cNvSpPr>
          <p:nvPr>
            <p:ph type="title"/>
          </p:nvPr>
        </p:nvSpPr>
        <p:spPr>
          <a:xfrm>
            <a:off x="838200" y="609600"/>
            <a:ext cx="3739341" cy="1330839"/>
          </a:xfrm>
        </p:spPr>
        <p:txBody>
          <a:bodyPr>
            <a:normAutofit/>
          </a:bodyPr>
          <a:lstStyle/>
          <a:p>
            <a:pPr lvl="0"/>
            <a:r>
              <a:rPr lang="en-GB" sz="2800" dirty="0">
                <a:latin typeface="Aptos" panose="020B0004020202020204" pitchFamily="34" charset="0"/>
              </a:rPr>
              <a:t>FRAX score: Risk prediction tool</a:t>
            </a:r>
          </a:p>
        </p:txBody>
      </p:sp>
      <p:sp>
        <p:nvSpPr>
          <p:cNvPr id="3" name="Content Placeholder 2">
            <a:extLst>
              <a:ext uri="{FF2B5EF4-FFF2-40B4-BE49-F238E27FC236}">
                <a16:creationId xmlns:a16="http://schemas.microsoft.com/office/drawing/2014/main" id="{3E0EC8BF-6842-D0F0-CD97-BC80D84F53CF}"/>
              </a:ext>
            </a:extLst>
          </p:cNvPr>
          <p:cNvSpPr txBox="1">
            <a:spLocks noGrp="1"/>
          </p:cNvSpPr>
          <p:nvPr>
            <p:ph idx="1"/>
          </p:nvPr>
        </p:nvSpPr>
        <p:spPr>
          <a:xfrm>
            <a:off x="862366" y="2194102"/>
            <a:ext cx="3427001" cy="3908586"/>
          </a:xfrm>
        </p:spPr>
        <p:txBody>
          <a:bodyPr>
            <a:normAutofit/>
          </a:bodyPr>
          <a:lstStyle/>
          <a:p>
            <a:pPr lvl="0"/>
            <a:r>
              <a:rPr lang="en-GB" sz="2000">
                <a:hlinkClick r:id="rId3">
                  <a:extLst>
                    <a:ext uri="{A12FA001-AC4F-418D-AE19-62706E023703}">
                      <ahyp:hlinkClr xmlns:ahyp="http://schemas.microsoft.com/office/drawing/2018/hyperlinkcolor" val="tx"/>
                    </a:ext>
                  </a:extLst>
                </a:hlinkClick>
              </a:rPr>
              <a:t>frax.shef.ac.uk/FRAX/tool.aspx?country=1</a:t>
            </a:r>
            <a:endParaRPr lang="en-GB" sz="2000"/>
          </a:p>
        </p:txBody>
      </p:sp>
      <p:pic>
        <p:nvPicPr>
          <p:cNvPr id="4" name="Picture 1" descr="A screenshot of a computer&#10;&#10;AI-generated content may be incorrect.">
            <a:extLst>
              <a:ext uri="{FF2B5EF4-FFF2-40B4-BE49-F238E27FC236}">
                <a16:creationId xmlns:a16="http://schemas.microsoft.com/office/drawing/2014/main" id="{A7CA3C63-A042-A113-735B-DD2AD361744B}"/>
              </a:ext>
            </a:extLst>
          </p:cNvPr>
          <p:cNvPicPr>
            <a:picLocks noChangeAspect="1"/>
          </p:cNvPicPr>
          <p:nvPr/>
        </p:nvPicPr>
        <p:blipFill>
          <a:blip r:embed="rId4"/>
          <a:stretch>
            <a:fillRect/>
          </a:stretch>
        </p:blipFill>
        <p:spPr>
          <a:xfrm>
            <a:off x="5485919" y="661916"/>
            <a:ext cx="6074217" cy="5557909"/>
          </a:xfrm>
          <a:prstGeom prst="rect">
            <a:avLst/>
          </a:prstGeom>
          <a:noFill/>
        </p:spPr>
      </p:pic>
    </p:spTree>
    <p:extLst>
      <p:ext uri="{BB962C8B-B14F-4D97-AF65-F5344CB8AC3E}">
        <p14:creationId xmlns:p14="http://schemas.microsoft.com/office/powerpoint/2010/main" val="13904613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F983E-FA7C-D775-FBC8-4DD1734B2283}"/>
              </a:ext>
            </a:extLst>
          </p:cNvPr>
          <p:cNvSpPr txBox="1">
            <a:spLocks noGrp="1"/>
          </p:cNvSpPr>
          <p:nvPr>
            <p:ph type="title"/>
          </p:nvPr>
        </p:nvSpPr>
        <p:spPr>
          <a:xfrm>
            <a:off x="106280" y="138851"/>
            <a:ext cx="10515600" cy="473330"/>
          </a:xfrm>
        </p:spPr>
        <p:txBody>
          <a:bodyPr>
            <a:noAutofit/>
          </a:bodyPr>
          <a:lstStyle/>
          <a:p>
            <a:pPr lvl="0"/>
            <a:r>
              <a:rPr lang="en-US" sz="2800" dirty="0"/>
              <a:t>Non-Mechanical Low back pain</a:t>
            </a:r>
          </a:p>
        </p:txBody>
      </p:sp>
      <p:pic>
        <p:nvPicPr>
          <p:cNvPr id="3" name="Content Placeholder 3" descr="A diagram of a spine&#10;&#10;AI-generated content may be incorrect.">
            <a:extLst>
              <a:ext uri="{FF2B5EF4-FFF2-40B4-BE49-F238E27FC236}">
                <a16:creationId xmlns:a16="http://schemas.microsoft.com/office/drawing/2014/main" id="{F604AD28-5063-8390-5347-9585B192B96B}"/>
              </a:ext>
            </a:extLst>
          </p:cNvPr>
          <p:cNvPicPr>
            <a:picLocks noGrp="1" noChangeAspect="1"/>
          </p:cNvPicPr>
          <p:nvPr>
            <p:ph idx="1"/>
          </p:nvPr>
        </p:nvPicPr>
        <p:blipFill>
          <a:blip r:embed="rId2"/>
          <a:stretch>
            <a:fillRect/>
          </a:stretch>
        </p:blipFill>
        <p:spPr>
          <a:xfrm>
            <a:off x="3343935" y="555876"/>
            <a:ext cx="5504130" cy="6353196"/>
          </a:xfrm>
        </p:spPr>
      </p:pic>
      <p:sp>
        <p:nvSpPr>
          <p:cNvPr id="4" name="Content Placeholder 2">
            <a:extLst>
              <a:ext uri="{FF2B5EF4-FFF2-40B4-BE49-F238E27FC236}">
                <a16:creationId xmlns:a16="http://schemas.microsoft.com/office/drawing/2014/main" id="{5F6D568C-B579-C357-670D-A2EFF32FD118}"/>
              </a:ext>
            </a:extLst>
          </p:cNvPr>
          <p:cNvSpPr txBox="1"/>
          <p:nvPr/>
        </p:nvSpPr>
        <p:spPr>
          <a:xfrm>
            <a:off x="430014" y="930145"/>
            <a:ext cx="2313186" cy="4783189"/>
          </a:xfrm>
          <a:prstGeom prst="rect">
            <a:avLst/>
          </a:prstGeom>
          <a:noFill/>
          <a:ln cap="flat">
            <a:noFill/>
          </a:ln>
        </p:spPr>
        <p:txBody>
          <a:bodyPr vert="horz" wrap="square" lIns="91440" tIns="45720" rIns="91440" bIns="45720" anchor="t" anchorCtr="0" compatLnSpc="1">
            <a:noAutofit/>
          </a:bodyPr>
          <a:lstStyle/>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20621"/>
                </a:solidFill>
                <a:uFillTx/>
                <a:latin typeface="Aptos"/>
                <a:ea typeface="Aptos"/>
                <a:cs typeface="Aptos"/>
              </a:rPr>
              <a:t>Non-mechanical low back pain is less common and not directly related to movement or physical stress on the spine's structures. </a:t>
            </a:r>
            <a:endParaRPr lang="en-US" sz="1600" b="0" i="0" u="none" strike="noStrike" kern="1200" cap="none" spc="0" baseline="0" dirty="0">
              <a:solidFill>
                <a:srgbClr val="000000"/>
              </a:solidFill>
              <a:uFillTx/>
              <a:latin typeface="Aptos"/>
              <a:ea typeface="Aptos"/>
              <a:cs typeface="Aptos"/>
            </a:endParaRPr>
          </a:p>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US" sz="1600" b="0" i="0" u="none" strike="noStrike" kern="1200" cap="none" spc="0" baseline="0" dirty="0">
                <a:solidFill>
                  <a:srgbClr val="020621"/>
                </a:solidFill>
                <a:uFillTx/>
                <a:latin typeface="Aptos"/>
                <a:ea typeface="Aptos"/>
                <a:cs typeface="Aptos"/>
              </a:rPr>
              <a:t>It can be caused by systemic diseases, infections, tumors, or referred pain from other organs (Donelson, 2007).</a:t>
            </a:r>
            <a:endParaRPr lang="en-US" sz="1600" b="0" i="0" u="none" strike="noStrike" kern="1200" cap="none" spc="0" baseline="0" dirty="0">
              <a:solidFill>
                <a:srgbClr val="000000"/>
              </a:solidFill>
              <a:uFillTx/>
              <a:latin typeface="Aptos"/>
            </a:endParaRPr>
          </a:p>
        </p:txBody>
      </p:sp>
      <p:graphicFrame>
        <p:nvGraphicFramePr>
          <p:cNvPr id="11" name="Content Placeholder 2">
            <a:extLst>
              <a:ext uri="{FF2B5EF4-FFF2-40B4-BE49-F238E27FC236}">
                <a16:creationId xmlns:a16="http://schemas.microsoft.com/office/drawing/2014/main" id="{EF535FBE-332C-63D2-7F71-BF4BE67E47A9}"/>
              </a:ext>
            </a:extLst>
          </p:cNvPr>
          <p:cNvGraphicFramePr/>
          <p:nvPr>
            <p:extLst>
              <p:ext uri="{D42A27DB-BD31-4B8C-83A1-F6EECF244321}">
                <p14:modId xmlns:p14="http://schemas.microsoft.com/office/powerpoint/2010/main" val="725199135"/>
              </p:ext>
            </p:extLst>
          </p:nvPr>
        </p:nvGraphicFramePr>
        <p:xfrm>
          <a:off x="8738052" y="503550"/>
          <a:ext cx="3457437" cy="60364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119670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BC425-BC1F-34B3-7B58-57754EE3A455}"/>
              </a:ext>
            </a:extLst>
          </p:cNvPr>
          <p:cNvSpPr>
            <a:spLocks noGrp="1"/>
          </p:cNvSpPr>
          <p:nvPr>
            <p:ph type="title"/>
          </p:nvPr>
        </p:nvSpPr>
        <p:spPr>
          <a:xfrm>
            <a:off x="838203" y="365129"/>
            <a:ext cx="10515600" cy="518449"/>
          </a:xfrm>
        </p:spPr>
        <p:txBody>
          <a:bodyPr>
            <a:normAutofit/>
          </a:bodyPr>
          <a:lstStyle/>
          <a:p>
            <a:r>
              <a:rPr lang="en-GB" sz="2800" dirty="0">
                <a:latin typeface="Aptos" panose="020B0004020202020204" pitchFamily="34" charset="0"/>
              </a:rPr>
              <a:t>Bone metastases and MSCC</a:t>
            </a:r>
          </a:p>
        </p:txBody>
      </p:sp>
      <p:sp>
        <p:nvSpPr>
          <p:cNvPr id="3" name="Content Placeholder 2">
            <a:extLst>
              <a:ext uri="{FF2B5EF4-FFF2-40B4-BE49-F238E27FC236}">
                <a16:creationId xmlns:a16="http://schemas.microsoft.com/office/drawing/2014/main" id="{F3C6D91D-5F54-8DE5-63E5-28F16CA0D23D}"/>
              </a:ext>
            </a:extLst>
          </p:cNvPr>
          <p:cNvSpPr>
            <a:spLocks noGrp="1"/>
          </p:cNvSpPr>
          <p:nvPr>
            <p:ph idx="1"/>
          </p:nvPr>
        </p:nvSpPr>
        <p:spPr>
          <a:xfrm>
            <a:off x="612171" y="1394113"/>
            <a:ext cx="5901645" cy="4351336"/>
          </a:xfrm>
        </p:spPr>
        <p:txBody>
          <a:bodyPr>
            <a:normAutofit/>
          </a:bodyPr>
          <a:lstStyle/>
          <a:p>
            <a:r>
              <a:rPr lang="en-GB" sz="1600" dirty="0"/>
              <a:t>80% of all bone </a:t>
            </a:r>
            <a:r>
              <a:rPr lang="en-GB" sz="1600" dirty="0" err="1"/>
              <a:t>mets</a:t>
            </a:r>
            <a:r>
              <a:rPr lang="en-GB" sz="1600" dirty="0"/>
              <a:t> come from breast, lung, kidney and prostrate cancers</a:t>
            </a:r>
          </a:p>
          <a:p>
            <a:r>
              <a:rPr lang="en-GB" sz="1600" dirty="0"/>
              <a:t>Features of bone Mets</a:t>
            </a:r>
          </a:p>
          <a:p>
            <a:pPr>
              <a:buFont typeface="Wingdings" panose="05000000000000000000" pitchFamily="2" charset="2"/>
              <a:buChar char="ü"/>
            </a:pPr>
            <a:r>
              <a:rPr lang="en-GB" sz="1600" dirty="0"/>
              <a:t>Pain: Half of the all bony </a:t>
            </a:r>
            <a:r>
              <a:rPr lang="en-GB" sz="1600" dirty="0" err="1"/>
              <a:t>mets</a:t>
            </a:r>
            <a:r>
              <a:rPr lang="en-GB" sz="1600" dirty="0"/>
              <a:t> are clinically silent</a:t>
            </a:r>
          </a:p>
          <a:p>
            <a:pPr>
              <a:buFont typeface="Wingdings" panose="05000000000000000000" pitchFamily="2" charset="2"/>
              <a:buChar char="ü"/>
            </a:pPr>
            <a:r>
              <a:rPr lang="en-GB" sz="1600" dirty="0"/>
              <a:t>Pathological fracture</a:t>
            </a:r>
          </a:p>
          <a:p>
            <a:pPr>
              <a:buFont typeface="Wingdings" panose="05000000000000000000" pitchFamily="2" charset="2"/>
              <a:buChar char="ü"/>
            </a:pPr>
            <a:r>
              <a:rPr lang="en-GB" sz="1600" dirty="0"/>
              <a:t>Metastatic Spinal cord compression: Increase back pain, worse when coughing/straining and lying down, radicular pain due to nerve root compression, heaviness or clumsiness in limbs, rapid onset motor or sensory symptoms, weight loss/lumps/cough</a:t>
            </a:r>
          </a:p>
          <a:p>
            <a:pPr>
              <a:buFont typeface="Wingdings" panose="05000000000000000000" pitchFamily="2" charset="2"/>
              <a:buChar char="ü"/>
            </a:pPr>
            <a:r>
              <a:rPr lang="en-GB" sz="1600" dirty="0"/>
              <a:t>Nerve root compression: Shooting, burning, stabbing pain and often dermatomal</a:t>
            </a:r>
          </a:p>
          <a:p>
            <a:pPr>
              <a:buFont typeface="Arial" panose="020B0604020202020204" pitchFamily="34" charset="0"/>
              <a:buChar char="•"/>
            </a:pPr>
            <a:r>
              <a:rPr lang="en-GB" sz="1600" dirty="0"/>
              <a:t>Management:</a:t>
            </a:r>
          </a:p>
          <a:p>
            <a:pPr>
              <a:buFont typeface="Wingdings" panose="05000000000000000000" pitchFamily="2" charset="2"/>
              <a:buChar char="ü"/>
            </a:pPr>
            <a:r>
              <a:rPr lang="en-GB" sz="1600" dirty="0"/>
              <a:t>Refer to GP or A&amp;E or oncology team depending on features</a:t>
            </a:r>
          </a:p>
        </p:txBody>
      </p:sp>
      <p:sp>
        <p:nvSpPr>
          <p:cNvPr id="4" name="Content Placeholder 2">
            <a:extLst>
              <a:ext uri="{FF2B5EF4-FFF2-40B4-BE49-F238E27FC236}">
                <a16:creationId xmlns:a16="http://schemas.microsoft.com/office/drawing/2014/main" id="{2DD5F256-6E9B-CCAF-F3D4-B9C5C6482EBD}"/>
              </a:ext>
            </a:extLst>
          </p:cNvPr>
          <p:cNvSpPr txBox="1">
            <a:spLocks/>
          </p:cNvSpPr>
          <p:nvPr/>
        </p:nvSpPr>
        <p:spPr>
          <a:xfrm>
            <a:off x="6921359" y="1180650"/>
            <a:ext cx="5141357" cy="5312221"/>
          </a:xfrm>
          <a:prstGeom prst="rect">
            <a:avLst/>
          </a:prstGeom>
          <a:noFill/>
          <a:ln>
            <a:noFill/>
          </a:ln>
        </p:spPr>
        <p:txBody>
          <a:bodyPr vert="horz" wrap="square" lIns="91440" tIns="45720" rIns="91440" bIns="45720" anchor="t" anchorCtr="0" compatLnSpc="1">
            <a:normAutofit lnSpcReduction="10000"/>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1600" dirty="0"/>
              <a:t>Investigations:</a:t>
            </a:r>
          </a:p>
          <a:p>
            <a:pPr algn="just"/>
            <a:r>
              <a:rPr lang="en-GB" sz="1600" dirty="0"/>
              <a:t>Blood tests:</a:t>
            </a:r>
          </a:p>
          <a:p>
            <a:pPr algn="just">
              <a:buFont typeface="Wingdings" panose="05000000000000000000" pitchFamily="2" charset="2"/>
              <a:buChar char="ü"/>
            </a:pPr>
            <a:r>
              <a:rPr lang="en-GB" sz="1600" dirty="0"/>
              <a:t>Look for raised </a:t>
            </a:r>
            <a:r>
              <a:rPr lang="en-GB" sz="1600" dirty="0" err="1"/>
              <a:t>alk</a:t>
            </a:r>
            <a:r>
              <a:rPr lang="en-GB" sz="1600" dirty="0"/>
              <a:t> </a:t>
            </a:r>
            <a:r>
              <a:rPr lang="en-GB" sz="1600" dirty="0" err="1"/>
              <a:t>phos</a:t>
            </a:r>
            <a:r>
              <a:rPr lang="en-GB" sz="1600" dirty="0"/>
              <a:t> and calcium</a:t>
            </a:r>
          </a:p>
          <a:p>
            <a:pPr algn="just">
              <a:buFont typeface="Wingdings" panose="05000000000000000000" pitchFamily="2" charset="2"/>
              <a:buChar char="ü"/>
            </a:pPr>
            <a:r>
              <a:rPr lang="en-GB" sz="1600" dirty="0"/>
              <a:t>Tumour marker may be raised (PSA in prostrate cancer)</a:t>
            </a:r>
          </a:p>
          <a:p>
            <a:pPr algn="just"/>
            <a:r>
              <a:rPr lang="en-GB" sz="1600" dirty="0"/>
              <a:t>Imaging: </a:t>
            </a:r>
          </a:p>
          <a:p>
            <a:pPr algn="just">
              <a:buFont typeface="Wingdings" panose="05000000000000000000" pitchFamily="2" charset="2"/>
              <a:buChar char="ü"/>
            </a:pPr>
            <a:r>
              <a:rPr lang="en-GB" sz="1600" dirty="0"/>
              <a:t>Plain film: 46% sensitivity, 32% specificity</a:t>
            </a:r>
          </a:p>
          <a:p>
            <a:pPr algn="just">
              <a:buFont typeface="Wingdings" panose="05000000000000000000" pitchFamily="2" charset="2"/>
              <a:buChar char="ü"/>
            </a:pPr>
            <a:r>
              <a:rPr lang="en-GB" sz="1600" dirty="0"/>
              <a:t>Bone scan: increase osteoblast activity. Can not distinguish between </a:t>
            </a:r>
            <a:r>
              <a:rPr lang="en-GB" sz="1600" dirty="0" err="1"/>
              <a:t>mets</a:t>
            </a:r>
            <a:r>
              <a:rPr lang="en-GB" sz="1600" dirty="0"/>
              <a:t> and other conditions</a:t>
            </a:r>
          </a:p>
          <a:p>
            <a:pPr algn="just">
              <a:buFont typeface="Wingdings" panose="05000000000000000000" pitchFamily="2" charset="2"/>
              <a:buChar char="ü"/>
            </a:pPr>
            <a:r>
              <a:rPr lang="en-GB" sz="1600" dirty="0"/>
              <a:t>MRI has sensitivity of 100% and specificity of 88 for bone </a:t>
            </a:r>
            <a:r>
              <a:rPr lang="en-GB" sz="1600" dirty="0" err="1"/>
              <a:t>mets</a:t>
            </a:r>
            <a:endParaRPr lang="en-GB" sz="1600" dirty="0"/>
          </a:p>
          <a:p>
            <a:pPr marL="0" indent="0" algn="just">
              <a:buNone/>
            </a:pPr>
            <a:r>
              <a:rPr lang="en-GB" sz="1600" dirty="0"/>
              <a:t>Treatment: </a:t>
            </a:r>
          </a:p>
          <a:p>
            <a:pPr algn="just">
              <a:buFont typeface="Wingdings" panose="05000000000000000000" pitchFamily="2" charset="2"/>
              <a:buChar char="ü"/>
            </a:pPr>
            <a:r>
              <a:rPr lang="en-GB" sz="1600" dirty="0"/>
              <a:t>Analgesics, Radiotherapy, Bisphosphonates, Radiopharmaceutical, </a:t>
            </a:r>
            <a:r>
              <a:rPr lang="en-GB" sz="1600" dirty="0" err="1"/>
              <a:t>Radioablation</a:t>
            </a:r>
            <a:endParaRPr lang="en-GB" sz="1600" dirty="0"/>
          </a:p>
          <a:p>
            <a:pPr algn="just">
              <a:buFont typeface="Wingdings" panose="05000000000000000000" pitchFamily="2" charset="2"/>
              <a:buChar char="ü"/>
            </a:pPr>
            <a:r>
              <a:rPr lang="en-GB" sz="1600" dirty="0"/>
              <a:t>In MSCC, Treatment is either radiotherapy to improve pain.  To improve neurological function and prevent neurological deterioration, surgical treatment such as decompression, stabilization, vertebroplasty or kyphoplasty. </a:t>
            </a:r>
          </a:p>
        </p:txBody>
      </p:sp>
    </p:spTree>
    <p:extLst>
      <p:ext uri="{BB962C8B-B14F-4D97-AF65-F5344CB8AC3E}">
        <p14:creationId xmlns:p14="http://schemas.microsoft.com/office/powerpoint/2010/main" val="12700330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2B41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Content Placeholder 3" descr="A diagram of a medical condition&#10;&#10;AI-generated content may be incorrect.">
            <a:extLst>
              <a:ext uri="{FF2B5EF4-FFF2-40B4-BE49-F238E27FC236}">
                <a16:creationId xmlns:a16="http://schemas.microsoft.com/office/drawing/2014/main" id="{38E5EFEC-0C6E-B446-3CB3-046E1245A89B}"/>
              </a:ext>
            </a:extLst>
          </p:cNvPr>
          <p:cNvPicPr>
            <a:picLocks noGrp="1" noChangeAspect="1"/>
          </p:cNvPicPr>
          <p:nvPr>
            <p:ph idx="1"/>
          </p:nvPr>
        </p:nvPicPr>
        <p:blipFill>
          <a:blip r:embed="rId2"/>
          <a:stretch>
            <a:fillRect/>
          </a:stretch>
        </p:blipFill>
        <p:spPr>
          <a:xfrm>
            <a:off x="4562169" y="424201"/>
            <a:ext cx="5810864" cy="6074921"/>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E0C7C0-02BC-A358-E68B-13D1252562C6}"/>
              </a:ext>
            </a:extLst>
          </p:cNvPr>
          <p:cNvSpPr txBox="1">
            <a:spLocks noGrp="1"/>
          </p:cNvSpPr>
          <p:nvPr>
            <p:ph type="title"/>
          </p:nvPr>
        </p:nvSpPr>
        <p:spPr>
          <a:xfrm>
            <a:off x="1371599" y="294538"/>
            <a:ext cx="9895951" cy="1033669"/>
          </a:xfrm>
        </p:spPr>
        <p:txBody>
          <a:bodyPr>
            <a:normAutofit/>
          </a:bodyPr>
          <a:lstStyle/>
          <a:p>
            <a:pPr lvl="0"/>
            <a:r>
              <a:rPr lang="en-US" sz="2800" dirty="0">
                <a:solidFill>
                  <a:srgbClr val="FFFFFF"/>
                </a:solidFill>
              </a:rPr>
              <a:t>Non-specific or Mechanical low back</a:t>
            </a:r>
          </a:p>
        </p:txBody>
      </p:sp>
      <p:sp>
        <p:nvSpPr>
          <p:cNvPr id="3" name="Content Placeholder 2">
            <a:extLst>
              <a:ext uri="{FF2B5EF4-FFF2-40B4-BE49-F238E27FC236}">
                <a16:creationId xmlns:a16="http://schemas.microsoft.com/office/drawing/2014/main" id="{46F1521D-4771-E546-4FB9-B3E0BE477A81}"/>
              </a:ext>
            </a:extLst>
          </p:cNvPr>
          <p:cNvSpPr txBox="1">
            <a:spLocks noGrp="1"/>
          </p:cNvSpPr>
          <p:nvPr>
            <p:ph idx="1"/>
          </p:nvPr>
        </p:nvSpPr>
        <p:spPr>
          <a:xfrm>
            <a:off x="960633" y="2400299"/>
            <a:ext cx="4027003" cy="3477965"/>
          </a:xfrm>
        </p:spPr>
        <p:txBody>
          <a:bodyPr anchor="ctr">
            <a:normAutofit/>
          </a:bodyPr>
          <a:lstStyle/>
          <a:p>
            <a:pPr lvl="0"/>
            <a:endParaRPr lang="en-US" sz="1400" dirty="0"/>
          </a:p>
          <a:p>
            <a:pPr lvl="0"/>
            <a:r>
              <a:rPr lang="en-US" sz="1600" dirty="0">
                <a:latin typeface="Aptos" panose="020B0004020202020204" pitchFamily="34" charset="0"/>
              </a:rPr>
              <a:t>Also referred as mechanical, musculoskeletal or simple low back pain</a:t>
            </a:r>
          </a:p>
          <a:p>
            <a:pPr lvl="0"/>
            <a:r>
              <a:rPr lang="en-US" sz="1600" dirty="0">
                <a:latin typeface="Aptos" panose="020B0004020202020204" pitchFamily="34" charset="0"/>
              </a:rPr>
              <a:t>It is the most common type and characterized by pain that varies with physical activity such as bending, lifting, twisting and position such as sitting, standing , walking</a:t>
            </a:r>
          </a:p>
          <a:p>
            <a:pPr lvl="0"/>
            <a:r>
              <a:rPr lang="en-US" sz="1600" dirty="0">
                <a:latin typeface="Aptos" panose="020B0004020202020204" pitchFamily="34" charset="0"/>
              </a:rPr>
              <a:t>Originate from muscles, ligaments, IVDs, or facet joints (McKenzie 1981)</a:t>
            </a:r>
          </a:p>
          <a:p>
            <a:pPr lvl="0"/>
            <a:r>
              <a:rPr lang="en-US" sz="1600" dirty="0">
                <a:latin typeface="Aptos" panose="020B0004020202020204" pitchFamily="34" charset="0"/>
              </a:rPr>
              <a:t>Pain centralizes or Peripheralizes</a:t>
            </a:r>
          </a:p>
          <a:p>
            <a:pPr lvl="0"/>
            <a:endParaRPr lang="en-US" sz="1900" dirty="0"/>
          </a:p>
          <a:p>
            <a:pPr marL="0" lvl="0" indent="0">
              <a:buNone/>
            </a:pPr>
            <a:endParaRPr lang="en-US" sz="1900" dirty="0"/>
          </a:p>
          <a:p>
            <a:pPr lvl="0"/>
            <a:endParaRPr lang="en-US" sz="1900" dirty="0"/>
          </a:p>
        </p:txBody>
      </p:sp>
      <p:sp>
        <p:nvSpPr>
          <p:cNvPr id="4" name="Content Placeholder 2">
            <a:extLst>
              <a:ext uri="{FF2B5EF4-FFF2-40B4-BE49-F238E27FC236}">
                <a16:creationId xmlns:a16="http://schemas.microsoft.com/office/drawing/2014/main" id="{BCF6E190-059C-C3C0-9CEF-E67A7E43B54C}"/>
              </a:ext>
            </a:extLst>
          </p:cNvPr>
          <p:cNvSpPr txBox="1">
            <a:spLocks/>
          </p:cNvSpPr>
          <p:nvPr/>
        </p:nvSpPr>
        <p:spPr>
          <a:xfrm>
            <a:off x="5787735" y="2311121"/>
            <a:ext cx="5974773" cy="3185670"/>
          </a:xfrm>
          <a:prstGeom prst="rect">
            <a:avLst/>
          </a:prstGeom>
          <a:noFill/>
          <a:ln>
            <a:noFill/>
          </a:ln>
        </p:spPr>
        <p:txBody>
          <a:bodyPr vert="horz" wrap="square" lIns="91440" tIns="45720" rIns="91440" bIns="45720" anchor="t" anchorCtr="0" compatLnSpc="1">
            <a:norm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600" dirty="0">
                <a:solidFill>
                  <a:srgbClr val="595959"/>
                </a:solidFill>
              </a:rPr>
              <a:t>McKenzie system of mechanical diagnosis and therapy</a:t>
            </a:r>
            <a:endParaRPr lang="en-US" sz="1600" dirty="0">
              <a:solidFill>
                <a:schemeClr val="tx1">
                  <a:lumMod val="65000"/>
                  <a:lumOff val="35000"/>
                </a:schemeClr>
              </a:solidFill>
            </a:endParaRPr>
          </a:p>
          <a:p>
            <a:r>
              <a:rPr lang="en-US" sz="1600" dirty="0">
                <a:solidFill>
                  <a:schemeClr val="tx1">
                    <a:lumMod val="65000"/>
                    <a:lumOff val="35000"/>
                  </a:schemeClr>
                </a:solidFill>
              </a:rPr>
              <a:t>Provide mechanical diagnosis and treatment</a:t>
            </a:r>
          </a:p>
          <a:p>
            <a:r>
              <a:rPr lang="en-US" sz="1600" dirty="0">
                <a:solidFill>
                  <a:schemeClr val="tx1">
                    <a:lumMod val="65000"/>
                    <a:lumOff val="35000"/>
                  </a:schemeClr>
                </a:solidFill>
              </a:rPr>
              <a:t>Postural Syndrome – Pain from prolonged poor posture; no movement loss; pain local and relieved by changing position.</a:t>
            </a:r>
          </a:p>
          <a:p>
            <a:r>
              <a:rPr lang="en-US" sz="1600" dirty="0">
                <a:solidFill>
                  <a:schemeClr val="tx1">
                    <a:lumMod val="65000"/>
                    <a:lumOff val="35000"/>
                  </a:schemeClr>
                </a:solidFill>
              </a:rPr>
              <a:t>Dysfunction Syndrome – Pain from shortened or stretched soft tissues; occurs at end range; movement restricted; pain is consistent and reproducible.</a:t>
            </a:r>
          </a:p>
          <a:p>
            <a:r>
              <a:rPr lang="en-US" sz="1600" dirty="0">
                <a:solidFill>
                  <a:schemeClr val="tx1">
                    <a:lumMod val="65000"/>
                    <a:lumOff val="35000"/>
                  </a:schemeClr>
                </a:solidFill>
              </a:rPr>
              <a:t>Derangement Syndrome – Pain from disc or joint displacement; may radiate; variable pain and movement loss; symptoms change rapidly with repeated movements</a:t>
            </a:r>
            <a:br>
              <a:rPr lang="en-US" sz="1600" b="1" dirty="0">
                <a:solidFill>
                  <a:schemeClr val="tx1">
                    <a:lumMod val="65000"/>
                    <a:lumOff val="35000"/>
                  </a:schemeClr>
                </a:solidFill>
              </a:rPr>
            </a:br>
            <a:endParaRPr lang="en-US" sz="1600" dirty="0">
              <a:solidFill>
                <a:schemeClr val="tx1">
                  <a:lumMod val="65000"/>
                  <a:lumOff val="35000"/>
                </a:schemeClr>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8BA5F19-D5E1-4ECC-BEC2-DF7AEDFD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50CC88A9-A661-4C48-866E-8734E511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1269336"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5D4C78BF-B51D-7DC9-E24C-4F6021E201A5}"/>
              </a:ext>
            </a:extLst>
          </p:cNvPr>
          <p:cNvSpPr txBox="1">
            <a:spLocks noGrp="1"/>
          </p:cNvSpPr>
          <p:nvPr>
            <p:ph type="title"/>
          </p:nvPr>
        </p:nvSpPr>
        <p:spPr>
          <a:xfrm>
            <a:off x="497973" y="393380"/>
            <a:ext cx="7655427" cy="739881"/>
          </a:xfrm>
        </p:spPr>
        <p:txBody>
          <a:bodyPr vert="horz" lIns="91440" tIns="45720" rIns="91440" bIns="45720" rtlCol="0" anchor="b">
            <a:normAutofit/>
          </a:bodyPr>
          <a:lstStyle/>
          <a:p>
            <a:pPr lvl="0">
              <a:spcBef>
                <a:spcPct val="0"/>
              </a:spcBef>
            </a:pPr>
            <a:r>
              <a:rPr lang="en-US" sz="2800" dirty="0">
                <a:solidFill>
                  <a:schemeClr val="tx1"/>
                </a:solidFill>
                <a:latin typeface="Aptos" panose="020B0004020202020204" pitchFamily="34" charset="0"/>
                <a:ea typeface="+mj-ea"/>
                <a:cs typeface="+mj-cs"/>
              </a:rPr>
              <a:t>The </a:t>
            </a:r>
            <a:r>
              <a:rPr lang="en-US" sz="2800" dirty="0" err="1">
                <a:solidFill>
                  <a:schemeClr val="tx1"/>
                </a:solidFill>
                <a:latin typeface="Aptos" panose="020B0004020202020204" pitchFamily="34" charset="0"/>
                <a:ea typeface="+mj-ea"/>
                <a:cs typeface="+mj-cs"/>
              </a:rPr>
              <a:t>STarT</a:t>
            </a:r>
            <a:r>
              <a:rPr lang="en-US" sz="2800" dirty="0">
                <a:solidFill>
                  <a:schemeClr val="tx1"/>
                </a:solidFill>
                <a:latin typeface="Aptos" panose="020B0004020202020204" pitchFamily="34" charset="0"/>
                <a:ea typeface="+mj-ea"/>
                <a:cs typeface="+mj-cs"/>
              </a:rPr>
              <a:t> Back Assessment tool</a:t>
            </a:r>
          </a:p>
        </p:txBody>
      </p:sp>
      <p:pic>
        <p:nvPicPr>
          <p:cNvPr id="3" name="Content Placeholder 1">
            <a:extLst>
              <a:ext uri="{FF2B5EF4-FFF2-40B4-BE49-F238E27FC236}">
                <a16:creationId xmlns:a16="http://schemas.microsoft.com/office/drawing/2014/main" id="{EB30847F-583B-9BB4-1C3B-9FDCCA93B418}"/>
              </a:ext>
            </a:extLst>
          </p:cNvPr>
          <p:cNvPicPr>
            <a:picLocks noGrp="1" noChangeAspect="1"/>
          </p:cNvPicPr>
          <p:nvPr>
            <p:ph idx="1"/>
          </p:nvPr>
        </p:nvPicPr>
        <p:blipFill>
          <a:blip r:embed="rId2"/>
          <a:stretch>
            <a:fillRect/>
          </a:stretch>
        </p:blipFill>
        <p:spPr>
          <a:xfrm>
            <a:off x="922664" y="1111582"/>
            <a:ext cx="4487827" cy="4591128"/>
          </a:xfrm>
          <a:prstGeom prst="rect">
            <a:avLst/>
          </a:prstGeom>
        </p:spPr>
      </p:pic>
      <p:pic>
        <p:nvPicPr>
          <p:cNvPr id="4" name="Picture 2" descr="A diagram of a tool scoring system&#10;&#10;AI-generated content may be incorrect.">
            <a:extLst>
              <a:ext uri="{FF2B5EF4-FFF2-40B4-BE49-F238E27FC236}">
                <a16:creationId xmlns:a16="http://schemas.microsoft.com/office/drawing/2014/main" id="{B92ED53F-F1C3-EAEC-57B2-360F3A1B8564}"/>
              </a:ext>
            </a:extLst>
          </p:cNvPr>
          <p:cNvPicPr>
            <a:picLocks noChangeAspect="1"/>
          </p:cNvPicPr>
          <p:nvPr/>
        </p:nvPicPr>
        <p:blipFill>
          <a:blip r:embed="rId3"/>
          <a:stretch>
            <a:fillRect/>
          </a:stretch>
        </p:blipFill>
        <p:spPr>
          <a:xfrm>
            <a:off x="7011530" y="763320"/>
            <a:ext cx="4129068" cy="3854245"/>
          </a:xfrm>
          <a:prstGeom prst="rect">
            <a:avLst/>
          </a:prstGeom>
          <a:noFill/>
        </p:spPr>
      </p:pic>
      <p:sp>
        <p:nvSpPr>
          <p:cNvPr id="13" name="Freeform: Shape 12">
            <a:extLst>
              <a:ext uri="{FF2B5EF4-FFF2-40B4-BE49-F238E27FC236}">
                <a16:creationId xmlns:a16="http://schemas.microsoft.com/office/drawing/2014/main" id="{CFDF195F-784B-4D00-8C92-6FC1B0499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277971"/>
            <a:ext cx="6884912"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2">
            <a:extLst>
              <a:ext uri="{FF2B5EF4-FFF2-40B4-BE49-F238E27FC236}">
                <a16:creationId xmlns:a16="http://schemas.microsoft.com/office/drawing/2014/main" id="{C340B621-7809-14B8-02F8-893ED2C33C1A}"/>
              </a:ext>
            </a:extLst>
          </p:cNvPr>
          <p:cNvSpPr txBox="1">
            <a:spLocks/>
          </p:cNvSpPr>
          <p:nvPr/>
        </p:nvSpPr>
        <p:spPr>
          <a:xfrm>
            <a:off x="6672311" y="4849360"/>
            <a:ext cx="4807505" cy="1055122"/>
          </a:xfrm>
          <a:prstGeom prst="rect">
            <a:avLst/>
          </a:prstGeom>
          <a:noFill/>
          <a:ln>
            <a:noFill/>
          </a:ln>
        </p:spPr>
        <p:txBody>
          <a:bodyPr vert="horz" wrap="square" lIns="91440" tIns="45720" rIns="91440" bIns="45720" anchor="t" anchorCtr="0" compatLnSpc="1">
            <a:normAutofit fontScale="85000" lnSpcReduction="10000"/>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t>Low risk: Give self help advice, a back book with information and advice regarding analgesia</a:t>
            </a:r>
          </a:p>
          <a:p>
            <a:r>
              <a:rPr lang="en-GB" sz="1600" dirty="0"/>
              <a:t>Medium risk: Standard physiotherapy treatment</a:t>
            </a:r>
          </a:p>
          <a:p>
            <a:r>
              <a:rPr lang="en-GB" sz="1600" dirty="0"/>
              <a:t>High risk: Physiotherapy +brief psychological intervention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8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EC44C-A176-2BC4-36BB-03113B8F61B9}"/>
              </a:ext>
            </a:extLst>
          </p:cNvPr>
          <p:cNvSpPr txBox="1">
            <a:spLocks noGrp="1"/>
          </p:cNvSpPr>
          <p:nvPr>
            <p:ph type="title"/>
          </p:nvPr>
        </p:nvSpPr>
        <p:spPr>
          <a:xfrm>
            <a:off x="289563" y="192408"/>
            <a:ext cx="10515600" cy="711832"/>
          </a:xfrm>
        </p:spPr>
        <p:txBody>
          <a:bodyPr>
            <a:normAutofit/>
          </a:bodyPr>
          <a:lstStyle/>
          <a:p>
            <a:pPr lvl="0"/>
            <a:r>
              <a:rPr lang="en-GB" sz="2800" dirty="0"/>
              <a:t>Differential mechanical pain</a:t>
            </a:r>
          </a:p>
        </p:txBody>
      </p:sp>
      <p:sp>
        <p:nvSpPr>
          <p:cNvPr id="3" name="Content Placeholder 2">
            <a:extLst>
              <a:ext uri="{FF2B5EF4-FFF2-40B4-BE49-F238E27FC236}">
                <a16:creationId xmlns:a16="http://schemas.microsoft.com/office/drawing/2014/main" id="{4363BAD1-2A15-C286-6899-55E825FD03D4}"/>
              </a:ext>
            </a:extLst>
          </p:cNvPr>
          <p:cNvSpPr txBox="1">
            <a:spLocks noGrp="1"/>
          </p:cNvSpPr>
          <p:nvPr>
            <p:ph idx="1"/>
          </p:nvPr>
        </p:nvSpPr>
        <p:spPr>
          <a:xfrm>
            <a:off x="289563" y="1043567"/>
            <a:ext cx="5134493" cy="6053424"/>
          </a:xfrm>
        </p:spPr>
        <p:txBody>
          <a:bodyPr>
            <a:normAutofit/>
          </a:bodyPr>
          <a:lstStyle/>
          <a:p>
            <a:pPr marL="0" lvl="0" indent="0">
              <a:lnSpc>
                <a:spcPct val="70000"/>
              </a:lnSpc>
              <a:buNone/>
            </a:pPr>
            <a:r>
              <a:rPr lang="en-GB" sz="1600" b="1" dirty="0"/>
              <a:t>Symptoms – Discriminators in the History</a:t>
            </a:r>
          </a:p>
          <a:p>
            <a:pPr marL="0" lvl="0" indent="0">
              <a:lnSpc>
                <a:spcPct val="70000"/>
              </a:lnSpc>
              <a:buNone/>
            </a:pPr>
            <a:r>
              <a:rPr lang="en-GB" sz="1600" b="1" dirty="0"/>
              <a:t>Osteoarthritis</a:t>
            </a:r>
          </a:p>
          <a:p>
            <a:pPr lvl="0">
              <a:lnSpc>
                <a:spcPct val="70000"/>
              </a:lnSpc>
            </a:pPr>
            <a:r>
              <a:rPr lang="en-GB" sz="1600" dirty="0">
                <a:solidFill>
                  <a:schemeClr val="tx1"/>
                </a:solidFill>
              </a:rPr>
              <a:t>Typical distribution of joints affected (hands, hips, knees, back, neck)</a:t>
            </a:r>
          </a:p>
          <a:p>
            <a:pPr lvl="0">
              <a:lnSpc>
                <a:spcPct val="70000"/>
              </a:lnSpc>
            </a:pPr>
            <a:r>
              <a:rPr lang="en-GB" sz="1600" dirty="0">
                <a:solidFill>
                  <a:schemeClr val="tx1"/>
                </a:solidFill>
              </a:rPr>
              <a:t>Pain &amp; stiffness worse on initiating movement and towards the end of the day</a:t>
            </a:r>
          </a:p>
          <a:p>
            <a:pPr lvl="0">
              <a:lnSpc>
                <a:spcPct val="70000"/>
              </a:lnSpc>
            </a:pPr>
            <a:r>
              <a:rPr lang="en-GB" sz="1600" dirty="0">
                <a:solidFill>
                  <a:schemeClr val="tx1"/>
                </a:solidFill>
              </a:rPr>
              <a:t>Often worse with increased activity</a:t>
            </a:r>
          </a:p>
          <a:p>
            <a:pPr lvl="0">
              <a:lnSpc>
                <a:spcPct val="70000"/>
              </a:lnSpc>
            </a:pPr>
            <a:r>
              <a:rPr lang="en-GB" sz="1600" dirty="0">
                <a:solidFill>
                  <a:schemeClr val="tx1"/>
                </a:solidFill>
              </a:rPr>
              <a:t>Gradual onset</a:t>
            </a:r>
          </a:p>
          <a:p>
            <a:pPr lvl="0">
              <a:lnSpc>
                <a:spcPct val="70000"/>
              </a:lnSpc>
            </a:pPr>
            <a:r>
              <a:rPr lang="en-US" sz="1600" dirty="0"/>
              <a:t>Intervertebral disk herniation and degenerative disk disease fall into this class</a:t>
            </a:r>
            <a:endParaRPr lang="en-GB" sz="1600" dirty="0">
              <a:solidFill>
                <a:srgbClr val="FF0000"/>
              </a:solidFill>
            </a:endParaRPr>
          </a:p>
          <a:p>
            <a:pPr marL="0" indent="0">
              <a:buNone/>
            </a:pPr>
            <a:r>
              <a:rPr lang="en-US" sz="1600" b="1" dirty="0"/>
              <a:t>Neural Compromise</a:t>
            </a:r>
            <a:r>
              <a:rPr lang="en-US" sz="1600" dirty="0"/>
              <a:t>: </a:t>
            </a:r>
          </a:p>
          <a:p>
            <a:r>
              <a:rPr lang="en-US" sz="1600" dirty="0"/>
              <a:t>Widespread or multilevel neurological symptoms or signs</a:t>
            </a:r>
          </a:p>
          <a:p>
            <a:r>
              <a:rPr lang="en-US" sz="1600" dirty="0"/>
              <a:t>Saddle anesthesia</a:t>
            </a:r>
          </a:p>
          <a:p>
            <a:r>
              <a:rPr lang="en-US" sz="1600" dirty="0"/>
              <a:t>Urinary retention or incontinence</a:t>
            </a:r>
          </a:p>
          <a:p>
            <a:r>
              <a:rPr lang="en-US" sz="1600" dirty="0"/>
              <a:t>Sphincter disturbance, </a:t>
            </a:r>
            <a:r>
              <a:rPr lang="en-US" sz="1600" dirty="0" err="1"/>
              <a:t>faecal</a:t>
            </a:r>
            <a:r>
              <a:rPr lang="en-US" sz="1600" dirty="0"/>
              <a:t> incontinence</a:t>
            </a:r>
          </a:p>
          <a:p>
            <a:r>
              <a:rPr lang="en-US" sz="1600" dirty="0"/>
              <a:t>Bilateral referred leg pain</a:t>
            </a:r>
          </a:p>
          <a:p>
            <a:r>
              <a:rPr lang="en-US" sz="1600" dirty="0"/>
              <a:t>Priapism</a:t>
            </a:r>
          </a:p>
          <a:p>
            <a:r>
              <a:rPr lang="en-US" sz="1600" dirty="0"/>
              <a:t>Progressive weakness</a:t>
            </a:r>
            <a:endParaRPr lang="en-GB" sz="1600" dirty="0"/>
          </a:p>
          <a:p>
            <a:pPr marL="0" lvl="0" indent="0">
              <a:lnSpc>
                <a:spcPct val="70000"/>
              </a:lnSpc>
              <a:buNone/>
            </a:pPr>
            <a:endParaRPr lang="en-GB" sz="1400" dirty="0">
              <a:solidFill>
                <a:schemeClr val="tx1"/>
              </a:solidFill>
            </a:endParaRPr>
          </a:p>
          <a:p>
            <a:pPr lvl="0">
              <a:lnSpc>
                <a:spcPct val="70000"/>
              </a:lnSpc>
            </a:pPr>
            <a:endParaRPr lang="en-GB" sz="2200" dirty="0"/>
          </a:p>
        </p:txBody>
      </p:sp>
      <p:sp>
        <p:nvSpPr>
          <p:cNvPr id="4" name="Content Placeholder 2">
            <a:extLst>
              <a:ext uri="{FF2B5EF4-FFF2-40B4-BE49-F238E27FC236}">
                <a16:creationId xmlns:a16="http://schemas.microsoft.com/office/drawing/2014/main" id="{9D473A6E-5DE9-4AEF-E97E-6A777CF747D6}"/>
              </a:ext>
            </a:extLst>
          </p:cNvPr>
          <p:cNvSpPr txBox="1"/>
          <p:nvPr/>
        </p:nvSpPr>
        <p:spPr>
          <a:xfrm>
            <a:off x="6535882" y="904240"/>
            <a:ext cx="5507182" cy="5260882"/>
          </a:xfrm>
          <a:prstGeom prst="rect">
            <a:avLst/>
          </a:prstGeom>
          <a:noFill/>
          <a:ln cap="flat">
            <a:noFill/>
          </a:ln>
        </p:spPr>
        <p:txBody>
          <a:bodyPr vert="horz" wrap="square" lIns="91440" tIns="45720" rIns="91440" bIns="45720" anchor="t" anchorCtr="0" compatLnSpc="1">
            <a:normAutofit fontScale="92500" lnSpcReduction="10000"/>
          </a:bodyPr>
          <a:lstStyle/>
          <a:p>
            <a:pPr marL="0" marR="0" lvl="0" indent="0" algn="l" defTabSz="914400" rtl="0" fontAlgn="auto" hangingPunct="1">
              <a:lnSpc>
                <a:spcPct val="80000"/>
              </a:lnSpc>
              <a:spcBef>
                <a:spcPts val="1000"/>
              </a:spcBef>
              <a:spcAft>
                <a:spcPts val="0"/>
              </a:spcAft>
              <a:buNone/>
              <a:tabLst/>
              <a:defRPr sz="1800" b="0" i="0" u="none" strike="noStrike" kern="0" cap="none" spc="0" baseline="0">
                <a:solidFill>
                  <a:srgbClr val="000000"/>
                </a:solidFill>
                <a:uFillTx/>
              </a:defRPr>
            </a:pPr>
            <a:r>
              <a:rPr lang="en-GB" sz="1700" b="1" i="0" u="none" strike="noStrike" kern="1200" cap="none" spc="0" baseline="0" dirty="0">
                <a:solidFill>
                  <a:srgbClr val="000000"/>
                </a:solidFill>
                <a:uFillTx/>
                <a:latin typeface="Aptos" panose="020B0004020202020204" pitchFamily="34" charset="0"/>
              </a:rPr>
              <a:t>Mechanical causes e.g. back pain</a:t>
            </a:r>
            <a:endParaRPr lang="en-GB" sz="1700" b="0" i="0" u="none" strike="noStrike" kern="1200" cap="none" spc="0" baseline="0" dirty="0">
              <a:solidFill>
                <a:srgbClr val="000000"/>
              </a:solidFill>
              <a:uFillTx/>
              <a:latin typeface="Aptos" panose="020B0004020202020204" pitchFamily="34" charset="0"/>
            </a:endParaRPr>
          </a:p>
          <a:p>
            <a:pPr marL="228600" marR="0" lvl="0" indent="-228600" algn="l" defTabSz="914400" rtl="0" fontAlgn="auto" hangingPunct="1">
              <a:lnSpc>
                <a:spcPct val="8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GB" sz="1700" b="0" i="0" u="none" strike="noStrike" kern="1200" cap="none" spc="0" baseline="0" dirty="0">
                <a:solidFill>
                  <a:srgbClr val="000000"/>
                </a:solidFill>
                <a:uFillTx/>
                <a:latin typeface="Aptos" panose="020B0004020202020204" pitchFamily="34" charset="0"/>
              </a:rPr>
              <a:t>Provoked by particular activities</a:t>
            </a:r>
          </a:p>
          <a:p>
            <a:pPr marL="228600" marR="0" lvl="0" indent="-228600" algn="l" defTabSz="914400" rtl="0" fontAlgn="auto" hangingPunct="1">
              <a:lnSpc>
                <a:spcPct val="8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GB" sz="1700" b="0" i="0" u="none" strike="noStrike" kern="1200" cap="none" spc="0" baseline="0" dirty="0">
                <a:solidFill>
                  <a:srgbClr val="000000"/>
                </a:solidFill>
                <a:uFillTx/>
                <a:latin typeface="Aptos" panose="020B0004020202020204" pitchFamily="34" charset="0"/>
              </a:rPr>
              <a:t>Relieved by rest</a:t>
            </a:r>
          </a:p>
          <a:p>
            <a:pPr marL="228600" marR="0" lvl="0" indent="-228600" algn="l" defTabSz="914400" rtl="0" fontAlgn="auto" hangingPunct="1">
              <a:lnSpc>
                <a:spcPct val="8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GB" sz="1700" dirty="0">
                <a:solidFill>
                  <a:srgbClr val="000000"/>
                </a:solidFill>
                <a:latin typeface="Aptos" panose="020B0004020202020204" pitchFamily="34" charset="0"/>
              </a:rPr>
              <a:t>Acute onset</a:t>
            </a:r>
          </a:p>
          <a:p>
            <a:pPr marR="0" lvl="0" algn="l" defTabSz="914400" rtl="0" fontAlgn="auto" hangingPunct="1">
              <a:lnSpc>
                <a:spcPct val="80000"/>
              </a:lnSpc>
              <a:spcBef>
                <a:spcPts val="1000"/>
              </a:spcBef>
              <a:spcAft>
                <a:spcPts val="0"/>
              </a:spcAft>
              <a:buSzPct val="100000"/>
              <a:tabLst/>
              <a:defRPr sz="1800" b="0" i="0" u="none" strike="noStrike" kern="0" cap="none" spc="0" baseline="0">
                <a:solidFill>
                  <a:srgbClr val="000000"/>
                </a:solidFill>
                <a:uFillTx/>
              </a:defRPr>
            </a:pPr>
            <a:r>
              <a:rPr lang="en-GB" sz="1700" b="1" i="0" u="none" strike="noStrike" kern="1200" cap="none" spc="0" baseline="0" dirty="0">
                <a:solidFill>
                  <a:srgbClr val="000000"/>
                </a:solidFill>
                <a:uFillTx/>
                <a:latin typeface="Aptos" panose="020B0004020202020204" pitchFamily="34" charset="0"/>
              </a:rPr>
              <a:t>Disc </a:t>
            </a:r>
            <a:r>
              <a:rPr lang="en-GB" sz="1700" b="1" dirty="0">
                <a:solidFill>
                  <a:srgbClr val="000000"/>
                </a:solidFill>
                <a:latin typeface="Aptos" panose="020B0004020202020204" pitchFamily="34" charset="0"/>
              </a:rPr>
              <a:t>Prolapse</a:t>
            </a:r>
          </a:p>
          <a:p>
            <a:pPr marR="0" lvl="0" algn="l" defTabSz="914400" rtl="0" fontAlgn="auto" hangingPunct="1">
              <a:lnSpc>
                <a:spcPct val="80000"/>
              </a:lnSpc>
              <a:spcBef>
                <a:spcPts val="1000"/>
              </a:spcBef>
              <a:spcAft>
                <a:spcPts val="0"/>
              </a:spcAft>
              <a:buSzPct val="100000"/>
              <a:tabLst/>
              <a:defRPr sz="1800" b="0" i="0" u="none" strike="noStrike" kern="0" cap="none" spc="0" baseline="0">
                <a:solidFill>
                  <a:srgbClr val="000000"/>
                </a:solidFill>
                <a:uFillTx/>
              </a:defRPr>
            </a:pPr>
            <a:r>
              <a:rPr lang="en-GB" sz="1700" b="1" i="0" u="none" strike="noStrike" kern="1200" cap="none" spc="0" baseline="0" dirty="0">
                <a:solidFill>
                  <a:srgbClr val="000000"/>
                </a:solidFill>
                <a:uFillTx/>
                <a:latin typeface="Aptos" panose="020B0004020202020204" pitchFamily="34" charset="0"/>
              </a:rPr>
              <a:t>Spondylolisthesis</a:t>
            </a:r>
          </a:p>
          <a:p>
            <a:pPr marR="0" lvl="0" algn="l" defTabSz="914400" rtl="0" fontAlgn="auto" hangingPunct="1">
              <a:lnSpc>
                <a:spcPct val="80000"/>
              </a:lnSpc>
              <a:spcBef>
                <a:spcPts val="1000"/>
              </a:spcBef>
              <a:spcAft>
                <a:spcPts val="0"/>
              </a:spcAft>
              <a:buSzPct val="100000"/>
              <a:tabLst/>
              <a:defRPr sz="1800" b="0" i="0" u="none" strike="noStrike" kern="0" cap="none" spc="0" baseline="0">
                <a:solidFill>
                  <a:srgbClr val="000000"/>
                </a:solidFill>
                <a:uFillTx/>
              </a:defRPr>
            </a:pPr>
            <a:endParaRPr lang="en-GB" sz="1700" b="0" i="0" u="none" strike="noStrike" kern="1200" cap="none" spc="0" baseline="0" dirty="0">
              <a:solidFill>
                <a:srgbClr val="000000"/>
              </a:solidFill>
              <a:uFillTx/>
              <a:latin typeface="Aptos" panose="020B0004020202020204" pitchFamily="34" charset="0"/>
            </a:endParaRPr>
          </a:p>
          <a:p>
            <a:r>
              <a:rPr lang="en-US" sz="1700" b="1" dirty="0">
                <a:latin typeface="Aptos" panose="020B0004020202020204" pitchFamily="34" charset="0"/>
              </a:rPr>
              <a:t>Postural:</a:t>
            </a:r>
            <a:r>
              <a:rPr lang="en-US" sz="1700" dirty="0">
                <a:latin typeface="Aptos" panose="020B0004020202020204" pitchFamily="34" charset="0"/>
              </a:rPr>
              <a:t> </a:t>
            </a:r>
          </a:p>
          <a:p>
            <a:pPr marL="285750" indent="-285750">
              <a:buFont typeface="Arial" panose="020B0604020202020204" pitchFamily="34" charset="0"/>
              <a:buChar char="•"/>
            </a:pPr>
            <a:r>
              <a:rPr lang="en-US" sz="1700" dirty="0">
                <a:latin typeface="Aptos" panose="020B0004020202020204" pitchFamily="34" charset="0"/>
              </a:rPr>
              <a:t>Spending long hours in an upright position can cause back pain.</a:t>
            </a:r>
          </a:p>
          <a:p>
            <a:pPr marL="285750" indent="-285750">
              <a:buFont typeface="Arial" panose="020B0604020202020204" pitchFamily="34" charset="0"/>
              <a:buChar char="•"/>
            </a:pPr>
            <a:r>
              <a:rPr lang="en-US" sz="1700" dirty="0">
                <a:latin typeface="Aptos" panose="020B0004020202020204" pitchFamily="34" charset="0"/>
              </a:rPr>
              <a:t> Pregnancy and certain occupations can predispose people to postural back pain.</a:t>
            </a:r>
          </a:p>
          <a:p>
            <a:r>
              <a:rPr lang="en-US" sz="1700" b="1" dirty="0">
                <a:latin typeface="Aptos" panose="020B0004020202020204" pitchFamily="34" charset="0"/>
              </a:rPr>
              <a:t>Congenital:</a:t>
            </a:r>
            <a:r>
              <a:rPr lang="en-US" sz="1700" dirty="0">
                <a:latin typeface="Aptos" panose="020B0004020202020204" pitchFamily="34" charset="0"/>
              </a:rPr>
              <a:t> </a:t>
            </a:r>
          </a:p>
          <a:p>
            <a:pPr marL="285750" indent="-285750">
              <a:buFont typeface="Arial" panose="020B0604020202020204" pitchFamily="34" charset="0"/>
              <a:buChar char="•"/>
            </a:pPr>
            <a:r>
              <a:rPr lang="en-US" sz="1700" dirty="0">
                <a:latin typeface="Aptos" panose="020B0004020202020204" pitchFamily="34" charset="0"/>
              </a:rPr>
              <a:t>Inborn conditions of the axial skeleton can cause the symptoms.</a:t>
            </a:r>
          </a:p>
          <a:p>
            <a:pPr marL="285750" indent="-285750">
              <a:buFont typeface="Arial" panose="020B0604020202020204" pitchFamily="34" charset="0"/>
              <a:buChar char="•"/>
            </a:pPr>
            <a:r>
              <a:rPr lang="en-US" sz="1700" dirty="0">
                <a:latin typeface="Aptos" panose="020B0004020202020204" pitchFamily="34" charset="0"/>
              </a:rPr>
              <a:t>Examples are kyphoscoliosis and tethered spinal cord.</a:t>
            </a:r>
          </a:p>
          <a:p>
            <a:r>
              <a:rPr lang="en-US" sz="1700" b="1" dirty="0">
                <a:latin typeface="Aptos" panose="020B0004020202020204" pitchFamily="34" charset="0"/>
              </a:rPr>
              <a:t>Psychiatric:</a:t>
            </a:r>
            <a:r>
              <a:rPr lang="en-US" sz="1700" dirty="0">
                <a:latin typeface="Aptos" panose="020B0004020202020204" pitchFamily="34" charset="0"/>
              </a:rPr>
              <a:t> </a:t>
            </a:r>
          </a:p>
          <a:p>
            <a:pPr marL="285750" indent="-285750">
              <a:buFont typeface="Arial" panose="020B0604020202020204" pitchFamily="34" charset="0"/>
              <a:buChar char="•"/>
            </a:pPr>
            <a:r>
              <a:rPr lang="en-US" sz="1700" dirty="0">
                <a:latin typeface="Aptos" panose="020B0004020202020204" pitchFamily="34" charset="0"/>
              </a:rPr>
              <a:t>Back pain may also present in patients with chronic pain syndromes and fibromyalgia and other mental health conditions. </a:t>
            </a:r>
          </a:p>
          <a:p>
            <a:pPr marL="285750" indent="-285750">
              <a:buFont typeface="Arial" panose="020B0604020202020204" pitchFamily="34" charset="0"/>
              <a:buChar char="•"/>
            </a:pPr>
            <a:r>
              <a:rPr lang="en-US" sz="1700" dirty="0">
                <a:latin typeface="Aptos" panose="020B0004020202020204" pitchFamily="34" charset="0"/>
              </a:rPr>
              <a:t>Malingering individuals may also claim to have back pain</a:t>
            </a:r>
          </a:p>
          <a:p>
            <a:pPr marR="0" lvl="0" algn="l" defTabSz="914400" rtl="0" fontAlgn="auto" hangingPunct="1">
              <a:lnSpc>
                <a:spcPct val="80000"/>
              </a:lnSpc>
              <a:spcBef>
                <a:spcPts val="1000"/>
              </a:spcBef>
              <a:spcAft>
                <a:spcPts val="0"/>
              </a:spcAft>
              <a:buSzPct val="100000"/>
              <a:tabLst/>
              <a:defRPr sz="1800" b="0" i="0" u="none" strike="noStrike" kern="0" cap="none" spc="0" baseline="0">
                <a:solidFill>
                  <a:srgbClr val="000000"/>
                </a:solidFill>
                <a:uFillTx/>
              </a:defRPr>
            </a:pPr>
            <a:endParaRPr lang="en-GB" sz="1400" b="0" i="0" u="none" strike="noStrike" kern="1200" cap="none" spc="0" baseline="0" dirty="0">
              <a:solidFill>
                <a:srgbClr val="000000"/>
              </a:solidFill>
              <a:uFillTx/>
              <a:latin typeface="Aptos"/>
            </a:endParaRPr>
          </a:p>
          <a:p>
            <a:pPr marL="228600" marR="0" lvl="0" indent="-228600" algn="l" defTabSz="914400" rtl="0" fontAlgn="auto" hangingPunct="1">
              <a:lnSpc>
                <a:spcPct val="8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endParaRPr lang="en-GB" sz="2800" b="0" i="0" u="none" strike="noStrike" kern="1200" cap="none" spc="0" baseline="0" dirty="0">
              <a:solidFill>
                <a:srgbClr val="000000"/>
              </a:solidFill>
              <a:uFillTx/>
              <a:latin typeface="Apto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E54B7-FEA4-10C1-44EB-3C0748D9BBE9}"/>
              </a:ext>
            </a:extLst>
          </p:cNvPr>
          <p:cNvSpPr>
            <a:spLocks noGrp="1"/>
          </p:cNvSpPr>
          <p:nvPr>
            <p:ph type="title"/>
          </p:nvPr>
        </p:nvSpPr>
        <p:spPr>
          <a:xfrm>
            <a:off x="838203" y="365130"/>
            <a:ext cx="6014660" cy="765028"/>
          </a:xfrm>
        </p:spPr>
        <p:txBody>
          <a:bodyPr>
            <a:normAutofit/>
          </a:bodyPr>
          <a:lstStyle/>
          <a:p>
            <a:r>
              <a:rPr lang="en-GB" sz="2800" dirty="0">
                <a:latin typeface="+mn-lt"/>
              </a:rPr>
              <a:t>Cauda Equina Syndrome</a:t>
            </a:r>
          </a:p>
        </p:txBody>
      </p:sp>
      <p:sp>
        <p:nvSpPr>
          <p:cNvPr id="3" name="Content Placeholder 2">
            <a:extLst>
              <a:ext uri="{FF2B5EF4-FFF2-40B4-BE49-F238E27FC236}">
                <a16:creationId xmlns:a16="http://schemas.microsoft.com/office/drawing/2014/main" id="{A12CE8F4-EAF0-FE65-1B3C-B60E91065EC3}"/>
              </a:ext>
            </a:extLst>
          </p:cNvPr>
          <p:cNvSpPr>
            <a:spLocks noGrp="1"/>
          </p:cNvSpPr>
          <p:nvPr>
            <p:ph idx="1"/>
          </p:nvPr>
        </p:nvSpPr>
        <p:spPr>
          <a:xfrm>
            <a:off x="160110" y="1592494"/>
            <a:ext cx="4226957" cy="4351336"/>
          </a:xfrm>
        </p:spPr>
        <p:txBody>
          <a:bodyPr>
            <a:normAutofit fontScale="85000" lnSpcReduction="10000"/>
          </a:bodyPr>
          <a:lstStyle/>
          <a:p>
            <a:pPr algn="just"/>
            <a:r>
              <a:rPr lang="en-US" sz="1700" dirty="0"/>
              <a:t>It is a rare condition caused by compression of the lumbosacral neve roots below the conus medullaris, and is a clinical-radiological diagnosis most commonly made using MRI</a:t>
            </a:r>
          </a:p>
          <a:p>
            <a:pPr algn="just"/>
            <a:r>
              <a:rPr lang="en-US" sz="1700" dirty="0"/>
              <a:t>The condition affects 1-3 people per 100,000 population in England and there are around 8,000 suspected cases every year.</a:t>
            </a:r>
          </a:p>
          <a:p>
            <a:pPr algn="just"/>
            <a:r>
              <a:rPr lang="en-US" sz="1700" dirty="0"/>
              <a:t>It is a surgical emergency to prevent a high risk of morbidity</a:t>
            </a:r>
          </a:p>
          <a:p>
            <a:pPr algn="just"/>
            <a:r>
              <a:rPr lang="en-US" sz="1700" dirty="0"/>
              <a:t>Common symptoms: Lower back pain, sudden onset bilateral motor (such as major motor weakness with knee extension, ankle eversion, or foot dorsiflexion) or sensory symptoms or unilateral symptoms progress to bilateral, bladder or bowel dysfunction, sexual dysfunction and saddle anesthesia</a:t>
            </a:r>
          </a:p>
          <a:p>
            <a:pPr algn="just"/>
            <a:r>
              <a:rPr lang="en-US" sz="1700" dirty="0"/>
              <a:t>Follow national NICE or GRFIT pathway or local pathway</a:t>
            </a:r>
          </a:p>
          <a:p>
            <a:pPr algn="just"/>
            <a:r>
              <a:rPr lang="en-US" sz="1700" dirty="0"/>
              <a:t>Refer immediately to A&amp;E if suspected</a:t>
            </a:r>
          </a:p>
          <a:p>
            <a:endParaRPr lang="en-GB" sz="1600" dirty="0"/>
          </a:p>
        </p:txBody>
      </p:sp>
      <p:pic>
        <p:nvPicPr>
          <p:cNvPr id="4" name="Content Placeholder 3" descr="A close up of a card&#10;&#10;AI-generated content may be incorrect.">
            <a:extLst>
              <a:ext uri="{FF2B5EF4-FFF2-40B4-BE49-F238E27FC236}">
                <a16:creationId xmlns:a16="http://schemas.microsoft.com/office/drawing/2014/main" id="{2E670BB3-DBB9-A0FF-EB30-68A39B89FD4E}"/>
              </a:ext>
            </a:extLst>
          </p:cNvPr>
          <p:cNvPicPr>
            <a:picLocks noChangeAspect="1"/>
          </p:cNvPicPr>
          <p:nvPr/>
        </p:nvPicPr>
        <p:blipFill>
          <a:blip r:embed="rId3"/>
          <a:stretch>
            <a:fillRect/>
          </a:stretch>
        </p:blipFill>
        <p:spPr>
          <a:xfrm>
            <a:off x="6976152" y="0"/>
            <a:ext cx="5215847" cy="3318553"/>
          </a:xfrm>
          <a:prstGeom prst="rect">
            <a:avLst/>
          </a:prstGeom>
          <a:noFill/>
          <a:ln>
            <a:noFill/>
          </a:ln>
        </p:spPr>
      </p:pic>
      <p:pic>
        <p:nvPicPr>
          <p:cNvPr id="5" name="Picture 4" descr="A warning sign with text&#10;&#10;AI-generated content may be incorrect.">
            <a:extLst>
              <a:ext uri="{FF2B5EF4-FFF2-40B4-BE49-F238E27FC236}">
                <a16:creationId xmlns:a16="http://schemas.microsoft.com/office/drawing/2014/main" id="{34671D81-0BE0-57A7-5205-F29202510CCF}"/>
              </a:ext>
            </a:extLst>
          </p:cNvPr>
          <p:cNvPicPr>
            <a:picLocks noChangeAspect="1"/>
          </p:cNvPicPr>
          <p:nvPr/>
        </p:nvPicPr>
        <p:blipFill>
          <a:blip r:embed="rId4"/>
          <a:stretch>
            <a:fillRect/>
          </a:stretch>
        </p:blipFill>
        <p:spPr>
          <a:xfrm>
            <a:off x="7066909" y="3429001"/>
            <a:ext cx="5125092" cy="3429000"/>
          </a:xfrm>
          <a:prstGeom prst="rect">
            <a:avLst/>
          </a:prstGeom>
          <a:noFill/>
          <a:ln cap="flat">
            <a:noFill/>
          </a:ln>
        </p:spPr>
      </p:pic>
      <p:sp>
        <p:nvSpPr>
          <p:cNvPr id="6" name="Content Placeholder 2">
            <a:extLst>
              <a:ext uri="{FF2B5EF4-FFF2-40B4-BE49-F238E27FC236}">
                <a16:creationId xmlns:a16="http://schemas.microsoft.com/office/drawing/2014/main" id="{346BACB3-4917-6E6B-B36F-90899873A6B9}"/>
              </a:ext>
            </a:extLst>
          </p:cNvPr>
          <p:cNvSpPr txBox="1">
            <a:spLocks/>
          </p:cNvSpPr>
          <p:nvPr/>
        </p:nvSpPr>
        <p:spPr>
          <a:xfrm>
            <a:off x="4572001" y="1592494"/>
            <a:ext cx="2494908" cy="4351336"/>
          </a:xfrm>
          <a:prstGeom prst="rect">
            <a:avLst/>
          </a:prstGeom>
          <a:noFill/>
          <a:ln>
            <a:noFill/>
          </a:ln>
        </p:spPr>
        <p:txBody>
          <a:bodyPr vert="horz" wrap="square" lIns="91440" tIns="45720" rIns="91440" bIns="45720" anchor="t" anchorCtr="0" compatLnSpc="1">
            <a:norm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Document: </a:t>
            </a:r>
            <a:br>
              <a:rPr lang="en-US" sz="1600" dirty="0"/>
            </a:br>
            <a:r>
              <a:rPr lang="en-US" sz="1600" dirty="0"/>
              <a:t>– Sign and symptoms</a:t>
            </a:r>
            <a:br>
              <a:rPr lang="en-US" sz="1600" dirty="0"/>
            </a:br>
            <a:r>
              <a:rPr lang="en-US" sz="1600" dirty="0"/>
              <a:t>– frequency</a:t>
            </a:r>
            <a:br>
              <a:rPr lang="en-US" sz="1600" dirty="0"/>
            </a:br>
            <a:r>
              <a:rPr lang="en-US" sz="1600" dirty="0"/>
              <a:t>– duration</a:t>
            </a:r>
            <a:br>
              <a:rPr lang="en-US" sz="1600" dirty="0"/>
            </a:br>
            <a:r>
              <a:rPr lang="en-US" sz="1600" dirty="0"/>
              <a:t>– progression</a:t>
            </a:r>
            <a:br>
              <a:rPr lang="en-US" sz="1600" dirty="0"/>
            </a:br>
            <a:r>
              <a:rPr lang="en-US" sz="1600" dirty="0"/>
              <a:t>– time and date of assessment</a:t>
            </a:r>
            <a:br>
              <a:rPr lang="en-US" sz="1600" dirty="0"/>
            </a:br>
            <a:r>
              <a:rPr lang="en-US" sz="1600" dirty="0"/>
              <a:t>– time of referral</a:t>
            </a:r>
            <a:br>
              <a:rPr lang="en-US" sz="1600" dirty="0"/>
            </a:br>
            <a:r>
              <a:rPr lang="en-US" sz="1600" dirty="0"/>
              <a:t>– person receiving referral</a:t>
            </a:r>
            <a:br>
              <a:rPr lang="en-US" sz="1600" dirty="0"/>
            </a:br>
            <a:r>
              <a:rPr lang="en-US" sz="1600" dirty="0"/>
              <a:t>– advice received and from whom</a:t>
            </a:r>
          </a:p>
          <a:p>
            <a:r>
              <a:rPr lang="en-US" sz="1600" dirty="0"/>
              <a:t>Give clinical summary / proforma to patient if referral accepted</a:t>
            </a:r>
          </a:p>
          <a:p>
            <a:endParaRPr lang="en-US" sz="1600" dirty="0"/>
          </a:p>
        </p:txBody>
      </p:sp>
    </p:spTree>
    <p:extLst>
      <p:ext uri="{BB962C8B-B14F-4D97-AF65-F5344CB8AC3E}">
        <p14:creationId xmlns:p14="http://schemas.microsoft.com/office/powerpoint/2010/main" val="22656906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87ECD-43D3-6323-F8B1-B98A8DEDEE9C}"/>
              </a:ext>
            </a:extLst>
          </p:cNvPr>
          <p:cNvSpPr>
            <a:spLocks noGrp="1"/>
          </p:cNvSpPr>
          <p:nvPr>
            <p:ph type="title"/>
          </p:nvPr>
        </p:nvSpPr>
        <p:spPr/>
        <p:txBody>
          <a:bodyPr/>
          <a:lstStyle/>
          <a:p>
            <a:endParaRPr lang="en-GB"/>
          </a:p>
        </p:txBody>
      </p:sp>
      <p:sp>
        <p:nvSpPr>
          <p:cNvPr id="7" name="Content Placeholder 6">
            <a:extLst>
              <a:ext uri="{FF2B5EF4-FFF2-40B4-BE49-F238E27FC236}">
                <a16:creationId xmlns:a16="http://schemas.microsoft.com/office/drawing/2014/main" id="{04A0CBD4-6545-649A-A5A6-33BA0919EDC1}"/>
              </a:ext>
            </a:extLst>
          </p:cNvPr>
          <p:cNvSpPr>
            <a:spLocks noGrp="1"/>
          </p:cNvSpPr>
          <p:nvPr>
            <p:ph idx="1"/>
          </p:nvPr>
        </p:nvSpPr>
        <p:spPr/>
        <p:txBody>
          <a:bodyPr/>
          <a:lstStyle/>
          <a:p>
            <a:endParaRPr lang="en-GB"/>
          </a:p>
        </p:txBody>
      </p:sp>
      <p:pic>
        <p:nvPicPr>
          <p:cNvPr id="9" name="Picture 8">
            <a:extLst>
              <a:ext uri="{FF2B5EF4-FFF2-40B4-BE49-F238E27FC236}">
                <a16:creationId xmlns:a16="http://schemas.microsoft.com/office/drawing/2014/main" id="{8B0D0C81-4E70-AF0F-DB28-1C7A0824888E}"/>
              </a:ext>
            </a:extLst>
          </p:cNvPr>
          <p:cNvPicPr>
            <a:picLocks noChangeAspect="1"/>
          </p:cNvPicPr>
          <p:nvPr/>
        </p:nvPicPr>
        <p:blipFill>
          <a:blip r:embed="rId3"/>
          <a:stretch>
            <a:fillRect/>
          </a:stretch>
        </p:blipFill>
        <p:spPr>
          <a:xfrm>
            <a:off x="0" y="0"/>
            <a:ext cx="12102957" cy="6858000"/>
          </a:xfrm>
          <a:prstGeom prst="rect">
            <a:avLst/>
          </a:prstGeom>
        </p:spPr>
      </p:pic>
    </p:spTree>
    <p:extLst>
      <p:ext uri="{BB962C8B-B14F-4D97-AF65-F5344CB8AC3E}">
        <p14:creationId xmlns:p14="http://schemas.microsoft.com/office/powerpoint/2010/main" val="29868395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D9EDC4-EAE1-FDCA-695F-893AD9AF510A}"/>
              </a:ext>
            </a:extLst>
          </p:cNvPr>
          <p:cNvSpPr txBox="1">
            <a:spLocks noGrp="1"/>
          </p:cNvSpPr>
          <p:nvPr>
            <p:ph type="title"/>
          </p:nvPr>
        </p:nvSpPr>
        <p:spPr>
          <a:xfrm>
            <a:off x="1371599" y="294538"/>
            <a:ext cx="9895951" cy="681507"/>
          </a:xfrm>
        </p:spPr>
        <p:txBody>
          <a:bodyPr>
            <a:normAutofit/>
          </a:bodyPr>
          <a:lstStyle/>
          <a:p>
            <a:pPr lvl="0"/>
            <a:r>
              <a:rPr lang="en-US" sz="2800" dirty="0">
                <a:solidFill>
                  <a:srgbClr val="FFFFFF"/>
                </a:solidFill>
              </a:rPr>
              <a:t>1. </a:t>
            </a:r>
            <a:r>
              <a:rPr lang="en-US" sz="2800" dirty="0">
                <a:solidFill>
                  <a:srgbClr val="FFFFFF"/>
                </a:solidFill>
                <a:latin typeface="Aptos" panose="020B0004020202020204" pitchFamily="34" charset="0"/>
              </a:rPr>
              <a:t>Radiculopathy/Radicular pain</a:t>
            </a:r>
          </a:p>
        </p:txBody>
      </p:sp>
      <p:sp>
        <p:nvSpPr>
          <p:cNvPr id="3" name="Content Placeholder 2">
            <a:extLst>
              <a:ext uri="{FF2B5EF4-FFF2-40B4-BE49-F238E27FC236}">
                <a16:creationId xmlns:a16="http://schemas.microsoft.com/office/drawing/2014/main" id="{1D5529E0-C2B1-17AA-1EBF-55F9BFADA137}"/>
              </a:ext>
            </a:extLst>
          </p:cNvPr>
          <p:cNvSpPr txBox="1">
            <a:spLocks noGrp="1"/>
          </p:cNvSpPr>
          <p:nvPr>
            <p:ph idx="1"/>
          </p:nvPr>
        </p:nvSpPr>
        <p:spPr>
          <a:xfrm>
            <a:off x="1371599" y="2318197"/>
            <a:ext cx="9724031" cy="3386412"/>
          </a:xfrm>
        </p:spPr>
        <p:txBody>
          <a:bodyPr anchor="ctr">
            <a:noAutofit/>
          </a:bodyPr>
          <a:lstStyle/>
          <a:p>
            <a:pPr marL="0" lvl="0" indent="0">
              <a:buNone/>
            </a:pPr>
            <a:r>
              <a:rPr lang="en-US" sz="1600" dirty="0"/>
              <a:t>MSK related Spinal neurology include:</a:t>
            </a:r>
          </a:p>
          <a:p>
            <a:pPr marL="514350" lvl="0" indent="-514350">
              <a:buAutoNum type="arabicPeriod"/>
            </a:pPr>
            <a:r>
              <a:rPr lang="en-US" sz="1600" dirty="0"/>
              <a:t>Suspected myelopathy: Patients with bilateral leg pain, arm pain, neck and possibly back pain with loss of dexterity in the hands and altered gait pattern (co-ordination issues) </a:t>
            </a:r>
          </a:p>
          <a:p>
            <a:pPr marL="514350" lvl="0" indent="-514350">
              <a:buAutoNum type="arabicPeriod"/>
            </a:pPr>
            <a:r>
              <a:rPr lang="en-US" sz="1600" dirty="0"/>
              <a:t>Suspected radicular pain with signs of radiculopathy, characterized by: Lower/upper limb weakness, back or neck pain respectively, sensory loss or absent reflexes. They may be reported with the degree or progressive nature. </a:t>
            </a:r>
          </a:p>
          <a:p>
            <a:r>
              <a:rPr lang="en-GB" sz="1600" dirty="0"/>
              <a:t>Nerve root (radicular) symptoms and signs are usually single level and unilateral. Usually, limb pain is more severe than neck or low back pain. In the cervical spine, C5/6-C7/T1 are the most common places for nerve root compromise (brachialgia).</a:t>
            </a:r>
          </a:p>
          <a:p>
            <a:r>
              <a:rPr lang="en-GB" sz="1600" dirty="0"/>
              <a:t>In the lumbar spine, L4/5-L5/S1 are the most common places for nerve root compromise (sciatica)</a:t>
            </a:r>
          </a:p>
          <a:p>
            <a:pPr marL="0" indent="0">
              <a:buNone/>
            </a:pPr>
            <a:r>
              <a:rPr lang="en-US" sz="1600" dirty="0"/>
              <a:t>3. Lumbar spine stenosis with lower limb neurological and significant ambulatory deficits: Bilateral leg pain and inability to walk more than short distances (100 yards), eased by sitting down. </a:t>
            </a:r>
          </a:p>
          <a:p>
            <a:endParaRPr lang="en-US" sz="1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7C745-6D36-BBC3-44B3-C7A6818E2BC4}"/>
              </a:ext>
            </a:extLst>
          </p:cNvPr>
          <p:cNvSpPr>
            <a:spLocks noGrp="1"/>
          </p:cNvSpPr>
          <p:nvPr>
            <p:ph type="title"/>
          </p:nvPr>
        </p:nvSpPr>
        <p:spPr>
          <a:xfrm>
            <a:off x="612171" y="200743"/>
            <a:ext cx="10515600" cy="497900"/>
          </a:xfrm>
        </p:spPr>
        <p:txBody>
          <a:bodyPr>
            <a:normAutofit/>
          </a:bodyPr>
          <a:lstStyle/>
          <a:p>
            <a:r>
              <a:rPr lang="en-GB" sz="2800" dirty="0"/>
              <a:t>Disc herniation</a:t>
            </a:r>
          </a:p>
        </p:txBody>
      </p:sp>
      <p:sp>
        <p:nvSpPr>
          <p:cNvPr id="3" name="Content Placeholder 2">
            <a:extLst>
              <a:ext uri="{FF2B5EF4-FFF2-40B4-BE49-F238E27FC236}">
                <a16:creationId xmlns:a16="http://schemas.microsoft.com/office/drawing/2014/main" id="{6D842C25-A8FF-AA48-D4A7-AABD2E344479}"/>
              </a:ext>
            </a:extLst>
          </p:cNvPr>
          <p:cNvSpPr>
            <a:spLocks noGrp="1"/>
          </p:cNvSpPr>
          <p:nvPr>
            <p:ph idx="1"/>
          </p:nvPr>
        </p:nvSpPr>
        <p:spPr>
          <a:xfrm>
            <a:off x="488882" y="864587"/>
            <a:ext cx="10515600" cy="604618"/>
          </a:xfrm>
        </p:spPr>
        <p:txBody>
          <a:bodyPr>
            <a:normAutofit/>
          </a:bodyPr>
          <a:lstStyle/>
          <a:p>
            <a:r>
              <a:rPr lang="en-GB" sz="1600" dirty="0"/>
              <a:t>Refers to the displacement of nucleus pulposus material through annual fibrosus, potentially compressing neural structures</a:t>
            </a:r>
          </a:p>
        </p:txBody>
      </p:sp>
      <p:graphicFrame>
        <p:nvGraphicFramePr>
          <p:cNvPr id="5" name="Table 4">
            <a:extLst>
              <a:ext uri="{FF2B5EF4-FFF2-40B4-BE49-F238E27FC236}">
                <a16:creationId xmlns:a16="http://schemas.microsoft.com/office/drawing/2014/main" id="{3BAB2DE3-2910-CB96-EE1D-0D2A9D77B3A2}"/>
              </a:ext>
            </a:extLst>
          </p:cNvPr>
          <p:cNvGraphicFramePr>
            <a:graphicFrameLocks noGrp="1"/>
          </p:cNvGraphicFramePr>
          <p:nvPr>
            <p:extLst>
              <p:ext uri="{D42A27DB-BD31-4B8C-83A1-F6EECF244321}">
                <p14:modId xmlns:p14="http://schemas.microsoft.com/office/powerpoint/2010/main" val="3000533585"/>
              </p:ext>
            </p:extLst>
          </p:nvPr>
        </p:nvGraphicFramePr>
        <p:xfrm>
          <a:off x="131459" y="1635149"/>
          <a:ext cx="9010072" cy="4114800"/>
        </p:xfrm>
        <a:graphic>
          <a:graphicData uri="http://schemas.openxmlformats.org/drawingml/2006/table">
            <a:tbl>
              <a:tblPr firstRow="1" bandRow="1">
                <a:tableStyleId>{5C22544A-7EE6-4342-B048-85BDC9FD1C3A}</a:tableStyleId>
              </a:tblPr>
              <a:tblGrid>
                <a:gridCol w="1399309">
                  <a:extLst>
                    <a:ext uri="{9D8B030D-6E8A-4147-A177-3AD203B41FA5}">
                      <a16:colId xmlns:a16="http://schemas.microsoft.com/office/drawing/2014/main" val="3666877534"/>
                    </a:ext>
                  </a:extLst>
                </a:gridCol>
                <a:gridCol w="3105727">
                  <a:extLst>
                    <a:ext uri="{9D8B030D-6E8A-4147-A177-3AD203B41FA5}">
                      <a16:colId xmlns:a16="http://schemas.microsoft.com/office/drawing/2014/main" val="1130088618"/>
                    </a:ext>
                  </a:extLst>
                </a:gridCol>
                <a:gridCol w="2252518">
                  <a:extLst>
                    <a:ext uri="{9D8B030D-6E8A-4147-A177-3AD203B41FA5}">
                      <a16:colId xmlns:a16="http://schemas.microsoft.com/office/drawing/2014/main" val="605959838"/>
                    </a:ext>
                  </a:extLst>
                </a:gridCol>
                <a:gridCol w="2252518">
                  <a:extLst>
                    <a:ext uri="{9D8B030D-6E8A-4147-A177-3AD203B41FA5}">
                      <a16:colId xmlns:a16="http://schemas.microsoft.com/office/drawing/2014/main" val="3848105331"/>
                    </a:ext>
                  </a:extLst>
                </a:gridCol>
              </a:tblGrid>
              <a:tr h="439959">
                <a:tc>
                  <a:txBody>
                    <a:bodyPr/>
                    <a:lstStyle/>
                    <a:p>
                      <a:r>
                        <a:rPr lang="en-GB" sz="1600" dirty="0">
                          <a:latin typeface="Aptos" panose="020B0004020202020204" pitchFamily="34" charset="0"/>
                        </a:rPr>
                        <a:t>Stage</a:t>
                      </a:r>
                    </a:p>
                  </a:txBody>
                  <a:tcPr/>
                </a:tc>
                <a:tc>
                  <a:txBody>
                    <a:bodyPr/>
                    <a:lstStyle/>
                    <a:p>
                      <a:r>
                        <a:rPr lang="en-GB" sz="1600" dirty="0">
                          <a:latin typeface="Aptos" panose="020B0004020202020204" pitchFamily="34" charset="0"/>
                        </a:rPr>
                        <a:t>Description</a:t>
                      </a:r>
                    </a:p>
                  </a:txBody>
                  <a:tcPr/>
                </a:tc>
                <a:tc>
                  <a:txBody>
                    <a:bodyPr/>
                    <a:lstStyle/>
                    <a:p>
                      <a:r>
                        <a:rPr lang="en-GB" sz="1600" dirty="0">
                          <a:latin typeface="Aptos" panose="020B0004020202020204" pitchFamily="34" charset="0"/>
                        </a:rPr>
                        <a:t>Symptoms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latin typeface="Aptos" panose="020B0004020202020204" pitchFamily="34" charset="0"/>
                        </a:rPr>
                        <a:t>MRI or pathological fracture</a:t>
                      </a:r>
                    </a:p>
                    <a:p>
                      <a:endParaRPr lang="en-GB" sz="1600" dirty="0">
                        <a:latin typeface="Aptos" panose="020B0004020202020204" pitchFamily="34" charset="0"/>
                      </a:endParaRPr>
                    </a:p>
                  </a:txBody>
                  <a:tcPr/>
                </a:tc>
                <a:extLst>
                  <a:ext uri="{0D108BD9-81ED-4DB2-BD59-A6C34878D82A}">
                    <a16:rowId xmlns:a16="http://schemas.microsoft.com/office/drawing/2014/main" val="3176345563"/>
                  </a:ext>
                </a:extLst>
              </a:tr>
              <a:tr h="439959">
                <a:tc>
                  <a:txBody>
                    <a:bodyPr/>
                    <a:lstStyle/>
                    <a:p>
                      <a:r>
                        <a:rPr lang="en-GB" sz="1600" dirty="0">
                          <a:latin typeface="Aptos" panose="020B0004020202020204" pitchFamily="34" charset="0"/>
                        </a:rPr>
                        <a:t>Disc bulge/Degeneration</a:t>
                      </a:r>
                    </a:p>
                  </a:txBody>
                  <a:tcPr/>
                </a:tc>
                <a:tc>
                  <a:txBody>
                    <a:bodyPr/>
                    <a:lstStyle/>
                    <a:p>
                      <a:r>
                        <a:rPr lang="en-GB" sz="1600" dirty="0">
                          <a:latin typeface="Aptos" panose="020B0004020202020204" pitchFamily="34" charset="0"/>
                        </a:rPr>
                        <a:t>Early changes in disc, loss of height, Annulus intact but weak</a:t>
                      </a:r>
                    </a:p>
                  </a:txBody>
                  <a:tcPr/>
                </a:tc>
                <a:tc>
                  <a:txBody>
                    <a:bodyPr/>
                    <a:lstStyle/>
                    <a:p>
                      <a:r>
                        <a:rPr lang="en-GB" sz="1600" dirty="0">
                          <a:latin typeface="Aptos" panose="020B0004020202020204" pitchFamily="34" charset="0"/>
                        </a:rPr>
                        <a:t>Often asymptomatic or mild back pain</a:t>
                      </a:r>
                    </a:p>
                  </a:txBody>
                  <a:tcPr/>
                </a:tc>
                <a:tc>
                  <a:txBody>
                    <a:bodyPr/>
                    <a:lstStyle/>
                    <a:p>
                      <a:r>
                        <a:rPr lang="en-GB" sz="1600" dirty="0">
                          <a:latin typeface="Aptos" panose="020B0004020202020204" pitchFamily="34" charset="0"/>
                        </a:rPr>
                        <a:t>Mild extension of disc margin beyond vertebral body, &lt;3mm</a:t>
                      </a:r>
                    </a:p>
                  </a:txBody>
                  <a:tcPr/>
                </a:tc>
                <a:extLst>
                  <a:ext uri="{0D108BD9-81ED-4DB2-BD59-A6C34878D82A}">
                    <a16:rowId xmlns:a16="http://schemas.microsoft.com/office/drawing/2014/main" val="3288179605"/>
                  </a:ext>
                </a:extLst>
              </a:tr>
              <a:tr h="439959">
                <a:tc>
                  <a:txBody>
                    <a:bodyPr/>
                    <a:lstStyle/>
                    <a:p>
                      <a:r>
                        <a:rPr lang="en-GB" sz="1600" dirty="0">
                          <a:latin typeface="Aptos" panose="020B0004020202020204" pitchFamily="34" charset="0"/>
                        </a:rPr>
                        <a:t>Protrusion</a:t>
                      </a:r>
                    </a:p>
                  </a:txBody>
                  <a:tcPr/>
                </a:tc>
                <a:tc>
                  <a:txBody>
                    <a:bodyPr/>
                    <a:lstStyle/>
                    <a:p>
                      <a:r>
                        <a:rPr lang="en-GB" sz="1600" dirty="0">
                          <a:latin typeface="Aptos" panose="020B0004020202020204" pitchFamily="34" charset="0"/>
                        </a:rPr>
                        <a:t>Nucleus pushes into annulus/outer Fibers intact</a:t>
                      </a:r>
                    </a:p>
                  </a:txBody>
                  <a:tcPr/>
                </a:tc>
                <a:tc>
                  <a:txBody>
                    <a:bodyPr/>
                    <a:lstStyle/>
                    <a:p>
                      <a:r>
                        <a:rPr lang="en-GB" sz="1600" dirty="0">
                          <a:latin typeface="Aptos" panose="020B0004020202020204" pitchFamily="34" charset="0"/>
                        </a:rPr>
                        <a:t>Local or referred pain, occasional radiculopathy</a:t>
                      </a:r>
                    </a:p>
                  </a:txBody>
                  <a:tcPr/>
                </a:tc>
                <a:tc>
                  <a:txBody>
                    <a:bodyPr/>
                    <a:lstStyle/>
                    <a:p>
                      <a:r>
                        <a:rPr lang="en-GB" sz="1600" dirty="0">
                          <a:latin typeface="Aptos" panose="020B0004020202020204" pitchFamily="34" charset="0"/>
                        </a:rPr>
                        <a:t>Focal outpouching of disc</a:t>
                      </a:r>
                    </a:p>
                  </a:txBody>
                  <a:tcPr/>
                </a:tc>
                <a:extLst>
                  <a:ext uri="{0D108BD9-81ED-4DB2-BD59-A6C34878D82A}">
                    <a16:rowId xmlns:a16="http://schemas.microsoft.com/office/drawing/2014/main" val="1760408451"/>
                  </a:ext>
                </a:extLst>
              </a:tr>
              <a:tr h="439959">
                <a:tc>
                  <a:txBody>
                    <a:bodyPr/>
                    <a:lstStyle/>
                    <a:p>
                      <a:r>
                        <a:rPr lang="en-GB" sz="1600" dirty="0">
                          <a:latin typeface="Aptos" panose="020B0004020202020204" pitchFamily="34" charset="0"/>
                        </a:rPr>
                        <a:t>Extrusion</a:t>
                      </a:r>
                    </a:p>
                  </a:txBody>
                  <a:tcPr/>
                </a:tc>
                <a:tc>
                  <a:txBody>
                    <a:bodyPr/>
                    <a:lstStyle/>
                    <a:p>
                      <a:r>
                        <a:rPr lang="en-GB" sz="1600" dirty="0">
                          <a:latin typeface="Aptos" panose="020B0004020202020204" pitchFamily="34" charset="0"/>
                        </a:rPr>
                        <a:t>Annular fibres disrupted, NP in epidural space but remains connected </a:t>
                      </a:r>
                    </a:p>
                  </a:txBody>
                  <a:tcPr/>
                </a:tc>
                <a:tc>
                  <a:txBody>
                    <a:bodyPr/>
                    <a:lstStyle/>
                    <a:p>
                      <a:r>
                        <a:rPr lang="en-GB" sz="1600" dirty="0">
                          <a:latin typeface="Aptos" panose="020B0004020202020204" pitchFamily="34" charset="0"/>
                        </a:rPr>
                        <a:t>Clear radicular pain, neurological sign possible</a:t>
                      </a:r>
                    </a:p>
                  </a:txBody>
                  <a:tcPr/>
                </a:tc>
                <a:tc>
                  <a:txBody>
                    <a:bodyPr/>
                    <a:lstStyle/>
                    <a:p>
                      <a:r>
                        <a:rPr lang="en-US" sz="1600" dirty="0">
                          <a:latin typeface="Aptos" panose="020B0004020202020204" pitchFamily="34" charset="0"/>
                        </a:rPr>
                        <a:t>Narrow neck with free extension beyond annulus.</a:t>
                      </a:r>
                      <a:endParaRPr lang="en-GB" sz="1600" dirty="0">
                        <a:latin typeface="Aptos" panose="020B0004020202020204" pitchFamily="34" charset="0"/>
                      </a:endParaRPr>
                    </a:p>
                  </a:txBody>
                  <a:tcPr/>
                </a:tc>
                <a:extLst>
                  <a:ext uri="{0D108BD9-81ED-4DB2-BD59-A6C34878D82A}">
                    <a16:rowId xmlns:a16="http://schemas.microsoft.com/office/drawing/2014/main" val="4225966044"/>
                  </a:ext>
                </a:extLst>
              </a:tr>
              <a:tr h="439959">
                <a:tc>
                  <a:txBody>
                    <a:bodyPr/>
                    <a:lstStyle/>
                    <a:p>
                      <a:r>
                        <a:rPr lang="en-GB" sz="1600" dirty="0">
                          <a:latin typeface="Aptos" panose="020B0004020202020204" pitchFamily="34" charset="0"/>
                        </a:rPr>
                        <a:t>Sequestration</a:t>
                      </a:r>
                    </a:p>
                  </a:txBody>
                  <a:tcPr/>
                </a:tc>
                <a:tc>
                  <a:txBody>
                    <a:bodyPr/>
                    <a:lstStyle/>
                    <a:p>
                      <a:r>
                        <a:rPr lang="en-GB" sz="1600" dirty="0">
                          <a:latin typeface="Aptos" panose="020B0004020202020204" pitchFamily="34" charset="0"/>
                        </a:rPr>
                        <a:t>NP fragment detaches completely and migrates</a:t>
                      </a:r>
                    </a:p>
                  </a:txBody>
                  <a:tcPr/>
                </a:tc>
                <a:tc>
                  <a:txBody>
                    <a:bodyPr/>
                    <a:lstStyle/>
                    <a:p>
                      <a:r>
                        <a:rPr lang="en-GB" sz="1600" dirty="0">
                          <a:latin typeface="Aptos" panose="020B0004020202020204" pitchFamily="34" charset="0"/>
                        </a:rPr>
                        <a:t>Motor or sensory loss, Possible CES or Foot drop</a:t>
                      </a:r>
                    </a:p>
                  </a:txBody>
                  <a:tcPr/>
                </a:tc>
                <a:tc>
                  <a:txBody>
                    <a:bodyPr/>
                    <a:lstStyle/>
                    <a:p>
                      <a:r>
                        <a:rPr lang="en-GB" sz="1600" dirty="0">
                          <a:latin typeface="Aptos" panose="020B0004020202020204" pitchFamily="34" charset="0"/>
                        </a:rPr>
                        <a:t>Free fragment seen on MRI, may migrate up and down</a:t>
                      </a:r>
                    </a:p>
                  </a:txBody>
                  <a:tcPr/>
                </a:tc>
                <a:extLst>
                  <a:ext uri="{0D108BD9-81ED-4DB2-BD59-A6C34878D82A}">
                    <a16:rowId xmlns:a16="http://schemas.microsoft.com/office/drawing/2014/main" val="2178172189"/>
                  </a:ext>
                </a:extLst>
              </a:tr>
            </a:tbl>
          </a:graphicData>
        </a:graphic>
      </p:graphicFrame>
      <p:pic>
        <p:nvPicPr>
          <p:cNvPr id="7" name="Picture 6">
            <a:extLst>
              <a:ext uri="{FF2B5EF4-FFF2-40B4-BE49-F238E27FC236}">
                <a16:creationId xmlns:a16="http://schemas.microsoft.com/office/drawing/2014/main" id="{0F109422-5888-2155-F4C6-93BAC562EC6A}"/>
              </a:ext>
            </a:extLst>
          </p:cNvPr>
          <p:cNvPicPr>
            <a:picLocks noChangeAspect="1"/>
          </p:cNvPicPr>
          <p:nvPr/>
        </p:nvPicPr>
        <p:blipFill>
          <a:blip r:embed="rId3"/>
          <a:stretch>
            <a:fillRect/>
          </a:stretch>
        </p:blipFill>
        <p:spPr>
          <a:xfrm>
            <a:off x="9141531" y="1891146"/>
            <a:ext cx="3050469" cy="3401114"/>
          </a:xfrm>
          <a:prstGeom prst="rect">
            <a:avLst/>
          </a:prstGeom>
        </p:spPr>
      </p:pic>
    </p:spTree>
    <p:extLst>
      <p:ext uri="{BB962C8B-B14F-4D97-AF65-F5344CB8AC3E}">
        <p14:creationId xmlns:p14="http://schemas.microsoft.com/office/powerpoint/2010/main" val="36687701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4E02B-8827-808C-495A-1005AA94894D}"/>
              </a:ext>
            </a:extLst>
          </p:cNvPr>
          <p:cNvSpPr>
            <a:spLocks noGrp="1"/>
          </p:cNvSpPr>
          <p:nvPr>
            <p:ph type="title"/>
          </p:nvPr>
        </p:nvSpPr>
        <p:spPr>
          <a:xfrm>
            <a:off x="838200" y="365125"/>
            <a:ext cx="10515600" cy="809748"/>
          </a:xfrm>
        </p:spPr>
        <p:txBody>
          <a:bodyPr>
            <a:normAutofit/>
          </a:bodyPr>
          <a:lstStyle/>
          <a:p>
            <a:r>
              <a:rPr lang="en-GB" sz="2800" dirty="0"/>
              <a:t>Cervical radiculopathy and myelopathy</a:t>
            </a:r>
          </a:p>
        </p:txBody>
      </p:sp>
      <p:graphicFrame>
        <p:nvGraphicFramePr>
          <p:cNvPr id="7" name="Content Placeholder 6">
            <a:extLst>
              <a:ext uri="{FF2B5EF4-FFF2-40B4-BE49-F238E27FC236}">
                <a16:creationId xmlns:a16="http://schemas.microsoft.com/office/drawing/2014/main" id="{342DD110-0E09-4924-2086-B30F87CC21BB}"/>
              </a:ext>
            </a:extLst>
          </p:cNvPr>
          <p:cNvGraphicFramePr>
            <a:graphicFrameLocks noGrp="1"/>
          </p:cNvGraphicFramePr>
          <p:nvPr>
            <p:ph idx="1"/>
            <p:extLst>
              <p:ext uri="{D42A27DB-BD31-4B8C-83A1-F6EECF244321}">
                <p14:modId xmlns:p14="http://schemas.microsoft.com/office/powerpoint/2010/main" val="4448367"/>
              </p:ext>
            </p:extLst>
          </p:nvPr>
        </p:nvGraphicFramePr>
        <p:xfrm>
          <a:off x="-23446" y="1371600"/>
          <a:ext cx="12163651" cy="5138748"/>
        </p:xfrm>
        <a:graphic>
          <a:graphicData uri="http://schemas.openxmlformats.org/drawingml/2006/table">
            <a:tbl>
              <a:tblPr firstRow="1" bandRow="1">
                <a:tableStyleId>{5C22544A-7EE6-4342-B048-85BDC9FD1C3A}</a:tableStyleId>
              </a:tblPr>
              <a:tblGrid>
                <a:gridCol w="1462367">
                  <a:extLst>
                    <a:ext uri="{9D8B030D-6E8A-4147-A177-3AD203B41FA5}">
                      <a16:colId xmlns:a16="http://schemas.microsoft.com/office/drawing/2014/main" val="233150151"/>
                    </a:ext>
                  </a:extLst>
                </a:gridCol>
                <a:gridCol w="5113506">
                  <a:extLst>
                    <a:ext uri="{9D8B030D-6E8A-4147-A177-3AD203B41FA5}">
                      <a16:colId xmlns:a16="http://schemas.microsoft.com/office/drawing/2014/main" val="2015694519"/>
                    </a:ext>
                  </a:extLst>
                </a:gridCol>
                <a:gridCol w="5587778">
                  <a:extLst>
                    <a:ext uri="{9D8B030D-6E8A-4147-A177-3AD203B41FA5}">
                      <a16:colId xmlns:a16="http://schemas.microsoft.com/office/drawing/2014/main" val="4182528075"/>
                    </a:ext>
                  </a:extLst>
                </a:gridCol>
              </a:tblGrid>
              <a:tr h="856458">
                <a:tc>
                  <a:txBody>
                    <a:bodyPr/>
                    <a:lstStyle/>
                    <a:p>
                      <a:endParaRPr lang="en-GB" sz="1600">
                        <a:latin typeface="Aptos" panose="020B0004020202020204" pitchFamily="34" charset="0"/>
                      </a:endParaRPr>
                    </a:p>
                  </a:txBody>
                  <a:tcPr/>
                </a:tc>
                <a:tc>
                  <a:txBody>
                    <a:bodyPr/>
                    <a:lstStyle/>
                    <a:p>
                      <a:r>
                        <a:rPr lang="en-GB" sz="1600" dirty="0">
                          <a:latin typeface="Aptos" panose="020B0004020202020204" pitchFamily="34" charset="0"/>
                        </a:rPr>
                        <a:t>Cervical radiculopathy</a:t>
                      </a:r>
                    </a:p>
                  </a:txBody>
                  <a:tcPr/>
                </a:tc>
                <a:tc>
                  <a:txBody>
                    <a:bodyPr/>
                    <a:lstStyle/>
                    <a:p>
                      <a:r>
                        <a:rPr lang="en-GB" sz="1600">
                          <a:latin typeface="Aptos" panose="020B0004020202020204" pitchFamily="34" charset="0"/>
                        </a:rPr>
                        <a:t>Cervical Myelopathy</a:t>
                      </a:r>
                    </a:p>
                  </a:txBody>
                  <a:tcPr/>
                </a:tc>
                <a:extLst>
                  <a:ext uri="{0D108BD9-81ED-4DB2-BD59-A6C34878D82A}">
                    <a16:rowId xmlns:a16="http://schemas.microsoft.com/office/drawing/2014/main" val="3604517665"/>
                  </a:ext>
                </a:extLst>
              </a:tr>
              <a:tr h="856458">
                <a:tc>
                  <a:txBody>
                    <a:bodyPr/>
                    <a:lstStyle/>
                    <a:p>
                      <a:endParaRPr lang="en-GB" sz="1600">
                        <a:latin typeface="Aptos" panose="020B0004020202020204" pitchFamily="34" charset="0"/>
                      </a:endParaRPr>
                    </a:p>
                  </a:txBody>
                  <a:tcPr/>
                </a:tc>
                <a:tc>
                  <a:txBody>
                    <a:bodyPr/>
                    <a:lstStyle/>
                    <a:p>
                      <a:r>
                        <a:rPr lang="en-GB" sz="1600">
                          <a:latin typeface="Aptos" panose="020B0004020202020204" pitchFamily="34" charset="0"/>
                        </a:rPr>
                        <a:t>Sensory symptoms (more common) and lower motor neurone weakness-usually unilateral</a:t>
                      </a:r>
                    </a:p>
                  </a:txBody>
                  <a:tcPr/>
                </a:tc>
                <a:tc>
                  <a:txBody>
                    <a:bodyPr/>
                    <a:lstStyle/>
                    <a:p>
                      <a:r>
                        <a:rPr lang="en-GB" sz="1600">
                          <a:latin typeface="Aptos" panose="020B0004020202020204" pitchFamily="34" charset="0"/>
                        </a:rPr>
                        <a:t>Mixed upper and lower motor neurone and sensory –usually bilateral</a:t>
                      </a:r>
                    </a:p>
                  </a:txBody>
                  <a:tcPr/>
                </a:tc>
                <a:extLst>
                  <a:ext uri="{0D108BD9-81ED-4DB2-BD59-A6C34878D82A}">
                    <a16:rowId xmlns:a16="http://schemas.microsoft.com/office/drawing/2014/main" val="3462866223"/>
                  </a:ext>
                </a:extLst>
              </a:tr>
              <a:tr h="856458">
                <a:tc>
                  <a:txBody>
                    <a:bodyPr/>
                    <a:lstStyle/>
                    <a:p>
                      <a:r>
                        <a:rPr lang="en-GB" sz="1600">
                          <a:latin typeface="Aptos" panose="020B0004020202020204" pitchFamily="34" charset="0"/>
                        </a:rPr>
                        <a:t>c5</a:t>
                      </a:r>
                    </a:p>
                  </a:txBody>
                  <a:tcPr/>
                </a:tc>
                <a:tc>
                  <a:txBody>
                    <a:bodyPr/>
                    <a:lstStyle/>
                    <a:p>
                      <a:r>
                        <a:rPr lang="en-GB" sz="1600">
                          <a:latin typeface="Aptos" panose="020B0004020202020204" pitchFamily="34" charset="0"/>
                        </a:rPr>
                        <a:t>Deltoid/Biceps weakness,</a:t>
                      </a:r>
                    </a:p>
                    <a:p>
                      <a:pPr lvl="0">
                        <a:buNone/>
                      </a:pPr>
                      <a:r>
                        <a:rPr lang="en-GB" sz="1600">
                          <a:latin typeface="Aptos" panose="020B0004020202020204" pitchFamily="34" charset="0"/>
                        </a:rPr>
                        <a:t>Reduced biceps reflex</a:t>
                      </a:r>
                    </a:p>
                  </a:txBody>
                  <a:tcPr/>
                </a:tc>
                <a:tc rowSpan="4">
                  <a:txBody>
                    <a:bodyPr/>
                    <a:lstStyle/>
                    <a:p>
                      <a:pPr marL="285750" indent="-285750">
                        <a:buFont typeface="Arial"/>
                        <a:buChar char="•"/>
                      </a:pPr>
                      <a:r>
                        <a:rPr lang="en-GB" sz="1600" dirty="0">
                          <a:latin typeface="Aptos" panose="020B0004020202020204" pitchFamily="34" charset="0"/>
                        </a:rPr>
                        <a:t> Pyramidal weakness:</a:t>
                      </a:r>
                    </a:p>
                    <a:p>
                      <a:pPr lvl="0">
                        <a:buNone/>
                      </a:pPr>
                      <a:r>
                        <a:rPr lang="en-GB" sz="1600" dirty="0">
                          <a:latin typeface="Aptos" panose="020B0004020202020204" pitchFamily="34" charset="0"/>
                        </a:rPr>
                        <a:t>-Upper limb extensors more than flexors</a:t>
                      </a:r>
                    </a:p>
                    <a:p>
                      <a:pPr lvl="0">
                        <a:buNone/>
                      </a:pPr>
                      <a:r>
                        <a:rPr lang="en-GB" sz="1600" dirty="0">
                          <a:latin typeface="Aptos" panose="020B0004020202020204" pitchFamily="34" charset="0"/>
                        </a:rPr>
                        <a:t>-Lower limb flexors more than extensors</a:t>
                      </a:r>
                    </a:p>
                    <a:p>
                      <a:pPr marL="285750" lvl="0" indent="-285750">
                        <a:buFont typeface="Arial"/>
                        <a:buChar char="•"/>
                      </a:pPr>
                      <a:r>
                        <a:rPr lang="en-GB" sz="1600" dirty="0">
                          <a:latin typeface="Aptos" panose="020B0004020202020204" pitchFamily="34" charset="0"/>
                        </a:rPr>
                        <a:t>Limb hyper </a:t>
                      </a:r>
                      <a:r>
                        <a:rPr lang="en-GB" sz="1600" dirty="0" err="1">
                          <a:latin typeface="Aptos" panose="020B0004020202020204" pitchFamily="34" charset="0"/>
                        </a:rPr>
                        <a:t>reflexia</a:t>
                      </a:r>
                      <a:endParaRPr lang="en-GB" sz="1600" dirty="0">
                        <a:latin typeface="Aptos" panose="020B0004020202020204" pitchFamily="34" charset="0"/>
                      </a:endParaRPr>
                    </a:p>
                    <a:p>
                      <a:pPr marL="285750" lvl="0" indent="-285750">
                        <a:buFont typeface="Arial"/>
                        <a:buChar char="•"/>
                      </a:pPr>
                      <a:r>
                        <a:rPr lang="en-GB" sz="1600" dirty="0">
                          <a:latin typeface="Aptos" panose="020B0004020202020204" pitchFamily="34" charset="0"/>
                        </a:rPr>
                        <a:t>Spasticity</a:t>
                      </a:r>
                    </a:p>
                    <a:p>
                      <a:pPr marL="285750" lvl="0" indent="-285750">
                        <a:buFont typeface="Arial"/>
                        <a:buChar char="•"/>
                      </a:pPr>
                      <a:r>
                        <a:rPr lang="en-GB" sz="1600" dirty="0">
                          <a:latin typeface="Aptos" panose="020B0004020202020204" pitchFamily="34" charset="0"/>
                        </a:rPr>
                        <a:t>Ankle clonus</a:t>
                      </a:r>
                    </a:p>
                    <a:p>
                      <a:pPr marL="285750" lvl="0" indent="-285750">
                        <a:buFont typeface="Arial"/>
                        <a:buChar char="•"/>
                      </a:pPr>
                      <a:r>
                        <a:rPr lang="en-GB" sz="1600" dirty="0">
                          <a:latin typeface="Aptos" panose="020B0004020202020204" pitchFamily="34" charset="0"/>
                        </a:rPr>
                        <a:t>Upgoing plantar</a:t>
                      </a:r>
                    </a:p>
                    <a:p>
                      <a:pPr marL="285750" lvl="0" indent="-285750">
                        <a:buFont typeface="Arial"/>
                        <a:buChar char="•"/>
                      </a:pPr>
                      <a:r>
                        <a:rPr lang="en-GB" sz="1600" dirty="0">
                          <a:latin typeface="Aptos" panose="020B0004020202020204" pitchFamily="34" charset="0"/>
                        </a:rPr>
                        <a:t>Sensory loss (may have a level on trunk)</a:t>
                      </a:r>
                    </a:p>
                    <a:p>
                      <a:pPr marL="285750" lvl="0" indent="-285750">
                        <a:buFont typeface="Arial"/>
                        <a:buChar char="•"/>
                      </a:pPr>
                      <a:r>
                        <a:rPr lang="en-GB" sz="1600" dirty="0">
                          <a:latin typeface="Aptos" panose="020B0004020202020204" pitchFamily="34" charset="0"/>
                        </a:rPr>
                        <a:t>Lhermitte's sign( Electric shock sensation down spine/in to limbs with flexion of extension of neck)</a:t>
                      </a:r>
                    </a:p>
                    <a:p>
                      <a:pPr marL="285750" lvl="0" indent="-285750">
                        <a:buFont typeface="Arial"/>
                        <a:buChar char="•"/>
                      </a:pPr>
                      <a:r>
                        <a:rPr lang="en-GB" sz="1600" dirty="0">
                          <a:latin typeface="Aptos" panose="020B0004020202020204" pitchFamily="34" charset="0"/>
                        </a:rPr>
                        <a:t>Gait disturbance</a:t>
                      </a:r>
                    </a:p>
                  </a:txBody>
                  <a:tcPr/>
                </a:tc>
                <a:extLst>
                  <a:ext uri="{0D108BD9-81ED-4DB2-BD59-A6C34878D82A}">
                    <a16:rowId xmlns:a16="http://schemas.microsoft.com/office/drawing/2014/main" val="610437571"/>
                  </a:ext>
                </a:extLst>
              </a:tr>
              <a:tr h="856458">
                <a:tc>
                  <a:txBody>
                    <a:bodyPr/>
                    <a:lstStyle/>
                    <a:p>
                      <a:r>
                        <a:rPr lang="en-GB" sz="1600">
                          <a:latin typeface="Aptos" panose="020B0004020202020204" pitchFamily="34" charset="0"/>
                        </a:rPr>
                        <a:t>c6</a:t>
                      </a:r>
                    </a:p>
                  </a:txBody>
                  <a:tcPr/>
                </a:tc>
                <a:tc>
                  <a:txBody>
                    <a:bodyPr/>
                    <a:lstStyle/>
                    <a:p>
                      <a:r>
                        <a:rPr lang="en-GB" sz="1600" dirty="0">
                          <a:latin typeface="Aptos" panose="020B0004020202020204" pitchFamily="34" charset="0"/>
                        </a:rPr>
                        <a:t>Brachioradialis/wrist extensor weakness</a:t>
                      </a:r>
                    </a:p>
                    <a:p>
                      <a:pPr lvl="0">
                        <a:buNone/>
                      </a:pPr>
                      <a:r>
                        <a:rPr lang="en-GB" sz="1600" dirty="0">
                          <a:latin typeface="Aptos" panose="020B0004020202020204" pitchFamily="34" charset="0"/>
                        </a:rPr>
                        <a:t>Thumb paraesthesia</a:t>
                      </a:r>
                    </a:p>
                    <a:p>
                      <a:pPr lvl="0">
                        <a:buNone/>
                      </a:pPr>
                      <a:r>
                        <a:rPr lang="en-GB" sz="1600" dirty="0">
                          <a:latin typeface="Aptos" panose="020B0004020202020204" pitchFamily="34" charset="0"/>
                        </a:rPr>
                        <a:t>Reduce brachioradialis reflex</a:t>
                      </a:r>
                    </a:p>
                  </a:txBody>
                  <a:tcPr/>
                </a:tc>
                <a:tc vMerge="1">
                  <a:txBody>
                    <a:bodyPr/>
                    <a:lstStyle/>
                    <a:p>
                      <a:endParaRPr lang="en-US"/>
                    </a:p>
                  </a:txBody>
                  <a:tcPr/>
                </a:tc>
                <a:extLst>
                  <a:ext uri="{0D108BD9-81ED-4DB2-BD59-A6C34878D82A}">
                    <a16:rowId xmlns:a16="http://schemas.microsoft.com/office/drawing/2014/main" val="201624377"/>
                  </a:ext>
                </a:extLst>
              </a:tr>
              <a:tr h="856458">
                <a:tc>
                  <a:txBody>
                    <a:bodyPr/>
                    <a:lstStyle/>
                    <a:p>
                      <a:r>
                        <a:rPr lang="en-GB" sz="1600">
                          <a:latin typeface="Aptos" panose="020B0004020202020204" pitchFamily="34" charset="0"/>
                        </a:rPr>
                        <a:t>c7</a:t>
                      </a:r>
                    </a:p>
                  </a:txBody>
                  <a:tcPr/>
                </a:tc>
                <a:tc>
                  <a:txBody>
                    <a:bodyPr/>
                    <a:lstStyle/>
                    <a:p>
                      <a:r>
                        <a:rPr lang="en-GB" sz="1600" dirty="0">
                          <a:latin typeface="Aptos" panose="020B0004020202020204" pitchFamily="34" charset="0"/>
                        </a:rPr>
                        <a:t>Triceps and wrist flexion weakness</a:t>
                      </a:r>
                    </a:p>
                    <a:p>
                      <a:pPr lvl="0">
                        <a:buNone/>
                      </a:pPr>
                      <a:r>
                        <a:rPr lang="en-GB" sz="1600" dirty="0">
                          <a:latin typeface="Aptos" panose="020B0004020202020204" pitchFamily="34" charset="0"/>
                        </a:rPr>
                        <a:t>Paraesthesia in index, middle and ring finger</a:t>
                      </a:r>
                    </a:p>
                  </a:txBody>
                  <a:tcPr/>
                </a:tc>
                <a:tc vMerge="1">
                  <a:txBody>
                    <a:bodyPr/>
                    <a:lstStyle/>
                    <a:p>
                      <a:endParaRPr lang="en-US"/>
                    </a:p>
                  </a:txBody>
                  <a:tcPr/>
                </a:tc>
                <a:extLst>
                  <a:ext uri="{0D108BD9-81ED-4DB2-BD59-A6C34878D82A}">
                    <a16:rowId xmlns:a16="http://schemas.microsoft.com/office/drawing/2014/main" val="3918241482"/>
                  </a:ext>
                </a:extLst>
              </a:tr>
              <a:tr h="856458">
                <a:tc>
                  <a:txBody>
                    <a:bodyPr/>
                    <a:lstStyle/>
                    <a:p>
                      <a:r>
                        <a:rPr lang="en-GB" sz="1600">
                          <a:latin typeface="Aptos" panose="020B0004020202020204" pitchFamily="34" charset="0"/>
                        </a:rPr>
                        <a:t>c8</a:t>
                      </a:r>
                    </a:p>
                  </a:txBody>
                  <a:tcPr/>
                </a:tc>
                <a:tc>
                  <a:txBody>
                    <a:bodyPr/>
                    <a:lstStyle/>
                    <a:p>
                      <a:r>
                        <a:rPr lang="en-GB" sz="1600" dirty="0">
                          <a:latin typeface="Aptos" panose="020B0004020202020204" pitchFamily="34" charset="0"/>
                        </a:rPr>
                        <a:t>Weakness of distal phalanx flexion (unable to keep fingers curled)</a:t>
                      </a:r>
                    </a:p>
                    <a:p>
                      <a:pPr lvl="0">
                        <a:buNone/>
                      </a:pPr>
                      <a:r>
                        <a:rPr lang="en-GB" sz="1600" dirty="0">
                          <a:latin typeface="Aptos" panose="020B0004020202020204" pitchFamily="34" charset="0"/>
                        </a:rPr>
                        <a:t>Little finger paraesthesia</a:t>
                      </a:r>
                    </a:p>
                  </a:txBody>
                  <a:tcPr/>
                </a:tc>
                <a:tc vMerge="1">
                  <a:txBody>
                    <a:bodyPr/>
                    <a:lstStyle/>
                    <a:p>
                      <a:endParaRPr lang="en-US"/>
                    </a:p>
                  </a:txBody>
                  <a:tcPr/>
                </a:tc>
                <a:extLst>
                  <a:ext uri="{0D108BD9-81ED-4DB2-BD59-A6C34878D82A}">
                    <a16:rowId xmlns:a16="http://schemas.microsoft.com/office/drawing/2014/main" val="895422565"/>
                  </a:ext>
                </a:extLst>
              </a:tr>
            </a:tbl>
          </a:graphicData>
        </a:graphic>
      </p:graphicFrame>
    </p:spTree>
    <p:extLst>
      <p:ext uri="{BB962C8B-B14F-4D97-AF65-F5344CB8AC3E}">
        <p14:creationId xmlns:p14="http://schemas.microsoft.com/office/powerpoint/2010/main" val="39149891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4423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4FC945-D584-BA6A-C5ED-DDC38EC135DE}"/>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spcBef>
                <a:spcPct val="0"/>
              </a:spcBef>
            </a:pPr>
            <a:r>
              <a:rPr lang="en-US" sz="2600" kern="1200">
                <a:solidFill>
                  <a:srgbClr val="FFFFFF"/>
                </a:solidFill>
                <a:latin typeface="+mj-lt"/>
                <a:ea typeface="+mj-ea"/>
                <a:cs typeface="+mj-cs"/>
              </a:rPr>
              <a:t>Cervical nerve root </a:t>
            </a:r>
          </a:p>
        </p:txBody>
      </p:sp>
      <p:pic>
        <p:nvPicPr>
          <p:cNvPr id="17" name="Picture 16">
            <a:extLst>
              <a:ext uri="{FF2B5EF4-FFF2-40B4-BE49-F238E27FC236}">
                <a16:creationId xmlns:a16="http://schemas.microsoft.com/office/drawing/2014/main" id="{E8A3D355-DCCA-3108-28FB-0027B1F51819}"/>
              </a:ext>
            </a:extLst>
          </p:cNvPr>
          <p:cNvPicPr>
            <a:picLocks noChangeAspect="1"/>
          </p:cNvPicPr>
          <p:nvPr/>
        </p:nvPicPr>
        <p:blipFill>
          <a:blip r:embed="rId2"/>
          <a:stretch>
            <a:fillRect/>
          </a:stretch>
        </p:blipFill>
        <p:spPr>
          <a:xfrm>
            <a:off x="4356244" y="114143"/>
            <a:ext cx="7551504" cy="6235285"/>
          </a:xfrm>
          <a:prstGeom prst="rect">
            <a:avLst/>
          </a:prstGeom>
        </p:spPr>
      </p:pic>
    </p:spTree>
    <p:extLst>
      <p:ext uri="{BB962C8B-B14F-4D97-AF65-F5344CB8AC3E}">
        <p14:creationId xmlns:p14="http://schemas.microsoft.com/office/powerpoint/2010/main" val="28049308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6846FE24-254C-4554-501A-3F72AC3F813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2400">
              <a:solidFill>
                <a:srgbClr val="FFFFFF"/>
              </a:solidFill>
              <a:latin typeface="Calibri" charset="0"/>
              <a:ea typeface="ＭＳ Ｐゴシック" charset="0"/>
            </a:endParaRPr>
          </a:p>
        </p:txBody>
      </p:sp>
      <p:sp>
        <p:nvSpPr>
          <p:cNvPr id="58371" name="Rectangle 3">
            <a:extLst>
              <a:ext uri="{FF2B5EF4-FFF2-40B4-BE49-F238E27FC236}">
                <a16:creationId xmlns:a16="http://schemas.microsoft.com/office/drawing/2014/main" id="{8DBA9F3E-1DCA-D8AE-4459-5B47D214908F}"/>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2400">
              <a:solidFill>
                <a:srgbClr val="FFFFFF"/>
              </a:solidFill>
              <a:latin typeface="Calibri" charset="0"/>
              <a:ea typeface="ＭＳ Ｐゴシック" charset="0"/>
            </a:endParaRPr>
          </a:p>
        </p:txBody>
      </p:sp>
      <p:pic>
        <p:nvPicPr>
          <p:cNvPr id="11268" name="Picture 4" descr="dermatomes">
            <a:extLst>
              <a:ext uri="{FF2B5EF4-FFF2-40B4-BE49-F238E27FC236}">
                <a16:creationId xmlns:a16="http://schemas.microsoft.com/office/drawing/2014/main" id="{797029E0-2010-7774-829D-7C2AF4F775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7476" y="765175"/>
            <a:ext cx="4513263" cy="554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5" name="Rectangle 34">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9798FC-0099-7CE6-11B3-3FD04E4574E6}"/>
              </a:ext>
            </a:extLst>
          </p:cNvPr>
          <p:cNvSpPr txBox="1">
            <a:spLocks noGrp="1"/>
          </p:cNvSpPr>
          <p:nvPr>
            <p:ph type="title"/>
          </p:nvPr>
        </p:nvSpPr>
        <p:spPr>
          <a:xfrm>
            <a:off x="658617" y="87330"/>
            <a:ext cx="8433427" cy="898581"/>
          </a:xfrm>
          <a:prstGeom prst="ellipse">
            <a:avLst/>
          </a:prstGeom>
        </p:spPr>
        <p:txBody>
          <a:bodyPr vert="horz" lIns="91440" tIns="45720" rIns="91440" bIns="45720" rtlCol="0" anchor="ctr">
            <a:noAutofit/>
          </a:bodyPr>
          <a:lstStyle/>
          <a:p>
            <a:pPr lvl="0">
              <a:spcBef>
                <a:spcPct val="0"/>
              </a:spcBef>
            </a:pPr>
            <a:r>
              <a:rPr lang="en-US" sz="2800" dirty="0">
                <a:solidFill>
                  <a:srgbClr val="FFFFFF"/>
                </a:solidFill>
                <a:latin typeface="Aptos" panose="020B0004020202020204" pitchFamily="34" charset="0"/>
                <a:ea typeface="+mj-ea"/>
                <a:cs typeface="+mj-cs"/>
              </a:rPr>
              <a:t>Nerve root level and supply of legs</a:t>
            </a:r>
          </a:p>
        </p:txBody>
      </p:sp>
      <p:pic>
        <p:nvPicPr>
          <p:cNvPr id="3" name="Picture 4">
            <a:extLst>
              <a:ext uri="{FF2B5EF4-FFF2-40B4-BE49-F238E27FC236}">
                <a16:creationId xmlns:a16="http://schemas.microsoft.com/office/drawing/2014/main" id="{A95B2DC8-C1D4-A0A7-433C-2AA8EFF11AAB}"/>
              </a:ext>
            </a:extLst>
          </p:cNvPr>
          <p:cNvPicPr>
            <a:picLocks noChangeAspect="1"/>
          </p:cNvPicPr>
          <p:nvPr/>
        </p:nvPicPr>
        <p:blipFill>
          <a:blip r:embed="rId2"/>
          <a:stretch>
            <a:fillRect/>
          </a:stretch>
        </p:blipFill>
        <p:spPr>
          <a:xfrm>
            <a:off x="-1" y="1160981"/>
            <a:ext cx="7888578" cy="5609690"/>
          </a:xfrm>
          <a:prstGeom prst="rect">
            <a:avLst/>
          </a:prstGeom>
          <a:noFill/>
        </p:spPr>
      </p:pic>
      <p:pic>
        <p:nvPicPr>
          <p:cNvPr id="13" name="Picture 12" descr="A diagram of the lower limb&#10;&#10;AI-generated content may be incorrect.">
            <a:extLst>
              <a:ext uri="{FF2B5EF4-FFF2-40B4-BE49-F238E27FC236}">
                <a16:creationId xmlns:a16="http://schemas.microsoft.com/office/drawing/2014/main" id="{21180A0D-20EE-6D36-038E-73D2F159CD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88579" y="1160981"/>
            <a:ext cx="4303422" cy="5609689"/>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3005" y="149390"/>
            <a:ext cx="9888496" cy="588365"/>
          </a:xfrm>
        </p:spPr>
        <p:txBody>
          <a:bodyPr anchor="t">
            <a:normAutofit fontScale="90000"/>
          </a:bodyPr>
          <a:lstStyle/>
          <a:p>
            <a:r>
              <a:rPr lang="en-GB" sz="2800">
                <a:solidFill>
                  <a:schemeClr val="bg1"/>
                </a:solidFill>
              </a:rPr>
              <a:t>Referred Pain</a:t>
            </a:r>
            <a:br>
              <a:rPr lang="en-GB" sz="2800">
                <a:solidFill>
                  <a:schemeClr val="bg1"/>
                </a:solidFill>
              </a:rPr>
            </a:br>
            <a:endParaRPr lang="en-GB" sz="280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42900" y="1688641"/>
            <a:ext cx="5278582" cy="5169359"/>
          </a:xfrm>
        </p:spPr>
        <p:txBody>
          <a:bodyPr>
            <a:normAutofit lnSpcReduction="10000"/>
          </a:bodyPr>
          <a:lstStyle/>
          <a:p>
            <a:pPr marL="0" indent="0">
              <a:buNone/>
            </a:pPr>
            <a:endParaRPr lang="en-GB" sz="1100" dirty="0"/>
          </a:p>
          <a:p>
            <a:pPr marL="0" indent="0">
              <a:buNone/>
            </a:pPr>
            <a:r>
              <a:rPr lang="en-GB" sz="1700" dirty="0"/>
              <a:t>Following are causes of referred pain:</a:t>
            </a:r>
          </a:p>
          <a:p>
            <a:r>
              <a:rPr lang="en-GB" sz="1700" b="1" dirty="0"/>
              <a:t>Central disc protrusion</a:t>
            </a:r>
            <a:r>
              <a:rPr lang="en-GB" sz="1700" dirty="0"/>
              <a:t> - Bilateral leg pain, gait or sphincter disturbance, saddle anaesthesia – this is a neurosurgical emergency - refer immediately. </a:t>
            </a:r>
          </a:p>
          <a:p>
            <a:r>
              <a:rPr lang="en-GB" sz="1700" b="1" dirty="0"/>
              <a:t>Nerve root irritation/compression</a:t>
            </a:r>
            <a:r>
              <a:rPr lang="en-GB" sz="1700" dirty="0"/>
              <a:t> - There is a dermatomal distribution of pain, numbness or paraesthesia with loss of reflexes or weakness in </a:t>
            </a:r>
            <a:r>
              <a:rPr lang="en-GB" sz="1700" dirty="0" err="1"/>
              <a:t>corrresponding</a:t>
            </a:r>
            <a:r>
              <a:rPr lang="en-GB" sz="1700" dirty="0"/>
              <a:t> myotomes. It is usually single level. If more than one level is affected, the patient needs urgent assessment. Often, pain in the limbs is greater than pain in the back or neck.</a:t>
            </a:r>
            <a:br>
              <a:rPr lang="en-GB" sz="1700" dirty="0"/>
            </a:br>
            <a:endParaRPr lang="en-GB" sz="1700" dirty="0"/>
          </a:p>
          <a:p>
            <a:r>
              <a:rPr lang="en-GB" sz="1700" b="1" dirty="0"/>
              <a:t>Referred myofascial pain (trapezius, gluteal muscles, paraspinal muscles)</a:t>
            </a:r>
            <a:r>
              <a:rPr lang="en-GB" sz="1700" dirty="0"/>
              <a:t> - The pattern of pain is often deep or aching, usually involving proximal muscle groups (thighs/shoulders). It doesn’t usually extend to hands or feet. Nerve stretch tests such as straight leg raise are not provocative of pain. </a:t>
            </a:r>
            <a:br>
              <a:rPr lang="en-GB" sz="1700" dirty="0"/>
            </a:br>
            <a:endParaRPr lang="en-GB" sz="1700" dirty="0"/>
          </a:p>
          <a:p>
            <a:endParaRPr lang="en-GB" sz="1100" dirty="0"/>
          </a:p>
        </p:txBody>
      </p:sp>
      <p:sp>
        <p:nvSpPr>
          <p:cNvPr id="4" name="Content Placeholder 2">
            <a:extLst>
              <a:ext uri="{FF2B5EF4-FFF2-40B4-BE49-F238E27FC236}">
                <a16:creationId xmlns:a16="http://schemas.microsoft.com/office/drawing/2014/main" id="{7E1E9579-E017-7EE1-11C6-8BC4CB50F145}"/>
              </a:ext>
            </a:extLst>
          </p:cNvPr>
          <p:cNvSpPr txBox="1">
            <a:spLocks/>
          </p:cNvSpPr>
          <p:nvPr/>
        </p:nvSpPr>
        <p:spPr>
          <a:xfrm>
            <a:off x="6688282" y="1539251"/>
            <a:ext cx="5029200" cy="5169359"/>
          </a:xfrm>
          <a:prstGeom prst="rect">
            <a:avLst/>
          </a:prstGeom>
          <a:noFill/>
          <a:ln>
            <a:noFill/>
          </a:ln>
        </p:spPr>
        <p:txBody>
          <a:bodyPr vert="horz" wrap="square" lIns="91440" tIns="45720" rIns="91440" bIns="45720" anchor="t" anchorCtr="0" compatLnSpc="1">
            <a:normAutofit fontScale="92500" lnSpcReduction="10000"/>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itchFamily="34"/>
              <a:buNone/>
            </a:pPr>
            <a:endParaRPr lang="en-GB" sz="1100" dirty="0"/>
          </a:p>
          <a:p>
            <a:pPr marL="0" indent="0">
              <a:buFont typeface="Arial" pitchFamily="34"/>
              <a:buNone/>
            </a:pPr>
            <a:br>
              <a:rPr lang="en-GB" sz="1700" dirty="0"/>
            </a:br>
            <a:endParaRPr lang="en-GB" sz="1700" dirty="0"/>
          </a:p>
          <a:p>
            <a:r>
              <a:rPr lang="en-GB" sz="1700" b="1" dirty="0"/>
              <a:t>Piriformis syndrome</a:t>
            </a:r>
            <a:r>
              <a:rPr lang="en-GB" sz="1700" dirty="0"/>
              <a:t> - The sciatic nerve passes through the piriformis muscle (a hip external rotator) in less than 10% of the population. Pain distribution is similar to sciatica but tends to be worse during or after exercise. Reflexes, motor and sensory testing are usually normal and nerve stretch tests such as the straight leg raise are negative. </a:t>
            </a:r>
            <a:br>
              <a:rPr lang="en-GB" sz="1700" dirty="0"/>
            </a:br>
            <a:endParaRPr lang="en-GB" sz="1700" dirty="0"/>
          </a:p>
          <a:p>
            <a:r>
              <a:rPr lang="en-GB" sz="1700" b="1" dirty="0"/>
              <a:t>Spinal canal stenosis</a:t>
            </a:r>
            <a:r>
              <a:rPr lang="en-GB" sz="1700" dirty="0"/>
              <a:t> - Caused by narrowing of the spinal canal or neural foramina producing root ischaemia and neurogenic claudication. Stenosis of the spinal canal is most often caused by a combination of loss of disc space, osteophytes and a hypertrophic ligamentum flavum. Patients are usually aged over 60 and present with spinal claudication – unilateral or bilateral leg pain, +/- back pain, numbness and weakness which develop after the patient walks a predictable distance. Patients often report it is easier to walk uphill rather than down. It is important to rule out peripheral vascular disease as a differential diagnosis.</a:t>
            </a:r>
          </a:p>
          <a:p>
            <a:endParaRPr lang="en-GB" sz="1100" dirty="0"/>
          </a:p>
        </p:txBody>
      </p:sp>
    </p:spTree>
    <p:extLst>
      <p:ext uri="{BB962C8B-B14F-4D97-AF65-F5344CB8AC3E}">
        <p14:creationId xmlns:p14="http://schemas.microsoft.com/office/powerpoint/2010/main" val="1335399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13911-6D84-415F-4AC1-F812A80E6BA0}"/>
              </a:ext>
            </a:extLst>
          </p:cNvPr>
          <p:cNvSpPr>
            <a:spLocks noGrp="1"/>
          </p:cNvSpPr>
          <p:nvPr>
            <p:ph type="title"/>
          </p:nvPr>
        </p:nvSpPr>
        <p:spPr/>
        <p:txBody>
          <a:bodyPr>
            <a:normAutofit/>
          </a:bodyPr>
          <a:lstStyle/>
          <a:p>
            <a:r>
              <a:rPr lang="en-GB" sz="2800" dirty="0"/>
              <a:t>Nerve root pain management</a:t>
            </a:r>
          </a:p>
        </p:txBody>
      </p:sp>
      <p:sp>
        <p:nvSpPr>
          <p:cNvPr id="4" name="Content Placeholder 2">
            <a:extLst>
              <a:ext uri="{FF2B5EF4-FFF2-40B4-BE49-F238E27FC236}">
                <a16:creationId xmlns:a16="http://schemas.microsoft.com/office/drawing/2014/main" id="{500D57FA-57C7-527E-AB0B-E9F4B4A8641D}"/>
              </a:ext>
            </a:extLst>
          </p:cNvPr>
          <p:cNvSpPr>
            <a:spLocks noGrp="1"/>
          </p:cNvSpPr>
          <p:nvPr>
            <p:ph idx="1"/>
          </p:nvPr>
        </p:nvSpPr>
        <p:spPr>
          <a:xfrm>
            <a:off x="1856512" y="1690688"/>
            <a:ext cx="7817424" cy="43513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sz="1600" dirty="0"/>
              <a:t>The initial management of patients with single-level nerve root symptoms even with neurological signs is the same as for patients with non-specific back pain:</a:t>
            </a:r>
          </a:p>
          <a:p>
            <a:r>
              <a:rPr lang="en-GB" sz="1600" dirty="0"/>
              <a:t>These patients should be reviewed regularly.</a:t>
            </a:r>
          </a:p>
          <a:p>
            <a:r>
              <a:rPr lang="en-GB" sz="1600" dirty="0">
                <a:solidFill>
                  <a:srgbClr val="0070C0"/>
                </a:solidFill>
              </a:rPr>
              <a:t>50% of patients will improve within six weeks.</a:t>
            </a:r>
          </a:p>
          <a:p>
            <a:r>
              <a:rPr lang="en-GB" sz="1600" dirty="0"/>
              <a:t>If symptoms are improving but not resolved, then consider a referral to physiotherapy .</a:t>
            </a:r>
          </a:p>
          <a:p>
            <a:r>
              <a:rPr lang="en-GB" sz="1600" dirty="0"/>
              <a:t>If they have progressive neurological signs or uncontrolled pain, they should be referred for urgent MRI and specialist assessment (i.e. within 1-2 weeks).</a:t>
            </a:r>
          </a:p>
          <a:p>
            <a:r>
              <a:rPr lang="en-GB" sz="1600" dirty="0">
                <a:solidFill>
                  <a:srgbClr val="0070C0"/>
                </a:solidFill>
              </a:rPr>
              <a:t>If nerve root signs and symptoms are not resolving at six weeks</a:t>
            </a:r>
            <a:r>
              <a:rPr lang="en-GB" sz="1600" dirty="0"/>
              <a:t>, consider an </a:t>
            </a:r>
            <a:r>
              <a:rPr lang="en-GB" sz="1600" dirty="0">
                <a:solidFill>
                  <a:srgbClr val="0070C0"/>
                </a:solidFill>
              </a:rPr>
              <a:t>onward referral for MRI scan</a:t>
            </a:r>
            <a:r>
              <a:rPr lang="en-GB" sz="1600" dirty="0"/>
              <a:t> as these patients may be considered for intervention such as nerve root block or surgery.</a:t>
            </a:r>
          </a:p>
          <a:p>
            <a:r>
              <a:rPr lang="en-GB" sz="1600" dirty="0"/>
              <a:t>There is a difficult balance to strike between not referring patients with symptoms of radiculopathy who are likely to improve with conservative treatment too early, and not waiting too long to refer those who are not improving.</a:t>
            </a:r>
          </a:p>
        </p:txBody>
      </p:sp>
    </p:spTree>
    <p:extLst>
      <p:ext uri="{BB962C8B-B14F-4D97-AF65-F5344CB8AC3E}">
        <p14:creationId xmlns:p14="http://schemas.microsoft.com/office/powerpoint/2010/main" val="19059715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AD686166-EB45-E604-08E6-370901FAB30D}"/>
              </a:ext>
            </a:extLst>
          </p:cNvPr>
          <p:cNvSpPr txBox="1">
            <a:spLocks noGrp="1"/>
          </p:cNvSpPr>
          <p:nvPr>
            <p:ph type="title"/>
          </p:nvPr>
        </p:nvSpPr>
        <p:spPr>
          <a:xfrm>
            <a:off x="808261" y="65575"/>
            <a:ext cx="9392421" cy="1239243"/>
          </a:xfrm>
        </p:spPr>
        <p:txBody>
          <a:bodyPr>
            <a:normAutofit/>
          </a:bodyPr>
          <a:lstStyle/>
          <a:p>
            <a:pPr lvl="0"/>
            <a:r>
              <a:rPr lang="en-US" sz="2800" dirty="0">
                <a:latin typeface="+mn-lt"/>
              </a:rPr>
              <a:t>Lumbar</a:t>
            </a:r>
            <a:r>
              <a:rPr lang="en-US" sz="2800" dirty="0"/>
              <a:t> spinal stenosis</a:t>
            </a:r>
          </a:p>
        </p:txBody>
      </p:sp>
      <p:sp>
        <p:nvSpPr>
          <p:cNvPr id="4" name="Content Placeholder 2">
            <a:extLst>
              <a:ext uri="{FF2B5EF4-FFF2-40B4-BE49-F238E27FC236}">
                <a16:creationId xmlns:a16="http://schemas.microsoft.com/office/drawing/2014/main" id="{18AF8D98-3F78-8D72-31E7-2AF8D3D5F5BF}"/>
              </a:ext>
            </a:extLst>
          </p:cNvPr>
          <p:cNvSpPr txBox="1">
            <a:spLocks noGrp="1"/>
          </p:cNvSpPr>
          <p:nvPr>
            <p:ph idx="1"/>
          </p:nvPr>
        </p:nvSpPr>
        <p:spPr>
          <a:xfrm>
            <a:off x="1137034" y="2198362"/>
            <a:ext cx="4958966" cy="3917773"/>
          </a:xfrm>
        </p:spPr>
        <p:txBody>
          <a:bodyPr>
            <a:normAutofit/>
          </a:bodyPr>
          <a:lstStyle/>
          <a:p>
            <a:pPr lvl="0"/>
            <a:r>
              <a:rPr lang="en-US" sz="1700" dirty="0"/>
              <a:t>Narrowing of the spinal canal in the lumbar spine causing compression of spinal nerves, common in adult &gt;60 years</a:t>
            </a:r>
          </a:p>
          <a:p>
            <a:pPr lvl="0"/>
            <a:r>
              <a:rPr lang="en-US" sz="1700" dirty="0"/>
              <a:t>Neurogenic claudication is pain on walking or standing that radiate beyond the spine to the legs and buttocks</a:t>
            </a:r>
          </a:p>
          <a:p>
            <a:pPr lvl="0"/>
            <a:r>
              <a:rPr lang="en-US" sz="1700" dirty="0"/>
              <a:t>Wide based gait</a:t>
            </a:r>
          </a:p>
          <a:p>
            <a:pPr lvl="0"/>
            <a:r>
              <a:rPr lang="en-US" sz="1700" dirty="0"/>
              <a:t>Abnormal Romberg test</a:t>
            </a:r>
          </a:p>
          <a:p>
            <a:pPr marL="0" lvl="0" indent="0">
              <a:buNone/>
            </a:pPr>
            <a:r>
              <a:rPr lang="en-US" sz="1700" dirty="0"/>
              <a:t>Management:</a:t>
            </a:r>
          </a:p>
          <a:p>
            <a:pPr marL="342900" lvl="0" indent="-342900"/>
            <a:r>
              <a:rPr lang="en-US" sz="1700" dirty="0"/>
              <a:t>Drugs, physiotherapy main stay of treatment</a:t>
            </a:r>
          </a:p>
          <a:p>
            <a:pPr marL="342900" lvl="0" indent="-342900"/>
            <a:r>
              <a:rPr lang="en-US" sz="1700" dirty="0"/>
              <a:t>Surgical options: Decompression, lumbar fusion and infraspinous distraction</a:t>
            </a:r>
          </a:p>
        </p:txBody>
      </p:sp>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2" name="Table 3">
            <a:extLst>
              <a:ext uri="{FF2B5EF4-FFF2-40B4-BE49-F238E27FC236}">
                <a16:creationId xmlns:a16="http://schemas.microsoft.com/office/drawing/2014/main" id="{FCDCD904-2761-1257-0B7C-2CD22D7D6735}"/>
              </a:ext>
            </a:extLst>
          </p:cNvPr>
          <p:cNvGraphicFramePr>
            <a:graphicFrameLocks noGrp="1"/>
          </p:cNvGraphicFramePr>
          <p:nvPr>
            <p:extLst>
              <p:ext uri="{D42A27DB-BD31-4B8C-83A1-F6EECF244321}">
                <p14:modId xmlns:p14="http://schemas.microsoft.com/office/powerpoint/2010/main" val="1868403550"/>
              </p:ext>
            </p:extLst>
          </p:nvPr>
        </p:nvGraphicFramePr>
        <p:xfrm>
          <a:off x="6750719" y="2184914"/>
          <a:ext cx="4725802" cy="3755921"/>
        </p:xfrm>
        <a:graphic>
          <a:graphicData uri="http://schemas.openxmlformats.org/drawingml/2006/table">
            <a:tbl>
              <a:tblPr firstRow="1" bandRow="1">
                <a:effectLst/>
                <a:tableStyleId>{5C22544A-7EE6-4342-B048-85BDC9FD1C3A}</a:tableStyleId>
              </a:tblPr>
              <a:tblGrid>
                <a:gridCol w="1513579">
                  <a:extLst>
                    <a:ext uri="{9D8B030D-6E8A-4147-A177-3AD203B41FA5}">
                      <a16:colId xmlns:a16="http://schemas.microsoft.com/office/drawing/2014/main" val="3812910682"/>
                    </a:ext>
                  </a:extLst>
                </a:gridCol>
                <a:gridCol w="2569660">
                  <a:extLst>
                    <a:ext uri="{9D8B030D-6E8A-4147-A177-3AD203B41FA5}">
                      <a16:colId xmlns:a16="http://schemas.microsoft.com/office/drawing/2014/main" val="961596458"/>
                    </a:ext>
                  </a:extLst>
                </a:gridCol>
                <a:gridCol w="642563">
                  <a:extLst>
                    <a:ext uri="{9D8B030D-6E8A-4147-A177-3AD203B41FA5}">
                      <a16:colId xmlns:a16="http://schemas.microsoft.com/office/drawing/2014/main" val="516065714"/>
                    </a:ext>
                  </a:extLst>
                </a:gridCol>
              </a:tblGrid>
              <a:tr h="288917">
                <a:tc rowSpan="7">
                  <a:txBody>
                    <a:bodyPr/>
                    <a:lstStyle/>
                    <a:p>
                      <a:pPr lvl="0"/>
                      <a:r>
                        <a:rPr lang="en-US" sz="1200"/>
                        <a:t>History</a:t>
                      </a:r>
                    </a:p>
                  </a:txBody>
                  <a:tcPr marL="71045" marR="71045" marT="35523" marB="35523"/>
                </a:tc>
                <a:tc>
                  <a:txBody>
                    <a:bodyPr/>
                    <a:lstStyle/>
                    <a:p>
                      <a:pPr lvl="0"/>
                      <a:r>
                        <a:rPr lang="en-US" sz="1200"/>
                        <a:t>Characteristic</a:t>
                      </a:r>
                    </a:p>
                  </a:txBody>
                  <a:tcPr marL="71045" marR="71045" marT="35523" marB="35523"/>
                </a:tc>
                <a:tc>
                  <a:txBody>
                    <a:bodyPr/>
                    <a:lstStyle/>
                    <a:p>
                      <a:pPr lvl="0"/>
                      <a:r>
                        <a:rPr lang="en-US" sz="1200"/>
                        <a:t>Score</a:t>
                      </a:r>
                    </a:p>
                  </a:txBody>
                  <a:tcPr marL="71045" marR="71045" marT="35523" marB="35523"/>
                </a:tc>
                <a:extLst>
                  <a:ext uri="{0D108BD9-81ED-4DB2-BD59-A6C34878D82A}">
                    <a16:rowId xmlns:a16="http://schemas.microsoft.com/office/drawing/2014/main" val="531396872"/>
                  </a:ext>
                </a:extLst>
              </a:tr>
              <a:tr h="288917">
                <a:tc vMerge="1">
                  <a:txBody>
                    <a:bodyPr/>
                    <a:lstStyle/>
                    <a:p>
                      <a:endParaRPr lang="en-GB"/>
                    </a:p>
                  </a:txBody>
                  <a:tcPr/>
                </a:tc>
                <a:tc>
                  <a:txBody>
                    <a:bodyPr/>
                    <a:lstStyle/>
                    <a:p>
                      <a:pPr lvl="0"/>
                      <a:r>
                        <a:rPr lang="en-US" sz="1200"/>
                        <a:t>Age:60-70 y</a:t>
                      </a:r>
                    </a:p>
                  </a:txBody>
                  <a:tcPr marL="71045" marR="71045" marT="35523" marB="35523"/>
                </a:tc>
                <a:tc>
                  <a:txBody>
                    <a:bodyPr/>
                    <a:lstStyle/>
                    <a:p>
                      <a:pPr lvl="0"/>
                      <a:r>
                        <a:rPr lang="en-US" sz="1200"/>
                        <a:t>1</a:t>
                      </a:r>
                    </a:p>
                  </a:txBody>
                  <a:tcPr marL="71045" marR="71045" marT="35523" marB="35523"/>
                </a:tc>
                <a:extLst>
                  <a:ext uri="{0D108BD9-81ED-4DB2-BD59-A6C34878D82A}">
                    <a16:rowId xmlns:a16="http://schemas.microsoft.com/office/drawing/2014/main" val="1079438943"/>
                  </a:ext>
                </a:extLst>
              </a:tr>
              <a:tr h="288917">
                <a:tc vMerge="1">
                  <a:txBody>
                    <a:bodyPr/>
                    <a:lstStyle/>
                    <a:p>
                      <a:endParaRPr lang="en-GB"/>
                    </a:p>
                  </a:txBody>
                  <a:tcPr/>
                </a:tc>
                <a:tc>
                  <a:txBody>
                    <a:bodyPr/>
                    <a:lstStyle/>
                    <a:p>
                      <a:pPr lvl="0"/>
                      <a:r>
                        <a:rPr lang="en-US" sz="1200"/>
                        <a:t>Age:&gt;70</a:t>
                      </a:r>
                    </a:p>
                  </a:txBody>
                  <a:tcPr marL="71045" marR="71045" marT="35523" marB="35523"/>
                </a:tc>
                <a:tc>
                  <a:txBody>
                    <a:bodyPr/>
                    <a:lstStyle/>
                    <a:p>
                      <a:pPr lvl="0"/>
                      <a:r>
                        <a:rPr lang="en-US" sz="1200"/>
                        <a:t>2</a:t>
                      </a:r>
                    </a:p>
                  </a:txBody>
                  <a:tcPr marL="71045" marR="71045" marT="35523" marB="35523"/>
                </a:tc>
                <a:extLst>
                  <a:ext uri="{0D108BD9-81ED-4DB2-BD59-A6C34878D82A}">
                    <a16:rowId xmlns:a16="http://schemas.microsoft.com/office/drawing/2014/main" val="3925105531"/>
                  </a:ext>
                </a:extLst>
              </a:tr>
              <a:tr h="288917">
                <a:tc vMerge="1">
                  <a:txBody>
                    <a:bodyPr/>
                    <a:lstStyle/>
                    <a:p>
                      <a:endParaRPr lang="en-GB"/>
                    </a:p>
                  </a:txBody>
                  <a:tcPr/>
                </a:tc>
                <a:tc>
                  <a:txBody>
                    <a:bodyPr/>
                    <a:lstStyle/>
                    <a:p>
                      <a:pPr lvl="0"/>
                      <a:r>
                        <a:rPr lang="en-US" sz="1200"/>
                        <a:t>No diabetes</a:t>
                      </a:r>
                    </a:p>
                  </a:txBody>
                  <a:tcPr marL="71045" marR="71045" marT="35523" marB="35523"/>
                </a:tc>
                <a:tc>
                  <a:txBody>
                    <a:bodyPr/>
                    <a:lstStyle/>
                    <a:p>
                      <a:pPr lvl="0"/>
                      <a:r>
                        <a:rPr lang="en-US" sz="1200"/>
                        <a:t>1</a:t>
                      </a:r>
                    </a:p>
                  </a:txBody>
                  <a:tcPr marL="71045" marR="71045" marT="35523" marB="35523"/>
                </a:tc>
                <a:extLst>
                  <a:ext uri="{0D108BD9-81ED-4DB2-BD59-A6C34878D82A}">
                    <a16:rowId xmlns:a16="http://schemas.microsoft.com/office/drawing/2014/main" val="3912026689"/>
                  </a:ext>
                </a:extLst>
              </a:tr>
              <a:tr h="288917">
                <a:tc vMerge="1">
                  <a:txBody>
                    <a:bodyPr/>
                    <a:lstStyle/>
                    <a:p>
                      <a:endParaRPr lang="en-GB"/>
                    </a:p>
                  </a:txBody>
                  <a:tcPr/>
                </a:tc>
                <a:tc>
                  <a:txBody>
                    <a:bodyPr/>
                    <a:lstStyle/>
                    <a:p>
                      <a:pPr lvl="0"/>
                      <a:r>
                        <a:rPr lang="en-US" sz="1200"/>
                        <a:t>Neurogenic claudication present</a:t>
                      </a:r>
                    </a:p>
                  </a:txBody>
                  <a:tcPr marL="71045" marR="71045" marT="35523" marB="35523"/>
                </a:tc>
                <a:tc>
                  <a:txBody>
                    <a:bodyPr/>
                    <a:lstStyle/>
                    <a:p>
                      <a:pPr lvl="0"/>
                      <a:r>
                        <a:rPr lang="en-US" sz="1200"/>
                        <a:t>3</a:t>
                      </a:r>
                    </a:p>
                  </a:txBody>
                  <a:tcPr marL="71045" marR="71045" marT="35523" marB="35523"/>
                </a:tc>
                <a:extLst>
                  <a:ext uri="{0D108BD9-81ED-4DB2-BD59-A6C34878D82A}">
                    <a16:rowId xmlns:a16="http://schemas.microsoft.com/office/drawing/2014/main" val="2632151611"/>
                  </a:ext>
                </a:extLst>
              </a:tr>
              <a:tr h="288917">
                <a:tc vMerge="1">
                  <a:txBody>
                    <a:bodyPr/>
                    <a:lstStyle/>
                    <a:p>
                      <a:endParaRPr lang="en-GB"/>
                    </a:p>
                  </a:txBody>
                  <a:tcPr/>
                </a:tc>
                <a:tc>
                  <a:txBody>
                    <a:bodyPr/>
                    <a:lstStyle/>
                    <a:p>
                      <a:pPr lvl="0"/>
                      <a:r>
                        <a:rPr lang="en-US" sz="1200"/>
                        <a:t>Increase symptoms on standing</a:t>
                      </a:r>
                    </a:p>
                  </a:txBody>
                  <a:tcPr marL="71045" marR="71045" marT="35523" marB="35523"/>
                </a:tc>
                <a:tc>
                  <a:txBody>
                    <a:bodyPr/>
                    <a:lstStyle/>
                    <a:p>
                      <a:pPr lvl="0"/>
                      <a:r>
                        <a:rPr lang="en-US" sz="1200"/>
                        <a:t>2</a:t>
                      </a:r>
                    </a:p>
                  </a:txBody>
                  <a:tcPr marL="71045" marR="71045" marT="35523" marB="35523"/>
                </a:tc>
                <a:extLst>
                  <a:ext uri="{0D108BD9-81ED-4DB2-BD59-A6C34878D82A}">
                    <a16:rowId xmlns:a16="http://schemas.microsoft.com/office/drawing/2014/main" val="1286148970"/>
                  </a:ext>
                </a:extLst>
              </a:tr>
              <a:tr h="288917">
                <a:tc vMerge="1">
                  <a:txBody>
                    <a:bodyPr/>
                    <a:lstStyle/>
                    <a:p>
                      <a:endParaRPr lang="en-GB"/>
                    </a:p>
                  </a:txBody>
                  <a:tcPr/>
                </a:tc>
                <a:tc>
                  <a:txBody>
                    <a:bodyPr/>
                    <a:lstStyle/>
                    <a:p>
                      <a:pPr lvl="0"/>
                      <a:r>
                        <a:rPr lang="en-US" sz="1200"/>
                        <a:t>Improvement on bending forward</a:t>
                      </a:r>
                    </a:p>
                  </a:txBody>
                  <a:tcPr marL="71045" marR="71045" marT="35523" marB="35523"/>
                </a:tc>
                <a:tc>
                  <a:txBody>
                    <a:bodyPr/>
                    <a:lstStyle/>
                    <a:p>
                      <a:pPr lvl="0"/>
                      <a:r>
                        <a:rPr lang="en-US" sz="1200"/>
                        <a:t>3</a:t>
                      </a:r>
                    </a:p>
                  </a:txBody>
                  <a:tcPr marL="71045" marR="71045" marT="35523" marB="35523"/>
                </a:tc>
                <a:extLst>
                  <a:ext uri="{0D108BD9-81ED-4DB2-BD59-A6C34878D82A}">
                    <a16:rowId xmlns:a16="http://schemas.microsoft.com/office/drawing/2014/main" val="3492137464"/>
                  </a:ext>
                </a:extLst>
              </a:tr>
              <a:tr h="288917">
                <a:tc rowSpan="5">
                  <a:txBody>
                    <a:bodyPr/>
                    <a:lstStyle/>
                    <a:p>
                      <a:pPr lvl="0"/>
                      <a:r>
                        <a:rPr lang="en-US" sz="1200"/>
                        <a:t>Examination</a:t>
                      </a:r>
                    </a:p>
                  </a:txBody>
                  <a:tcPr marL="71045" marR="71045" marT="35523" marB="35523"/>
                </a:tc>
                <a:tc>
                  <a:txBody>
                    <a:bodyPr/>
                    <a:lstStyle/>
                    <a:p>
                      <a:pPr lvl="0"/>
                      <a:r>
                        <a:rPr lang="en-US" sz="1200"/>
                        <a:t>Induced by bending forward</a:t>
                      </a:r>
                    </a:p>
                  </a:txBody>
                  <a:tcPr marL="71045" marR="71045" marT="35523" marB="35523"/>
                </a:tc>
                <a:tc>
                  <a:txBody>
                    <a:bodyPr/>
                    <a:lstStyle/>
                    <a:p>
                      <a:pPr lvl="0"/>
                      <a:r>
                        <a:rPr lang="en-US" sz="1200"/>
                        <a:t>-1</a:t>
                      </a:r>
                    </a:p>
                  </a:txBody>
                  <a:tcPr marL="71045" marR="71045" marT="35523" marB="35523"/>
                </a:tc>
                <a:extLst>
                  <a:ext uri="{0D108BD9-81ED-4DB2-BD59-A6C34878D82A}">
                    <a16:rowId xmlns:a16="http://schemas.microsoft.com/office/drawing/2014/main" val="2158922599"/>
                  </a:ext>
                </a:extLst>
              </a:tr>
              <a:tr h="288917">
                <a:tc vMerge="1">
                  <a:txBody>
                    <a:bodyPr/>
                    <a:lstStyle/>
                    <a:p>
                      <a:endParaRPr lang="en-GB"/>
                    </a:p>
                  </a:txBody>
                  <a:tcPr/>
                </a:tc>
                <a:tc>
                  <a:txBody>
                    <a:bodyPr/>
                    <a:lstStyle/>
                    <a:p>
                      <a:pPr lvl="0">
                        <a:buNone/>
                      </a:pPr>
                      <a:r>
                        <a:rPr lang="en-US" sz="1200"/>
                        <a:t>Induced by bending backward</a:t>
                      </a:r>
                    </a:p>
                  </a:txBody>
                  <a:tcPr marL="71045" marR="71045" marT="35523" marB="35523"/>
                </a:tc>
                <a:tc>
                  <a:txBody>
                    <a:bodyPr/>
                    <a:lstStyle/>
                    <a:p>
                      <a:pPr lvl="0">
                        <a:buNone/>
                      </a:pPr>
                      <a:r>
                        <a:rPr lang="en-US" sz="1200"/>
                        <a:t>3</a:t>
                      </a:r>
                    </a:p>
                  </a:txBody>
                  <a:tcPr marL="71045" marR="71045" marT="35523" marB="35523"/>
                </a:tc>
                <a:extLst>
                  <a:ext uri="{0D108BD9-81ED-4DB2-BD59-A6C34878D82A}">
                    <a16:rowId xmlns:a16="http://schemas.microsoft.com/office/drawing/2014/main" val="4091159966"/>
                  </a:ext>
                </a:extLst>
              </a:tr>
              <a:tr h="288917">
                <a:tc vMerge="1">
                  <a:txBody>
                    <a:bodyPr/>
                    <a:lstStyle/>
                    <a:p>
                      <a:endParaRPr lang="en-GB"/>
                    </a:p>
                  </a:txBody>
                  <a:tcPr/>
                </a:tc>
                <a:tc>
                  <a:txBody>
                    <a:bodyPr/>
                    <a:lstStyle/>
                    <a:p>
                      <a:pPr lvl="0">
                        <a:buNone/>
                      </a:pPr>
                      <a:r>
                        <a:rPr lang="en-US" sz="1200"/>
                        <a:t>Peripheral arterial circulation good</a:t>
                      </a:r>
                    </a:p>
                  </a:txBody>
                  <a:tcPr marL="71045" marR="71045" marT="35523" marB="35523"/>
                </a:tc>
                <a:tc>
                  <a:txBody>
                    <a:bodyPr/>
                    <a:lstStyle/>
                    <a:p>
                      <a:pPr lvl="0">
                        <a:buNone/>
                      </a:pPr>
                      <a:r>
                        <a:rPr lang="en-US" sz="1200"/>
                        <a:t>3</a:t>
                      </a:r>
                    </a:p>
                  </a:txBody>
                  <a:tcPr marL="71045" marR="71045" marT="35523" marB="35523"/>
                </a:tc>
                <a:extLst>
                  <a:ext uri="{0D108BD9-81ED-4DB2-BD59-A6C34878D82A}">
                    <a16:rowId xmlns:a16="http://schemas.microsoft.com/office/drawing/2014/main" val="1676526270"/>
                  </a:ext>
                </a:extLst>
              </a:tr>
              <a:tr h="288917">
                <a:tc vMerge="1">
                  <a:txBody>
                    <a:bodyPr/>
                    <a:lstStyle/>
                    <a:p>
                      <a:endParaRPr lang="en-GB"/>
                    </a:p>
                  </a:txBody>
                  <a:tcPr/>
                </a:tc>
                <a:tc>
                  <a:txBody>
                    <a:bodyPr/>
                    <a:lstStyle/>
                    <a:p>
                      <a:pPr lvl="0">
                        <a:buNone/>
                      </a:pPr>
                      <a:r>
                        <a:rPr lang="en-US" sz="1200"/>
                        <a:t>Abnormal ankle reflex</a:t>
                      </a:r>
                    </a:p>
                  </a:txBody>
                  <a:tcPr marL="71045" marR="71045" marT="35523" marB="35523"/>
                </a:tc>
                <a:tc>
                  <a:txBody>
                    <a:bodyPr/>
                    <a:lstStyle/>
                    <a:p>
                      <a:pPr lvl="0">
                        <a:buNone/>
                      </a:pPr>
                      <a:r>
                        <a:rPr lang="en-US" sz="1200"/>
                        <a:t>1</a:t>
                      </a:r>
                    </a:p>
                  </a:txBody>
                  <a:tcPr marL="71045" marR="71045" marT="35523" marB="35523"/>
                </a:tc>
                <a:extLst>
                  <a:ext uri="{0D108BD9-81ED-4DB2-BD59-A6C34878D82A}">
                    <a16:rowId xmlns:a16="http://schemas.microsoft.com/office/drawing/2014/main" val="1373645366"/>
                  </a:ext>
                </a:extLst>
              </a:tr>
              <a:tr h="288917">
                <a:tc vMerge="1">
                  <a:txBody>
                    <a:bodyPr/>
                    <a:lstStyle/>
                    <a:p>
                      <a:endParaRPr lang="en-GB"/>
                    </a:p>
                  </a:txBody>
                  <a:tcPr/>
                </a:tc>
                <a:tc>
                  <a:txBody>
                    <a:bodyPr/>
                    <a:lstStyle/>
                    <a:p>
                      <a:pPr lvl="0">
                        <a:buNone/>
                      </a:pPr>
                      <a:r>
                        <a:rPr lang="en-US" sz="1200"/>
                        <a:t>SLR reproduce pain</a:t>
                      </a:r>
                    </a:p>
                  </a:txBody>
                  <a:tcPr marL="71045" marR="71045" marT="35523" marB="35523"/>
                </a:tc>
                <a:tc>
                  <a:txBody>
                    <a:bodyPr/>
                    <a:lstStyle/>
                    <a:p>
                      <a:pPr lvl="0">
                        <a:buNone/>
                      </a:pPr>
                      <a:r>
                        <a:rPr lang="en-US" sz="1200"/>
                        <a:t>-2</a:t>
                      </a:r>
                    </a:p>
                  </a:txBody>
                  <a:tcPr marL="71045" marR="71045" marT="35523" marB="35523"/>
                </a:tc>
                <a:extLst>
                  <a:ext uri="{0D108BD9-81ED-4DB2-BD59-A6C34878D82A}">
                    <a16:rowId xmlns:a16="http://schemas.microsoft.com/office/drawing/2014/main" val="1252233778"/>
                  </a:ext>
                </a:extLst>
              </a:tr>
              <a:tr h="288917">
                <a:tc gridSpan="3">
                  <a:txBody>
                    <a:bodyPr/>
                    <a:lstStyle/>
                    <a:p>
                      <a:pPr lvl="0">
                        <a:buNone/>
                      </a:pPr>
                      <a:r>
                        <a:rPr lang="en-US" sz="1200"/>
                        <a:t>A score of  7 or &gt; support the diagnosis of Spinal stenosis</a:t>
                      </a:r>
                    </a:p>
                  </a:txBody>
                  <a:tcPr marL="71045" marR="71045" marT="35523" marB="35523"/>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7752256"/>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7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B6495-2719-F13C-6C4F-2D7D28F4EAB3}"/>
              </a:ext>
            </a:extLst>
          </p:cNvPr>
          <p:cNvSpPr txBox="1">
            <a:spLocks noGrp="1"/>
          </p:cNvSpPr>
          <p:nvPr>
            <p:ph type="title"/>
          </p:nvPr>
        </p:nvSpPr>
        <p:spPr>
          <a:xfrm>
            <a:off x="7712095" y="2139979"/>
            <a:ext cx="3684565" cy="3424967"/>
          </a:xfrm>
        </p:spPr>
        <p:txBody>
          <a:bodyPr anchor="t"/>
          <a:lstStyle/>
          <a:p>
            <a:pPr lvl="0"/>
            <a:r>
              <a:rPr lang="en-US" sz="8000">
                <a:solidFill>
                  <a:srgbClr val="0E2841"/>
                </a:solidFill>
              </a:rPr>
              <a:t>Break</a:t>
            </a:r>
          </a:p>
        </p:txBody>
      </p:sp>
      <p:pic>
        <p:nvPicPr>
          <p:cNvPr id="3" name="Graphic 6" descr="Coffee">
            <a:extLst>
              <a:ext uri="{FF2B5EF4-FFF2-40B4-BE49-F238E27FC236}">
                <a16:creationId xmlns:a16="http://schemas.microsoft.com/office/drawing/2014/main" id="{9A27F58B-B4CF-1BC7-4140-AF37630DC29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0467" y="1815321"/>
            <a:ext cx="4141756" cy="4141756"/>
          </a:xfrm>
          <a:prstGeom prst="rect">
            <a:avLst/>
          </a:prstGeom>
          <a:noFill/>
          <a:ln cap="flat">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B7738-B2F6-A529-94BC-734B74B821A3}"/>
              </a:ext>
            </a:extLst>
          </p:cNvPr>
          <p:cNvSpPr txBox="1">
            <a:spLocks noGrp="1"/>
          </p:cNvSpPr>
          <p:nvPr>
            <p:ph type="title"/>
          </p:nvPr>
        </p:nvSpPr>
        <p:spPr>
          <a:xfrm>
            <a:off x="838200" y="365125"/>
            <a:ext cx="10515600" cy="1325563"/>
          </a:xfrm>
        </p:spPr>
        <p:txBody>
          <a:bodyPr>
            <a:normAutofit/>
          </a:bodyPr>
          <a:lstStyle/>
          <a:p>
            <a:pPr lvl="0"/>
            <a:r>
              <a:rPr lang="en-US" sz="2800" dirty="0"/>
              <a:t>Visceral Disease or referred pain</a:t>
            </a:r>
          </a:p>
        </p:txBody>
      </p:sp>
      <p:sp>
        <p:nvSpPr>
          <p:cNvPr id="3" name="Content Placeholder 2">
            <a:extLst>
              <a:ext uri="{FF2B5EF4-FFF2-40B4-BE49-F238E27FC236}">
                <a16:creationId xmlns:a16="http://schemas.microsoft.com/office/drawing/2014/main" id="{1AE2AD72-6BFA-3C96-1A63-812F5C21D40A}"/>
              </a:ext>
            </a:extLst>
          </p:cNvPr>
          <p:cNvSpPr txBox="1">
            <a:spLocks noGrp="1"/>
          </p:cNvSpPr>
          <p:nvPr>
            <p:ph idx="1"/>
          </p:nvPr>
        </p:nvSpPr>
        <p:spPr>
          <a:xfrm>
            <a:off x="838200" y="1929384"/>
            <a:ext cx="10515600" cy="4251960"/>
          </a:xfrm>
        </p:spPr>
        <p:txBody>
          <a:bodyPr>
            <a:normAutofit/>
          </a:bodyPr>
          <a:lstStyle/>
          <a:p>
            <a:pPr marL="0" lvl="0" indent="0">
              <a:buNone/>
            </a:pPr>
            <a:r>
              <a:rPr lang="en-US" sz="1600" b="1" dirty="0"/>
              <a:t>Spinal Masqueraders</a:t>
            </a:r>
            <a:endParaRPr lang="en-US" sz="1600" dirty="0"/>
          </a:p>
          <a:p>
            <a:pPr lvl="0"/>
            <a:r>
              <a:rPr lang="en-US" sz="1600" dirty="0"/>
              <a:t>Conditions that mimic lower back pain</a:t>
            </a:r>
          </a:p>
          <a:p>
            <a:pPr lvl="0"/>
            <a:r>
              <a:rPr lang="en-US" sz="1600" dirty="0"/>
              <a:t>Pain is non-mechanical (not from spine/muscles)</a:t>
            </a:r>
          </a:p>
          <a:p>
            <a:pPr lvl="0"/>
            <a:r>
              <a:rPr lang="en-US" sz="1600" dirty="0"/>
              <a:t>Caused by referred pain from visceral organs.</a:t>
            </a:r>
          </a:p>
          <a:p>
            <a:pPr marL="0" lvl="0" indent="0">
              <a:buNone/>
            </a:pPr>
            <a:r>
              <a:rPr lang="en-US" sz="1600" b="1" dirty="0"/>
              <a:t>Examples of Spinal Masqueraders:</a:t>
            </a:r>
            <a:endParaRPr lang="en-US" sz="1600" dirty="0"/>
          </a:p>
          <a:p>
            <a:pPr lvl="0"/>
            <a:r>
              <a:rPr lang="en-US" sz="1600" dirty="0"/>
              <a:t>Renal (e.g., kidney stones, infections)</a:t>
            </a:r>
          </a:p>
          <a:p>
            <a:pPr lvl="0"/>
            <a:r>
              <a:rPr lang="en-US" sz="1600" dirty="0"/>
              <a:t>Pancreatic disease</a:t>
            </a:r>
          </a:p>
          <a:p>
            <a:pPr lvl="0"/>
            <a:r>
              <a:rPr lang="en-US" sz="1600" dirty="0"/>
              <a:t>Aortic aneurysm</a:t>
            </a:r>
          </a:p>
          <a:p>
            <a:pPr lvl="0"/>
            <a:r>
              <a:rPr lang="en-US" sz="1600" dirty="0"/>
              <a:t>Pelvic conditions (e.g., endometriosis)</a:t>
            </a:r>
          </a:p>
          <a:p>
            <a:pPr lvl="0"/>
            <a:r>
              <a:rPr lang="en-US" sz="1600" dirty="0"/>
              <a:t>GI causes (e.g., ulcers, colitis)</a:t>
            </a:r>
          </a:p>
          <a:p>
            <a:pPr lvl="0"/>
            <a:r>
              <a:rPr lang="en-US" sz="1600" dirty="0"/>
              <a:t>Key Clue:</a:t>
            </a:r>
          </a:p>
          <a:p>
            <a:pPr lvl="0"/>
            <a:r>
              <a:rPr lang="en-US" sz="1600" dirty="0"/>
              <a:t>Pain not relieved by rest or position changes</a:t>
            </a:r>
          </a:p>
          <a:p>
            <a:pPr lvl="0"/>
            <a:endParaRPr lang="en-US" sz="1500" dirty="0"/>
          </a:p>
        </p:txBody>
      </p:sp>
    </p:spTree>
    <p:extLst>
      <p:ext uri="{BB962C8B-B14F-4D97-AF65-F5344CB8AC3E}">
        <p14:creationId xmlns:p14="http://schemas.microsoft.com/office/powerpoint/2010/main" val="15747317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Content Placeholder 3" descr="A diagram of a pain&#10;&#10;AI-generated content may be incorrect.">
            <a:extLst>
              <a:ext uri="{FF2B5EF4-FFF2-40B4-BE49-F238E27FC236}">
                <a16:creationId xmlns:a16="http://schemas.microsoft.com/office/drawing/2014/main" id="{84A60EEA-FB90-1CDC-E3C7-79C868F718DA}"/>
              </a:ext>
            </a:extLst>
          </p:cNvPr>
          <p:cNvPicPr>
            <a:picLocks noGrp="1" noChangeAspect="1"/>
          </p:cNvPicPr>
          <p:nvPr>
            <p:ph idx="1"/>
          </p:nvPr>
        </p:nvPicPr>
        <p:blipFill>
          <a:blip r:embed="rId2"/>
          <a:stretch>
            <a:fillRect/>
          </a:stretch>
        </p:blipFill>
        <p:spPr>
          <a:xfrm>
            <a:off x="3047999" y="457200"/>
            <a:ext cx="6096001" cy="59436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Content Placeholder 3">
            <a:extLst>
              <a:ext uri="{FF2B5EF4-FFF2-40B4-BE49-F238E27FC236}">
                <a16:creationId xmlns:a16="http://schemas.microsoft.com/office/drawing/2014/main" id="{8059300E-65C0-C7F5-738E-6422EA851E63}"/>
              </a:ext>
            </a:extLst>
          </p:cNvPr>
          <p:cNvPicPr>
            <a:picLocks noGrp="1" noChangeAspect="1"/>
          </p:cNvPicPr>
          <p:nvPr>
            <p:ph idx="1"/>
          </p:nvPr>
        </p:nvPicPr>
        <p:blipFill>
          <a:blip r:embed="rId2"/>
          <a:stretch>
            <a:fillRect/>
          </a:stretch>
        </p:blipFill>
        <p:spPr>
          <a:xfrm>
            <a:off x="692727" y="457200"/>
            <a:ext cx="10806545" cy="594360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7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91ACE-8860-DE29-2A7F-784D7069C135}"/>
              </a:ext>
            </a:extLst>
          </p:cNvPr>
          <p:cNvSpPr txBox="1">
            <a:spLocks noGrp="1"/>
          </p:cNvSpPr>
          <p:nvPr>
            <p:ph type="title"/>
          </p:nvPr>
        </p:nvSpPr>
        <p:spPr>
          <a:xfrm>
            <a:off x="234689" y="230437"/>
            <a:ext cx="9763624" cy="493382"/>
          </a:xfrm>
        </p:spPr>
        <p:txBody>
          <a:bodyPr/>
          <a:lstStyle/>
          <a:p>
            <a:pPr lvl="0"/>
            <a:r>
              <a:rPr lang="en-US" sz="2900" dirty="0"/>
              <a:t>Visceral or referral Pain</a:t>
            </a:r>
          </a:p>
        </p:txBody>
      </p:sp>
      <p:graphicFrame>
        <p:nvGraphicFramePr>
          <p:cNvPr id="3" name="Content Placeholder 4">
            <a:extLst>
              <a:ext uri="{FF2B5EF4-FFF2-40B4-BE49-F238E27FC236}">
                <a16:creationId xmlns:a16="http://schemas.microsoft.com/office/drawing/2014/main" id="{56AF4C1E-037E-1A2B-5E6E-0ACC0400F115}"/>
              </a:ext>
            </a:extLst>
          </p:cNvPr>
          <p:cNvGraphicFramePr>
            <a:graphicFrameLocks noGrp="1"/>
          </p:cNvGraphicFramePr>
          <p:nvPr>
            <p:ph idx="1"/>
            <p:extLst>
              <p:ext uri="{D42A27DB-BD31-4B8C-83A1-F6EECF244321}">
                <p14:modId xmlns:p14="http://schemas.microsoft.com/office/powerpoint/2010/main" val="3638530800"/>
              </p:ext>
            </p:extLst>
          </p:nvPr>
        </p:nvGraphicFramePr>
        <p:xfrm>
          <a:off x="987506" y="840635"/>
          <a:ext cx="9883932" cy="863592"/>
        </p:xfrm>
        <a:graphic>
          <a:graphicData uri="http://schemas.openxmlformats.org/drawingml/2006/table">
            <a:tbl>
              <a:tblPr bandRow="1">
                <a:effectLst/>
                <a:tableStyleId>{5C22544A-7EE6-4342-B048-85BDC9FD1C3A}</a:tableStyleId>
              </a:tblPr>
              <a:tblGrid>
                <a:gridCol w="3656413">
                  <a:extLst>
                    <a:ext uri="{9D8B030D-6E8A-4147-A177-3AD203B41FA5}">
                      <a16:colId xmlns:a16="http://schemas.microsoft.com/office/drawing/2014/main" val="3525120265"/>
                    </a:ext>
                  </a:extLst>
                </a:gridCol>
                <a:gridCol w="6227519">
                  <a:extLst>
                    <a:ext uri="{9D8B030D-6E8A-4147-A177-3AD203B41FA5}">
                      <a16:colId xmlns:a16="http://schemas.microsoft.com/office/drawing/2014/main" val="388019190"/>
                    </a:ext>
                  </a:extLst>
                </a:gridCol>
              </a:tblGrid>
              <a:tr h="0">
                <a:tc>
                  <a:txBody>
                    <a:bodyPr/>
                    <a:lstStyle/>
                    <a:p>
                      <a:pPr lvl="0" fontAlgn="t">
                        <a:buNone/>
                      </a:pPr>
                      <a:r>
                        <a:rPr lang="en-US" sz="2000" dirty="0"/>
                        <a:t>Acute Pancreatitis</a:t>
                      </a:r>
                    </a:p>
                  </a:txBody>
                  <a:tcPr marL="76196" marR="76196" marT="76196" marB="76196">
                    <a:solidFill>
                      <a:srgbClr val="FFFFFF"/>
                    </a:solidFill>
                  </a:tcPr>
                </a:tc>
                <a:tc>
                  <a:txBody>
                    <a:bodyPr/>
                    <a:lstStyle/>
                    <a:p>
                      <a:pPr lvl="0" fontAlgn="t">
                        <a:spcAft>
                          <a:spcPts val="790"/>
                        </a:spcAft>
                        <a:buSzPct val="100000"/>
                        <a:buFont typeface="Arial" pitchFamily="34"/>
                        <a:buChar char="•"/>
                      </a:pPr>
                      <a:r>
                        <a:rPr lang="en-US" sz="2000" dirty="0"/>
                        <a:t>Can cause thoracolumbar back pain.</a:t>
                      </a:r>
                    </a:p>
                    <a:p>
                      <a:pPr lvl="0" fontAlgn="t">
                        <a:spcAft>
                          <a:spcPts val="790"/>
                        </a:spcAft>
                        <a:buSzPct val="100000"/>
                        <a:buFont typeface="Arial" pitchFamily="34"/>
                        <a:buChar char="•"/>
                      </a:pPr>
                      <a:r>
                        <a:rPr lang="en-US" sz="2000" dirty="0"/>
                        <a:t>Often triggered by binge drinking or gallstones.</a:t>
                      </a:r>
                    </a:p>
                  </a:txBody>
                  <a:tcPr marL="76196" marR="76196" marT="76196" marB="76196">
                    <a:solidFill>
                      <a:srgbClr val="FFFFFF"/>
                    </a:solidFill>
                  </a:tcPr>
                </a:tc>
                <a:extLst>
                  <a:ext uri="{0D108BD9-81ED-4DB2-BD59-A6C34878D82A}">
                    <a16:rowId xmlns:a16="http://schemas.microsoft.com/office/drawing/2014/main" val="3597075416"/>
                  </a:ext>
                </a:extLst>
              </a:tr>
            </a:tbl>
          </a:graphicData>
        </a:graphic>
      </p:graphicFrame>
      <p:graphicFrame>
        <p:nvGraphicFramePr>
          <p:cNvPr id="4" name="Table 6">
            <a:extLst>
              <a:ext uri="{FF2B5EF4-FFF2-40B4-BE49-F238E27FC236}">
                <a16:creationId xmlns:a16="http://schemas.microsoft.com/office/drawing/2014/main" id="{C32CD12E-8CBA-54C2-DFF9-F59D876596FB}"/>
              </a:ext>
            </a:extLst>
          </p:cNvPr>
          <p:cNvGraphicFramePr>
            <a:graphicFrameLocks noGrp="1"/>
          </p:cNvGraphicFramePr>
          <p:nvPr>
            <p:extLst>
              <p:ext uri="{D42A27DB-BD31-4B8C-83A1-F6EECF244321}">
                <p14:modId xmlns:p14="http://schemas.microsoft.com/office/powerpoint/2010/main" val="3132068561"/>
              </p:ext>
            </p:extLst>
          </p:nvPr>
        </p:nvGraphicFramePr>
        <p:xfrm>
          <a:off x="913906" y="2126300"/>
          <a:ext cx="11207960" cy="1574792"/>
        </p:xfrm>
        <a:graphic>
          <a:graphicData uri="http://schemas.openxmlformats.org/drawingml/2006/table">
            <a:tbl>
              <a:tblPr bandRow="1">
                <a:effectLst/>
                <a:tableStyleId>{5C22544A-7EE6-4342-B048-85BDC9FD1C3A}</a:tableStyleId>
              </a:tblPr>
              <a:tblGrid>
                <a:gridCol w="3730013">
                  <a:extLst>
                    <a:ext uri="{9D8B030D-6E8A-4147-A177-3AD203B41FA5}">
                      <a16:colId xmlns:a16="http://schemas.microsoft.com/office/drawing/2014/main" val="2229386400"/>
                    </a:ext>
                  </a:extLst>
                </a:gridCol>
                <a:gridCol w="7477947">
                  <a:extLst>
                    <a:ext uri="{9D8B030D-6E8A-4147-A177-3AD203B41FA5}">
                      <a16:colId xmlns:a16="http://schemas.microsoft.com/office/drawing/2014/main" val="1949216324"/>
                    </a:ext>
                  </a:extLst>
                </a:gridCol>
              </a:tblGrid>
              <a:tr h="0">
                <a:tc>
                  <a:txBody>
                    <a:bodyPr/>
                    <a:lstStyle/>
                    <a:p>
                      <a:pPr lvl="0" fontAlgn="t">
                        <a:buNone/>
                      </a:pPr>
                      <a:r>
                        <a:rPr lang="en-US" sz="2000" dirty="0"/>
                        <a:t>Duodenal Ulcers</a:t>
                      </a:r>
                    </a:p>
                  </a:txBody>
                  <a:tcPr marL="76196" marR="76196" marT="76196" marB="76196">
                    <a:solidFill>
                      <a:srgbClr val="FFFFFF"/>
                    </a:solidFill>
                  </a:tcPr>
                </a:tc>
                <a:tc>
                  <a:txBody>
                    <a:bodyPr/>
                    <a:lstStyle/>
                    <a:p>
                      <a:pPr lvl="0" fontAlgn="t">
                        <a:spcAft>
                          <a:spcPts val="790"/>
                        </a:spcAft>
                        <a:buSzPct val="100000"/>
                        <a:buFont typeface="Arial" pitchFamily="34"/>
                        <a:buChar char="•"/>
                      </a:pPr>
                      <a:r>
                        <a:rPr lang="en-US" sz="2000" dirty="0"/>
                        <a:t>Vague abdominal and back pain.</a:t>
                      </a:r>
                    </a:p>
                    <a:p>
                      <a:pPr lvl="0" fontAlgn="t">
                        <a:spcAft>
                          <a:spcPts val="790"/>
                        </a:spcAft>
                        <a:buSzPct val="100000"/>
                        <a:buFont typeface="Arial" pitchFamily="34"/>
                        <a:buChar char="•"/>
                      </a:pPr>
                      <a:r>
                        <a:rPr lang="en-US" sz="2000" dirty="0"/>
                        <a:t>Pain often worsens with hunger or with high acid levels in the stomach.</a:t>
                      </a:r>
                    </a:p>
                    <a:p>
                      <a:pPr lvl="0" fontAlgn="t">
                        <a:spcAft>
                          <a:spcPts val="790"/>
                        </a:spcAft>
                        <a:buSzPct val="100000"/>
                        <a:buFont typeface="Arial" pitchFamily="34"/>
                        <a:buChar char="•"/>
                      </a:pPr>
                      <a:r>
                        <a:rPr lang="en-US" sz="2000" dirty="0"/>
                        <a:t>Pain often lessens with use of antacids.</a:t>
                      </a:r>
                    </a:p>
                  </a:txBody>
                  <a:tcPr marL="76196" marR="76196" marT="76196" marB="76196">
                    <a:solidFill>
                      <a:srgbClr val="FFFFFF"/>
                    </a:solidFill>
                  </a:tcPr>
                </a:tc>
                <a:extLst>
                  <a:ext uri="{0D108BD9-81ED-4DB2-BD59-A6C34878D82A}">
                    <a16:rowId xmlns:a16="http://schemas.microsoft.com/office/drawing/2014/main" val="2351995497"/>
                  </a:ext>
                </a:extLst>
              </a:tr>
            </a:tbl>
          </a:graphicData>
        </a:graphic>
      </p:graphicFrame>
      <p:graphicFrame>
        <p:nvGraphicFramePr>
          <p:cNvPr id="5" name="Table 8">
            <a:extLst>
              <a:ext uri="{FF2B5EF4-FFF2-40B4-BE49-F238E27FC236}">
                <a16:creationId xmlns:a16="http://schemas.microsoft.com/office/drawing/2014/main" id="{B6ABB633-664D-5034-8859-5B5D6DC6ABB5}"/>
              </a:ext>
            </a:extLst>
          </p:cNvPr>
          <p:cNvGraphicFramePr>
            <a:graphicFrameLocks noGrp="1"/>
          </p:cNvGraphicFramePr>
          <p:nvPr>
            <p:extLst>
              <p:ext uri="{D42A27DB-BD31-4B8C-83A1-F6EECF244321}">
                <p14:modId xmlns:p14="http://schemas.microsoft.com/office/powerpoint/2010/main" val="967465458"/>
              </p:ext>
            </p:extLst>
          </p:nvPr>
        </p:nvGraphicFramePr>
        <p:xfrm>
          <a:off x="984040" y="3890790"/>
          <a:ext cx="11207960" cy="2667003"/>
        </p:xfrm>
        <a:graphic>
          <a:graphicData uri="http://schemas.openxmlformats.org/drawingml/2006/table">
            <a:tbl>
              <a:tblPr bandRow="1">
                <a:effectLst/>
                <a:tableStyleId>{5C22544A-7EE6-4342-B048-85BDC9FD1C3A}</a:tableStyleId>
              </a:tblPr>
              <a:tblGrid>
                <a:gridCol w="3680427">
                  <a:extLst>
                    <a:ext uri="{9D8B030D-6E8A-4147-A177-3AD203B41FA5}">
                      <a16:colId xmlns:a16="http://schemas.microsoft.com/office/drawing/2014/main" val="1810046234"/>
                    </a:ext>
                  </a:extLst>
                </a:gridCol>
                <a:gridCol w="7527533">
                  <a:extLst>
                    <a:ext uri="{9D8B030D-6E8A-4147-A177-3AD203B41FA5}">
                      <a16:colId xmlns:a16="http://schemas.microsoft.com/office/drawing/2014/main" val="2452513233"/>
                    </a:ext>
                  </a:extLst>
                </a:gridCol>
              </a:tblGrid>
              <a:tr h="2667003">
                <a:tc>
                  <a:txBody>
                    <a:bodyPr/>
                    <a:lstStyle/>
                    <a:p>
                      <a:pPr lvl="0" fontAlgn="t">
                        <a:buNone/>
                      </a:pPr>
                      <a:r>
                        <a:rPr lang="en-US" sz="2000" dirty="0"/>
                        <a:t>Urinary Tract Infections</a:t>
                      </a:r>
                    </a:p>
                  </a:txBody>
                  <a:tcPr marL="76196" marR="76196" marT="76196" marB="76196">
                    <a:solidFill>
                      <a:srgbClr val="FFFFFF"/>
                    </a:solidFill>
                  </a:tcPr>
                </a:tc>
                <a:tc>
                  <a:txBody>
                    <a:bodyPr/>
                    <a:lstStyle/>
                    <a:p>
                      <a:pPr lvl="0" fontAlgn="t">
                        <a:spcAft>
                          <a:spcPts val="790"/>
                        </a:spcAft>
                        <a:buSzPct val="100000"/>
                        <a:buFont typeface="Arial" pitchFamily="34"/>
                        <a:buChar char="•"/>
                      </a:pPr>
                      <a:r>
                        <a:rPr lang="en-US" sz="2000" dirty="0"/>
                        <a:t>Pain is often across the back and radiates to the groin.</a:t>
                      </a:r>
                    </a:p>
                    <a:p>
                      <a:pPr lvl="0" fontAlgn="t">
                        <a:spcAft>
                          <a:spcPts val="790"/>
                        </a:spcAft>
                        <a:buSzPct val="100000"/>
                        <a:buFont typeface="Arial" pitchFamily="34"/>
                        <a:buChar char="•"/>
                      </a:pPr>
                      <a:r>
                        <a:rPr lang="en-US" sz="2000" dirty="0"/>
                        <a:t>Patients often report dysuria, urgency and frequency.</a:t>
                      </a:r>
                    </a:p>
                    <a:p>
                      <a:pPr lvl="0" fontAlgn="t">
                        <a:spcAft>
                          <a:spcPts val="790"/>
                        </a:spcAft>
                        <a:buSzPct val="100000"/>
                        <a:buFont typeface="Arial" pitchFamily="34"/>
                        <a:buChar char="•"/>
                      </a:pPr>
                      <a:r>
                        <a:rPr lang="en-US" sz="2000" dirty="0"/>
                        <a:t>If the infection affects the renal system the pain is often more severe and can radiate to the upper back.</a:t>
                      </a:r>
                    </a:p>
                    <a:p>
                      <a:pPr lvl="0" fontAlgn="t">
                        <a:spcAft>
                          <a:spcPts val="790"/>
                        </a:spcAft>
                        <a:buSzPct val="100000"/>
                        <a:buFont typeface="Arial" pitchFamily="34"/>
                        <a:buChar char="•"/>
                      </a:pPr>
                      <a:r>
                        <a:rPr lang="en-US" sz="2000" dirty="0"/>
                        <a:t>Fever may also be present.</a:t>
                      </a:r>
                    </a:p>
                  </a:txBody>
                  <a:tcPr marL="76196" marR="76196" marT="76196" marB="76196">
                    <a:solidFill>
                      <a:srgbClr val="FFFFFF"/>
                    </a:solidFill>
                  </a:tcPr>
                </a:tc>
                <a:extLst>
                  <a:ext uri="{0D108BD9-81ED-4DB2-BD59-A6C34878D82A}">
                    <a16:rowId xmlns:a16="http://schemas.microsoft.com/office/drawing/2014/main" val="1221198634"/>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7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4AD2F-1AB9-FF7C-E867-81530AA36788}"/>
              </a:ext>
            </a:extLst>
          </p:cNvPr>
          <p:cNvSpPr txBox="1">
            <a:spLocks noGrp="1"/>
          </p:cNvSpPr>
          <p:nvPr>
            <p:ph type="title"/>
          </p:nvPr>
        </p:nvSpPr>
        <p:spPr>
          <a:xfrm>
            <a:off x="6876324" y="-1408"/>
            <a:ext cx="5181603" cy="370652"/>
          </a:xfrm>
        </p:spPr>
        <p:txBody>
          <a:bodyPr>
            <a:normAutofit fontScale="90000"/>
          </a:bodyPr>
          <a:lstStyle/>
          <a:p>
            <a:pPr lvl="0"/>
            <a:r>
              <a:rPr lang="en-US" sz="3600"/>
              <a:t>Contd</a:t>
            </a:r>
          </a:p>
        </p:txBody>
      </p:sp>
      <p:graphicFrame>
        <p:nvGraphicFramePr>
          <p:cNvPr id="3" name="Content Placeholder 4">
            <a:extLst>
              <a:ext uri="{FF2B5EF4-FFF2-40B4-BE49-F238E27FC236}">
                <a16:creationId xmlns:a16="http://schemas.microsoft.com/office/drawing/2014/main" id="{B3EB87FA-8B0F-2DB2-BA07-D4AE20AE3D2B}"/>
              </a:ext>
            </a:extLst>
          </p:cNvPr>
          <p:cNvGraphicFramePr>
            <a:graphicFrameLocks noGrp="1"/>
          </p:cNvGraphicFramePr>
          <p:nvPr>
            <p:ph idx="1"/>
            <p:extLst>
              <p:ext uri="{D42A27DB-BD31-4B8C-83A1-F6EECF244321}">
                <p14:modId xmlns:p14="http://schemas.microsoft.com/office/powerpoint/2010/main" val="959588793"/>
              </p:ext>
            </p:extLst>
          </p:nvPr>
        </p:nvGraphicFramePr>
        <p:xfrm>
          <a:off x="839162" y="761997"/>
          <a:ext cx="11352837" cy="5918030"/>
        </p:xfrm>
        <a:graphic>
          <a:graphicData uri="http://schemas.openxmlformats.org/drawingml/2006/table">
            <a:tbl>
              <a:tblPr bandRow="1">
                <a:effectLst/>
                <a:tableStyleId>{5C22544A-7EE6-4342-B048-85BDC9FD1C3A}</a:tableStyleId>
              </a:tblPr>
              <a:tblGrid>
                <a:gridCol w="3560792">
                  <a:extLst>
                    <a:ext uri="{9D8B030D-6E8A-4147-A177-3AD203B41FA5}">
                      <a16:colId xmlns:a16="http://schemas.microsoft.com/office/drawing/2014/main" val="1807062026"/>
                    </a:ext>
                  </a:extLst>
                </a:gridCol>
                <a:gridCol w="7792045">
                  <a:extLst>
                    <a:ext uri="{9D8B030D-6E8A-4147-A177-3AD203B41FA5}">
                      <a16:colId xmlns:a16="http://schemas.microsoft.com/office/drawing/2014/main" val="2038440027"/>
                    </a:ext>
                  </a:extLst>
                </a:gridCol>
              </a:tblGrid>
              <a:tr h="739620">
                <a:tc>
                  <a:txBody>
                    <a:bodyPr/>
                    <a:lstStyle/>
                    <a:p>
                      <a:pPr lvl="0" fontAlgn="t">
                        <a:buNone/>
                      </a:pPr>
                      <a:r>
                        <a:rPr lang="en-US" sz="2000"/>
                        <a:t>Prostatitis</a:t>
                      </a:r>
                    </a:p>
                  </a:txBody>
                  <a:tcPr marL="76196" marR="76196" marT="76196" marB="76196">
                    <a:solidFill>
                      <a:srgbClr val="FFFFFF"/>
                    </a:solidFill>
                  </a:tcPr>
                </a:tc>
                <a:tc>
                  <a:txBody>
                    <a:bodyPr/>
                    <a:lstStyle/>
                    <a:p>
                      <a:pPr lvl="0" indent="0" fontAlgn="t">
                        <a:spcAft>
                          <a:spcPts val="790"/>
                        </a:spcAft>
                        <a:buNone/>
                      </a:pPr>
                      <a:r>
                        <a:rPr lang="en-US" sz="2000"/>
                        <a:t>Characterised by fever and a vague aching pain in the lower back that radiates into the rectum.</a:t>
                      </a:r>
                    </a:p>
                  </a:txBody>
                  <a:tcPr marL="76196" marR="76196" marT="76196" marB="76196">
                    <a:solidFill>
                      <a:srgbClr val="FFFFFF"/>
                    </a:solidFill>
                  </a:tcPr>
                </a:tc>
                <a:extLst>
                  <a:ext uri="{0D108BD9-81ED-4DB2-BD59-A6C34878D82A}">
                    <a16:rowId xmlns:a16="http://schemas.microsoft.com/office/drawing/2014/main" val="3328814534"/>
                  </a:ext>
                </a:extLst>
              </a:tr>
              <a:tr h="1678905">
                <a:tc>
                  <a:txBody>
                    <a:bodyPr/>
                    <a:lstStyle/>
                    <a:p>
                      <a:pPr lvl="0" fontAlgn="t">
                        <a:buNone/>
                      </a:pPr>
                      <a:r>
                        <a:rPr lang="en-US" sz="2000"/>
                        <a:t>Gallstones</a:t>
                      </a:r>
                    </a:p>
                  </a:txBody>
                  <a:tcPr marL="76196" marR="76196" marT="76196" marB="76196">
                    <a:solidFill>
                      <a:srgbClr val="FFFFFF"/>
                    </a:solidFill>
                  </a:tcPr>
                </a:tc>
                <a:tc>
                  <a:txBody>
                    <a:bodyPr/>
                    <a:lstStyle/>
                    <a:p>
                      <a:pPr lvl="0" indent="0" fontAlgn="t">
                        <a:spcAft>
                          <a:spcPts val="790"/>
                        </a:spcAft>
                        <a:buNone/>
                      </a:pPr>
                      <a:r>
                        <a:rPr lang="en-US" sz="2000"/>
                        <a:t>Patients can experience severe pain in the abdominal or back area when fatty meals are consumed.</a:t>
                      </a:r>
                    </a:p>
                    <a:p>
                      <a:pPr lvl="0" fontAlgn="t">
                        <a:spcAft>
                          <a:spcPts val="790"/>
                        </a:spcAft>
                        <a:buSzPct val="100000"/>
                        <a:buFont typeface="Arial" pitchFamily="34"/>
                        <a:buChar char="•"/>
                      </a:pPr>
                      <a:r>
                        <a:rPr lang="en-US" sz="2000"/>
                        <a:t>Pain is colicky (sharp episodic pain occurring at intervals) with periods of improvement and relief.</a:t>
                      </a:r>
                    </a:p>
                  </a:txBody>
                  <a:tcPr marL="76196" marR="76196" marT="76196" marB="76196">
                    <a:solidFill>
                      <a:srgbClr val="FFFFFF"/>
                    </a:solidFill>
                  </a:tcPr>
                </a:tc>
                <a:extLst>
                  <a:ext uri="{0D108BD9-81ED-4DB2-BD59-A6C34878D82A}">
                    <a16:rowId xmlns:a16="http://schemas.microsoft.com/office/drawing/2014/main" val="2347464731"/>
                  </a:ext>
                </a:extLst>
              </a:tr>
              <a:tr h="1397675">
                <a:tc>
                  <a:txBody>
                    <a:bodyPr/>
                    <a:lstStyle/>
                    <a:p>
                      <a:pPr lvl="0" fontAlgn="t">
                        <a:buNone/>
                      </a:pPr>
                      <a:r>
                        <a:rPr lang="en-US" sz="2000"/>
                        <a:t>Kidney Stones</a:t>
                      </a:r>
                    </a:p>
                  </a:txBody>
                  <a:tcPr marL="76196" marR="76196" marT="76196" marB="76196">
                    <a:solidFill>
                      <a:srgbClr val="FFFFFF"/>
                    </a:solidFill>
                  </a:tcPr>
                </a:tc>
                <a:tc>
                  <a:txBody>
                    <a:bodyPr/>
                    <a:lstStyle/>
                    <a:p>
                      <a:pPr lvl="0" fontAlgn="t">
                        <a:spcAft>
                          <a:spcPts val="790"/>
                        </a:spcAft>
                        <a:buSzPct val="100000"/>
                        <a:buFont typeface="Arial" pitchFamily="34"/>
                        <a:buChar char="•"/>
                      </a:pPr>
                      <a:r>
                        <a:rPr lang="en-US" sz="2000"/>
                        <a:t>Common in middle aged men and women.</a:t>
                      </a:r>
                    </a:p>
                    <a:p>
                      <a:pPr lvl="0" fontAlgn="t">
                        <a:spcAft>
                          <a:spcPts val="790"/>
                        </a:spcAft>
                        <a:buSzPct val="100000"/>
                        <a:buFont typeface="Arial" pitchFamily="34"/>
                        <a:buChar char="•"/>
                      </a:pPr>
                      <a:r>
                        <a:rPr lang="en-US" sz="2000"/>
                        <a:t>Interruption of urine flow results in severe pain that may radiate from the thoracolumbar region around to the lower abdomen and groin.</a:t>
                      </a:r>
                    </a:p>
                  </a:txBody>
                  <a:tcPr marL="76196" marR="76196" marT="76196" marB="76196">
                    <a:solidFill>
                      <a:srgbClr val="FFFFFF"/>
                    </a:solidFill>
                  </a:tcPr>
                </a:tc>
                <a:extLst>
                  <a:ext uri="{0D108BD9-81ED-4DB2-BD59-A6C34878D82A}">
                    <a16:rowId xmlns:a16="http://schemas.microsoft.com/office/drawing/2014/main" val="311682942"/>
                  </a:ext>
                </a:extLst>
              </a:tr>
              <a:tr h="2079458">
                <a:tc>
                  <a:txBody>
                    <a:bodyPr/>
                    <a:lstStyle/>
                    <a:p>
                      <a:pPr lvl="0" fontAlgn="t">
                        <a:buNone/>
                      </a:pPr>
                      <a:r>
                        <a:rPr lang="en-US" sz="2000"/>
                        <a:t>Visceral Cancer</a:t>
                      </a:r>
                    </a:p>
                  </a:txBody>
                  <a:tcPr marL="76196" marR="76196" marT="76196" marB="76196">
                    <a:solidFill>
                      <a:srgbClr val="FFFFFF"/>
                    </a:solidFill>
                  </a:tcPr>
                </a:tc>
                <a:tc>
                  <a:txBody>
                    <a:bodyPr/>
                    <a:lstStyle/>
                    <a:p>
                      <a:pPr lvl="0" fontAlgn="t">
                        <a:spcAft>
                          <a:spcPts val="790"/>
                        </a:spcAft>
                        <a:buSzPct val="100000"/>
                        <a:buFont typeface="Arial" pitchFamily="34"/>
                        <a:buChar char="•"/>
                      </a:pPr>
                      <a:r>
                        <a:rPr lang="en-US" sz="2000" dirty="0"/>
                        <a:t>Vague low back pain can be the first sign of visceral cancer.</a:t>
                      </a:r>
                    </a:p>
                    <a:p>
                      <a:pPr lvl="0" fontAlgn="t">
                        <a:spcAft>
                          <a:spcPts val="790"/>
                        </a:spcAft>
                        <a:buSzPct val="100000"/>
                        <a:buFont typeface="Arial" pitchFamily="34"/>
                        <a:buChar char="•"/>
                      </a:pPr>
                      <a:r>
                        <a:rPr lang="en-US" sz="2000" dirty="0"/>
                        <a:t>Pain is often not relieved by rest and may be most intense at night.</a:t>
                      </a:r>
                    </a:p>
                    <a:p>
                      <a:pPr lvl="0" fontAlgn="t">
                        <a:spcAft>
                          <a:spcPts val="790"/>
                        </a:spcAft>
                        <a:buSzPct val="100000"/>
                        <a:buFont typeface="Arial" pitchFamily="34"/>
                        <a:buChar char="•"/>
                      </a:pPr>
                      <a:r>
                        <a:rPr lang="en-US" sz="2000" dirty="0"/>
                        <a:t>Pain progresses regardless of modification of activities and use of medication.</a:t>
                      </a:r>
                    </a:p>
                  </a:txBody>
                  <a:tcPr marL="76196" marR="76196" marT="76196" marB="76196">
                    <a:solidFill>
                      <a:srgbClr val="FFFFFF"/>
                    </a:solidFill>
                  </a:tcPr>
                </a:tc>
                <a:extLst>
                  <a:ext uri="{0D108BD9-81ED-4DB2-BD59-A6C34878D82A}">
                    <a16:rowId xmlns:a16="http://schemas.microsoft.com/office/drawing/2014/main" val="904649392"/>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BED5E-00D0-E541-7F5C-8F15FD1CEF52}"/>
              </a:ext>
            </a:extLst>
          </p:cNvPr>
          <p:cNvSpPr txBox="1">
            <a:spLocks noGrp="1"/>
          </p:cNvSpPr>
          <p:nvPr>
            <p:ph type="title"/>
          </p:nvPr>
        </p:nvSpPr>
        <p:spPr>
          <a:xfrm>
            <a:off x="808638" y="386930"/>
            <a:ext cx="9236700" cy="1188950"/>
          </a:xfrm>
        </p:spPr>
        <p:txBody>
          <a:bodyPr anchor="b">
            <a:normAutofit/>
          </a:bodyPr>
          <a:lstStyle/>
          <a:p>
            <a:pPr lvl="0"/>
            <a:r>
              <a:rPr lang="en-GB" sz="2800" dirty="0">
                <a:latin typeface="Aptos" panose="020B0004020202020204" pitchFamily="34" charset="0"/>
              </a:rPr>
              <a:t>Abdominal Aortic Aneurysm</a:t>
            </a:r>
          </a:p>
        </p:txBody>
      </p:sp>
      <p:sp>
        <p:nvSpPr>
          <p:cNvPr id="3" name="Content Placeholder 2">
            <a:extLst>
              <a:ext uri="{FF2B5EF4-FFF2-40B4-BE49-F238E27FC236}">
                <a16:creationId xmlns:a16="http://schemas.microsoft.com/office/drawing/2014/main" id="{6CC67405-3BF1-BFE0-EDDA-478E320F7B5A}"/>
              </a:ext>
            </a:extLst>
          </p:cNvPr>
          <p:cNvSpPr txBox="1">
            <a:spLocks noGrp="1"/>
          </p:cNvSpPr>
          <p:nvPr>
            <p:ph idx="1"/>
          </p:nvPr>
        </p:nvSpPr>
        <p:spPr>
          <a:xfrm>
            <a:off x="808638" y="1934492"/>
            <a:ext cx="10143668" cy="3084318"/>
          </a:xfrm>
        </p:spPr>
        <p:txBody>
          <a:bodyPr anchor="ctr">
            <a:normAutofit/>
          </a:bodyPr>
          <a:lstStyle/>
          <a:p>
            <a:pPr lvl="0"/>
            <a:r>
              <a:rPr lang="en-GB" sz="1600" dirty="0"/>
              <a:t>Abdominal Aortic Aneurysm Immediate action – triage immediately </a:t>
            </a:r>
          </a:p>
          <a:p>
            <a:pPr lvl="0"/>
            <a:r>
              <a:rPr lang="en-GB" sz="1600" dirty="0"/>
              <a:t>Back pain that is acute and severe</a:t>
            </a:r>
          </a:p>
          <a:p>
            <a:pPr lvl="0"/>
            <a:r>
              <a:rPr lang="en-GB" sz="1600" dirty="0"/>
              <a:t>Pain can radiate to the chest  </a:t>
            </a:r>
          </a:p>
          <a:p>
            <a:pPr lvl="0"/>
            <a:r>
              <a:rPr lang="en-GB" sz="1600" dirty="0"/>
              <a:t>Rest does not always ease the pain </a:t>
            </a:r>
          </a:p>
          <a:p>
            <a:pPr lvl="0"/>
            <a:r>
              <a:rPr lang="en-GB" sz="1600" dirty="0"/>
              <a:t>Palpation of the back or back movements do not affect the pain </a:t>
            </a:r>
          </a:p>
          <a:p>
            <a:pPr lvl="0"/>
            <a:r>
              <a:rPr lang="en-GB" sz="1600" dirty="0"/>
              <a:t> Symptoms may be worse at night </a:t>
            </a:r>
          </a:p>
          <a:p>
            <a:pPr lvl="0"/>
            <a:r>
              <a:rPr lang="en-GB" sz="1600" dirty="0"/>
              <a:t>A loss of lower extremity pulses  </a:t>
            </a:r>
          </a:p>
          <a:p>
            <a:pPr lvl="0"/>
            <a:r>
              <a:rPr lang="en-GB" sz="1600" dirty="0"/>
              <a:t>The GP should document that they have palpated the abdomen (with no pain) to help rule out an AAA</a:t>
            </a:r>
          </a:p>
        </p:txBody>
      </p:sp>
    </p:spTree>
    <p:extLst>
      <p:ext uri="{BB962C8B-B14F-4D97-AF65-F5344CB8AC3E}">
        <p14:creationId xmlns:p14="http://schemas.microsoft.com/office/powerpoint/2010/main" val="38162329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33590-3525-D29F-0D68-DAEB8ACEF213}"/>
              </a:ext>
            </a:extLst>
          </p:cNvPr>
          <p:cNvSpPr>
            <a:spLocks noGrp="1"/>
          </p:cNvSpPr>
          <p:nvPr>
            <p:ph type="title"/>
          </p:nvPr>
        </p:nvSpPr>
        <p:spPr>
          <a:xfrm>
            <a:off x="529444" y="127624"/>
            <a:ext cx="10515600" cy="715526"/>
          </a:xfrm>
        </p:spPr>
        <p:txBody>
          <a:bodyPr/>
          <a:lstStyle/>
          <a:p>
            <a:r>
              <a:rPr lang="en-GB" dirty="0"/>
              <a:t>Fibromyalgia</a:t>
            </a:r>
          </a:p>
        </p:txBody>
      </p:sp>
      <p:pic>
        <p:nvPicPr>
          <p:cNvPr id="6" name="Content Placeholder 5">
            <a:extLst>
              <a:ext uri="{FF2B5EF4-FFF2-40B4-BE49-F238E27FC236}">
                <a16:creationId xmlns:a16="http://schemas.microsoft.com/office/drawing/2014/main" id="{9F0294A4-CB77-F698-3220-E4A6D1C0814D}"/>
              </a:ext>
            </a:extLst>
          </p:cNvPr>
          <p:cNvPicPr>
            <a:picLocks noGrp="1" noChangeAspect="1"/>
          </p:cNvPicPr>
          <p:nvPr>
            <p:ph idx="1"/>
          </p:nvPr>
        </p:nvPicPr>
        <p:blipFill>
          <a:blip r:embed="rId3"/>
          <a:stretch>
            <a:fillRect/>
          </a:stretch>
        </p:blipFill>
        <p:spPr>
          <a:xfrm>
            <a:off x="0" y="1580891"/>
            <a:ext cx="5462649" cy="5149485"/>
          </a:xfrm>
          <a:prstGeom prst="rect">
            <a:avLst/>
          </a:prstGeom>
          <a:noFill/>
          <a:ln>
            <a:noFill/>
          </a:ln>
        </p:spPr>
      </p:pic>
      <p:pic>
        <p:nvPicPr>
          <p:cNvPr id="8" name="Picture 7">
            <a:extLst>
              <a:ext uri="{FF2B5EF4-FFF2-40B4-BE49-F238E27FC236}">
                <a16:creationId xmlns:a16="http://schemas.microsoft.com/office/drawing/2014/main" id="{28BE620E-93C4-EABC-5F50-8E3C8499F4EA}"/>
              </a:ext>
            </a:extLst>
          </p:cNvPr>
          <p:cNvPicPr>
            <a:picLocks noChangeAspect="1"/>
          </p:cNvPicPr>
          <p:nvPr/>
        </p:nvPicPr>
        <p:blipFill>
          <a:blip r:embed="rId4"/>
          <a:stretch>
            <a:fillRect/>
          </a:stretch>
        </p:blipFill>
        <p:spPr>
          <a:xfrm>
            <a:off x="5284518" y="356260"/>
            <a:ext cx="6907481" cy="6268823"/>
          </a:xfrm>
          <a:prstGeom prst="rect">
            <a:avLst/>
          </a:prstGeom>
        </p:spPr>
      </p:pic>
    </p:spTree>
    <p:extLst>
      <p:ext uri="{BB962C8B-B14F-4D97-AF65-F5344CB8AC3E}">
        <p14:creationId xmlns:p14="http://schemas.microsoft.com/office/powerpoint/2010/main" val="23800804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B12E32-2B96-5C05-0545-08AB7849058E}"/>
              </a:ext>
            </a:extLst>
          </p:cNvPr>
          <p:cNvSpPr txBox="1">
            <a:spLocks noGrp="1"/>
          </p:cNvSpPr>
          <p:nvPr>
            <p:ph type="title"/>
          </p:nvPr>
        </p:nvSpPr>
        <p:spPr>
          <a:xfrm>
            <a:off x="838200" y="365125"/>
            <a:ext cx="10515600" cy="1325563"/>
          </a:xfrm>
        </p:spPr>
        <p:txBody>
          <a:bodyPr>
            <a:normAutofit/>
          </a:bodyPr>
          <a:lstStyle/>
          <a:p>
            <a:pPr lvl="0"/>
            <a:r>
              <a:rPr lang="en-US" sz="2800" dirty="0"/>
              <a:t>Investigations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2C12CCD-C910-645C-BD79-A2F5D440825F}"/>
              </a:ext>
            </a:extLst>
          </p:cNvPr>
          <p:cNvSpPr txBox="1">
            <a:spLocks noGrp="1"/>
          </p:cNvSpPr>
          <p:nvPr>
            <p:ph idx="1"/>
          </p:nvPr>
        </p:nvSpPr>
        <p:spPr>
          <a:xfrm>
            <a:off x="838200" y="1929384"/>
            <a:ext cx="10515600" cy="4251960"/>
          </a:xfrm>
        </p:spPr>
        <p:txBody>
          <a:bodyPr>
            <a:normAutofit/>
          </a:bodyPr>
          <a:lstStyle/>
          <a:p>
            <a:pPr marL="0" lvl="0" indent="0">
              <a:buNone/>
            </a:pPr>
            <a:r>
              <a:rPr lang="en-US" sz="1600" b="1" dirty="0"/>
              <a:t>Blood test: </a:t>
            </a:r>
          </a:p>
          <a:p>
            <a:pPr lvl="0"/>
            <a:r>
              <a:rPr lang="en-US" sz="1600" dirty="0"/>
              <a:t>Inflammatory arthritis or myeloma or metabolic disease or rule out for fibromyalgia or UTI  </a:t>
            </a:r>
          </a:p>
          <a:p>
            <a:pPr lvl="0"/>
            <a:r>
              <a:rPr lang="en-US" sz="1600" dirty="0"/>
              <a:t>FBC, LFT, RFT, TFTs, Hb1AC, Cholesterol, Vitamin D, Vitamin B12, folic acid, Iron</a:t>
            </a:r>
          </a:p>
          <a:p>
            <a:pPr lvl="0"/>
            <a:r>
              <a:rPr lang="en-US" sz="1600" dirty="0"/>
              <a:t>Inflammatory markers like ESR, CRP, CK</a:t>
            </a:r>
          </a:p>
          <a:p>
            <a:pPr lvl="0"/>
            <a:r>
              <a:rPr lang="en-US" sz="1600" dirty="0"/>
              <a:t>Connective tissue or autoimmune inflammatory markers like ANA, ENA, ds DNA antibody, Anti CCP, Rh factor, HLA B 27</a:t>
            </a:r>
          </a:p>
          <a:p>
            <a:pPr lvl="0"/>
            <a:r>
              <a:rPr lang="en-US" sz="1600" dirty="0"/>
              <a:t>Immunoglobulins such as Serum protein and Urine Protein Electrophoresis for myeloma</a:t>
            </a:r>
          </a:p>
          <a:p>
            <a:pPr marL="0" lvl="0" indent="0">
              <a:buNone/>
            </a:pPr>
            <a:r>
              <a:rPr lang="en-US" sz="1600" b="1" dirty="0"/>
              <a:t>Radiological investigations: </a:t>
            </a:r>
          </a:p>
          <a:p>
            <a:pPr lvl="0"/>
            <a:r>
              <a:rPr lang="en-US" sz="1600" dirty="0"/>
              <a:t>X-ray</a:t>
            </a:r>
          </a:p>
          <a:p>
            <a:pPr lvl="0"/>
            <a:r>
              <a:rPr lang="en-US" sz="1600" dirty="0"/>
              <a:t>MRI</a:t>
            </a:r>
          </a:p>
          <a:p>
            <a:pPr lvl="0"/>
            <a:r>
              <a:rPr lang="en-US" sz="1600" dirty="0"/>
              <a:t>CT scan</a:t>
            </a:r>
          </a:p>
          <a:p>
            <a:pPr lvl="0"/>
            <a:r>
              <a:rPr lang="en-US" sz="1600" dirty="0"/>
              <a:t>Bone Density Scan</a:t>
            </a:r>
          </a:p>
          <a:p>
            <a:pPr lvl="0"/>
            <a:endParaRPr lang="en-US" sz="2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descr="A diagram of a patient&amp;#39;s body&#10;&#10;AI-generated content may be incorrect.">
            <a:extLst>
              <a:ext uri="{FF2B5EF4-FFF2-40B4-BE49-F238E27FC236}">
                <a16:creationId xmlns:a16="http://schemas.microsoft.com/office/drawing/2014/main" id="{3E61C12E-BB46-BB04-3754-B8AC9D4FFD1E}"/>
              </a:ext>
            </a:extLst>
          </p:cNvPr>
          <p:cNvPicPr>
            <a:picLocks noGrp="1" noChangeAspect="1"/>
          </p:cNvPicPr>
          <p:nvPr>
            <p:ph idx="1"/>
          </p:nvPr>
        </p:nvPicPr>
        <p:blipFill>
          <a:blip r:embed="rId3"/>
          <a:stretch>
            <a:fillRect/>
          </a:stretch>
        </p:blipFill>
        <p:spPr>
          <a:xfrm>
            <a:off x="8454122" y="-59001"/>
            <a:ext cx="4325316" cy="6858000"/>
          </a:xfrm>
          <a:prstGeom prst="rect">
            <a:avLst/>
          </a:prstGeom>
        </p:spPr>
      </p:pic>
      <p:pic>
        <p:nvPicPr>
          <p:cNvPr id="6" name="Picture 5" descr="A diagram of a pain&#10;&#10;AI-generated content may be incorrect.">
            <a:extLst>
              <a:ext uri="{FF2B5EF4-FFF2-40B4-BE49-F238E27FC236}">
                <a16:creationId xmlns:a16="http://schemas.microsoft.com/office/drawing/2014/main" id="{2A0A2BA0-0935-F735-BE1E-2D09A293FAEC}"/>
              </a:ext>
            </a:extLst>
          </p:cNvPr>
          <p:cNvPicPr>
            <a:picLocks noChangeAspect="1"/>
          </p:cNvPicPr>
          <p:nvPr/>
        </p:nvPicPr>
        <p:blipFill>
          <a:blip r:embed="rId4"/>
          <a:stretch>
            <a:fillRect/>
          </a:stretch>
        </p:blipFill>
        <p:spPr>
          <a:xfrm>
            <a:off x="-4622" y="-11004"/>
            <a:ext cx="4171378" cy="6762006"/>
          </a:xfrm>
          <a:prstGeom prst="rect">
            <a:avLst/>
          </a:prstGeom>
        </p:spPr>
      </p:pic>
      <p:pic>
        <p:nvPicPr>
          <p:cNvPr id="14" name="Picture 13" descr="A diagram of a medical procedure&#10;&#10;AI-generated content may be incorrect.">
            <a:extLst>
              <a:ext uri="{FF2B5EF4-FFF2-40B4-BE49-F238E27FC236}">
                <a16:creationId xmlns:a16="http://schemas.microsoft.com/office/drawing/2014/main" id="{D9681537-0061-BA31-FA34-A424269D647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66756" y="-118431"/>
            <a:ext cx="4421905" cy="6880437"/>
          </a:xfrm>
          <a:prstGeom prst="rect">
            <a:avLst/>
          </a:prstGeom>
        </p:spPr>
      </p:pic>
    </p:spTree>
    <p:extLst>
      <p:ext uri="{BB962C8B-B14F-4D97-AF65-F5344CB8AC3E}">
        <p14:creationId xmlns:p14="http://schemas.microsoft.com/office/powerpoint/2010/main" val="204026536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8AB82C-4EFC-6B20-4EF3-5A6885785EDD}"/>
              </a:ext>
            </a:extLst>
          </p:cNvPr>
          <p:cNvSpPr txBox="1">
            <a:spLocks noGrp="1"/>
          </p:cNvSpPr>
          <p:nvPr>
            <p:ph idx="1"/>
          </p:nvPr>
        </p:nvSpPr>
        <p:spPr>
          <a:xfrm>
            <a:off x="1324115" y="1163016"/>
            <a:ext cx="9632125" cy="4351336"/>
          </a:xfrm>
        </p:spPr>
        <p:txBody>
          <a:bodyPr/>
          <a:lstStyle/>
          <a:p>
            <a:pPr lvl="0"/>
            <a:r>
              <a:rPr lang="en-US" sz="2400"/>
              <a:t>Exercise regularly </a:t>
            </a:r>
          </a:p>
          <a:p>
            <a:pPr lvl="0"/>
            <a:r>
              <a:rPr lang="en-US" sz="2400"/>
              <a:t>Stay active </a:t>
            </a:r>
          </a:p>
          <a:p>
            <a:pPr lvl="0"/>
            <a:r>
              <a:rPr lang="en-US" sz="2400"/>
              <a:t>Lift correctly </a:t>
            </a:r>
          </a:p>
          <a:p>
            <a:pPr lvl="0"/>
            <a:r>
              <a:rPr lang="en-US" sz="2400"/>
              <a:t>Maintain a healthy lifestyle</a:t>
            </a:r>
          </a:p>
          <a:p>
            <a:pPr lvl="0"/>
            <a:r>
              <a:rPr lang="en-US" sz="2400"/>
              <a:t>Use pain relief when needed </a:t>
            </a:r>
          </a:p>
          <a:p>
            <a:pPr lvl="0"/>
            <a:r>
              <a:rPr lang="en-US" sz="2400"/>
              <a:t>Adapt your work environment </a:t>
            </a:r>
          </a:p>
          <a:p>
            <a:pPr lvl="0"/>
            <a:r>
              <a:rPr lang="en-US" sz="2400"/>
              <a:t>Use a rucksack-avoid one sided bag </a:t>
            </a:r>
          </a:p>
          <a:p>
            <a:pPr lvl="0"/>
            <a:r>
              <a:rPr lang="en-US" sz="2400"/>
              <a:t>Maintain good posture Sit properly </a:t>
            </a:r>
          </a:p>
          <a:p>
            <a:pPr lvl="0"/>
            <a:r>
              <a:rPr lang="en-US" sz="2400"/>
              <a:t>Communicate at work </a:t>
            </a:r>
          </a:p>
          <a:p>
            <a:pPr lvl="0"/>
            <a:endParaRPr lang="en-US"/>
          </a:p>
        </p:txBody>
      </p:sp>
      <p:pic>
        <p:nvPicPr>
          <p:cNvPr id="4" name="Picture 3">
            <a:extLst>
              <a:ext uri="{FF2B5EF4-FFF2-40B4-BE49-F238E27FC236}">
                <a16:creationId xmlns:a16="http://schemas.microsoft.com/office/drawing/2014/main" id="{A21ECFAF-B06F-1EFF-41CA-8A76D1F8F37B}"/>
              </a:ext>
            </a:extLst>
          </p:cNvPr>
          <p:cNvPicPr>
            <a:picLocks noChangeAspect="1"/>
          </p:cNvPicPr>
          <p:nvPr/>
        </p:nvPicPr>
        <p:blipFill>
          <a:blip r:embed="rId2"/>
          <a:stretch>
            <a:fillRect/>
          </a:stretch>
        </p:blipFill>
        <p:spPr>
          <a:xfrm>
            <a:off x="862013" y="166687"/>
            <a:ext cx="10467975" cy="6524625"/>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9F40364A-11A1-A176-9A8A-1CF1A71F2EA2}"/>
              </a:ext>
            </a:extLst>
          </p:cNvPr>
          <p:cNvSpPr>
            <a:spLocks noGrp="1"/>
          </p:cNvSpPr>
          <p:nvPr>
            <p:ph idx="1"/>
          </p:nvPr>
        </p:nvSpPr>
        <p:spPr>
          <a:xfrm>
            <a:off x="6172200" y="804672"/>
            <a:ext cx="5221224" cy="5230368"/>
          </a:xfrm>
        </p:spPr>
        <p:txBody>
          <a:bodyPr anchor="ctr">
            <a:normAutofit/>
          </a:bodyPr>
          <a:lstStyle/>
          <a:p>
            <a:r>
              <a:rPr lang="en-GB" sz="4400" dirty="0">
                <a:solidFill>
                  <a:schemeClr val="tx2"/>
                </a:solidFill>
              </a:rPr>
              <a:t>Management</a:t>
            </a:r>
          </a:p>
        </p:txBody>
      </p:sp>
    </p:spTree>
    <p:extLst>
      <p:ext uri="{BB962C8B-B14F-4D97-AF65-F5344CB8AC3E}">
        <p14:creationId xmlns:p14="http://schemas.microsoft.com/office/powerpoint/2010/main" val="24415878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39784-8B93-9121-C847-EDDFAC787098}"/>
              </a:ext>
            </a:extLst>
          </p:cNvPr>
          <p:cNvSpPr>
            <a:spLocks noGrp="1"/>
          </p:cNvSpPr>
          <p:nvPr>
            <p:ph type="title"/>
          </p:nvPr>
        </p:nvSpPr>
        <p:spPr>
          <a:xfrm>
            <a:off x="723476" y="-184666"/>
            <a:ext cx="10515600" cy="1325559"/>
          </a:xfrm>
        </p:spPr>
        <p:txBody>
          <a:bodyPr>
            <a:normAutofit/>
          </a:bodyPr>
          <a:lstStyle/>
          <a:p>
            <a:r>
              <a:rPr lang="en-GB" sz="2800" dirty="0"/>
              <a:t>Shared Decision making</a:t>
            </a:r>
          </a:p>
        </p:txBody>
      </p:sp>
      <p:sp>
        <p:nvSpPr>
          <p:cNvPr id="4" name="Rectangle 1">
            <a:extLst>
              <a:ext uri="{FF2B5EF4-FFF2-40B4-BE49-F238E27FC236}">
                <a16:creationId xmlns:a16="http://schemas.microsoft.com/office/drawing/2014/main" id="{CB5B071F-1723-42BF-9EF7-F221E36008BB}"/>
              </a:ext>
            </a:extLst>
          </p:cNvPr>
          <p:cNvSpPr>
            <a:spLocks noGrp="1" noChangeArrowheads="1"/>
          </p:cNvSpPr>
          <p:nvPr>
            <p:ph idx="1"/>
          </p:nvPr>
        </p:nvSpPr>
        <p:spPr bwMode="auto">
          <a:xfrm>
            <a:off x="4588689" y="2100580"/>
            <a:ext cx="2654593"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altLang="en-US" sz="1600" b="1" dirty="0">
                <a:solidFill>
                  <a:schemeClr val="tx1"/>
                </a:solidFill>
                <a:latin typeface="Arial" panose="020B0604020202020204" pitchFamily="34" charset="0"/>
              </a:rPr>
              <a:t>For Patient</a:t>
            </a: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What are my options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solidFill>
                  <a:schemeClr val="tx1"/>
                </a:solidFill>
                <a:latin typeface="Arial" panose="020B0604020202020204" pitchFamily="34" charset="0"/>
              </a:rPr>
              <a:t>What are the risks and benefits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How ca</a:t>
            </a:r>
            <a:r>
              <a:rPr lang="en-US" altLang="en-US" sz="1600" dirty="0">
                <a:solidFill>
                  <a:schemeClr val="tx1"/>
                </a:solidFill>
                <a:latin typeface="Arial" panose="020B0604020202020204" pitchFamily="34" charset="0"/>
              </a:rPr>
              <a:t>n we decide together</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70656A15-4A9E-2C88-5280-A2A4E810A560}"/>
              </a:ext>
            </a:extLst>
          </p:cNvPr>
          <p:cNvSpPr txBox="1">
            <a:spLocks noChangeArrowheads="1"/>
          </p:cNvSpPr>
          <p:nvPr/>
        </p:nvSpPr>
        <p:spPr bwMode="auto">
          <a:xfrm>
            <a:off x="7458638" y="787607"/>
            <a:ext cx="4107039"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SzTx/>
              <a:buFont typeface="Arial" pitchFamily="34"/>
              <a:buNone/>
            </a:pPr>
            <a:r>
              <a:rPr lang="en-US" altLang="en-US" sz="1800" b="1" dirty="0">
                <a:solidFill>
                  <a:schemeClr val="tx1"/>
                </a:solidFill>
                <a:latin typeface="Arial" panose="020B0604020202020204" pitchFamily="34" charset="0"/>
              </a:rPr>
              <a:t>For clinician</a:t>
            </a:r>
          </a:p>
          <a:p>
            <a:pPr marL="0" indent="0" eaLnBrk="0" fontAlgn="base" hangingPunct="0">
              <a:lnSpc>
                <a:spcPct val="100000"/>
              </a:lnSpc>
              <a:spcBef>
                <a:spcPct val="0"/>
              </a:spcBef>
              <a:spcAft>
                <a:spcPct val="0"/>
              </a:spcAft>
              <a:buSzTx/>
              <a:buFontTx/>
              <a:buChar char="•"/>
            </a:pPr>
            <a:r>
              <a:rPr lang="en-US" altLang="en-US" sz="1600" dirty="0">
                <a:solidFill>
                  <a:schemeClr val="tx1"/>
                </a:solidFill>
                <a:latin typeface="Aptos" panose="020B0004020202020204" pitchFamily="34" charset="0"/>
              </a:rPr>
              <a:t>Encouraging people to express what matters to them</a:t>
            </a:r>
          </a:p>
          <a:p>
            <a:pPr marL="0" indent="0" eaLnBrk="0" fontAlgn="base" hangingPunct="0">
              <a:lnSpc>
                <a:spcPct val="100000"/>
              </a:lnSpc>
              <a:spcBef>
                <a:spcPct val="0"/>
              </a:spcBef>
              <a:spcAft>
                <a:spcPct val="0"/>
              </a:spcAft>
              <a:buSzTx/>
              <a:buFontTx/>
              <a:buChar char="•"/>
            </a:pPr>
            <a:r>
              <a:rPr lang="en-US" altLang="en-US" sz="1600" dirty="0">
                <a:solidFill>
                  <a:schemeClr val="tx1"/>
                </a:solidFill>
                <a:latin typeface="Aptos" panose="020B0004020202020204" pitchFamily="34" charset="0"/>
              </a:rPr>
              <a:t>Using plain language, avoiding jargon</a:t>
            </a:r>
          </a:p>
          <a:p>
            <a:pPr marL="0" indent="0" eaLnBrk="0" fontAlgn="base" hangingPunct="0">
              <a:lnSpc>
                <a:spcPct val="100000"/>
              </a:lnSpc>
              <a:spcBef>
                <a:spcPct val="0"/>
              </a:spcBef>
              <a:spcAft>
                <a:spcPct val="0"/>
              </a:spcAft>
              <a:buSzTx/>
              <a:buFontTx/>
              <a:buChar char="•"/>
            </a:pPr>
            <a:r>
              <a:rPr lang="en-US" altLang="en-US" sz="1600" dirty="0">
                <a:solidFill>
                  <a:schemeClr val="tx1"/>
                </a:solidFill>
                <a:latin typeface="Aptos" panose="020B0004020202020204" pitchFamily="34" charset="0"/>
              </a:rPr>
              <a:t>Explaining risks, benefits, and consequences of options</a:t>
            </a:r>
          </a:p>
          <a:p>
            <a:pPr marL="0" indent="0" eaLnBrk="0" fontAlgn="base" hangingPunct="0">
              <a:lnSpc>
                <a:spcPct val="100000"/>
              </a:lnSpc>
              <a:spcBef>
                <a:spcPct val="0"/>
              </a:spcBef>
              <a:spcAft>
                <a:spcPct val="0"/>
              </a:spcAft>
              <a:buSzTx/>
              <a:buFontTx/>
              <a:buChar char="•"/>
            </a:pPr>
            <a:r>
              <a:rPr lang="en-US" altLang="en-US" sz="1600" dirty="0">
                <a:solidFill>
                  <a:schemeClr val="tx1"/>
                </a:solidFill>
                <a:latin typeface="Aptos" panose="020B0004020202020204" pitchFamily="34" charset="0"/>
              </a:rPr>
              <a:t>Involving families/carers in decision</a:t>
            </a:r>
          </a:p>
        </p:txBody>
      </p:sp>
      <p:sp>
        <p:nvSpPr>
          <p:cNvPr id="8" name="Rectangle 1">
            <a:extLst>
              <a:ext uri="{FF2B5EF4-FFF2-40B4-BE49-F238E27FC236}">
                <a16:creationId xmlns:a16="http://schemas.microsoft.com/office/drawing/2014/main" id="{A417A58F-5F70-564F-027D-2410CD4BE9EF}"/>
              </a:ext>
            </a:extLst>
          </p:cNvPr>
          <p:cNvSpPr txBox="1">
            <a:spLocks noChangeArrowheads="1"/>
          </p:cNvSpPr>
          <p:nvPr/>
        </p:nvSpPr>
        <p:spPr bwMode="auto">
          <a:xfrm>
            <a:off x="470899" y="1300361"/>
            <a:ext cx="4477821"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SzTx/>
              <a:buNone/>
            </a:pPr>
            <a:r>
              <a:rPr lang="en-US" sz="1600" b="1" dirty="0">
                <a:latin typeface="Aptos" panose="020B0004020202020204" pitchFamily="34" charset="0"/>
              </a:rPr>
              <a:t>Definition: </a:t>
            </a:r>
            <a:r>
              <a:rPr lang="en-US" sz="1600" dirty="0">
                <a:latin typeface="Aptos" panose="020B0004020202020204" pitchFamily="34" charset="0"/>
              </a:rPr>
              <a:t>It is a collaborative process that involves a person and their healthcare professional working together to reach a joint decision about care</a:t>
            </a:r>
          </a:p>
          <a:p>
            <a:pPr marL="0" indent="0" eaLnBrk="0" fontAlgn="base" hangingPunct="0">
              <a:lnSpc>
                <a:spcPct val="100000"/>
              </a:lnSpc>
              <a:spcBef>
                <a:spcPct val="0"/>
              </a:spcBef>
              <a:spcAft>
                <a:spcPct val="0"/>
              </a:spcAft>
              <a:buSzTx/>
              <a:buNone/>
            </a:pPr>
            <a:r>
              <a:rPr lang="en-US" altLang="en-US" sz="1600" dirty="0">
                <a:solidFill>
                  <a:schemeClr val="tx1"/>
                </a:solidFill>
                <a:latin typeface="Aptos" panose="020B0004020202020204" pitchFamily="34" charset="0"/>
              </a:rPr>
              <a:t>Communication:</a:t>
            </a:r>
          </a:p>
          <a:p>
            <a:pPr marL="0" indent="0" eaLnBrk="0" fontAlgn="base" hangingPunct="0">
              <a:lnSpc>
                <a:spcPct val="100000"/>
              </a:lnSpc>
              <a:spcBef>
                <a:spcPct val="0"/>
              </a:spcBef>
              <a:spcAft>
                <a:spcPct val="0"/>
              </a:spcAft>
              <a:buSzTx/>
              <a:buNone/>
            </a:pPr>
            <a:endParaRPr lang="en-US" altLang="en-US" sz="1800" dirty="0">
              <a:solidFill>
                <a:schemeClr val="tx1"/>
              </a:solidFill>
              <a:latin typeface="Arial" panose="020B0604020202020204" pitchFamily="34" charset="0"/>
            </a:endParaRPr>
          </a:p>
        </p:txBody>
      </p:sp>
      <p:sp>
        <p:nvSpPr>
          <p:cNvPr id="10" name="Rectangle 1">
            <a:extLst>
              <a:ext uri="{FF2B5EF4-FFF2-40B4-BE49-F238E27FC236}">
                <a16:creationId xmlns:a16="http://schemas.microsoft.com/office/drawing/2014/main" id="{FB08E0B4-A987-C9CB-1EE3-1E6F6BC18FE5}"/>
              </a:ext>
            </a:extLst>
          </p:cNvPr>
          <p:cNvSpPr txBox="1">
            <a:spLocks noChangeArrowheads="1"/>
          </p:cNvSpPr>
          <p:nvPr/>
        </p:nvSpPr>
        <p:spPr bwMode="auto">
          <a:xfrm>
            <a:off x="7366570" y="3629773"/>
            <a:ext cx="4825430" cy="2339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SzTx/>
              <a:buNone/>
            </a:pPr>
            <a:r>
              <a:rPr lang="en-US" sz="1800" b="1" dirty="0"/>
              <a:t>Three-talk model</a:t>
            </a:r>
          </a:p>
          <a:p>
            <a:pPr marL="0" indent="0" eaLnBrk="0" fontAlgn="base" hangingPunct="0">
              <a:lnSpc>
                <a:spcPct val="100000"/>
              </a:lnSpc>
              <a:spcBef>
                <a:spcPct val="0"/>
              </a:spcBef>
              <a:spcAft>
                <a:spcPct val="0"/>
              </a:spcAft>
              <a:buSzTx/>
              <a:buNone/>
            </a:pPr>
            <a:r>
              <a:rPr lang="en-US" sz="1600" dirty="0"/>
              <a:t>A practical model based on following choice, option and decision talk stages during the consultation.</a:t>
            </a:r>
          </a:p>
          <a:p>
            <a:pPr marL="0" indent="0" eaLnBrk="0" fontAlgn="base" hangingPunct="0">
              <a:lnSpc>
                <a:spcPct val="100000"/>
              </a:lnSpc>
              <a:spcBef>
                <a:spcPct val="0"/>
              </a:spcBef>
              <a:spcAft>
                <a:spcPct val="0"/>
              </a:spcAft>
              <a:buSzTx/>
              <a:buNone/>
            </a:pPr>
            <a:r>
              <a:rPr lang="en-US" sz="1600" b="1" dirty="0"/>
              <a:t> The model has 3 steps:</a:t>
            </a:r>
          </a:p>
          <a:p>
            <a:pPr marL="0" indent="0" eaLnBrk="0" fontAlgn="base" hangingPunct="0">
              <a:lnSpc>
                <a:spcPct val="100000"/>
              </a:lnSpc>
              <a:spcBef>
                <a:spcPct val="0"/>
              </a:spcBef>
              <a:spcAft>
                <a:spcPct val="0"/>
              </a:spcAft>
              <a:buSzTx/>
              <a:buNone/>
            </a:pPr>
            <a:r>
              <a:rPr lang="en-US" sz="1600" dirty="0"/>
              <a:t>• introducing choice </a:t>
            </a:r>
          </a:p>
          <a:p>
            <a:pPr marL="0" indent="0" eaLnBrk="0" fontAlgn="base" hangingPunct="0">
              <a:lnSpc>
                <a:spcPct val="100000"/>
              </a:lnSpc>
              <a:spcBef>
                <a:spcPct val="0"/>
              </a:spcBef>
              <a:spcAft>
                <a:spcPct val="0"/>
              </a:spcAft>
              <a:buSzTx/>
              <a:buNone/>
            </a:pPr>
            <a:r>
              <a:rPr lang="en-US" sz="1600" dirty="0"/>
              <a:t>• describing options, often by integrating the use of patient decision support </a:t>
            </a:r>
          </a:p>
          <a:p>
            <a:pPr marL="0" indent="0" eaLnBrk="0" fontAlgn="base" hangingPunct="0">
              <a:lnSpc>
                <a:spcPct val="100000"/>
              </a:lnSpc>
              <a:spcBef>
                <a:spcPct val="0"/>
              </a:spcBef>
              <a:spcAft>
                <a:spcPct val="0"/>
              </a:spcAft>
              <a:buSzTx/>
              <a:buNone/>
            </a:pPr>
            <a:r>
              <a:rPr lang="en-US" sz="1600" dirty="0"/>
              <a:t>• helping people explore their preferences and make decisions. </a:t>
            </a:r>
            <a:endParaRPr lang="en-US" altLang="en-US" sz="1600" dirty="0">
              <a:solidFill>
                <a:schemeClr val="tx1"/>
              </a:solidFill>
              <a:latin typeface="Arial" panose="020B0604020202020204" pitchFamily="34" charset="0"/>
            </a:endParaRPr>
          </a:p>
        </p:txBody>
      </p:sp>
      <p:graphicFrame>
        <p:nvGraphicFramePr>
          <p:cNvPr id="16" name="Rectangle 1">
            <a:extLst>
              <a:ext uri="{FF2B5EF4-FFF2-40B4-BE49-F238E27FC236}">
                <a16:creationId xmlns:a16="http://schemas.microsoft.com/office/drawing/2014/main" id="{D5FF5741-2702-7900-EB53-B23F9B71C8ED}"/>
              </a:ext>
            </a:extLst>
          </p:cNvPr>
          <p:cNvGraphicFramePr/>
          <p:nvPr/>
        </p:nvGraphicFramePr>
        <p:xfrm>
          <a:off x="267127" y="3289965"/>
          <a:ext cx="5335712" cy="31624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833650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Rectangle 34">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7" name="Rectangle 36">
            <a:extLst>
              <a:ext uri="{FF2B5EF4-FFF2-40B4-BE49-F238E27FC236}">
                <a16:creationId xmlns:a16="http://schemas.microsoft.com/office/drawing/2014/main" id="{F59BBA36-F6C6-486E-BED0-A1C3C4C4FF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72706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5FF53B-0D04-25F0-FFBE-01457D9DCD98}"/>
              </a:ext>
            </a:extLst>
          </p:cNvPr>
          <p:cNvSpPr txBox="1">
            <a:spLocks noGrp="1"/>
          </p:cNvSpPr>
          <p:nvPr>
            <p:ph type="title"/>
          </p:nvPr>
        </p:nvSpPr>
        <p:spPr>
          <a:xfrm>
            <a:off x="422898" y="540167"/>
            <a:ext cx="6829955" cy="1132761"/>
          </a:xfrm>
        </p:spPr>
        <p:txBody>
          <a:bodyPr anchor="b">
            <a:normAutofit fontScale="90000"/>
          </a:bodyPr>
          <a:lstStyle/>
          <a:p>
            <a:pPr lvl="0"/>
            <a:r>
              <a:rPr lang="en-GB" sz="3100" b="1" dirty="0">
                <a:solidFill>
                  <a:schemeClr val="tx1"/>
                </a:solidFill>
              </a:rPr>
              <a:t>Management Plan</a:t>
            </a:r>
            <a:br>
              <a:rPr lang="en-GB" sz="4800" b="1" dirty="0">
                <a:solidFill>
                  <a:schemeClr val="tx1"/>
                </a:solidFill>
              </a:rPr>
            </a:br>
            <a:endParaRPr lang="en-GB" sz="4800" dirty="0">
              <a:solidFill>
                <a:schemeClr val="tx1"/>
              </a:solidFill>
            </a:endParaRPr>
          </a:p>
        </p:txBody>
      </p:sp>
      <p:cxnSp>
        <p:nvCxnSpPr>
          <p:cNvPr id="32" name="Straight Connector 31">
            <a:extLst>
              <a:ext uri="{FF2B5EF4-FFF2-40B4-BE49-F238E27FC236}">
                <a16:creationId xmlns:a16="http://schemas.microsoft.com/office/drawing/2014/main" id="{F085D7B9-E066-4923-8CB7-294BF306296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FA392873-A54A-4077-810F-3AFC8F442E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72669" y="713619"/>
            <a:ext cx="826011" cy="5449714"/>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cxnSp>
        <p:nvCxnSpPr>
          <p:cNvPr id="36" name="Straight Connector 35">
            <a:extLst>
              <a:ext uri="{FF2B5EF4-FFF2-40B4-BE49-F238E27FC236}">
                <a16:creationId xmlns:a16="http://schemas.microsoft.com/office/drawing/2014/main" id="{25443840-A796-4C43-8DC1-1B738EFEC5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5193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1" name="Content Placeholder 2">
            <a:extLst>
              <a:ext uri="{FF2B5EF4-FFF2-40B4-BE49-F238E27FC236}">
                <a16:creationId xmlns:a16="http://schemas.microsoft.com/office/drawing/2014/main" id="{91A539FA-203E-6140-053E-7645647301D9}"/>
              </a:ext>
            </a:extLst>
          </p:cNvPr>
          <p:cNvGraphicFramePr>
            <a:graphicFrameLocks noGrp="1"/>
          </p:cNvGraphicFramePr>
          <p:nvPr>
            <p:ph idx="1"/>
            <p:extLst>
              <p:ext uri="{D42A27DB-BD31-4B8C-83A1-F6EECF244321}">
                <p14:modId xmlns:p14="http://schemas.microsoft.com/office/powerpoint/2010/main" val="1240603462"/>
              </p:ext>
            </p:extLst>
          </p:nvPr>
        </p:nvGraphicFramePr>
        <p:xfrm>
          <a:off x="422899" y="1465119"/>
          <a:ext cx="8087256" cy="45107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C2668-60F7-BD3B-B52E-5662CDCEDE92}"/>
              </a:ext>
            </a:extLst>
          </p:cNvPr>
          <p:cNvSpPr>
            <a:spLocks noGrp="1"/>
          </p:cNvSpPr>
          <p:nvPr>
            <p:ph type="title"/>
          </p:nvPr>
        </p:nvSpPr>
        <p:spPr>
          <a:xfrm>
            <a:off x="838203" y="365130"/>
            <a:ext cx="10515600" cy="529606"/>
          </a:xfrm>
        </p:spPr>
        <p:txBody>
          <a:bodyPr>
            <a:normAutofit/>
          </a:bodyPr>
          <a:lstStyle/>
          <a:p>
            <a:r>
              <a:rPr lang="en-GB" sz="2800" dirty="0"/>
              <a:t>Goal of treatment</a:t>
            </a:r>
          </a:p>
        </p:txBody>
      </p:sp>
      <p:sp>
        <p:nvSpPr>
          <p:cNvPr id="3" name="Content Placeholder 2">
            <a:extLst>
              <a:ext uri="{FF2B5EF4-FFF2-40B4-BE49-F238E27FC236}">
                <a16:creationId xmlns:a16="http://schemas.microsoft.com/office/drawing/2014/main" id="{CAFE20BB-CE02-84A0-A3BF-272F943FB357}"/>
              </a:ext>
            </a:extLst>
          </p:cNvPr>
          <p:cNvSpPr>
            <a:spLocks noGrp="1"/>
          </p:cNvSpPr>
          <p:nvPr>
            <p:ph idx="1"/>
          </p:nvPr>
        </p:nvSpPr>
        <p:spPr>
          <a:xfrm>
            <a:off x="1083114" y="1431616"/>
            <a:ext cx="4776913" cy="4351336"/>
          </a:xfrm>
        </p:spPr>
        <p:txBody>
          <a:bodyPr>
            <a:normAutofit/>
          </a:bodyPr>
          <a:lstStyle/>
          <a:p>
            <a:pPr marL="0" indent="0">
              <a:buNone/>
            </a:pPr>
            <a:r>
              <a:rPr lang="en-GB" sz="2000" b="1" dirty="0"/>
              <a:t>Acute phase</a:t>
            </a:r>
          </a:p>
          <a:p>
            <a:r>
              <a:rPr lang="en-GB" sz="1600" dirty="0"/>
              <a:t>Decrease pain, inflammation and muscle spasm</a:t>
            </a:r>
          </a:p>
          <a:p>
            <a:r>
              <a:rPr lang="en-GB" sz="1600" dirty="0"/>
              <a:t>Promote healing of tissue</a:t>
            </a:r>
          </a:p>
          <a:p>
            <a:r>
              <a:rPr lang="en-GB" sz="1600" dirty="0"/>
              <a:t>Increase pain free range of motion</a:t>
            </a:r>
          </a:p>
          <a:p>
            <a:r>
              <a:rPr lang="en-GB" sz="1600" dirty="0"/>
              <a:t>Regain soft tissue extensibility</a:t>
            </a:r>
          </a:p>
          <a:p>
            <a:r>
              <a:rPr lang="en-GB" sz="1600" dirty="0"/>
              <a:t>Regain neuromuscular control</a:t>
            </a:r>
          </a:p>
          <a:p>
            <a:r>
              <a:rPr lang="en-GB" sz="1600" dirty="0"/>
              <a:t>Initiate postural education</a:t>
            </a:r>
          </a:p>
          <a:p>
            <a:r>
              <a:rPr lang="en-GB" sz="1600" dirty="0"/>
              <a:t>Allow progression to functional phase</a:t>
            </a:r>
          </a:p>
          <a:p>
            <a:pPr marL="0" indent="0">
              <a:buNone/>
            </a:pPr>
            <a:endParaRPr lang="en-GB" dirty="0"/>
          </a:p>
        </p:txBody>
      </p:sp>
      <p:sp>
        <p:nvSpPr>
          <p:cNvPr id="4" name="Content Placeholder 2">
            <a:extLst>
              <a:ext uri="{FF2B5EF4-FFF2-40B4-BE49-F238E27FC236}">
                <a16:creationId xmlns:a16="http://schemas.microsoft.com/office/drawing/2014/main" id="{435087DA-8E1D-7A44-A2A6-C76D21A2EF0A}"/>
              </a:ext>
            </a:extLst>
          </p:cNvPr>
          <p:cNvSpPr txBox="1">
            <a:spLocks/>
          </p:cNvSpPr>
          <p:nvPr/>
        </p:nvSpPr>
        <p:spPr>
          <a:xfrm>
            <a:off x="6404711" y="1431616"/>
            <a:ext cx="4859035" cy="4351336"/>
          </a:xfrm>
          <a:prstGeom prst="rect">
            <a:avLst/>
          </a:prstGeom>
          <a:noFill/>
          <a:ln>
            <a:noFill/>
          </a:ln>
        </p:spPr>
        <p:txBody>
          <a:bodyPr vert="horz" wrap="square" lIns="91440" tIns="45720" rIns="91440" bIns="45720" anchor="t" anchorCtr="0" compatLnSpc="1">
            <a:norm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itchFamily="34"/>
              <a:buNone/>
            </a:pPr>
            <a:r>
              <a:rPr lang="en-GB" sz="2000" b="1" dirty="0"/>
              <a:t>Functional phase</a:t>
            </a:r>
          </a:p>
          <a:p>
            <a:pPr marL="0" lvl="0" indent="0" eaLnBrk="0" fontAlgn="base" hangingPunct="0">
              <a:lnSpc>
                <a:spcPct val="150000"/>
              </a:lnSpc>
              <a:spcBef>
                <a:spcPct val="0"/>
              </a:spcBef>
              <a:spcAft>
                <a:spcPct val="0"/>
              </a:spcAft>
              <a:buSzTx/>
              <a:buFontTx/>
              <a:buChar char="•"/>
            </a:pPr>
            <a:r>
              <a:rPr lang="en-US" altLang="en-US" sz="1600" dirty="0">
                <a:solidFill>
                  <a:schemeClr val="tx1"/>
                </a:solidFill>
                <a:latin typeface="Aptos" panose="020B0004020202020204" pitchFamily="34" charset="0"/>
              </a:rPr>
              <a:t> Symptoms fully resolved or significantly reduced</a:t>
            </a:r>
          </a:p>
          <a:p>
            <a:pPr marL="0" lvl="0" indent="0" eaLnBrk="0" fontAlgn="base" hangingPunct="0">
              <a:lnSpc>
                <a:spcPct val="150000"/>
              </a:lnSpc>
              <a:spcBef>
                <a:spcPct val="0"/>
              </a:spcBef>
              <a:spcAft>
                <a:spcPct val="0"/>
              </a:spcAft>
              <a:buSzTx/>
              <a:buFontTx/>
              <a:buChar char="•"/>
            </a:pPr>
            <a:r>
              <a:rPr lang="en-US" altLang="en-US" sz="1600" dirty="0">
                <a:solidFill>
                  <a:schemeClr val="tx1"/>
                </a:solidFill>
                <a:latin typeface="Aptos" panose="020B0004020202020204" pitchFamily="34" charset="0"/>
              </a:rPr>
              <a:t> Pain-free and complete spinal range of motion restored</a:t>
            </a:r>
          </a:p>
          <a:p>
            <a:pPr marL="0" lvl="0" indent="0" eaLnBrk="0" fontAlgn="base" hangingPunct="0">
              <a:lnSpc>
                <a:spcPct val="150000"/>
              </a:lnSpc>
              <a:spcBef>
                <a:spcPct val="0"/>
              </a:spcBef>
              <a:spcAft>
                <a:spcPct val="0"/>
              </a:spcAft>
              <a:buSzTx/>
              <a:buFontTx/>
              <a:buChar char="•"/>
            </a:pPr>
            <a:r>
              <a:rPr lang="en-US" altLang="en-US" sz="1600" dirty="0">
                <a:solidFill>
                  <a:schemeClr val="tx1"/>
                </a:solidFill>
                <a:latin typeface="Aptos" panose="020B0004020202020204" pitchFamily="34" charset="0"/>
              </a:rPr>
              <a:t> Upper and lower kinetic chains fully reintegrated</a:t>
            </a:r>
          </a:p>
          <a:p>
            <a:pPr marL="0" lvl="0" indent="0" eaLnBrk="0" fontAlgn="base" hangingPunct="0">
              <a:lnSpc>
                <a:spcPct val="150000"/>
              </a:lnSpc>
              <a:spcBef>
                <a:spcPct val="0"/>
              </a:spcBef>
              <a:spcAft>
                <a:spcPct val="0"/>
              </a:spcAft>
              <a:buSzTx/>
              <a:buFontTx/>
              <a:buChar char="•"/>
            </a:pPr>
            <a:r>
              <a:rPr lang="en-US" altLang="en-US" sz="1600" dirty="0">
                <a:solidFill>
                  <a:schemeClr val="tx1"/>
                </a:solidFill>
                <a:latin typeface="Aptos" panose="020B0004020202020204" pitchFamily="34" charset="0"/>
              </a:rPr>
              <a:t> Respiratory function normalized</a:t>
            </a:r>
          </a:p>
          <a:p>
            <a:pPr marL="0" lvl="0" indent="0" eaLnBrk="0" fontAlgn="base" hangingPunct="0">
              <a:lnSpc>
                <a:spcPct val="150000"/>
              </a:lnSpc>
              <a:spcBef>
                <a:spcPct val="0"/>
              </a:spcBef>
              <a:spcAft>
                <a:spcPct val="0"/>
              </a:spcAft>
              <a:buSzTx/>
              <a:buFontTx/>
              <a:buChar char="•"/>
            </a:pPr>
            <a:r>
              <a:rPr lang="en-US" altLang="en-US" sz="1600" dirty="0">
                <a:solidFill>
                  <a:schemeClr val="tx1"/>
                </a:solidFill>
                <a:latin typeface="Aptos" panose="020B0004020202020204" pitchFamily="34" charset="0"/>
              </a:rPr>
              <a:t> Spinal and upper/lower quadrant strength and neuromuscular control reestablished</a:t>
            </a:r>
          </a:p>
          <a:p>
            <a:pPr marL="0" indent="0">
              <a:buFont typeface="Arial" pitchFamily="34"/>
              <a:buNone/>
            </a:pPr>
            <a:endParaRPr lang="en-GB" b="1" dirty="0"/>
          </a:p>
          <a:p>
            <a:pPr marL="0" indent="0">
              <a:buFont typeface="Arial" pitchFamily="34"/>
              <a:buNone/>
            </a:pPr>
            <a:endParaRPr lang="en-GB" dirty="0"/>
          </a:p>
        </p:txBody>
      </p:sp>
    </p:spTree>
    <p:extLst>
      <p:ext uri="{BB962C8B-B14F-4D97-AF65-F5344CB8AC3E}">
        <p14:creationId xmlns:p14="http://schemas.microsoft.com/office/powerpoint/2010/main" val="33984545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25DAD-C6A0-48E9-38F1-A68E27C54B53}"/>
              </a:ext>
            </a:extLst>
          </p:cNvPr>
          <p:cNvSpPr>
            <a:spLocks noGrp="1"/>
          </p:cNvSpPr>
          <p:nvPr>
            <p:ph type="title"/>
          </p:nvPr>
        </p:nvSpPr>
        <p:spPr>
          <a:xfrm>
            <a:off x="582564" y="89827"/>
            <a:ext cx="6742910" cy="475252"/>
          </a:xfrm>
        </p:spPr>
        <p:txBody>
          <a:bodyPr>
            <a:noAutofit/>
          </a:bodyPr>
          <a:lstStyle/>
          <a:p>
            <a:r>
              <a:rPr lang="en-GB" sz="2800" dirty="0"/>
              <a:t>Management</a:t>
            </a:r>
          </a:p>
        </p:txBody>
      </p:sp>
      <p:sp>
        <p:nvSpPr>
          <p:cNvPr id="3" name="Content Placeholder 2">
            <a:extLst>
              <a:ext uri="{FF2B5EF4-FFF2-40B4-BE49-F238E27FC236}">
                <a16:creationId xmlns:a16="http://schemas.microsoft.com/office/drawing/2014/main" id="{2290F158-AABC-3B5C-F2CA-3397A5227FA8}"/>
              </a:ext>
            </a:extLst>
          </p:cNvPr>
          <p:cNvSpPr>
            <a:spLocks noGrp="1"/>
          </p:cNvSpPr>
          <p:nvPr>
            <p:ph idx="1"/>
          </p:nvPr>
        </p:nvSpPr>
        <p:spPr>
          <a:xfrm>
            <a:off x="164387" y="651248"/>
            <a:ext cx="8589196" cy="6206752"/>
          </a:xfrm>
        </p:spPr>
        <p:txBody>
          <a:bodyPr>
            <a:normAutofit fontScale="77500" lnSpcReduction="20000"/>
          </a:bodyPr>
          <a:lstStyle/>
          <a:p>
            <a:pPr marL="0" indent="0">
              <a:buNone/>
            </a:pPr>
            <a:r>
              <a:rPr lang="en-GB" sz="3600" b="1" dirty="0"/>
              <a:t>Non-Invasive treatment</a:t>
            </a:r>
          </a:p>
          <a:p>
            <a:pPr marL="514350" indent="-514350">
              <a:buFont typeface="+mj-lt"/>
              <a:buAutoNum type="arabicPeriod"/>
            </a:pPr>
            <a:r>
              <a:rPr lang="en-GB" b="1" dirty="0"/>
              <a:t>Non-pharmacological intervention</a:t>
            </a:r>
          </a:p>
          <a:p>
            <a:pPr>
              <a:buFont typeface="Wingdings" panose="05000000000000000000" pitchFamily="2" charset="2"/>
              <a:buChar char="v"/>
            </a:pPr>
            <a:r>
              <a:rPr lang="en-GB" dirty="0"/>
              <a:t>Self management: Advice, re assurance, encouragement to continue ADLs, heat or cold therapy, Exercises therapy: </a:t>
            </a:r>
            <a:r>
              <a:rPr lang="en-US" dirty="0"/>
              <a:t>biomechanical, aerobic, mind–body or a combination of approaches</a:t>
            </a:r>
            <a:endParaRPr lang="en-GB" dirty="0"/>
          </a:p>
          <a:p>
            <a:pPr>
              <a:buFont typeface="Wingdings" panose="05000000000000000000" pitchFamily="2" charset="2"/>
              <a:buChar char="v"/>
            </a:pPr>
            <a:r>
              <a:rPr lang="en-GB" dirty="0"/>
              <a:t>Manual therapy:</a:t>
            </a:r>
          </a:p>
          <a:p>
            <a:pPr>
              <a:buFont typeface="Arial" panose="020B0604020202020204" pitchFamily="34" charset="0"/>
              <a:buChar char="•"/>
            </a:pPr>
            <a:r>
              <a:rPr lang="en-GB" dirty="0"/>
              <a:t>Traction</a:t>
            </a:r>
          </a:p>
          <a:p>
            <a:pPr>
              <a:buFont typeface="Arial" panose="020B0604020202020204" pitchFamily="34" charset="0"/>
              <a:buChar char="•"/>
            </a:pPr>
            <a:r>
              <a:rPr lang="en-GB" dirty="0"/>
              <a:t>Spinal manipulation, </a:t>
            </a:r>
          </a:p>
          <a:p>
            <a:pPr>
              <a:buFont typeface="Arial" panose="020B0604020202020204" pitchFamily="34" charset="0"/>
              <a:buChar char="•"/>
            </a:pPr>
            <a:r>
              <a:rPr lang="en-GB" dirty="0"/>
              <a:t>joint mobilisation</a:t>
            </a:r>
          </a:p>
          <a:p>
            <a:pPr>
              <a:buFont typeface="Arial" panose="020B0604020202020204" pitchFamily="34" charset="0"/>
              <a:buChar char="•"/>
            </a:pPr>
            <a:r>
              <a:rPr lang="en-GB" dirty="0"/>
              <a:t>soft tissue mobilisation</a:t>
            </a:r>
          </a:p>
          <a:p>
            <a:pPr>
              <a:buFont typeface="Wingdings" panose="05000000000000000000" pitchFamily="2" charset="2"/>
              <a:buChar char="v"/>
            </a:pPr>
            <a:r>
              <a:rPr lang="en-GB" dirty="0"/>
              <a:t>Orthotics or brace </a:t>
            </a:r>
          </a:p>
          <a:p>
            <a:pPr>
              <a:buFont typeface="Wingdings" panose="05000000000000000000" pitchFamily="2" charset="2"/>
              <a:buChar char="v"/>
            </a:pPr>
            <a:r>
              <a:rPr lang="en-GB" dirty="0"/>
              <a:t>Acupuncture</a:t>
            </a:r>
          </a:p>
          <a:p>
            <a:pPr>
              <a:buFont typeface="Wingdings" panose="05000000000000000000" pitchFamily="2" charset="2"/>
              <a:buChar char="v"/>
            </a:pPr>
            <a:r>
              <a:rPr lang="en-GB" dirty="0"/>
              <a:t>Electrotherapies</a:t>
            </a:r>
          </a:p>
          <a:p>
            <a:pPr>
              <a:buFont typeface="Wingdings" panose="05000000000000000000" pitchFamily="2" charset="2"/>
              <a:buChar char="v"/>
            </a:pPr>
            <a:r>
              <a:rPr lang="en-GB" dirty="0"/>
              <a:t>Psychological therapy: CBT</a:t>
            </a:r>
          </a:p>
          <a:p>
            <a:pPr>
              <a:buFont typeface="Wingdings" panose="05000000000000000000" pitchFamily="2" charset="2"/>
              <a:buChar char="v"/>
            </a:pPr>
            <a:r>
              <a:rPr lang="en-GB" dirty="0"/>
              <a:t>Combined physical and psychological program</a:t>
            </a:r>
          </a:p>
          <a:p>
            <a:pPr>
              <a:buFont typeface="Wingdings" panose="05000000000000000000" pitchFamily="2" charset="2"/>
              <a:buChar char="v"/>
            </a:pPr>
            <a:r>
              <a:rPr lang="en-GB" dirty="0"/>
              <a:t>Return to work programmes</a:t>
            </a:r>
          </a:p>
          <a:p>
            <a:pPr>
              <a:buFont typeface="Wingdings" panose="05000000000000000000" pitchFamily="2" charset="2"/>
              <a:buChar char="v"/>
            </a:pPr>
            <a:r>
              <a:rPr lang="en-GB" dirty="0"/>
              <a:t>Post Surgical rehabilitation</a:t>
            </a:r>
          </a:p>
          <a:p>
            <a:pPr>
              <a:buFont typeface="Wingdings" panose="05000000000000000000" pitchFamily="2" charset="2"/>
              <a:buChar char="v"/>
            </a:pPr>
            <a:endParaRPr lang="en-GB" dirty="0"/>
          </a:p>
          <a:p>
            <a:pPr marL="0" indent="0">
              <a:buNone/>
            </a:pPr>
            <a:endParaRPr lang="en-GB" dirty="0"/>
          </a:p>
          <a:p>
            <a:pPr marL="0" indent="0">
              <a:buNone/>
            </a:pPr>
            <a:endParaRPr lang="en-GB" dirty="0"/>
          </a:p>
        </p:txBody>
      </p:sp>
      <p:sp>
        <p:nvSpPr>
          <p:cNvPr id="4" name="Content Placeholder 2">
            <a:extLst>
              <a:ext uri="{FF2B5EF4-FFF2-40B4-BE49-F238E27FC236}">
                <a16:creationId xmlns:a16="http://schemas.microsoft.com/office/drawing/2014/main" id="{18B019A0-72BF-2F10-1E93-B5005DC958AB}"/>
              </a:ext>
            </a:extLst>
          </p:cNvPr>
          <p:cNvSpPr txBox="1">
            <a:spLocks/>
          </p:cNvSpPr>
          <p:nvPr/>
        </p:nvSpPr>
        <p:spPr>
          <a:xfrm>
            <a:off x="9678256" y="338932"/>
            <a:ext cx="2513744" cy="6519068"/>
          </a:xfrm>
          <a:prstGeom prst="rect">
            <a:avLst/>
          </a:prstGeom>
          <a:noFill/>
          <a:ln>
            <a:noFill/>
          </a:ln>
        </p:spPr>
        <p:txBody>
          <a:bodyPr vert="horz" wrap="square" lIns="91440" tIns="45720" rIns="91440" bIns="45720" anchor="t" anchorCtr="0" compatLnSpc="1">
            <a:norm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b="1" dirty="0"/>
              <a:t>Invasive treatment</a:t>
            </a:r>
          </a:p>
          <a:p>
            <a:pPr marL="0" indent="0">
              <a:buNone/>
            </a:pPr>
            <a:r>
              <a:rPr lang="en-GB" sz="2200" dirty="0"/>
              <a:t>1. </a:t>
            </a:r>
            <a:r>
              <a:rPr lang="en-GB" sz="2000" dirty="0"/>
              <a:t>Non-surgical intervention</a:t>
            </a:r>
          </a:p>
          <a:p>
            <a:pPr>
              <a:buFont typeface="Wingdings" panose="05000000000000000000" pitchFamily="2" charset="2"/>
              <a:buChar char="§"/>
            </a:pPr>
            <a:r>
              <a:rPr lang="en-GB" sz="2000" dirty="0"/>
              <a:t>Spinal injections</a:t>
            </a:r>
          </a:p>
          <a:p>
            <a:pPr>
              <a:buFont typeface="Wingdings" panose="05000000000000000000" pitchFamily="2" charset="2"/>
              <a:buChar char="§"/>
            </a:pPr>
            <a:r>
              <a:rPr lang="en-GB" sz="2000" dirty="0"/>
              <a:t>Radiofrequency Denervation</a:t>
            </a:r>
          </a:p>
          <a:p>
            <a:pPr>
              <a:buFont typeface="Wingdings" panose="05000000000000000000" pitchFamily="2" charset="2"/>
              <a:buChar char="§"/>
            </a:pPr>
            <a:r>
              <a:rPr lang="en-GB" sz="2000" dirty="0"/>
              <a:t>Epidural</a:t>
            </a:r>
          </a:p>
          <a:p>
            <a:pPr marL="0" indent="0">
              <a:buNone/>
            </a:pPr>
            <a:r>
              <a:rPr lang="en-GB" sz="2000" dirty="0"/>
              <a:t>2. Surgical management</a:t>
            </a:r>
          </a:p>
          <a:p>
            <a:pPr>
              <a:buFont typeface="Wingdings" panose="05000000000000000000" pitchFamily="2" charset="2"/>
              <a:buChar char="§"/>
            </a:pPr>
            <a:r>
              <a:rPr lang="en-GB" sz="2000" dirty="0"/>
              <a:t>Spinal decompression</a:t>
            </a:r>
          </a:p>
          <a:p>
            <a:pPr>
              <a:buFont typeface="Wingdings" panose="05000000000000000000" pitchFamily="2" charset="2"/>
              <a:buChar char="§"/>
            </a:pPr>
            <a:r>
              <a:rPr lang="en-GB" sz="2000" dirty="0"/>
              <a:t>Spinal Fusion</a:t>
            </a:r>
          </a:p>
          <a:p>
            <a:pPr>
              <a:buFont typeface="Wingdings" panose="05000000000000000000" pitchFamily="2" charset="2"/>
              <a:buChar char="§"/>
            </a:pPr>
            <a:r>
              <a:rPr lang="en-GB" sz="2000" dirty="0"/>
              <a:t>Disc replacement</a:t>
            </a:r>
          </a:p>
          <a:p>
            <a:pPr marL="0" indent="0">
              <a:buFont typeface="Arial" pitchFamily="34"/>
              <a:buNone/>
            </a:pPr>
            <a:endParaRPr lang="en-GB" dirty="0"/>
          </a:p>
        </p:txBody>
      </p:sp>
      <p:sp>
        <p:nvSpPr>
          <p:cNvPr id="5" name="Content Placeholder 2">
            <a:extLst>
              <a:ext uri="{FF2B5EF4-FFF2-40B4-BE49-F238E27FC236}">
                <a16:creationId xmlns:a16="http://schemas.microsoft.com/office/drawing/2014/main" id="{1589E31E-6644-3E70-9851-C96139FF5776}"/>
              </a:ext>
            </a:extLst>
          </p:cNvPr>
          <p:cNvSpPr txBox="1">
            <a:spLocks/>
          </p:cNvSpPr>
          <p:nvPr/>
        </p:nvSpPr>
        <p:spPr>
          <a:xfrm>
            <a:off x="4567083" y="3010328"/>
            <a:ext cx="3062749" cy="2321960"/>
          </a:xfrm>
          <a:prstGeom prst="rect">
            <a:avLst/>
          </a:prstGeom>
          <a:noFill/>
          <a:ln>
            <a:noFill/>
          </a:ln>
        </p:spPr>
        <p:txBody>
          <a:bodyPr vert="horz" wrap="square" lIns="91440" tIns="45720" rIns="91440" bIns="45720" anchor="t" anchorCtr="0" compatLnSpc="1">
            <a:normAutofit fontScale="92500" lnSpcReduction="20000"/>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000" dirty="0"/>
              <a:t>2.Pharmacological intervention</a:t>
            </a:r>
          </a:p>
          <a:p>
            <a:pPr marL="457200" indent="-457200">
              <a:buAutoNum type="arabicPeriod"/>
            </a:pPr>
            <a:r>
              <a:rPr lang="en-GB" sz="2000" dirty="0"/>
              <a:t>Over the counter pain medication</a:t>
            </a:r>
          </a:p>
          <a:p>
            <a:pPr marL="457200" indent="-457200">
              <a:buAutoNum type="arabicPeriod"/>
            </a:pPr>
            <a:r>
              <a:rPr lang="en-GB" sz="2000" dirty="0"/>
              <a:t>Analgesics</a:t>
            </a:r>
          </a:p>
          <a:p>
            <a:pPr marL="457200" indent="-457200">
              <a:buAutoNum type="arabicPeriod"/>
            </a:pPr>
            <a:r>
              <a:rPr lang="en-GB" sz="2000" dirty="0"/>
              <a:t>NSAIDs</a:t>
            </a:r>
          </a:p>
          <a:p>
            <a:pPr marL="457200" indent="-457200">
              <a:buAutoNum type="arabicPeriod"/>
            </a:pPr>
            <a:r>
              <a:rPr lang="en-GB" sz="2000" dirty="0"/>
              <a:t>Neuropathic pain medication</a:t>
            </a:r>
          </a:p>
          <a:p>
            <a:pPr marL="0" indent="0">
              <a:buFont typeface="Arial" pitchFamily="34"/>
              <a:buNone/>
            </a:pPr>
            <a:endParaRPr lang="en-GB" dirty="0"/>
          </a:p>
        </p:txBody>
      </p:sp>
    </p:spTree>
    <p:extLst>
      <p:ext uri="{BB962C8B-B14F-4D97-AF65-F5344CB8AC3E}">
        <p14:creationId xmlns:p14="http://schemas.microsoft.com/office/powerpoint/2010/main" val="17502758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A89FA-69CA-66B7-2C85-C6DAA8509647}"/>
              </a:ext>
            </a:extLst>
          </p:cNvPr>
          <p:cNvSpPr>
            <a:spLocks noGrp="1"/>
          </p:cNvSpPr>
          <p:nvPr>
            <p:ph type="title"/>
          </p:nvPr>
        </p:nvSpPr>
        <p:spPr>
          <a:xfrm>
            <a:off x="7335981" y="365129"/>
            <a:ext cx="4017821" cy="1325559"/>
          </a:xfrm>
        </p:spPr>
        <p:txBody>
          <a:bodyPr>
            <a:normAutofit/>
          </a:bodyPr>
          <a:lstStyle/>
          <a:p>
            <a:r>
              <a:rPr lang="en-GB" sz="2800" dirty="0"/>
              <a:t>Menu Options</a:t>
            </a:r>
          </a:p>
        </p:txBody>
      </p:sp>
      <p:sp>
        <p:nvSpPr>
          <p:cNvPr id="3" name="Content Placeholder 2">
            <a:extLst>
              <a:ext uri="{FF2B5EF4-FFF2-40B4-BE49-F238E27FC236}">
                <a16:creationId xmlns:a16="http://schemas.microsoft.com/office/drawing/2014/main" id="{69D20646-8AFE-CB75-6EB6-11AC49D99CFC}"/>
              </a:ext>
            </a:extLst>
          </p:cNvPr>
          <p:cNvSpPr>
            <a:spLocks noGrp="1"/>
          </p:cNvSpPr>
          <p:nvPr>
            <p:ph idx="1"/>
          </p:nvPr>
        </p:nvSpPr>
        <p:spPr>
          <a:xfrm>
            <a:off x="838203" y="1825627"/>
            <a:ext cx="2809006" cy="4351336"/>
          </a:xfrm>
        </p:spPr>
        <p:txBody>
          <a:bodyPr>
            <a:normAutofit/>
          </a:bodyPr>
          <a:lstStyle/>
          <a:p>
            <a:pPr marL="0" indent="0">
              <a:buNone/>
            </a:pPr>
            <a:r>
              <a:rPr lang="en-GB" sz="2000" dirty="0"/>
              <a:t>Non-Invasive Approach</a:t>
            </a:r>
          </a:p>
          <a:p>
            <a:r>
              <a:rPr lang="en-GB" sz="1600" dirty="0"/>
              <a:t>Self management</a:t>
            </a:r>
          </a:p>
          <a:p>
            <a:r>
              <a:rPr lang="en-GB" sz="1600" dirty="0"/>
              <a:t>Physiotherapy</a:t>
            </a:r>
          </a:p>
          <a:p>
            <a:r>
              <a:rPr lang="en-GB" sz="1600" dirty="0"/>
              <a:t>Pharmacology management</a:t>
            </a:r>
          </a:p>
        </p:txBody>
      </p:sp>
      <p:pic>
        <p:nvPicPr>
          <p:cNvPr id="5" name="Content Placeholder 4" descr="A diagram of various types of injuries&#10;&#10;AI-generated content may be incorrect.">
            <a:extLst>
              <a:ext uri="{FF2B5EF4-FFF2-40B4-BE49-F238E27FC236}">
                <a16:creationId xmlns:a16="http://schemas.microsoft.com/office/drawing/2014/main" id="{0347E055-14F8-6DA1-A29D-A8E2825B1153}"/>
              </a:ext>
            </a:extLst>
          </p:cNvPr>
          <p:cNvPicPr>
            <a:picLocks noChangeAspect="1"/>
          </p:cNvPicPr>
          <p:nvPr/>
        </p:nvPicPr>
        <p:blipFill>
          <a:blip r:embed="rId2"/>
          <a:stretch>
            <a:fillRect/>
          </a:stretch>
        </p:blipFill>
        <p:spPr>
          <a:xfrm>
            <a:off x="3922644" y="1690688"/>
            <a:ext cx="6508021" cy="4351338"/>
          </a:xfrm>
          <a:prstGeom prst="rect">
            <a:avLst/>
          </a:prstGeom>
          <a:noFill/>
          <a:ln>
            <a:noFill/>
          </a:ln>
        </p:spPr>
      </p:pic>
    </p:spTree>
    <p:extLst>
      <p:ext uri="{BB962C8B-B14F-4D97-AF65-F5344CB8AC3E}">
        <p14:creationId xmlns:p14="http://schemas.microsoft.com/office/powerpoint/2010/main" val="21863429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ACF57FD1-77B4-C304-32CA-8278A0D44025}"/>
              </a:ext>
            </a:extLst>
          </p:cNvPr>
          <p:cNvPicPr>
            <a:picLocks noGrp="1" noChangeAspect="1"/>
          </p:cNvPicPr>
          <p:nvPr>
            <p:ph idx="1"/>
          </p:nvPr>
        </p:nvPicPr>
        <p:blipFill>
          <a:blip r:embed="rId2"/>
          <a:stretch>
            <a:fillRect/>
          </a:stretch>
        </p:blipFill>
        <p:spPr>
          <a:xfrm>
            <a:off x="2172929" y="-857"/>
            <a:ext cx="7443019" cy="6857573"/>
          </a:xfrm>
          <a:prstGeom prst="rect">
            <a:avLst/>
          </a:prstGeom>
          <a:noFill/>
        </p:spPr>
      </p:pic>
    </p:spTree>
    <p:extLst>
      <p:ext uri="{BB962C8B-B14F-4D97-AF65-F5344CB8AC3E}">
        <p14:creationId xmlns:p14="http://schemas.microsoft.com/office/powerpoint/2010/main" val="12034663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05ABC-D555-7DB6-E1BC-CEA9285E6452}"/>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E882B78E-C9FB-0D8E-9646-A6847C034E5E}"/>
              </a:ext>
            </a:extLst>
          </p:cNvPr>
          <p:cNvPicPr>
            <a:picLocks noGrp="1" noChangeAspect="1"/>
          </p:cNvPicPr>
          <p:nvPr>
            <p:ph idx="1"/>
          </p:nvPr>
        </p:nvPicPr>
        <p:blipFill>
          <a:blip r:embed="rId3"/>
          <a:stretch>
            <a:fillRect/>
          </a:stretch>
        </p:blipFill>
        <p:spPr>
          <a:xfrm>
            <a:off x="1238866" y="54010"/>
            <a:ext cx="8367250" cy="6799876"/>
          </a:xfrm>
          <a:prstGeom prst="rect">
            <a:avLst/>
          </a:prstGeom>
          <a:noFill/>
          <a:ln>
            <a:noFill/>
          </a:ln>
        </p:spPr>
      </p:pic>
    </p:spTree>
    <p:extLst>
      <p:ext uri="{BB962C8B-B14F-4D97-AF65-F5344CB8AC3E}">
        <p14:creationId xmlns:p14="http://schemas.microsoft.com/office/powerpoint/2010/main" val="221946617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2306-533C-9E8C-0DA4-86C3DD79965D}"/>
              </a:ext>
            </a:extLst>
          </p:cNvPr>
          <p:cNvSpPr>
            <a:spLocks noGrp="1"/>
          </p:cNvSpPr>
          <p:nvPr>
            <p:ph type="title"/>
          </p:nvPr>
        </p:nvSpPr>
        <p:spPr/>
        <p:txBody>
          <a:bodyPr>
            <a:normAutofit/>
          </a:bodyPr>
          <a:lstStyle/>
          <a:p>
            <a:r>
              <a:rPr lang="en-GB" sz="2800" dirty="0"/>
              <a:t>Self care or self management</a:t>
            </a:r>
          </a:p>
        </p:txBody>
      </p:sp>
      <p:sp>
        <p:nvSpPr>
          <p:cNvPr id="3" name="Content Placeholder 2">
            <a:extLst>
              <a:ext uri="{FF2B5EF4-FFF2-40B4-BE49-F238E27FC236}">
                <a16:creationId xmlns:a16="http://schemas.microsoft.com/office/drawing/2014/main" id="{EE9A3F58-08E5-4CF9-53F7-B04CC8E427D1}"/>
              </a:ext>
            </a:extLst>
          </p:cNvPr>
          <p:cNvSpPr>
            <a:spLocks noGrp="1"/>
          </p:cNvSpPr>
          <p:nvPr>
            <p:ph idx="1"/>
          </p:nvPr>
        </p:nvSpPr>
        <p:spPr>
          <a:xfrm>
            <a:off x="201204" y="1675866"/>
            <a:ext cx="2942688" cy="4351336"/>
          </a:xfrm>
        </p:spPr>
        <p:txBody>
          <a:bodyPr>
            <a:normAutofit/>
          </a:bodyPr>
          <a:lstStyle/>
          <a:p>
            <a:r>
              <a:rPr lang="en-US" sz="1400" dirty="0"/>
              <a:t>Self care is the ability of individuals, families and communities to promote health, prevent disease, maintain health, and cope with illness and disability with or without the support of a health worker.</a:t>
            </a:r>
          </a:p>
          <a:p>
            <a:r>
              <a:rPr lang="en-US" sz="1400" dirty="0"/>
              <a:t>Self management is related specifically to long term condition</a:t>
            </a:r>
          </a:p>
          <a:p>
            <a:r>
              <a:rPr lang="en-US" sz="1400" dirty="0"/>
              <a:t>Promoting self care is essential for optimal management of long-term condition</a:t>
            </a:r>
          </a:p>
          <a:p>
            <a:r>
              <a:rPr lang="en-US" sz="1400" dirty="0"/>
              <a:t>It is win-win, improving patient’s quality of life and reducing demand</a:t>
            </a:r>
          </a:p>
          <a:p>
            <a:r>
              <a:rPr lang="en-US" sz="1400" dirty="0"/>
              <a:t>When medical treatment is optimized, stop offering tests and interventions and move on</a:t>
            </a:r>
            <a:endParaRPr lang="en-GB" sz="1400" dirty="0"/>
          </a:p>
        </p:txBody>
      </p:sp>
      <p:graphicFrame>
        <p:nvGraphicFramePr>
          <p:cNvPr id="5" name="Table 4">
            <a:extLst>
              <a:ext uri="{FF2B5EF4-FFF2-40B4-BE49-F238E27FC236}">
                <a16:creationId xmlns:a16="http://schemas.microsoft.com/office/drawing/2014/main" id="{21BAD353-D5FB-20AC-851A-334D44EF8D1F}"/>
              </a:ext>
            </a:extLst>
          </p:cNvPr>
          <p:cNvGraphicFramePr>
            <a:graphicFrameLocks noGrp="1"/>
          </p:cNvGraphicFramePr>
          <p:nvPr>
            <p:extLst>
              <p:ext uri="{D42A27DB-BD31-4B8C-83A1-F6EECF244321}">
                <p14:modId xmlns:p14="http://schemas.microsoft.com/office/powerpoint/2010/main" val="812867218"/>
              </p:ext>
            </p:extLst>
          </p:nvPr>
        </p:nvGraphicFramePr>
        <p:xfrm>
          <a:off x="3562848" y="1911468"/>
          <a:ext cx="8550384" cy="2687320"/>
        </p:xfrm>
        <a:graphic>
          <a:graphicData uri="http://schemas.openxmlformats.org/drawingml/2006/table">
            <a:tbl>
              <a:tblPr firstRow="1" bandRow="1">
                <a:tableStyleId>{5C22544A-7EE6-4342-B048-85BDC9FD1C3A}</a:tableStyleId>
              </a:tblPr>
              <a:tblGrid>
                <a:gridCol w="4275192">
                  <a:extLst>
                    <a:ext uri="{9D8B030D-6E8A-4147-A177-3AD203B41FA5}">
                      <a16:colId xmlns:a16="http://schemas.microsoft.com/office/drawing/2014/main" val="2727042579"/>
                    </a:ext>
                  </a:extLst>
                </a:gridCol>
                <a:gridCol w="4275192">
                  <a:extLst>
                    <a:ext uri="{9D8B030D-6E8A-4147-A177-3AD203B41FA5}">
                      <a16:colId xmlns:a16="http://schemas.microsoft.com/office/drawing/2014/main" val="3651226495"/>
                    </a:ext>
                  </a:extLst>
                </a:gridCol>
              </a:tblGrid>
              <a:tr h="370840">
                <a:tc>
                  <a:txBody>
                    <a:bodyPr/>
                    <a:lstStyle/>
                    <a:p>
                      <a:r>
                        <a:rPr lang="en-GB" dirty="0"/>
                        <a:t>Increase ability to self care</a:t>
                      </a:r>
                    </a:p>
                  </a:txBody>
                  <a:tcPr/>
                </a:tc>
                <a:tc>
                  <a:txBody>
                    <a:bodyPr/>
                    <a:lstStyle/>
                    <a:p>
                      <a:r>
                        <a:rPr lang="en-GB" dirty="0"/>
                        <a:t>May decrease ability to self care</a:t>
                      </a:r>
                    </a:p>
                  </a:txBody>
                  <a:tcPr/>
                </a:tc>
                <a:extLst>
                  <a:ext uri="{0D108BD9-81ED-4DB2-BD59-A6C34878D82A}">
                    <a16:rowId xmlns:a16="http://schemas.microsoft.com/office/drawing/2014/main" val="748375770"/>
                  </a:ext>
                </a:extLst>
              </a:tr>
              <a:tr h="370840">
                <a:tc>
                  <a:txBody>
                    <a:bodyPr/>
                    <a:lstStyle/>
                    <a:p>
                      <a:pPr marL="285750" indent="-285750">
                        <a:buFont typeface="Arial" panose="020B0604020202020204" pitchFamily="34" charset="0"/>
                        <a:buChar char="•"/>
                      </a:pPr>
                      <a:r>
                        <a:rPr lang="en-GB" sz="1600" dirty="0"/>
                        <a:t>Supportive, non-judgemental consultation</a:t>
                      </a:r>
                    </a:p>
                    <a:p>
                      <a:pPr marL="285750" indent="-285750">
                        <a:buFont typeface="Arial" panose="020B0604020202020204" pitchFamily="34" charset="0"/>
                        <a:buChar char="•"/>
                      </a:pPr>
                      <a:r>
                        <a:rPr lang="en-GB" sz="1600" dirty="0"/>
                        <a:t>Coaching interview style that promote change</a:t>
                      </a:r>
                    </a:p>
                    <a:p>
                      <a:pPr marL="285750" indent="-285750">
                        <a:buFont typeface="Arial" panose="020B0604020202020204" pitchFamily="34" charset="0"/>
                        <a:buChar char="•"/>
                      </a:pPr>
                      <a:r>
                        <a:rPr lang="en-GB" sz="1600" dirty="0"/>
                        <a:t>Understanding the patient’s psychosocial framework</a:t>
                      </a:r>
                    </a:p>
                    <a:p>
                      <a:pPr marL="285750" indent="-285750">
                        <a:buFont typeface="Arial" panose="020B0604020202020204" pitchFamily="34" charset="0"/>
                        <a:buChar char="•"/>
                      </a:pPr>
                      <a:r>
                        <a:rPr lang="en-GB" sz="1600" dirty="0"/>
                        <a:t>Balancing pathological explanation with helpful information</a:t>
                      </a:r>
                    </a:p>
                    <a:p>
                      <a:pPr marL="285750" indent="-285750">
                        <a:buFont typeface="Arial" panose="020B0604020202020204" pitchFamily="34" charset="0"/>
                        <a:buChar char="•"/>
                      </a:pPr>
                      <a:r>
                        <a:rPr lang="en-GB" sz="1600" dirty="0"/>
                        <a:t>Active treatments</a:t>
                      </a:r>
                    </a:p>
                    <a:p>
                      <a:endParaRPr lang="en-GB" dirty="0"/>
                    </a:p>
                  </a:txBody>
                  <a:tcPr/>
                </a:tc>
                <a:tc>
                  <a:txBody>
                    <a:bodyPr/>
                    <a:lstStyle/>
                    <a:p>
                      <a:pPr marL="285750" indent="-285750">
                        <a:buFont typeface="Arial" panose="020B0604020202020204" pitchFamily="34" charset="0"/>
                        <a:buChar char="•"/>
                      </a:pPr>
                      <a:r>
                        <a:rPr lang="en-GB" sz="1600" dirty="0"/>
                        <a:t>Being on waiting list</a:t>
                      </a:r>
                    </a:p>
                    <a:p>
                      <a:pPr marL="285750" indent="-285750">
                        <a:buFont typeface="Arial" panose="020B0604020202020204" pitchFamily="34" charset="0"/>
                        <a:buChar char="•"/>
                      </a:pPr>
                      <a:r>
                        <a:rPr lang="en-GB" sz="1600" dirty="0"/>
                        <a:t>Biomedical or pathological explanation of long-term conditions e.g. wear and tear arthritis</a:t>
                      </a:r>
                    </a:p>
                    <a:p>
                      <a:pPr marL="285750" indent="-285750">
                        <a:buFont typeface="Arial" panose="020B0604020202020204" pitchFamily="34" charset="0"/>
                        <a:buChar char="•"/>
                      </a:pPr>
                      <a:r>
                        <a:rPr lang="en-GB" sz="1600" dirty="0"/>
                        <a:t>Passive treatment</a:t>
                      </a:r>
                    </a:p>
                    <a:p>
                      <a:pPr marL="285750" indent="-285750">
                        <a:buFont typeface="Arial" panose="020B0604020202020204" pitchFamily="34" charset="0"/>
                        <a:buChar char="•"/>
                      </a:pPr>
                      <a:r>
                        <a:rPr lang="en-GB" sz="1600" dirty="0"/>
                        <a:t>A belief that medicine still has ‘more to offer’</a:t>
                      </a:r>
                    </a:p>
                  </a:txBody>
                  <a:tcPr/>
                </a:tc>
                <a:extLst>
                  <a:ext uri="{0D108BD9-81ED-4DB2-BD59-A6C34878D82A}">
                    <a16:rowId xmlns:a16="http://schemas.microsoft.com/office/drawing/2014/main" val="1463475577"/>
                  </a:ext>
                </a:extLst>
              </a:tr>
            </a:tbl>
          </a:graphicData>
        </a:graphic>
      </p:graphicFrame>
    </p:spTree>
    <p:extLst>
      <p:ext uri="{BB962C8B-B14F-4D97-AF65-F5344CB8AC3E}">
        <p14:creationId xmlns:p14="http://schemas.microsoft.com/office/powerpoint/2010/main" val="10784732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67465-0425-5795-0D06-D9640AD06420}"/>
              </a:ext>
            </a:extLst>
          </p:cNvPr>
          <p:cNvSpPr>
            <a:spLocks noGrp="1"/>
          </p:cNvSpPr>
          <p:nvPr>
            <p:ph type="title"/>
          </p:nvPr>
        </p:nvSpPr>
        <p:spPr/>
        <p:txBody>
          <a:bodyPr>
            <a:normAutofit/>
          </a:bodyPr>
          <a:lstStyle/>
          <a:p>
            <a:r>
              <a:rPr lang="en-GB" sz="2800" dirty="0"/>
              <a:t>Promoting behaviour change</a:t>
            </a:r>
          </a:p>
        </p:txBody>
      </p:sp>
      <p:sp>
        <p:nvSpPr>
          <p:cNvPr id="3" name="Content Placeholder 2">
            <a:extLst>
              <a:ext uri="{FF2B5EF4-FFF2-40B4-BE49-F238E27FC236}">
                <a16:creationId xmlns:a16="http://schemas.microsoft.com/office/drawing/2014/main" id="{B39B83D3-4F89-62F4-350F-65EC79D6043B}"/>
              </a:ext>
            </a:extLst>
          </p:cNvPr>
          <p:cNvSpPr>
            <a:spLocks noGrp="1"/>
          </p:cNvSpPr>
          <p:nvPr>
            <p:ph idx="1"/>
          </p:nvPr>
        </p:nvSpPr>
        <p:spPr>
          <a:xfrm>
            <a:off x="838203" y="1825627"/>
            <a:ext cx="9651712" cy="4351336"/>
          </a:xfrm>
        </p:spPr>
        <p:txBody>
          <a:bodyPr>
            <a:normAutofit/>
          </a:bodyPr>
          <a:lstStyle/>
          <a:p>
            <a:r>
              <a:rPr lang="en-GB" sz="1800" dirty="0"/>
              <a:t>Can make a real difference to patient in changing their life style</a:t>
            </a:r>
          </a:p>
          <a:p>
            <a:r>
              <a:rPr lang="en-GB" sz="1800" dirty="0"/>
              <a:t>Motivational interviewing: </a:t>
            </a:r>
            <a:r>
              <a:rPr lang="en-US" sz="1800" dirty="0"/>
              <a:t>Evidence-based intervention that helps to support health </a:t>
            </a:r>
            <a:r>
              <a:rPr lang="en-US" sz="1800" dirty="0" err="1"/>
              <a:t>behaviour</a:t>
            </a:r>
            <a:r>
              <a:rPr lang="en-US" sz="1800" dirty="0"/>
              <a:t> change</a:t>
            </a:r>
          </a:p>
          <a:p>
            <a:r>
              <a:rPr lang="en-US" sz="1800" dirty="0">
                <a:hlinkClick r:id="rId3"/>
              </a:rPr>
              <a:t>https://www.youtube.com/watch?v=bTRRNWrwRCo&amp;t=149s</a:t>
            </a:r>
            <a:endParaRPr lang="en-US" sz="1800" dirty="0"/>
          </a:p>
          <a:p>
            <a:r>
              <a:rPr lang="en-US" sz="1800" dirty="0"/>
              <a:t>Motivational interview Vs brief intervention:</a:t>
            </a:r>
          </a:p>
          <a:p>
            <a:pPr marL="0" indent="0">
              <a:buNone/>
            </a:pPr>
            <a:r>
              <a:rPr lang="en-US" sz="1800" dirty="0"/>
              <a:t>-Where time is tight, continue to offer Brief intervention</a:t>
            </a:r>
          </a:p>
        </p:txBody>
      </p:sp>
    </p:spTree>
    <p:extLst>
      <p:ext uri="{BB962C8B-B14F-4D97-AF65-F5344CB8AC3E}">
        <p14:creationId xmlns:p14="http://schemas.microsoft.com/office/powerpoint/2010/main" val="3920493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FCB0B3-0A36-D0E9-DCDF-89695BE1A5A9}"/>
              </a:ext>
            </a:extLst>
          </p:cNvPr>
          <p:cNvSpPr>
            <a:spLocks noGrp="1"/>
          </p:cNvSpPr>
          <p:nvPr>
            <p:ph type="title"/>
          </p:nvPr>
        </p:nvSpPr>
        <p:spPr>
          <a:xfrm>
            <a:off x="411480" y="569007"/>
            <a:ext cx="9875520" cy="898605"/>
          </a:xfrm>
        </p:spPr>
        <p:txBody>
          <a:bodyPr anchor="b">
            <a:normAutofit/>
          </a:bodyPr>
          <a:lstStyle/>
          <a:p>
            <a:r>
              <a:rPr lang="en-GB" sz="2800" dirty="0"/>
              <a:t>Physiological effects of exercise </a:t>
            </a:r>
          </a:p>
        </p:txBody>
      </p:sp>
      <p:sp>
        <p:nvSpPr>
          <p:cNvPr id="12" name="Rectangle 11">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EAD06A7D-CE81-000D-F4EC-AE8DFA59DEB8}"/>
              </a:ext>
            </a:extLst>
          </p:cNvPr>
          <p:cNvSpPr>
            <a:spLocks noGrp="1"/>
          </p:cNvSpPr>
          <p:nvPr>
            <p:ph idx="1"/>
          </p:nvPr>
        </p:nvSpPr>
        <p:spPr>
          <a:xfrm>
            <a:off x="476596" y="2294685"/>
            <a:ext cx="5684521" cy="4348846"/>
          </a:xfrm>
        </p:spPr>
        <p:txBody>
          <a:bodyPr>
            <a:normAutofit/>
          </a:bodyPr>
          <a:lstStyle/>
          <a:p>
            <a:r>
              <a:rPr lang="en-GB" sz="1600" dirty="0">
                <a:latin typeface="Aptos" panose="020B0004020202020204" pitchFamily="34" charset="0"/>
              </a:rPr>
              <a:t>Improve circulation </a:t>
            </a:r>
          </a:p>
          <a:p>
            <a:pPr>
              <a:buFont typeface="Wingdings" panose="05000000000000000000" pitchFamily="2" charset="2"/>
              <a:buChar char="ü"/>
            </a:pPr>
            <a:r>
              <a:rPr lang="en-GB" sz="1600" dirty="0">
                <a:latin typeface="Aptos" panose="020B0004020202020204" pitchFamily="34" charset="0"/>
              </a:rPr>
              <a:t>Enhance oxygen and nutrient delivery to spinal tissue</a:t>
            </a:r>
          </a:p>
          <a:p>
            <a:pPr>
              <a:buFont typeface="Wingdings" panose="05000000000000000000" pitchFamily="2" charset="2"/>
              <a:buChar char="ü"/>
            </a:pPr>
            <a:r>
              <a:rPr lang="en-GB" sz="1600" dirty="0">
                <a:latin typeface="Aptos" panose="020B0004020202020204" pitchFamily="34" charset="0"/>
              </a:rPr>
              <a:t>Promote removal of metabolic waste products</a:t>
            </a:r>
          </a:p>
          <a:p>
            <a:pPr>
              <a:buFont typeface="Wingdings" panose="05000000000000000000" pitchFamily="2" charset="2"/>
              <a:buChar char="ü"/>
            </a:pPr>
            <a:endParaRPr lang="en-GB" sz="1600" dirty="0">
              <a:latin typeface="Aptos" panose="020B0004020202020204" pitchFamily="34" charset="0"/>
            </a:endParaRPr>
          </a:p>
          <a:p>
            <a:r>
              <a:rPr lang="en-GB" sz="1600" dirty="0">
                <a:latin typeface="Aptos" panose="020B0004020202020204" pitchFamily="34" charset="0"/>
              </a:rPr>
              <a:t>Tissue healing and improve pain: </a:t>
            </a:r>
          </a:p>
          <a:p>
            <a:pPr>
              <a:buFont typeface="Wingdings" panose="05000000000000000000" pitchFamily="2" charset="2"/>
              <a:buChar char="ü"/>
            </a:pPr>
            <a:r>
              <a:rPr lang="en-GB" sz="1600" dirty="0">
                <a:latin typeface="Aptos" panose="020B0004020202020204" pitchFamily="34" charset="0"/>
              </a:rPr>
              <a:t>Enhance cellular repair and regeneration</a:t>
            </a:r>
          </a:p>
          <a:p>
            <a:pPr>
              <a:buFont typeface="Wingdings" panose="05000000000000000000" pitchFamily="2" charset="2"/>
              <a:buChar char="ü"/>
            </a:pPr>
            <a:r>
              <a:rPr lang="en-GB" sz="1600" dirty="0">
                <a:latin typeface="Aptos" panose="020B0004020202020204" pitchFamily="34" charset="0"/>
              </a:rPr>
              <a:t>Support remodelling of injured soft tissue</a:t>
            </a:r>
          </a:p>
          <a:p>
            <a:pPr>
              <a:buFont typeface="Wingdings" panose="05000000000000000000" pitchFamily="2" charset="2"/>
              <a:buChar char="ü"/>
            </a:pPr>
            <a:r>
              <a:rPr lang="en-US" altLang="en-US" sz="1600" dirty="0">
                <a:solidFill>
                  <a:schemeClr val="tx1"/>
                </a:solidFill>
                <a:latin typeface="Aptos" panose="020B0004020202020204" pitchFamily="34" charset="0"/>
              </a:rPr>
              <a:t>Exercise increases β-endorphin release → binds to opioid receptors → reduces pain perception. </a:t>
            </a:r>
          </a:p>
          <a:p>
            <a:pPr marL="0" indent="0">
              <a:buNone/>
            </a:pPr>
            <a:endParaRPr lang="en-GB" sz="1600" dirty="0">
              <a:latin typeface="Aptos" panose="020B0004020202020204" pitchFamily="34" charset="0"/>
            </a:endParaRPr>
          </a:p>
          <a:p>
            <a:pPr>
              <a:buFont typeface="Wingdings" panose="05000000000000000000" pitchFamily="2" charset="2"/>
              <a:buChar char="ü"/>
            </a:pPr>
            <a:endParaRPr lang="en-GB" sz="1600" dirty="0">
              <a:latin typeface="Aptos" panose="020B0004020202020204" pitchFamily="34" charset="0"/>
            </a:endParaRPr>
          </a:p>
        </p:txBody>
      </p:sp>
      <p:sp>
        <p:nvSpPr>
          <p:cNvPr id="4" name="Content Placeholder 2">
            <a:extLst>
              <a:ext uri="{FF2B5EF4-FFF2-40B4-BE49-F238E27FC236}">
                <a16:creationId xmlns:a16="http://schemas.microsoft.com/office/drawing/2014/main" id="{F590CA61-B98C-711C-C2BB-CEBE124EE053}"/>
              </a:ext>
            </a:extLst>
          </p:cNvPr>
          <p:cNvSpPr txBox="1">
            <a:spLocks/>
          </p:cNvSpPr>
          <p:nvPr/>
        </p:nvSpPr>
        <p:spPr>
          <a:xfrm>
            <a:off x="6637713" y="1828341"/>
            <a:ext cx="5554287" cy="4348846"/>
          </a:xfrm>
          <a:prstGeom prst="rect">
            <a:avLst/>
          </a:prstGeom>
          <a:noFill/>
          <a:ln>
            <a:noFill/>
          </a:ln>
        </p:spPr>
        <p:txBody>
          <a:bodyPr vert="horz" wrap="square" lIns="91440" tIns="45720" rIns="91440" bIns="45720" anchor="t" anchorCtr="0" compatLnSpc="1">
            <a:normAutofit fontScale="92500" lnSpcReduction="10000"/>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itchFamily="34"/>
              <a:buNone/>
            </a:pPr>
            <a:endParaRPr lang="en-GB" sz="1600" dirty="0">
              <a:latin typeface="Aptos" panose="020B0004020202020204" pitchFamily="34" charset="0"/>
            </a:endParaRPr>
          </a:p>
          <a:p>
            <a:r>
              <a:rPr lang="en-GB" sz="1600" dirty="0">
                <a:latin typeface="Aptos" panose="020B0004020202020204" pitchFamily="34" charset="0"/>
              </a:rPr>
              <a:t>Muscle strengthening:</a:t>
            </a:r>
          </a:p>
          <a:p>
            <a:pPr>
              <a:buFont typeface="Wingdings" panose="05000000000000000000" pitchFamily="2" charset="2"/>
              <a:buChar char="ü"/>
            </a:pPr>
            <a:r>
              <a:rPr lang="en-GB" sz="1600" dirty="0">
                <a:latin typeface="Aptos" panose="020B0004020202020204" pitchFamily="34" charset="0"/>
              </a:rPr>
              <a:t>Improve spinal stability and posture</a:t>
            </a:r>
          </a:p>
          <a:p>
            <a:pPr>
              <a:buFont typeface="Wingdings" panose="05000000000000000000" pitchFamily="2" charset="2"/>
              <a:buChar char="ü"/>
            </a:pPr>
            <a:r>
              <a:rPr lang="en-GB" sz="1600" dirty="0">
                <a:latin typeface="Aptos" panose="020B0004020202020204" pitchFamily="34" charset="0"/>
              </a:rPr>
              <a:t>Reduce mechanical stress on spinal structures</a:t>
            </a:r>
          </a:p>
          <a:p>
            <a:pPr>
              <a:buFont typeface="Wingdings" panose="05000000000000000000" pitchFamily="2" charset="2"/>
              <a:buChar char="ü"/>
            </a:pPr>
            <a:endParaRPr lang="en-GB" sz="1600" dirty="0">
              <a:latin typeface="Aptos" panose="020B0004020202020204" pitchFamily="34" charset="0"/>
            </a:endParaRPr>
          </a:p>
          <a:p>
            <a:r>
              <a:rPr lang="en-GB" sz="1600" dirty="0">
                <a:latin typeface="Aptos" panose="020B0004020202020204" pitchFamily="34" charset="0"/>
              </a:rPr>
              <a:t>Neural plasticity and central pain modulation</a:t>
            </a:r>
          </a:p>
          <a:p>
            <a:pPr>
              <a:buFont typeface="Wingdings" panose="05000000000000000000" pitchFamily="2" charset="2"/>
              <a:buChar char="ü"/>
            </a:pPr>
            <a:r>
              <a:rPr lang="en-GB" altLang="en-US" sz="1600" dirty="0">
                <a:solidFill>
                  <a:schemeClr val="tx1"/>
                </a:solidFill>
                <a:latin typeface="Aptos" panose="020B0004020202020204" pitchFamily="34" charset="0"/>
              </a:rPr>
              <a:t>Exercise increases </a:t>
            </a:r>
            <a:r>
              <a:rPr lang="el-GR" altLang="en-US" sz="1600" dirty="0">
                <a:solidFill>
                  <a:schemeClr val="tx1"/>
                </a:solidFill>
                <a:latin typeface="Aptos" panose="020B0004020202020204" pitchFamily="34" charset="0"/>
              </a:rPr>
              <a:t>β-</a:t>
            </a:r>
            <a:r>
              <a:rPr lang="en-GB" altLang="en-US" sz="1600" dirty="0">
                <a:solidFill>
                  <a:schemeClr val="tx1"/>
                </a:solidFill>
                <a:latin typeface="Aptos" panose="020B0004020202020204" pitchFamily="34" charset="0"/>
              </a:rPr>
              <a:t>endorphin release → binds to opioid receptors → </a:t>
            </a:r>
            <a:r>
              <a:rPr lang="en-GB" sz="1600" dirty="0">
                <a:latin typeface="Aptos" panose="020B0004020202020204" pitchFamily="34" charset="0"/>
              </a:rPr>
              <a:t>Enhances neuroplastic change and reducing pain perception</a:t>
            </a:r>
          </a:p>
          <a:p>
            <a:pPr>
              <a:buFont typeface="Wingdings" panose="05000000000000000000" pitchFamily="2" charset="2"/>
              <a:buChar char="ü"/>
            </a:pPr>
            <a:r>
              <a:rPr lang="en-GB" altLang="en-US" sz="1600" dirty="0">
                <a:solidFill>
                  <a:schemeClr val="tx1"/>
                </a:solidFill>
                <a:latin typeface="Aptos" panose="020B0004020202020204" pitchFamily="34" charset="0"/>
              </a:rPr>
              <a:t>Enhances serotonergic and noradrenergic activity  and a</a:t>
            </a:r>
            <a:r>
              <a:rPr lang="en-GB" sz="1600" dirty="0">
                <a:latin typeface="Aptos" panose="020B0004020202020204" pitchFamily="34" charset="0"/>
              </a:rPr>
              <a:t>ctivate descending inhibitory pathways to modulate pain</a:t>
            </a:r>
          </a:p>
          <a:p>
            <a:pPr>
              <a:buFont typeface="Wingdings" panose="05000000000000000000" pitchFamily="2" charset="2"/>
              <a:buChar char="ü"/>
            </a:pPr>
            <a:r>
              <a:rPr lang="en-GB" altLang="en-US" sz="1600" dirty="0">
                <a:solidFill>
                  <a:schemeClr val="tx1"/>
                </a:solidFill>
                <a:latin typeface="Aptos" panose="020B0004020202020204" pitchFamily="34" charset="0"/>
              </a:rPr>
              <a:t>Increase growth factors → supports neuroplasticity and pain modulation.</a:t>
            </a:r>
          </a:p>
          <a:p>
            <a:pPr>
              <a:buFont typeface="Wingdings" panose="05000000000000000000" pitchFamily="2" charset="2"/>
              <a:buChar char="ü"/>
            </a:pPr>
            <a:r>
              <a:rPr lang="en-GB" altLang="en-US" sz="1600" dirty="0">
                <a:solidFill>
                  <a:schemeClr val="tx1"/>
                </a:solidFill>
                <a:latin typeface="Arial" panose="020B0604020202020204" pitchFamily="34" charset="0"/>
              </a:rPr>
              <a:t>Decrease pro-inflammatory cytokines (IL-6, TNF-</a:t>
            </a:r>
            <a:r>
              <a:rPr lang="el-GR" altLang="en-US" sz="1600" dirty="0">
                <a:solidFill>
                  <a:schemeClr val="tx1"/>
                </a:solidFill>
                <a:latin typeface="Arial" panose="020B0604020202020204" pitchFamily="34" charset="0"/>
              </a:rPr>
              <a:t>α) </a:t>
            </a:r>
            <a:r>
              <a:rPr lang="en-GB" altLang="en-US" sz="1600" dirty="0">
                <a:solidFill>
                  <a:schemeClr val="tx1"/>
                </a:solidFill>
                <a:latin typeface="Arial" panose="020B0604020202020204" pitchFamily="34" charset="0"/>
              </a:rPr>
              <a:t>and Increase anti-inflammatory cytokines → reduces sensitization</a:t>
            </a:r>
          </a:p>
          <a:p>
            <a:pPr>
              <a:buFont typeface="Wingdings" panose="05000000000000000000" pitchFamily="2" charset="2"/>
              <a:buChar char="ü"/>
            </a:pPr>
            <a:endParaRPr lang="en-GB" sz="1600" dirty="0">
              <a:latin typeface="Aptos" panose="020B0004020202020204" pitchFamily="34" charset="0"/>
            </a:endParaRPr>
          </a:p>
        </p:txBody>
      </p:sp>
    </p:spTree>
    <p:extLst>
      <p:ext uri="{BB962C8B-B14F-4D97-AF65-F5344CB8AC3E}">
        <p14:creationId xmlns:p14="http://schemas.microsoft.com/office/powerpoint/2010/main" val="304056482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48BA8-7B0B-4CC4-89FF-02A4DBC858CC}"/>
              </a:ext>
            </a:extLst>
          </p:cNvPr>
          <p:cNvSpPr>
            <a:spLocks noGrp="1"/>
          </p:cNvSpPr>
          <p:nvPr>
            <p:ph type="title"/>
          </p:nvPr>
        </p:nvSpPr>
        <p:spPr/>
        <p:txBody>
          <a:bodyPr>
            <a:normAutofit/>
          </a:bodyPr>
          <a:lstStyle/>
          <a:p>
            <a:r>
              <a:rPr lang="en-GB" sz="2800" dirty="0">
                <a:latin typeface="Aptos" panose="020B0004020202020204" pitchFamily="34" charset="0"/>
              </a:rPr>
              <a:t>Live well with pain: the 10 foot-steps</a:t>
            </a:r>
          </a:p>
        </p:txBody>
      </p:sp>
      <p:sp>
        <p:nvSpPr>
          <p:cNvPr id="3" name="Content Placeholder 2">
            <a:extLst>
              <a:ext uri="{FF2B5EF4-FFF2-40B4-BE49-F238E27FC236}">
                <a16:creationId xmlns:a16="http://schemas.microsoft.com/office/drawing/2014/main" id="{CA593ABE-BB76-E64A-E156-B774C4301A62}"/>
              </a:ext>
            </a:extLst>
          </p:cNvPr>
          <p:cNvSpPr>
            <a:spLocks noGrp="1"/>
          </p:cNvSpPr>
          <p:nvPr>
            <p:ph idx="1"/>
          </p:nvPr>
        </p:nvSpPr>
        <p:spPr/>
        <p:txBody>
          <a:bodyPr>
            <a:normAutofit/>
          </a:bodyPr>
          <a:lstStyle/>
          <a:p>
            <a:r>
              <a:rPr lang="en-GB" sz="1600" dirty="0"/>
              <a:t>Building knowledge</a:t>
            </a:r>
          </a:p>
          <a:p>
            <a:r>
              <a:rPr lang="en-GB" sz="1600" dirty="0"/>
              <a:t>Acceptance</a:t>
            </a:r>
          </a:p>
          <a:p>
            <a:r>
              <a:rPr lang="en-GB" sz="1600" dirty="0"/>
              <a:t>Pacing</a:t>
            </a:r>
          </a:p>
          <a:p>
            <a:r>
              <a:rPr lang="en-GB" sz="1600" dirty="0"/>
              <a:t>Goal setting and rewards</a:t>
            </a:r>
          </a:p>
          <a:p>
            <a:r>
              <a:rPr lang="en-GB" sz="1600" dirty="0"/>
              <a:t>Getting fit and staying active</a:t>
            </a:r>
          </a:p>
          <a:p>
            <a:r>
              <a:rPr lang="en-GB" sz="1600" dirty="0"/>
              <a:t>Managing mood</a:t>
            </a:r>
          </a:p>
          <a:p>
            <a:r>
              <a:rPr lang="en-GB" sz="1600" dirty="0"/>
              <a:t>Sleep well more often</a:t>
            </a:r>
          </a:p>
          <a:p>
            <a:r>
              <a:rPr lang="en-GB" sz="1600" dirty="0"/>
              <a:t>Healthy eating, relationship and coping with work</a:t>
            </a:r>
          </a:p>
          <a:p>
            <a:r>
              <a:rPr lang="en-GB" sz="1600" dirty="0"/>
              <a:t>Relaxation and mindfulness</a:t>
            </a:r>
          </a:p>
          <a:p>
            <a:r>
              <a:rPr lang="en-GB" sz="1600" dirty="0"/>
              <a:t>Manging set backs</a:t>
            </a:r>
          </a:p>
        </p:txBody>
      </p:sp>
    </p:spTree>
    <p:extLst>
      <p:ext uri="{BB962C8B-B14F-4D97-AF65-F5344CB8AC3E}">
        <p14:creationId xmlns:p14="http://schemas.microsoft.com/office/powerpoint/2010/main" val="176671371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9ED51-C270-FBF4-5A91-9A9E35C44333}"/>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8D5C112B-C031-72F7-FAC2-54E0057FE624}"/>
              </a:ext>
            </a:extLst>
          </p:cNvPr>
          <p:cNvPicPr>
            <a:picLocks noGrp="1" noChangeAspect="1"/>
          </p:cNvPicPr>
          <p:nvPr>
            <p:ph idx="1"/>
          </p:nvPr>
        </p:nvPicPr>
        <p:blipFill>
          <a:blip r:embed="rId3"/>
          <a:stretch>
            <a:fillRect/>
          </a:stretch>
        </p:blipFill>
        <p:spPr>
          <a:xfrm>
            <a:off x="0" y="70805"/>
            <a:ext cx="6312310" cy="6787195"/>
          </a:xfrm>
          <a:prstGeom prst="rect">
            <a:avLst/>
          </a:prstGeom>
          <a:noFill/>
          <a:ln>
            <a:noFill/>
          </a:ln>
        </p:spPr>
      </p:pic>
      <p:pic>
        <p:nvPicPr>
          <p:cNvPr id="7" name="Picture 6">
            <a:extLst>
              <a:ext uri="{FF2B5EF4-FFF2-40B4-BE49-F238E27FC236}">
                <a16:creationId xmlns:a16="http://schemas.microsoft.com/office/drawing/2014/main" id="{55664051-F0AC-A4C7-7764-DE61A2EBB881}"/>
              </a:ext>
            </a:extLst>
          </p:cNvPr>
          <p:cNvPicPr>
            <a:picLocks noChangeAspect="1"/>
          </p:cNvPicPr>
          <p:nvPr/>
        </p:nvPicPr>
        <p:blipFill>
          <a:blip r:embed="rId4"/>
          <a:stretch>
            <a:fillRect/>
          </a:stretch>
        </p:blipFill>
        <p:spPr>
          <a:xfrm>
            <a:off x="6312310" y="35402"/>
            <a:ext cx="5879691" cy="6858000"/>
          </a:xfrm>
          <a:prstGeom prst="rect">
            <a:avLst/>
          </a:prstGeom>
        </p:spPr>
      </p:pic>
    </p:spTree>
    <p:extLst>
      <p:ext uri="{BB962C8B-B14F-4D97-AF65-F5344CB8AC3E}">
        <p14:creationId xmlns:p14="http://schemas.microsoft.com/office/powerpoint/2010/main" val="34777885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4EC8F-43E8-DD81-7316-69DE2B9F18F0}"/>
              </a:ext>
            </a:extLst>
          </p:cNvPr>
          <p:cNvSpPr>
            <a:spLocks noGrp="1"/>
          </p:cNvSpPr>
          <p:nvPr>
            <p:ph type="title"/>
          </p:nvPr>
        </p:nvSpPr>
        <p:spPr/>
        <p:txBody>
          <a:bodyPr>
            <a:normAutofit/>
          </a:bodyPr>
          <a:lstStyle/>
          <a:p>
            <a:r>
              <a:rPr lang="en-GB" sz="2800" dirty="0"/>
              <a:t>Exercise Therapy</a:t>
            </a:r>
          </a:p>
        </p:txBody>
      </p:sp>
      <p:sp>
        <p:nvSpPr>
          <p:cNvPr id="3" name="Content Placeholder 2">
            <a:extLst>
              <a:ext uri="{FF2B5EF4-FFF2-40B4-BE49-F238E27FC236}">
                <a16:creationId xmlns:a16="http://schemas.microsoft.com/office/drawing/2014/main" id="{A5EF7227-4409-036D-D072-6FFCAD27F299}"/>
              </a:ext>
            </a:extLst>
          </p:cNvPr>
          <p:cNvSpPr>
            <a:spLocks noGrp="1"/>
          </p:cNvSpPr>
          <p:nvPr>
            <p:ph idx="1"/>
          </p:nvPr>
        </p:nvSpPr>
        <p:spPr/>
        <p:txBody>
          <a:bodyPr>
            <a:normAutofit/>
          </a:bodyPr>
          <a:lstStyle/>
          <a:p>
            <a:r>
              <a:rPr lang="en-GB" sz="1600" dirty="0"/>
              <a:t>Essential to improve muscle strength, endurance, motor control, flexibility and stabilisation</a:t>
            </a:r>
          </a:p>
          <a:p>
            <a:r>
              <a:rPr lang="en-GB" sz="1600" dirty="0"/>
              <a:t>ROM exercises, Isometric and resistance exercises</a:t>
            </a:r>
          </a:p>
          <a:p>
            <a:r>
              <a:rPr lang="en-GB" sz="1600" dirty="0"/>
              <a:t>William flexion exercises</a:t>
            </a:r>
          </a:p>
          <a:p>
            <a:r>
              <a:rPr lang="en-GB" sz="1600" dirty="0"/>
              <a:t>McKenzie Approach</a:t>
            </a:r>
          </a:p>
          <a:p>
            <a:r>
              <a:rPr lang="en-GB" sz="1600" dirty="0"/>
              <a:t>Spinal Stabilization exercise</a:t>
            </a:r>
          </a:p>
          <a:p>
            <a:r>
              <a:rPr lang="en-GB" sz="1600" dirty="0"/>
              <a:t>Stretching exercise</a:t>
            </a:r>
          </a:p>
          <a:p>
            <a:r>
              <a:rPr lang="en-GB" sz="1600" dirty="0"/>
              <a:t>Aerobic exercises</a:t>
            </a:r>
          </a:p>
        </p:txBody>
      </p:sp>
    </p:spTree>
    <p:extLst>
      <p:ext uri="{BB962C8B-B14F-4D97-AF65-F5344CB8AC3E}">
        <p14:creationId xmlns:p14="http://schemas.microsoft.com/office/powerpoint/2010/main" val="412946038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4AF59A-184A-2FD7-356B-259C565F0A1A}"/>
              </a:ext>
            </a:extLst>
          </p:cNvPr>
          <p:cNvSpPr>
            <a:spLocks noGrp="1"/>
          </p:cNvSpPr>
          <p:nvPr>
            <p:ph type="title"/>
          </p:nvPr>
        </p:nvSpPr>
        <p:spPr>
          <a:xfrm>
            <a:off x="841248" y="256032"/>
            <a:ext cx="10506456" cy="1014984"/>
          </a:xfrm>
        </p:spPr>
        <p:txBody>
          <a:bodyPr anchor="b">
            <a:normAutofit/>
          </a:bodyPr>
          <a:lstStyle/>
          <a:p>
            <a:r>
              <a:rPr lang="en-GB" sz="2800" dirty="0"/>
              <a:t>Physical exercises</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DD3B7EBF-605C-55F0-019F-10754AAFBBAC}"/>
              </a:ext>
            </a:extLst>
          </p:cNvPr>
          <p:cNvGraphicFramePr>
            <a:graphicFrameLocks noGrp="1"/>
          </p:cNvGraphicFramePr>
          <p:nvPr>
            <p:ph idx="1"/>
            <p:extLst>
              <p:ext uri="{D42A27DB-BD31-4B8C-83A1-F6EECF244321}">
                <p14:modId xmlns:p14="http://schemas.microsoft.com/office/powerpoint/2010/main" val="707494294"/>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8556580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1A87B-0531-5AA7-CD8E-44EAEA7C30FD}"/>
              </a:ext>
            </a:extLst>
          </p:cNvPr>
          <p:cNvSpPr>
            <a:spLocks noGrp="1"/>
          </p:cNvSpPr>
          <p:nvPr>
            <p:ph type="title"/>
          </p:nvPr>
        </p:nvSpPr>
        <p:spPr>
          <a:xfrm>
            <a:off x="838203" y="365130"/>
            <a:ext cx="10515600" cy="754754"/>
          </a:xfrm>
        </p:spPr>
        <p:txBody>
          <a:bodyPr/>
          <a:lstStyle/>
          <a:p>
            <a:r>
              <a:rPr lang="en-GB" dirty="0"/>
              <a:t>Manual Therapy</a:t>
            </a:r>
          </a:p>
        </p:txBody>
      </p:sp>
      <p:sp>
        <p:nvSpPr>
          <p:cNvPr id="3" name="Content Placeholder 2">
            <a:extLst>
              <a:ext uri="{FF2B5EF4-FFF2-40B4-BE49-F238E27FC236}">
                <a16:creationId xmlns:a16="http://schemas.microsoft.com/office/drawing/2014/main" id="{1056C6FC-CC2A-C1AD-34F6-0111EB9E8A1C}"/>
              </a:ext>
            </a:extLst>
          </p:cNvPr>
          <p:cNvSpPr>
            <a:spLocks noGrp="1"/>
          </p:cNvSpPr>
          <p:nvPr>
            <p:ph idx="1"/>
          </p:nvPr>
        </p:nvSpPr>
        <p:spPr>
          <a:xfrm>
            <a:off x="714913" y="1517402"/>
            <a:ext cx="4792035" cy="3085420"/>
          </a:xfrm>
        </p:spPr>
        <p:txBody>
          <a:bodyPr>
            <a:normAutofit/>
          </a:bodyPr>
          <a:lstStyle/>
          <a:p>
            <a:r>
              <a:rPr lang="en-US" sz="1600" dirty="0"/>
              <a:t>Manual Therapy (MT) is a type of force-based manipulation which has been defined as </a:t>
            </a:r>
            <a:r>
              <a:rPr lang="en-US" sz="1600" i="1" dirty="0"/>
              <a:t>“</a:t>
            </a:r>
            <a:r>
              <a:rPr lang="en-US" sz="1600" i="1" dirty="0">
                <a:highlight>
                  <a:srgbClr val="FFFF00"/>
                </a:highlight>
              </a:rPr>
              <a:t>passive application of mechanical force to the outside of the body with therapeutic intent, often as part of pain management care (e.g., low-back pain), rehabilitation care, or general wellness and disease prevention</a:t>
            </a:r>
          </a:p>
          <a:p>
            <a:r>
              <a:rPr lang="en-US" sz="1600" dirty="0"/>
              <a:t>MT provides efficacy/effectiveness in improving range of motion, reducing disability, improving function and modulating pain</a:t>
            </a:r>
            <a:endParaRPr lang="en-US" sz="1600" i="1" dirty="0"/>
          </a:p>
        </p:txBody>
      </p:sp>
      <p:sp>
        <p:nvSpPr>
          <p:cNvPr id="5" name="Content Placeholder 2">
            <a:extLst>
              <a:ext uri="{FF2B5EF4-FFF2-40B4-BE49-F238E27FC236}">
                <a16:creationId xmlns:a16="http://schemas.microsoft.com/office/drawing/2014/main" id="{1C380658-9270-CE4C-41F8-90F9CFA48AF7}"/>
              </a:ext>
            </a:extLst>
          </p:cNvPr>
          <p:cNvSpPr txBox="1">
            <a:spLocks/>
          </p:cNvSpPr>
          <p:nvPr/>
        </p:nvSpPr>
        <p:spPr>
          <a:xfrm>
            <a:off x="1266174" y="4869716"/>
            <a:ext cx="8291244" cy="1779015"/>
          </a:xfrm>
          <a:prstGeom prst="rect">
            <a:avLst/>
          </a:prstGeom>
          <a:noFill/>
          <a:ln>
            <a:noFill/>
          </a:ln>
        </p:spPr>
        <p:txBody>
          <a:bodyPr vert="horz" wrap="square" lIns="91440" tIns="45720" rIns="91440" bIns="45720" anchor="t" anchorCtr="0" compatLnSpc="1">
            <a:norm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Note: Although manual therapy (MT) has demonstrated effectiveness in managing conditions such as pain, the current literature does not adequately explain the underlying mechanisms driving its therapeutic effects</a:t>
            </a:r>
          </a:p>
        </p:txBody>
      </p:sp>
      <p:graphicFrame>
        <p:nvGraphicFramePr>
          <p:cNvPr id="9" name="Content Placeholder 2">
            <a:extLst>
              <a:ext uri="{FF2B5EF4-FFF2-40B4-BE49-F238E27FC236}">
                <a16:creationId xmlns:a16="http://schemas.microsoft.com/office/drawing/2014/main" id="{33554DD1-B63F-A461-2366-AAC9DD10D56E}"/>
              </a:ext>
            </a:extLst>
          </p:cNvPr>
          <p:cNvGraphicFramePr/>
          <p:nvPr>
            <p:extLst>
              <p:ext uri="{D42A27DB-BD31-4B8C-83A1-F6EECF244321}">
                <p14:modId xmlns:p14="http://schemas.microsoft.com/office/powerpoint/2010/main" val="2122367136"/>
              </p:ext>
            </p:extLst>
          </p:nvPr>
        </p:nvGraphicFramePr>
        <p:xfrm>
          <a:off x="6325462" y="1301645"/>
          <a:ext cx="5028341" cy="35580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9099199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3A773-407E-B6FC-2A19-4FD134BAAB99}"/>
              </a:ext>
            </a:extLst>
          </p:cNvPr>
          <p:cNvSpPr>
            <a:spLocks noGrp="1"/>
          </p:cNvSpPr>
          <p:nvPr>
            <p:ph type="title"/>
          </p:nvPr>
        </p:nvSpPr>
        <p:spPr>
          <a:xfrm>
            <a:off x="1158325" y="361248"/>
            <a:ext cx="6705206" cy="512056"/>
          </a:xfrm>
        </p:spPr>
        <p:txBody>
          <a:bodyPr anchor="ctr">
            <a:normAutofit fontScale="90000"/>
          </a:bodyPr>
          <a:lstStyle/>
          <a:p>
            <a:pPr algn="ctr"/>
            <a:r>
              <a:rPr lang="en-GB" sz="3200" dirty="0"/>
              <a:t>Manul therapy approaches</a:t>
            </a:r>
          </a:p>
        </p:txBody>
      </p:sp>
      <p:grpSp>
        <p:nvGrpSpPr>
          <p:cNvPr id="9" name="Group 8">
            <a:extLst>
              <a:ext uri="{FF2B5EF4-FFF2-40B4-BE49-F238E27FC236}">
                <a16:creationId xmlns:a16="http://schemas.microsoft.com/office/drawing/2014/main" id="{117ED9EE-380C-224B-8619-61C6C01B1B1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6" name="Rectangle 5">
              <a:extLst>
                <a:ext uri="{FF2B5EF4-FFF2-40B4-BE49-F238E27FC236}">
                  <a16:creationId xmlns:a16="http://schemas.microsoft.com/office/drawing/2014/main" id="{CBEA0657-2676-EBD0-330D-2DE1D716D6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ABD4BE5-70D5-796C-F818-10F0570E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4" name="Content Placeholder 3">
            <a:extLst>
              <a:ext uri="{FF2B5EF4-FFF2-40B4-BE49-F238E27FC236}">
                <a16:creationId xmlns:a16="http://schemas.microsoft.com/office/drawing/2014/main" id="{FA92E2F3-58A4-4D2C-F54C-490BE63D553D}"/>
              </a:ext>
            </a:extLst>
          </p:cNvPr>
          <p:cNvGraphicFramePr>
            <a:graphicFrameLocks noGrp="1"/>
          </p:cNvGraphicFramePr>
          <p:nvPr>
            <p:ph idx="1"/>
            <p:extLst>
              <p:ext uri="{D42A27DB-BD31-4B8C-83A1-F6EECF244321}">
                <p14:modId xmlns:p14="http://schemas.microsoft.com/office/powerpoint/2010/main" val="112141097"/>
              </p:ext>
            </p:extLst>
          </p:nvPr>
        </p:nvGraphicFramePr>
        <p:xfrm>
          <a:off x="838200" y="1325367"/>
          <a:ext cx="10477503" cy="4808596"/>
        </p:xfrm>
        <a:graphic>
          <a:graphicData uri="http://schemas.openxmlformats.org/drawingml/2006/table">
            <a:tbl>
              <a:tblPr/>
              <a:tblGrid>
                <a:gridCol w="2047351">
                  <a:extLst>
                    <a:ext uri="{9D8B030D-6E8A-4147-A177-3AD203B41FA5}">
                      <a16:colId xmlns:a16="http://schemas.microsoft.com/office/drawing/2014/main" val="1279876174"/>
                    </a:ext>
                  </a:extLst>
                </a:gridCol>
                <a:gridCol w="2397729">
                  <a:extLst>
                    <a:ext uri="{9D8B030D-6E8A-4147-A177-3AD203B41FA5}">
                      <a16:colId xmlns:a16="http://schemas.microsoft.com/office/drawing/2014/main" val="1512155920"/>
                    </a:ext>
                  </a:extLst>
                </a:gridCol>
                <a:gridCol w="2953668">
                  <a:extLst>
                    <a:ext uri="{9D8B030D-6E8A-4147-A177-3AD203B41FA5}">
                      <a16:colId xmlns:a16="http://schemas.microsoft.com/office/drawing/2014/main" val="25045051"/>
                    </a:ext>
                  </a:extLst>
                </a:gridCol>
                <a:gridCol w="3078755">
                  <a:extLst>
                    <a:ext uri="{9D8B030D-6E8A-4147-A177-3AD203B41FA5}">
                      <a16:colId xmlns:a16="http://schemas.microsoft.com/office/drawing/2014/main" val="1690802211"/>
                    </a:ext>
                  </a:extLst>
                </a:gridCol>
              </a:tblGrid>
              <a:tr h="296347">
                <a:tc>
                  <a:txBody>
                    <a:bodyPr/>
                    <a:lstStyle/>
                    <a:p>
                      <a:pPr>
                        <a:buNone/>
                      </a:pPr>
                      <a:r>
                        <a:rPr lang="en-GB" sz="1000" b="1"/>
                        <a:t>Approach</a:t>
                      </a:r>
                      <a:endParaRPr lang="en-GB" sz="1000"/>
                    </a:p>
                  </a:txBody>
                  <a:tcPr marL="30465" marR="30465" marT="15233" marB="15233" anchor="ctr">
                    <a:lnL>
                      <a:noFill/>
                    </a:lnL>
                    <a:lnR>
                      <a:noFill/>
                    </a:lnR>
                    <a:lnT>
                      <a:noFill/>
                    </a:lnT>
                    <a:lnB>
                      <a:noFill/>
                    </a:lnB>
                    <a:noFill/>
                  </a:tcPr>
                </a:tc>
                <a:tc>
                  <a:txBody>
                    <a:bodyPr/>
                    <a:lstStyle/>
                    <a:p>
                      <a:pPr>
                        <a:buNone/>
                      </a:pPr>
                      <a:r>
                        <a:rPr lang="en-GB" sz="1000" b="1"/>
                        <a:t>Assessment Focus</a:t>
                      </a:r>
                      <a:endParaRPr lang="en-GB" sz="1000"/>
                    </a:p>
                  </a:txBody>
                  <a:tcPr marL="30465" marR="30465" marT="15233" marB="15233" anchor="ctr">
                    <a:lnL>
                      <a:noFill/>
                    </a:lnL>
                    <a:lnR>
                      <a:noFill/>
                    </a:lnR>
                    <a:lnT>
                      <a:noFill/>
                    </a:lnT>
                    <a:lnB>
                      <a:noFill/>
                    </a:lnB>
                    <a:noFill/>
                  </a:tcPr>
                </a:tc>
                <a:tc>
                  <a:txBody>
                    <a:bodyPr/>
                    <a:lstStyle/>
                    <a:p>
                      <a:pPr>
                        <a:buNone/>
                      </a:pPr>
                      <a:r>
                        <a:rPr lang="en-GB" sz="1000" b="1"/>
                        <a:t>Key Treatment Technique</a:t>
                      </a:r>
                      <a:endParaRPr lang="en-GB" sz="1000"/>
                    </a:p>
                  </a:txBody>
                  <a:tcPr marL="30465" marR="30465" marT="15233" marB="15233" anchor="ctr">
                    <a:lnL>
                      <a:noFill/>
                    </a:lnL>
                    <a:lnR>
                      <a:noFill/>
                    </a:lnR>
                    <a:lnT>
                      <a:noFill/>
                    </a:lnT>
                    <a:lnB>
                      <a:noFill/>
                    </a:lnB>
                    <a:noFill/>
                  </a:tcPr>
                </a:tc>
                <a:tc>
                  <a:txBody>
                    <a:bodyPr/>
                    <a:lstStyle/>
                    <a:p>
                      <a:pPr>
                        <a:buNone/>
                      </a:pPr>
                      <a:r>
                        <a:rPr lang="en-GB" sz="1000" b="1"/>
                        <a:t>Core Principle</a:t>
                      </a:r>
                      <a:endParaRPr lang="en-GB" sz="1000"/>
                    </a:p>
                  </a:txBody>
                  <a:tcPr marL="30465" marR="30465" marT="15233" marB="15233" anchor="ctr">
                    <a:lnL>
                      <a:noFill/>
                    </a:lnL>
                    <a:lnR>
                      <a:noFill/>
                    </a:lnR>
                    <a:lnT>
                      <a:noFill/>
                    </a:lnT>
                    <a:lnB>
                      <a:noFill/>
                    </a:lnB>
                    <a:noFill/>
                  </a:tcPr>
                </a:tc>
                <a:extLst>
                  <a:ext uri="{0D108BD9-81ED-4DB2-BD59-A6C34878D82A}">
                    <a16:rowId xmlns:a16="http://schemas.microsoft.com/office/drawing/2014/main" val="1489871762"/>
                  </a:ext>
                </a:extLst>
              </a:tr>
              <a:tr h="501361">
                <a:tc>
                  <a:txBody>
                    <a:bodyPr/>
                    <a:lstStyle/>
                    <a:p>
                      <a:pPr>
                        <a:buNone/>
                      </a:pPr>
                      <a:r>
                        <a:rPr lang="en-GB" sz="1000" b="1"/>
                        <a:t>Cyriax</a:t>
                      </a:r>
                      <a:endParaRPr lang="en-GB" sz="1000"/>
                    </a:p>
                  </a:txBody>
                  <a:tcPr marL="30465" marR="30465" marT="15233" marB="15233" anchor="ctr">
                    <a:lnL>
                      <a:noFill/>
                    </a:lnL>
                    <a:lnR>
                      <a:noFill/>
                    </a:lnR>
                    <a:lnT>
                      <a:noFill/>
                    </a:lnT>
                    <a:lnB>
                      <a:noFill/>
                    </a:lnB>
                    <a:noFill/>
                  </a:tcPr>
                </a:tc>
                <a:tc>
                  <a:txBody>
                    <a:bodyPr/>
                    <a:lstStyle/>
                    <a:p>
                      <a:pPr>
                        <a:buNone/>
                      </a:pPr>
                      <a:r>
                        <a:rPr lang="en-GB" sz="1000"/>
                        <a:t>Selective Tissue Tension Tests (contractile vs non-contractile)</a:t>
                      </a:r>
                    </a:p>
                  </a:txBody>
                  <a:tcPr marL="30465" marR="30465" marT="15233" marB="15233" anchor="ctr">
                    <a:lnL>
                      <a:noFill/>
                    </a:lnL>
                    <a:lnR>
                      <a:noFill/>
                    </a:lnR>
                    <a:lnT>
                      <a:noFill/>
                    </a:lnT>
                    <a:lnB>
                      <a:noFill/>
                    </a:lnB>
                    <a:noFill/>
                  </a:tcPr>
                </a:tc>
                <a:tc>
                  <a:txBody>
                    <a:bodyPr/>
                    <a:lstStyle/>
                    <a:p>
                      <a:pPr>
                        <a:buNone/>
                      </a:pPr>
                      <a:r>
                        <a:rPr lang="fr-FR" sz="1000"/>
                        <a:t>Deep transverse friction, passive movements, active exercises</a:t>
                      </a:r>
                    </a:p>
                  </a:txBody>
                  <a:tcPr marL="30465" marR="30465" marT="15233" marB="15233" anchor="ctr">
                    <a:lnL>
                      <a:noFill/>
                    </a:lnL>
                    <a:lnR>
                      <a:noFill/>
                    </a:lnR>
                    <a:lnT>
                      <a:noFill/>
                    </a:lnT>
                    <a:lnB>
                      <a:noFill/>
                    </a:lnB>
                    <a:noFill/>
                  </a:tcPr>
                </a:tc>
                <a:tc>
                  <a:txBody>
                    <a:bodyPr/>
                    <a:lstStyle/>
                    <a:p>
                      <a:pPr>
                        <a:buNone/>
                      </a:pPr>
                      <a:r>
                        <a:rPr lang="en-US" sz="1000"/>
                        <a:t>Pain has a source; treatment must reach and benefit the lesion</a:t>
                      </a:r>
                    </a:p>
                  </a:txBody>
                  <a:tcPr marL="30465" marR="30465" marT="15233" marB="15233" anchor="ctr">
                    <a:lnL>
                      <a:noFill/>
                    </a:lnL>
                    <a:lnR>
                      <a:noFill/>
                    </a:lnR>
                    <a:lnT>
                      <a:noFill/>
                    </a:lnT>
                    <a:lnB>
                      <a:noFill/>
                    </a:lnB>
                    <a:noFill/>
                  </a:tcPr>
                </a:tc>
                <a:extLst>
                  <a:ext uri="{0D108BD9-81ED-4DB2-BD59-A6C34878D82A}">
                    <a16:rowId xmlns:a16="http://schemas.microsoft.com/office/drawing/2014/main" val="3696067776"/>
                  </a:ext>
                </a:extLst>
              </a:tr>
              <a:tr h="501361">
                <a:tc>
                  <a:txBody>
                    <a:bodyPr/>
                    <a:lstStyle/>
                    <a:p>
                      <a:pPr>
                        <a:buNone/>
                      </a:pPr>
                      <a:r>
                        <a:rPr lang="en-GB" sz="1000" b="1"/>
                        <a:t>Kaltenborn</a:t>
                      </a:r>
                      <a:endParaRPr lang="en-GB" sz="1000"/>
                    </a:p>
                  </a:txBody>
                  <a:tcPr marL="30465" marR="30465" marT="15233" marB="15233" anchor="ctr">
                    <a:lnL>
                      <a:noFill/>
                    </a:lnL>
                    <a:lnR>
                      <a:noFill/>
                    </a:lnR>
                    <a:lnT>
                      <a:noFill/>
                    </a:lnT>
                    <a:lnB>
                      <a:noFill/>
                    </a:lnB>
                    <a:noFill/>
                  </a:tcPr>
                </a:tc>
                <a:tc>
                  <a:txBody>
                    <a:bodyPr/>
                    <a:lstStyle/>
                    <a:p>
                      <a:pPr>
                        <a:buNone/>
                      </a:pPr>
                      <a:r>
                        <a:rPr lang="en-US" sz="1000"/>
                        <a:t>Arthrokinematic joint play, accessory movements</a:t>
                      </a:r>
                    </a:p>
                  </a:txBody>
                  <a:tcPr marL="30465" marR="30465" marT="15233" marB="15233" anchor="ctr">
                    <a:lnL>
                      <a:noFill/>
                    </a:lnL>
                    <a:lnR>
                      <a:noFill/>
                    </a:lnR>
                    <a:lnT>
                      <a:noFill/>
                    </a:lnT>
                    <a:lnB>
                      <a:noFill/>
                    </a:lnB>
                    <a:noFill/>
                  </a:tcPr>
                </a:tc>
                <a:tc>
                  <a:txBody>
                    <a:bodyPr/>
                    <a:lstStyle/>
                    <a:p>
                      <a:pPr>
                        <a:buNone/>
                      </a:pPr>
                      <a:r>
                        <a:rPr lang="fr-FR" sz="1000"/>
                        <a:t>Traction, glide, compression mobilizations (Grades I–III)</a:t>
                      </a:r>
                    </a:p>
                  </a:txBody>
                  <a:tcPr marL="30465" marR="30465" marT="15233" marB="15233" anchor="ctr">
                    <a:lnL>
                      <a:noFill/>
                    </a:lnL>
                    <a:lnR>
                      <a:noFill/>
                    </a:lnR>
                    <a:lnT>
                      <a:noFill/>
                    </a:lnT>
                    <a:lnB>
                      <a:noFill/>
                    </a:lnB>
                    <a:noFill/>
                  </a:tcPr>
                </a:tc>
                <a:tc>
                  <a:txBody>
                    <a:bodyPr/>
                    <a:lstStyle/>
                    <a:p>
                      <a:pPr>
                        <a:buNone/>
                      </a:pPr>
                      <a:r>
                        <a:rPr lang="en-US" sz="1000"/>
                        <a:t>Restore normal joint mechanics through accessory motion correction</a:t>
                      </a:r>
                    </a:p>
                  </a:txBody>
                  <a:tcPr marL="30465" marR="30465" marT="15233" marB="15233" anchor="ctr">
                    <a:lnL>
                      <a:noFill/>
                    </a:lnL>
                    <a:lnR>
                      <a:noFill/>
                    </a:lnR>
                    <a:lnT>
                      <a:noFill/>
                    </a:lnT>
                    <a:lnB>
                      <a:noFill/>
                    </a:lnB>
                    <a:noFill/>
                  </a:tcPr>
                </a:tc>
                <a:extLst>
                  <a:ext uri="{0D108BD9-81ED-4DB2-BD59-A6C34878D82A}">
                    <a16:rowId xmlns:a16="http://schemas.microsoft.com/office/drawing/2014/main" val="2176567939"/>
                  </a:ext>
                </a:extLst>
              </a:tr>
              <a:tr h="501361">
                <a:tc>
                  <a:txBody>
                    <a:bodyPr/>
                    <a:lstStyle/>
                    <a:p>
                      <a:pPr>
                        <a:buNone/>
                      </a:pPr>
                      <a:r>
                        <a:rPr lang="en-GB" sz="1000" b="1"/>
                        <a:t>Maitland</a:t>
                      </a:r>
                      <a:endParaRPr lang="en-GB" sz="1000"/>
                    </a:p>
                  </a:txBody>
                  <a:tcPr marL="30465" marR="30465" marT="15233" marB="15233" anchor="ctr">
                    <a:lnL>
                      <a:noFill/>
                    </a:lnL>
                    <a:lnR>
                      <a:noFill/>
                    </a:lnR>
                    <a:lnT>
                      <a:noFill/>
                    </a:lnT>
                    <a:lnB>
                      <a:noFill/>
                    </a:lnB>
                    <a:noFill/>
                  </a:tcPr>
                </a:tc>
                <a:tc>
                  <a:txBody>
                    <a:bodyPr/>
                    <a:lstStyle/>
                    <a:p>
                      <a:pPr>
                        <a:buNone/>
                      </a:pPr>
                      <a:r>
                        <a:rPr lang="en-GB" sz="1000" dirty="0"/>
                        <a:t>Symptom reproduction with movement</a:t>
                      </a:r>
                    </a:p>
                  </a:txBody>
                  <a:tcPr marL="30465" marR="30465" marT="15233" marB="15233" anchor="ctr">
                    <a:lnL>
                      <a:noFill/>
                    </a:lnL>
                    <a:lnR>
                      <a:noFill/>
                    </a:lnR>
                    <a:lnT>
                      <a:noFill/>
                    </a:lnT>
                    <a:lnB>
                      <a:noFill/>
                    </a:lnB>
                    <a:noFill/>
                  </a:tcPr>
                </a:tc>
                <a:tc>
                  <a:txBody>
                    <a:bodyPr/>
                    <a:lstStyle/>
                    <a:p>
                      <a:pPr>
                        <a:buNone/>
                      </a:pPr>
                      <a:r>
                        <a:rPr lang="en-GB" sz="1000"/>
                        <a:t>Graded oscillatory mobilizations &amp; manipulations (Grades I–V)</a:t>
                      </a:r>
                    </a:p>
                  </a:txBody>
                  <a:tcPr marL="30465" marR="30465" marT="15233" marB="15233" anchor="ctr">
                    <a:lnL>
                      <a:noFill/>
                    </a:lnL>
                    <a:lnR>
                      <a:noFill/>
                    </a:lnR>
                    <a:lnT>
                      <a:noFill/>
                    </a:lnT>
                    <a:lnB>
                      <a:noFill/>
                    </a:lnB>
                    <a:noFill/>
                  </a:tcPr>
                </a:tc>
                <a:tc>
                  <a:txBody>
                    <a:bodyPr/>
                    <a:lstStyle/>
                    <a:p>
                      <a:pPr>
                        <a:buNone/>
                      </a:pPr>
                      <a:r>
                        <a:rPr lang="en-US" sz="1000"/>
                        <a:t>Patient-centered; reduce pain, restore mobility, normalize tone</a:t>
                      </a:r>
                    </a:p>
                  </a:txBody>
                  <a:tcPr marL="30465" marR="30465" marT="15233" marB="15233" anchor="ctr">
                    <a:lnL>
                      <a:noFill/>
                    </a:lnL>
                    <a:lnR>
                      <a:noFill/>
                    </a:lnR>
                    <a:lnT>
                      <a:noFill/>
                    </a:lnT>
                    <a:lnB>
                      <a:noFill/>
                    </a:lnB>
                    <a:noFill/>
                  </a:tcPr>
                </a:tc>
                <a:extLst>
                  <a:ext uri="{0D108BD9-81ED-4DB2-BD59-A6C34878D82A}">
                    <a16:rowId xmlns:a16="http://schemas.microsoft.com/office/drawing/2014/main" val="1702014401"/>
                  </a:ext>
                </a:extLst>
              </a:tr>
              <a:tr h="501361">
                <a:tc>
                  <a:txBody>
                    <a:bodyPr/>
                    <a:lstStyle/>
                    <a:p>
                      <a:pPr>
                        <a:buNone/>
                      </a:pPr>
                      <a:r>
                        <a:rPr lang="en-GB" sz="1000" b="1"/>
                        <a:t>Mulligan</a:t>
                      </a:r>
                      <a:endParaRPr lang="en-GB" sz="1000"/>
                    </a:p>
                  </a:txBody>
                  <a:tcPr marL="30465" marR="30465" marT="15233" marB="15233" anchor="ctr">
                    <a:lnL>
                      <a:noFill/>
                    </a:lnL>
                    <a:lnR>
                      <a:noFill/>
                    </a:lnR>
                    <a:lnT>
                      <a:noFill/>
                    </a:lnT>
                    <a:lnB>
                      <a:noFill/>
                    </a:lnB>
                    <a:noFill/>
                  </a:tcPr>
                </a:tc>
                <a:tc>
                  <a:txBody>
                    <a:bodyPr/>
                    <a:lstStyle/>
                    <a:p>
                      <a:pPr>
                        <a:buNone/>
                      </a:pPr>
                      <a:r>
                        <a:rPr lang="en-US" sz="1000"/>
                        <a:t>Functional movement + symptom-free joint correction</a:t>
                      </a:r>
                    </a:p>
                  </a:txBody>
                  <a:tcPr marL="30465" marR="30465" marT="15233" marB="15233" anchor="ctr">
                    <a:lnL>
                      <a:noFill/>
                    </a:lnL>
                    <a:lnR>
                      <a:noFill/>
                    </a:lnR>
                    <a:lnT>
                      <a:noFill/>
                    </a:lnT>
                    <a:lnB>
                      <a:noFill/>
                    </a:lnB>
                    <a:noFill/>
                  </a:tcPr>
                </a:tc>
                <a:tc>
                  <a:txBody>
                    <a:bodyPr/>
                    <a:lstStyle/>
                    <a:p>
                      <a:pPr>
                        <a:buNone/>
                      </a:pPr>
                      <a:r>
                        <a:rPr lang="en-GB" sz="1000"/>
                        <a:t>Mobilization with Movement (MWM), SNAGs (active + passive techniques)</a:t>
                      </a:r>
                    </a:p>
                  </a:txBody>
                  <a:tcPr marL="30465" marR="30465" marT="15233" marB="15233" anchor="ctr">
                    <a:lnL>
                      <a:noFill/>
                    </a:lnL>
                    <a:lnR>
                      <a:noFill/>
                    </a:lnR>
                    <a:lnT>
                      <a:noFill/>
                    </a:lnT>
                    <a:lnB>
                      <a:noFill/>
                    </a:lnB>
                    <a:noFill/>
                  </a:tcPr>
                </a:tc>
                <a:tc>
                  <a:txBody>
                    <a:bodyPr/>
                    <a:lstStyle/>
                    <a:p>
                      <a:pPr>
                        <a:buNone/>
                      </a:pPr>
                      <a:r>
                        <a:rPr lang="en-GB" sz="1000"/>
                        <a:t>Active participation + painless correction enhances recovery</a:t>
                      </a:r>
                    </a:p>
                  </a:txBody>
                  <a:tcPr marL="30465" marR="30465" marT="15233" marB="15233" anchor="ctr">
                    <a:lnL>
                      <a:noFill/>
                    </a:lnL>
                    <a:lnR>
                      <a:noFill/>
                    </a:lnR>
                    <a:lnT>
                      <a:noFill/>
                    </a:lnT>
                    <a:lnB>
                      <a:noFill/>
                    </a:lnB>
                    <a:noFill/>
                  </a:tcPr>
                </a:tc>
                <a:extLst>
                  <a:ext uri="{0D108BD9-81ED-4DB2-BD59-A6C34878D82A}">
                    <a16:rowId xmlns:a16="http://schemas.microsoft.com/office/drawing/2014/main" val="2184557460"/>
                  </a:ext>
                </a:extLst>
              </a:tr>
              <a:tr h="501361">
                <a:tc>
                  <a:txBody>
                    <a:bodyPr/>
                    <a:lstStyle/>
                    <a:p>
                      <a:pPr>
                        <a:buNone/>
                      </a:pPr>
                      <a:r>
                        <a:rPr lang="en-GB" sz="1000" b="1"/>
                        <a:t>McKenzie (MDT)</a:t>
                      </a:r>
                      <a:endParaRPr lang="en-GB" sz="1000"/>
                    </a:p>
                  </a:txBody>
                  <a:tcPr marL="30465" marR="30465" marT="15233" marB="15233" anchor="ctr">
                    <a:lnL>
                      <a:noFill/>
                    </a:lnL>
                    <a:lnR>
                      <a:noFill/>
                    </a:lnR>
                    <a:lnT>
                      <a:noFill/>
                    </a:lnT>
                    <a:lnB>
                      <a:noFill/>
                    </a:lnB>
                    <a:noFill/>
                  </a:tcPr>
                </a:tc>
                <a:tc>
                  <a:txBody>
                    <a:bodyPr/>
                    <a:lstStyle/>
                    <a:p>
                      <a:pPr>
                        <a:buNone/>
                      </a:pPr>
                      <a:r>
                        <a:rPr lang="en-US" sz="1000"/>
                        <a:t>Mechanical diagnosis via repeated movements</a:t>
                      </a:r>
                    </a:p>
                  </a:txBody>
                  <a:tcPr marL="30465" marR="30465" marT="15233" marB="15233" anchor="ctr">
                    <a:lnL>
                      <a:noFill/>
                    </a:lnL>
                    <a:lnR>
                      <a:noFill/>
                    </a:lnR>
                    <a:lnT>
                      <a:noFill/>
                    </a:lnT>
                    <a:lnB>
                      <a:noFill/>
                    </a:lnB>
                    <a:noFill/>
                  </a:tcPr>
                </a:tc>
                <a:tc>
                  <a:txBody>
                    <a:bodyPr/>
                    <a:lstStyle/>
                    <a:p>
                      <a:pPr>
                        <a:buNone/>
                      </a:pPr>
                      <a:r>
                        <a:rPr lang="en-US" sz="1000" dirty="0"/>
                        <a:t>Self-directed repeated movements, posture correction</a:t>
                      </a:r>
                    </a:p>
                  </a:txBody>
                  <a:tcPr marL="30465" marR="30465" marT="15233" marB="15233" anchor="ctr">
                    <a:lnL>
                      <a:noFill/>
                    </a:lnL>
                    <a:lnR>
                      <a:noFill/>
                    </a:lnR>
                    <a:lnT>
                      <a:noFill/>
                    </a:lnT>
                    <a:lnB>
                      <a:noFill/>
                    </a:lnB>
                    <a:noFill/>
                  </a:tcPr>
                </a:tc>
                <a:tc>
                  <a:txBody>
                    <a:bodyPr/>
                    <a:lstStyle/>
                    <a:p>
                      <a:pPr>
                        <a:buNone/>
                      </a:pPr>
                      <a:r>
                        <a:rPr lang="en-GB" sz="1000"/>
                        <a:t>Centralize symptoms; empower patient self-management</a:t>
                      </a:r>
                    </a:p>
                  </a:txBody>
                  <a:tcPr marL="30465" marR="30465" marT="15233" marB="15233" anchor="ctr">
                    <a:lnL>
                      <a:noFill/>
                    </a:lnL>
                    <a:lnR>
                      <a:noFill/>
                    </a:lnR>
                    <a:lnT>
                      <a:noFill/>
                    </a:lnT>
                    <a:lnB>
                      <a:noFill/>
                    </a:lnB>
                    <a:noFill/>
                  </a:tcPr>
                </a:tc>
                <a:extLst>
                  <a:ext uri="{0D108BD9-81ED-4DB2-BD59-A6C34878D82A}">
                    <a16:rowId xmlns:a16="http://schemas.microsoft.com/office/drawing/2014/main" val="3889432601"/>
                  </a:ext>
                </a:extLst>
              </a:tr>
              <a:tr h="501361">
                <a:tc>
                  <a:txBody>
                    <a:bodyPr/>
                    <a:lstStyle/>
                    <a:p>
                      <a:pPr>
                        <a:buNone/>
                      </a:pPr>
                      <a:r>
                        <a:rPr lang="en-GB" sz="1000" b="1"/>
                        <a:t>Paris &amp; Others</a:t>
                      </a:r>
                      <a:endParaRPr lang="en-GB" sz="1000"/>
                    </a:p>
                  </a:txBody>
                  <a:tcPr marL="30465" marR="30465" marT="15233" marB="15233" anchor="ctr">
                    <a:lnL>
                      <a:noFill/>
                    </a:lnL>
                    <a:lnR>
                      <a:noFill/>
                    </a:lnR>
                    <a:lnT>
                      <a:noFill/>
                    </a:lnT>
                    <a:lnB>
                      <a:noFill/>
                    </a:lnB>
                    <a:noFill/>
                  </a:tcPr>
                </a:tc>
                <a:tc>
                  <a:txBody>
                    <a:bodyPr/>
                    <a:lstStyle/>
                    <a:p>
                      <a:pPr>
                        <a:buNone/>
                      </a:pPr>
                      <a:r>
                        <a:rPr lang="en-GB" sz="1000"/>
                        <a:t>Joint-specific mobility restrictions</a:t>
                      </a:r>
                    </a:p>
                  </a:txBody>
                  <a:tcPr marL="30465" marR="30465" marT="15233" marB="15233" anchor="ctr">
                    <a:lnL>
                      <a:noFill/>
                    </a:lnL>
                    <a:lnR>
                      <a:noFill/>
                    </a:lnR>
                    <a:lnT>
                      <a:noFill/>
                    </a:lnT>
                    <a:lnB>
                      <a:noFill/>
                    </a:lnB>
                    <a:noFill/>
                  </a:tcPr>
                </a:tc>
                <a:tc>
                  <a:txBody>
                    <a:bodyPr/>
                    <a:lstStyle/>
                    <a:p>
                      <a:pPr>
                        <a:buNone/>
                      </a:pPr>
                      <a:r>
                        <a:rPr lang="fr-FR" sz="1000"/>
                        <a:t>Joint mobilization, manipulation, posture correction</a:t>
                      </a:r>
                    </a:p>
                  </a:txBody>
                  <a:tcPr marL="30465" marR="30465" marT="15233" marB="15233" anchor="ctr">
                    <a:lnL>
                      <a:noFill/>
                    </a:lnL>
                    <a:lnR>
                      <a:noFill/>
                    </a:lnR>
                    <a:lnT>
                      <a:noFill/>
                    </a:lnT>
                    <a:lnB>
                      <a:noFill/>
                    </a:lnB>
                    <a:noFill/>
                  </a:tcPr>
                </a:tc>
                <a:tc>
                  <a:txBody>
                    <a:bodyPr/>
                    <a:lstStyle/>
                    <a:p>
                      <a:pPr>
                        <a:buNone/>
                      </a:pPr>
                      <a:r>
                        <a:rPr lang="en-US" sz="1000"/>
                        <a:t>Correct mobility impairments to reduce pain and restore function</a:t>
                      </a:r>
                    </a:p>
                  </a:txBody>
                  <a:tcPr marL="30465" marR="30465" marT="15233" marB="15233" anchor="ctr">
                    <a:lnL>
                      <a:noFill/>
                    </a:lnL>
                    <a:lnR>
                      <a:noFill/>
                    </a:lnR>
                    <a:lnT>
                      <a:noFill/>
                    </a:lnT>
                    <a:lnB>
                      <a:noFill/>
                    </a:lnB>
                    <a:noFill/>
                  </a:tcPr>
                </a:tc>
                <a:extLst>
                  <a:ext uri="{0D108BD9-81ED-4DB2-BD59-A6C34878D82A}">
                    <a16:rowId xmlns:a16="http://schemas.microsoft.com/office/drawing/2014/main" val="1101565707"/>
                  </a:ext>
                </a:extLst>
              </a:tr>
              <a:tr h="501361">
                <a:tc>
                  <a:txBody>
                    <a:bodyPr/>
                    <a:lstStyle/>
                    <a:p>
                      <a:pPr>
                        <a:buNone/>
                      </a:pPr>
                      <a:r>
                        <a:rPr lang="en-GB" sz="1000" b="1"/>
                        <a:t>Osteopathic Approach</a:t>
                      </a:r>
                      <a:endParaRPr lang="en-GB" sz="1000"/>
                    </a:p>
                  </a:txBody>
                  <a:tcPr marL="30465" marR="30465" marT="15233" marB="15233" anchor="ctr">
                    <a:lnL>
                      <a:noFill/>
                    </a:lnL>
                    <a:lnR>
                      <a:noFill/>
                    </a:lnR>
                    <a:lnT>
                      <a:noFill/>
                    </a:lnT>
                    <a:lnB>
                      <a:noFill/>
                    </a:lnB>
                    <a:noFill/>
                  </a:tcPr>
                </a:tc>
                <a:tc>
                  <a:txBody>
                    <a:bodyPr/>
                    <a:lstStyle/>
                    <a:p>
                      <a:pPr>
                        <a:buNone/>
                      </a:pPr>
                      <a:r>
                        <a:rPr lang="en-GB" sz="1000"/>
                        <a:t>Structural imbalances, tissue mobility, posture</a:t>
                      </a:r>
                    </a:p>
                  </a:txBody>
                  <a:tcPr marL="30465" marR="30465" marT="15233" marB="15233" anchor="ctr">
                    <a:lnL>
                      <a:noFill/>
                    </a:lnL>
                    <a:lnR>
                      <a:noFill/>
                    </a:lnR>
                    <a:lnT>
                      <a:noFill/>
                    </a:lnT>
                    <a:lnB>
                      <a:noFill/>
                    </a:lnB>
                    <a:noFill/>
                  </a:tcPr>
                </a:tc>
                <a:tc>
                  <a:txBody>
                    <a:bodyPr/>
                    <a:lstStyle/>
                    <a:p>
                      <a:pPr>
                        <a:buNone/>
                      </a:pPr>
                      <a:r>
                        <a:rPr lang="en-US" sz="1000"/>
                        <a:t>Manual therapy (manipulation, mobilization), soft tissue work</a:t>
                      </a:r>
                    </a:p>
                  </a:txBody>
                  <a:tcPr marL="30465" marR="30465" marT="15233" marB="15233" anchor="ctr">
                    <a:lnL>
                      <a:noFill/>
                    </a:lnL>
                    <a:lnR>
                      <a:noFill/>
                    </a:lnR>
                    <a:lnT>
                      <a:noFill/>
                    </a:lnT>
                    <a:lnB>
                      <a:noFill/>
                    </a:lnB>
                    <a:noFill/>
                  </a:tcPr>
                </a:tc>
                <a:tc>
                  <a:txBody>
                    <a:bodyPr/>
                    <a:lstStyle/>
                    <a:p>
                      <a:pPr>
                        <a:buNone/>
                      </a:pPr>
                      <a:r>
                        <a:rPr lang="en-US" sz="1000"/>
                        <a:t>Body’s structure-function relationship; restore balance to heal</a:t>
                      </a:r>
                    </a:p>
                  </a:txBody>
                  <a:tcPr marL="30465" marR="30465" marT="15233" marB="15233" anchor="ctr">
                    <a:lnL>
                      <a:noFill/>
                    </a:lnL>
                    <a:lnR>
                      <a:noFill/>
                    </a:lnR>
                    <a:lnT>
                      <a:noFill/>
                    </a:lnT>
                    <a:lnB>
                      <a:noFill/>
                    </a:lnB>
                    <a:noFill/>
                  </a:tcPr>
                </a:tc>
                <a:extLst>
                  <a:ext uri="{0D108BD9-81ED-4DB2-BD59-A6C34878D82A}">
                    <a16:rowId xmlns:a16="http://schemas.microsoft.com/office/drawing/2014/main" val="105472321"/>
                  </a:ext>
                </a:extLst>
              </a:tr>
              <a:tr h="501361">
                <a:tc>
                  <a:txBody>
                    <a:bodyPr/>
                    <a:lstStyle/>
                    <a:p>
                      <a:pPr>
                        <a:buNone/>
                      </a:pPr>
                      <a:r>
                        <a:rPr lang="en-GB" sz="1000" b="1"/>
                        <a:t>Movement System Impairment (MSI)</a:t>
                      </a:r>
                      <a:endParaRPr lang="en-GB" sz="1000"/>
                    </a:p>
                  </a:txBody>
                  <a:tcPr marL="30465" marR="30465" marT="15233" marB="15233" anchor="ctr">
                    <a:lnL>
                      <a:noFill/>
                    </a:lnL>
                    <a:lnR>
                      <a:noFill/>
                    </a:lnR>
                    <a:lnT>
                      <a:noFill/>
                    </a:lnT>
                    <a:lnB>
                      <a:noFill/>
                    </a:lnB>
                    <a:noFill/>
                  </a:tcPr>
                </a:tc>
                <a:tc>
                  <a:txBody>
                    <a:bodyPr/>
                    <a:lstStyle/>
                    <a:p>
                      <a:pPr>
                        <a:buNone/>
                      </a:pPr>
                      <a:r>
                        <a:rPr lang="en-GB" sz="1000"/>
                        <a:t>Faulty movement patterns, posture, muscle imbalances</a:t>
                      </a:r>
                    </a:p>
                  </a:txBody>
                  <a:tcPr marL="30465" marR="30465" marT="15233" marB="15233" anchor="ctr">
                    <a:lnL>
                      <a:noFill/>
                    </a:lnL>
                    <a:lnR>
                      <a:noFill/>
                    </a:lnR>
                    <a:lnT>
                      <a:noFill/>
                    </a:lnT>
                    <a:lnB>
                      <a:noFill/>
                    </a:lnB>
                    <a:noFill/>
                  </a:tcPr>
                </a:tc>
                <a:tc>
                  <a:txBody>
                    <a:bodyPr/>
                    <a:lstStyle/>
                    <a:p>
                      <a:pPr>
                        <a:buNone/>
                      </a:pPr>
                      <a:r>
                        <a:rPr lang="en-GB" sz="1000"/>
                        <a:t>Movement retraining, motor control exercises</a:t>
                      </a:r>
                    </a:p>
                  </a:txBody>
                  <a:tcPr marL="30465" marR="30465" marT="15233" marB="15233" anchor="ctr">
                    <a:lnL>
                      <a:noFill/>
                    </a:lnL>
                    <a:lnR>
                      <a:noFill/>
                    </a:lnR>
                    <a:lnT>
                      <a:noFill/>
                    </a:lnT>
                    <a:lnB>
                      <a:noFill/>
                    </a:lnB>
                    <a:noFill/>
                  </a:tcPr>
                </a:tc>
                <a:tc>
                  <a:txBody>
                    <a:bodyPr/>
                    <a:lstStyle/>
                    <a:p>
                      <a:pPr>
                        <a:buNone/>
                      </a:pPr>
                      <a:r>
                        <a:rPr lang="en-US" sz="1000"/>
                        <a:t>Correct faulty movement patterns to reduce pain and dysfunction</a:t>
                      </a:r>
                    </a:p>
                  </a:txBody>
                  <a:tcPr marL="30465" marR="30465" marT="15233" marB="15233" anchor="ctr">
                    <a:lnL>
                      <a:noFill/>
                    </a:lnL>
                    <a:lnR>
                      <a:noFill/>
                    </a:lnR>
                    <a:lnT>
                      <a:noFill/>
                    </a:lnT>
                    <a:lnB>
                      <a:noFill/>
                    </a:lnB>
                    <a:noFill/>
                  </a:tcPr>
                </a:tc>
                <a:extLst>
                  <a:ext uri="{0D108BD9-81ED-4DB2-BD59-A6C34878D82A}">
                    <a16:rowId xmlns:a16="http://schemas.microsoft.com/office/drawing/2014/main" val="1006622879"/>
                  </a:ext>
                </a:extLst>
              </a:tr>
              <a:tr h="501361">
                <a:tc>
                  <a:txBody>
                    <a:bodyPr/>
                    <a:lstStyle/>
                    <a:p>
                      <a:pPr>
                        <a:buNone/>
                      </a:pPr>
                      <a:r>
                        <a:rPr lang="en-GB" sz="1000" b="1"/>
                        <a:t>Treatment-Based Classification (TBC)</a:t>
                      </a:r>
                      <a:endParaRPr lang="en-GB" sz="1000"/>
                    </a:p>
                  </a:txBody>
                  <a:tcPr marL="30465" marR="30465" marT="15233" marB="15233" anchor="ctr">
                    <a:lnL>
                      <a:noFill/>
                    </a:lnL>
                    <a:lnR>
                      <a:noFill/>
                    </a:lnR>
                    <a:lnT>
                      <a:noFill/>
                    </a:lnT>
                    <a:lnB>
                      <a:noFill/>
                    </a:lnB>
                    <a:noFill/>
                  </a:tcPr>
                </a:tc>
                <a:tc>
                  <a:txBody>
                    <a:bodyPr/>
                    <a:lstStyle/>
                    <a:p>
                      <a:pPr>
                        <a:buNone/>
                      </a:pPr>
                      <a:r>
                        <a:rPr lang="en-US" sz="1000"/>
                        <a:t>Symptom behavior, functional limitations, clinical tests</a:t>
                      </a:r>
                    </a:p>
                  </a:txBody>
                  <a:tcPr marL="30465" marR="30465" marT="15233" marB="15233" anchor="ctr">
                    <a:lnL>
                      <a:noFill/>
                    </a:lnL>
                    <a:lnR>
                      <a:noFill/>
                    </a:lnR>
                    <a:lnT>
                      <a:noFill/>
                    </a:lnT>
                    <a:lnB>
                      <a:noFill/>
                    </a:lnB>
                    <a:noFill/>
                  </a:tcPr>
                </a:tc>
                <a:tc>
                  <a:txBody>
                    <a:bodyPr/>
                    <a:lstStyle/>
                    <a:p>
                      <a:pPr>
                        <a:buNone/>
                      </a:pPr>
                      <a:r>
                        <a:rPr lang="en-GB" sz="1000"/>
                        <a:t>Specific exercises (mobilization, stabilization, directional preference)</a:t>
                      </a:r>
                    </a:p>
                  </a:txBody>
                  <a:tcPr marL="30465" marR="30465" marT="15233" marB="15233" anchor="ctr">
                    <a:lnL>
                      <a:noFill/>
                    </a:lnL>
                    <a:lnR>
                      <a:noFill/>
                    </a:lnR>
                    <a:lnT>
                      <a:noFill/>
                    </a:lnT>
                    <a:lnB>
                      <a:noFill/>
                    </a:lnB>
                    <a:noFill/>
                  </a:tcPr>
                </a:tc>
                <a:tc>
                  <a:txBody>
                    <a:bodyPr/>
                    <a:lstStyle/>
                    <a:p>
                      <a:pPr>
                        <a:buNone/>
                      </a:pPr>
                      <a:r>
                        <a:rPr lang="en-US" sz="1000" dirty="0"/>
                        <a:t>Classify patients for targeted, evidence-based treatment</a:t>
                      </a:r>
                    </a:p>
                  </a:txBody>
                  <a:tcPr marL="30465" marR="30465" marT="15233" marB="15233" anchor="ctr">
                    <a:lnL>
                      <a:noFill/>
                    </a:lnL>
                    <a:lnR>
                      <a:noFill/>
                    </a:lnR>
                    <a:lnT>
                      <a:noFill/>
                    </a:lnT>
                    <a:lnB>
                      <a:noFill/>
                    </a:lnB>
                    <a:noFill/>
                  </a:tcPr>
                </a:tc>
                <a:extLst>
                  <a:ext uri="{0D108BD9-81ED-4DB2-BD59-A6C34878D82A}">
                    <a16:rowId xmlns:a16="http://schemas.microsoft.com/office/drawing/2014/main" val="1946950180"/>
                  </a:ext>
                </a:extLst>
              </a:tr>
            </a:tbl>
          </a:graphicData>
        </a:graphic>
      </p:graphicFrame>
    </p:spTree>
    <p:extLst>
      <p:ext uri="{BB962C8B-B14F-4D97-AF65-F5344CB8AC3E}">
        <p14:creationId xmlns:p14="http://schemas.microsoft.com/office/powerpoint/2010/main" val="260921809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014AF-87DE-EF01-D828-AE2CB2F86806}"/>
              </a:ext>
            </a:extLst>
          </p:cNvPr>
          <p:cNvSpPr>
            <a:spLocks noGrp="1"/>
          </p:cNvSpPr>
          <p:nvPr>
            <p:ph type="title"/>
          </p:nvPr>
        </p:nvSpPr>
        <p:spPr/>
        <p:txBody>
          <a:bodyPr>
            <a:normAutofit/>
          </a:bodyPr>
          <a:lstStyle/>
          <a:p>
            <a:r>
              <a:rPr lang="en-GB" sz="2800" dirty="0"/>
              <a:t>Manual therapies-Nice Guidelines</a:t>
            </a:r>
          </a:p>
        </p:txBody>
      </p:sp>
      <p:graphicFrame>
        <p:nvGraphicFramePr>
          <p:cNvPr id="9" name="Content Placeholder 2">
            <a:extLst>
              <a:ext uri="{FF2B5EF4-FFF2-40B4-BE49-F238E27FC236}">
                <a16:creationId xmlns:a16="http://schemas.microsoft.com/office/drawing/2014/main" id="{8CCC49B6-711B-BE6E-512B-F6F9125AAD85}"/>
              </a:ext>
            </a:extLst>
          </p:cNvPr>
          <p:cNvGraphicFramePr>
            <a:graphicFrameLocks noGrp="1"/>
          </p:cNvGraphicFramePr>
          <p:nvPr>
            <p:ph idx="1"/>
            <p:extLst>
              <p:ext uri="{D42A27DB-BD31-4B8C-83A1-F6EECF244321}">
                <p14:modId xmlns:p14="http://schemas.microsoft.com/office/powerpoint/2010/main" val="1904239871"/>
              </p:ext>
            </p:extLst>
          </p:nvPr>
        </p:nvGraphicFramePr>
        <p:xfrm>
          <a:off x="903322" y="1970405"/>
          <a:ext cx="5189217" cy="30892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Content Placeholder 2">
            <a:extLst>
              <a:ext uri="{FF2B5EF4-FFF2-40B4-BE49-F238E27FC236}">
                <a16:creationId xmlns:a16="http://schemas.microsoft.com/office/drawing/2014/main" id="{C0B1B4F1-BB1F-0FF3-28FD-C1DE51EFA0BD}"/>
              </a:ext>
            </a:extLst>
          </p:cNvPr>
          <p:cNvSpPr txBox="1">
            <a:spLocks/>
          </p:cNvSpPr>
          <p:nvPr/>
        </p:nvSpPr>
        <p:spPr>
          <a:xfrm>
            <a:off x="6766909" y="1566950"/>
            <a:ext cx="4671057" cy="1508760"/>
          </a:xfrm>
          <a:prstGeom prst="rect">
            <a:avLst/>
          </a:prstGeom>
          <a:noFill/>
          <a:ln>
            <a:noFill/>
          </a:ln>
        </p:spPr>
        <p:txBody>
          <a:bodyPr vert="horz" wrap="square" lIns="91440" tIns="45720" rIns="91440" bIns="45720" anchor="t" anchorCtr="0" compatLnSpc="1">
            <a:norm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700" b="1" dirty="0"/>
              <a:t>Acupuncture or electrotherapies: </a:t>
            </a:r>
            <a:r>
              <a:rPr lang="en-GB" sz="1700" dirty="0"/>
              <a:t>Do not offer acupuncture or electrotherapies such as ultrasound, PENS, TENS or IFTs for managing back pain</a:t>
            </a:r>
          </a:p>
          <a:p>
            <a:endParaRPr lang="en-GB" dirty="0"/>
          </a:p>
          <a:p>
            <a:endParaRPr lang="en-GB" dirty="0"/>
          </a:p>
        </p:txBody>
      </p:sp>
      <p:sp>
        <p:nvSpPr>
          <p:cNvPr id="5" name="Content Placeholder 2">
            <a:extLst>
              <a:ext uri="{FF2B5EF4-FFF2-40B4-BE49-F238E27FC236}">
                <a16:creationId xmlns:a16="http://schemas.microsoft.com/office/drawing/2014/main" id="{B84803C2-2774-3930-5163-E284BC0243C0}"/>
              </a:ext>
            </a:extLst>
          </p:cNvPr>
          <p:cNvSpPr txBox="1">
            <a:spLocks/>
          </p:cNvSpPr>
          <p:nvPr/>
        </p:nvSpPr>
        <p:spPr>
          <a:xfrm>
            <a:off x="6507828" y="3075710"/>
            <a:ext cx="5189217" cy="1983969"/>
          </a:xfrm>
          <a:prstGeom prst="rect">
            <a:avLst/>
          </a:prstGeom>
          <a:noFill/>
          <a:ln>
            <a:noFill/>
          </a:ln>
        </p:spPr>
        <p:txBody>
          <a:bodyPr vert="horz" wrap="square" lIns="91440" tIns="45720" rIns="91440" bIns="45720" anchor="t" anchorCtr="0" compatLnSpc="1">
            <a:norm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900" dirty="0">
                <a:highlight>
                  <a:srgbClr val="00FF00"/>
                </a:highlight>
              </a:rPr>
              <a:t>Psychological therapy: Consider psychological therapist using cognitive behavioural approach for managing back as part of a treatment package including exercises, with or with out manual therapy (spinal manipulation, mobilisation or soft tissue technique such as massage)</a:t>
            </a:r>
          </a:p>
          <a:p>
            <a:endParaRPr lang="en-GB" dirty="0"/>
          </a:p>
        </p:txBody>
      </p:sp>
    </p:spTree>
    <p:extLst>
      <p:ext uri="{BB962C8B-B14F-4D97-AF65-F5344CB8AC3E}">
        <p14:creationId xmlns:p14="http://schemas.microsoft.com/office/powerpoint/2010/main" val="337415485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FFBEE45-F140-49D5-85EA-C78C24340B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FBB00B-EC36-33EF-CEB7-16D16DD976EA}"/>
              </a:ext>
            </a:extLst>
          </p:cNvPr>
          <p:cNvSpPr>
            <a:spLocks noGrp="1"/>
          </p:cNvSpPr>
          <p:nvPr>
            <p:ph type="title"/>
          </p:nvPr>
        </p:nvSpPr>
        <p:spPr>
          <a:xfrm>
            <a:off x="838199" y="514235"/>
            <a:ext cx="10515600" cy="1068820"/>
          </a:xfrm>
        </p:spPr>
        <p:txBody>
          <a:bodyPr vert="horz" lIns="91440" tIns="45720" rIns="91440" bIns="45720" rtlCol="0" anchor="ctr">
            <a:normAutofit/>
          </a:bodyPr>
          <a:lstStyle/>
          <a:p>
            <a:pPr>
              <a:spcBef>
                <a:spcPct val="0"/>
              </a:spcBef>
            </a:pPr>
            <a:r>
              <a:rPr lang="en-US" sz="2800" kern="1200" dirty="0">
                <a:solidFill>
                  <a:schemeClr val="tx1"/>
                </a:solidFill>
                <a:latin typeface="Aptos" panose="020B0004020202020204" pitchFamily="34" charset="0"/>
                <a:ea typeface="+mj-ea"/>
                <a:cs typeface="+mj-cs"/>
              </a:rPr>
              <a:t>Neurodynamic</a:t>
            </a:r>
          </a:p>
        </p:txBody>
      </p:sp>
      <p:sp>
        <p:nvSpPr>
          <p:cNvPr id="3" name="Content Placeholder 2">
            <a:extLst>
              <a:ext uri="{FF2B5EF4-FFF2-40B4-BE49-F238E27FC236}">
                <a16:creationId xmlns:a16="http://schemas.microsoft.com/office/drawing/2014/main" id="{C0594F23-6237-32F4-8259-43866E2BFE04}"/>
              </a:ext>
            </a:extLst>
          </p:cNvPr>
          <p:cNvSpPr>
            <a:spLocks noGrp="1"/>
          </p:cNvSpPr>
          <p:nvPr>
            <p:ph idx="1"/>
          </p:nvPr>
        </p:nvSpPr>
        <p:spPr>
          <a:xfrm>
            <a:off x="515364" y="2097290"/>
            <a:ext cx="5158427" cy="3730460"/>
          </a:xfrm>
        </p:spPr>
        <p:txBody>
          <a:bodyPr vert="horz" lIns="91440" tIns="45720" rIns="91440" bIns="45720" rtlCol="0">
            <a:normAutofit/>
          </a:bodyPr>
          <a:lstStyle/>
          <a:p>
            <a:pPr>
              <a:buFont typeface="Arial" panose="020B0604020202020204" pitchFamily="34" charset="0"/>
              <a:buChar char="•"/>
            </a:pPr>
            <a:r>
              <a:rPr lang="en-US" sz="1600" dirty="0">
                <a:solidFill>
                  <a:schemeClr val="tx1"/>
                </a:solidFill>
                <a:latin typeface="+mn-lt"/>
                <a:ea typeface="+mn-ea"/>
                <a:cs typeface="+mn-cs"/>
              </a:rPr>
              <a:t>Study of the mechanics and physiology of the nervous system</a:t>
            </a:r>
          </a:p>
          <a:p>
            <a:pPr>
              <a:buFont typeface="Arial" panose="020B0604020202020204" pitchFamily="34" charset="0"/>
              <a:buChar char="•"/>
            </a:pPr>
            <a:r>
              <a:rPr lang="en-US" sz="1600" dirty="0">
                <a:solidFill>
                  <a:schemeClr val="tx1"/>
                </a:solidFill>
                <a:latin typeface="+mn-lt"/>
                <a:ea typeface="+mn-ea"/>
                <a:cs typeface="+mn-cs"/>
              </a:rPr>
              <a:t>Evaluates the length and mobility of various components of the nervous system</a:t>
            </a:r>
          </a:p>
          <a:p>
            <a:pPr>
              <a:buFont typeface="Arial" panose="020B0604020202020204" pitchFamily="34" charset="0"/>
              <a:buChar char="•"/>
            </a:pPr>
            <a:r>
              <a:rPr lang="en-US" sz="1600" dirty="0">
                <a:solidFill>
                  <a:schemeClr val="tx1"/>
                </a:solidFill>
                <a:latin typeface="+mn-lt"/>
                <a:ea typeface="+mn-ea"/>
                <a:cs typeface="+mn-cs"/>
              </a:rPr>
              <a:t>Mobilization of the nervous system is an approach to physical treatment of pain</a:t>
            </a:r>
          </a:p>
          <a:p>
            <a:pPr>
              <a:buFont typeface="Arial" panose="020B0604020202020204" pitchFamily="34" charset="0"/>
              <a:buChar char="•"/>
            </a:pPr>
            <a:r>
              <a:rPr lang="en-US" sz="1600" dirty="0">
                <a:solidFill>
                  <a:schemeClr val="tx1"/>
                </a:solidFill>
                <a:latin typeface="+mn-lt"/>
                <a:ea typeface="+mn-ea"/>
                <a:cs typeface="+mn-cs"/>
              </a:rPr>
              <a:t>Three mechanism play important role in adaptability:</a:t>
            </a:r>
          </a:p>
          <a:p>
            <a:pPr marL="457200">
              <a:buFont typeface="Arial" panose="020B0604020202020204" pitchFamily="34" charset="0"/>
              <a:buChar char="•"/>
            </a:pPr>
            <a:r>
              <a:rPr lang="en-US" sz="1600" dirty="0">
                <a:solidFill>
                  <a:schemeClr val="tx1"/>
                </a:solidFill>
                <a:latin typeface="+mn-lt"/>
                <a:ea typeface="+mn-ea"/>
                <a:cs typeface="+mn-cs"/>
              </a:rPr>
              <a:t>Elongation of the nerve against elastic forces. Nerve slide 2cm in daily movement</a:t>
            </a:r>
          </a:p>
          <a:p>
            <a:pPr marL="457200">
              <a:buFont typeface="Arial" panose="020B0604020202020204" pitchFamily="34" charset="0"/>
              <a:buChar char="•"/>
            </a:pPr>
            <a:r>
              <a:rPr lang="en-US" sz="1600" dirty="0">
                <a:solidFill>
                  <a:schemeClr val="tx1"/>
                </a:solidFill>
                <a:latin typeface="+mn-lt"/>
                <a:ea typeface="+mn-ea"/>
                <a:cs typeface="+mn-cs"/>
              </a:rPr>
              <a:t>Longitudinal movement of the nerve trunk</a:t>
            </a:r>
          </a:p>
          <a:p>
            <a:pPr marL="457200">
              <a:buFont typeface="Arial" panose="020B0604020202020204" pitchFamily="34" charset="0"/>
              <a:buChar char="•"/>
            </a:pPr>
            <a:r>
              <a:rPr lang="en-US" sz="1600" dirty="0">
                <a:solidFill>
                  <a:schemeClr val="tx1"/>
                </a:solidFill>
                <a:latin typeface="+mn-lt"/>
                <a:ea typeface="+mn-ea"/>
                <a:cs typeface="+mn-cs"/>
              </a:rPr>
              <a:t>An increase and decrease of tissue relaxation at the level of the nerve trunk</a:t>
            </a:r>
          </a:p>
          <a:p>
            <a:pPr>
              <a:buFont typeface="Arial" panose="020B0604020202020204" pitchFamily="34" charset="0"/>
              <a:buChar char="•"/>
            </a:pPr>
            <a:endParaRPr lang="en-US" sz="1600" dirty="0">
              <a:solidFill>
                <a:schemeClr val="tx1"/>
              </a:solidFill>
              <a:latin typeface="+mn-lt"/>
              <a:ea typeface="+mn-ea"/>
              <a:cs typeface="+mn-cs"/>
            </a:endParaRPr>
          </a:p>
        </p:txBody>
      </p:sp>
      <p:sp>
        <p:nvSpPr>
          <p:cNvPr id="4" name="Content Placeholder 2">
            <a:extLst>
              <a:ext uri="{FF2B5EF4-FFF2-40B4-BE49-F238E27FC236}">
                <a16:creationId xmlns:a16="http://schemas.microsoft.com/office/drawing/2014/main" id="{D15E1752-5D8B-2643-C050-C05CC3977D4A}"/>
              </a:ext>
            </a:extLst>
          </p:cNvPr>
          <p:cNvSpPr txBox="1">
            <a:spLocks/>
          </p:cNvSpPr>
          <p:nvPr/>
        </p:nvSpPr>
        <p:spPr>
          <a:xfrm>
            <a:off x="6189154" y="2398626"/>
            <a:ext cx="5164645" cy="3730460"/>
          </a:xfrm>
          <a:prstGeom prst="rect">
            <a:avLst/>
          </a:prstGeom>
        </p:spPr>
        <p:txBody>
          <a:bodyPr vert="horz" lIns="91440" tIns="45720" rIns="91440" bIns="45720" rtlCol="0" anchorCtr="0" compatLnSpc="1">
            <a:norm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sz="1600" dirty="0">
                <a:solidFill>
                  <a:schemeClr val="tx1"/>
                </a:solidFill>
                <a:latin typeface="Aptos" panose="020B0004020202020204" pitchFamily="34" charset="0"/>
              </a:rPr>
              <a:t>Neural tissue responds to trauma in the same as ligament and tendon by evoking the cascade of inflammatory process</a:t>
            </a:r>
          </a:p>
          <a:p>
            <a:pPr>
              <a:buFont typeface="Arial" panose="020B0604020202020204" pitchFamily="34" charset="0"/>
              <a:buChar char="•"/>
            </a:pPr>
            <a:r>
              <a:rPr lang="en-US" sz="1600" dirty="0">
                <a:solidFill>
                  <a:schemeClr val="tx1"/>
                </a:solidFill>
                <a:latin typeface="Aptos" panose="020B0004020202020204" pitchFamily="34" charset="0"/>
              </a:rPr>
              <a:t>Stretching program for the sciatic nerve</a:t>
            </a:r>
          </a:p>
          <a:p>
            <a:pPr>
              <a:buFont typeface="Arial" panose="020B0604020202020204" pitchFamily="34" charset="0"/>
              <a:buChar char="•"/>
            </a:pPr>
            <a:r>
              <a:rPr lang="en-US" sz="1600" dirty="0">
                <a:solidFill>
                  <a:schemeClr val="tx1"/>
                </a:solidFill>
                <a:latin typeface="Aptos" panose="020B0004020202020204" pitchFamily="34" charset="0"/>
              </a:rPr>
              <a:t>Stretches for the upper extremity nerves</a:t>
            </a:r>
          </a:p>
          <a:p>
            <a:pPr>
              <a:buFont typeface="Arial" panose="020B0604020202020204" pitchFamily="34" charset="0"/>
              <a:buChar char="•"/>
            </a:pPr>
            <a:endParaRPr lang="en-US" sz="2000" dirty="0">
              <a:solidFill>
                <a:schemeClr val="tx1"/>
              </a:solidFill>
              <a:latin typeface="+mn-lt"/>
            </a:endParaRPr>
          </a:p>
        </p:txBody>
      </p:sp>
    </p:spTree>
    <p:extLst>
      <p:ext uri="{BB962C8B-B14F-4D97-AF65-F5344CB8AC3E}">
        <p14:creationId xmlns:p14="http://schemas.microsoft.com/office/powerpoint/2010/main" val="335138740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6588F-E109-5A9F-2BC0-919B88080D76}"/>
              </a:ext>
            </a:extLst>
          </p:cNvPr>
          <p:cNvSpPr>
            <a:spLocks noGrp="1"/>
          </p:cNvSpPr>
          <p:nvPr>
            <p:ph type="title"/>
          </p:nvPr>
        </p:nvSpPr>
        <p:spPr/>
        <p:txBody>
          <a:bodyPr>
            <a:normAutofit/>
          </a:bodyPr>
          <a:lstStyle/>
          <a:p>
            <a:r>
              <a:rPr lang="en-GB" sz="2800" dirty="0"/>
              <a:t>Pharmacological management</a:t>
            </a:r>
          </a:p>
        </p:txBody>
      </p:sp>
      <p:sp>
        <p:nvSpPr>
          <p:cNvPr id="3" name="Content Placeholder 2">
            <a:extLst>
              <a:ext uri="{FF2B5EF4-FFF2-40B4-BE49-F238E27FC236}">
                <a16:creationId xmlns:a16="http://schemas.microsoft.com/office/drawing/2014/main" id="{CF19B71F-686F-1163-579D-FEEFB2E677B1}"/>
              </a:ext>
            </a:extLst>
          </p:cNvPr>
          <p:cNvSpPr>
            <a:spLocks noGrp="1"/>
          </p:cNvSpPr>
          <p:nvPr>
            <p:ph idx="1"/>
          </p:nvPr>
        </p:nvSpPr>
        <p:spPr>
          <a:xfrm>
            <a:off x="152402" y="1690688"/>
            <a:ext cx="12039597" cy="4351336"/>
          </a:xfrm>
        </p:spPr>
        <p:txBody>
          <a:bodyPr>
            <a:normAutofit/>
          </a:bodyPr>
          <a:lstStyle/>
          <a:p>
            <a:pPr marL="0" indent="0">
              <a:buNone/>
            </a:pPr>
            <a:r>
              <a:rPr lang="en-GB" sz="1600" dirty="0"/>
              <a:t>Pharmacological intervention is recommended when first line of treatment is inadequate</a:t>
            </a:r>
          </a:p>
          <a:p>
            <a:r>
              <a:rPr lang="en-GB" sz="1600" dirty="0"/>
              <a:t>Non opioids analgesics: Paracetamol also called acetaminophen, aspirin</a:t>
            </a:r>
          </a:p>
          <a:p>
            <a:r>
              <a:rPr lang="en-GB" sz="1600" dirty="0"/>
              <a:t>Opioids analgesics: Commonly prescribed drugs in spinal pain, effective in pain relief and improve function. Weak  (codeine phosphate, dihydrocodeine, Meptazinol) and strong Opioids( Morphine, tramadol, oxycodone hydrocholoride, Pethidine hydrocholoride, Fentanyl). </a:t>
            </a:r>
          </a:p>
          <a:p>
            <a:r>
              <a:rPr lang="en-GB" sz="1600" dirty="0"/>
              <a:t>Non -Steroidal Anti-inflammatory drugs (NSAIDS): Ibuprofen, Naproxen</a:t>
            </a:r>
          </a:p>
          <a:p>
            <a:r>
              <a:rPr lang="en-GB" sz="1600" dirty="0"/>
              <a:t>Myorelaxant drugs: Ability to reduce tension or relax muscles. Eg: Baclofen, methocarbamol, tizanidine. Mainly used in combination with paracetamol and NSAIDs</a:t>
            </a:r>
          </a:p>
          <a:p>
            <a:r>
              <a:rPr lang="en-GB" sz="1600" dirty="0"/>
              <a:t>Anti Epileptic drugs: First line therapy in the treatment of neuropathic pain such as Gabapentin and pregabalin. Play critical role in radicular pain or neurogenic claudication</a:t>
            </a:r>
          </a:p>
          <a:p>
            <a:r>
              <a:rPr lang="en-GB" sz="1600" dirty="0"/>
              <a:t>Anti depressant: Back pain with concomitant depression </a:t>
            </a:r>
            <a:r>
              <a:rPr lang="en-GB" sz="1600" dirty="0" err="1"/>
              <a:t>eg</a:t>
            </a:r>
            <a:r>
              <a:rPr lang="en-GB" sz="1600" dirty="0"/>
              <a:t> duloxetine</a:t>
            </a:r>
          </a:p>
          <a:p>
            <a:r>
              <a:rPr lang="en-GB" sz="1600" dirty="0"/>
              <a:t>Other Drugs:  Corticosteroids  oral or intravenous (not effective),  Tropical capsaicin for less than 3 months</a:t>
            </a:r>
          </a:p>
        </p:txBody>
      </p:sp>
    </p:spTree>
    <p:extLst>
      <p:ext uri="{BB962C8B-B14F-4D97-AF65-F5344CB8AC3E}">
        <p14:creationId xmlns:p14="http://schemas.microsoft.com/office/powerpoint/2010/main" val="200085756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1616A-E3EC-ED23-0CD1-F5BD3F12FAC9}"/>
              </a:ext>
            </a:extLst>
          </p:cNvPr>
          <p:cNvSpPr txBox="1">
            <a:spLocks noGrp="1"/>
          </p:cNvSpPr>
          <p:nvPr>
            <p:ph type="title"/>
          </p:nvPr>
        </p:nvSpPr>
        <p:spPr>
          <a:xfrm>
            <a:off x="268100" y="444659"/>
            <a:ext cx="8444709" cy="593637"/>
          </a:xfrm>
        </p:spPr>
        <p:txBody>
          <a:bodyPr>
            <a:normAutofit/>
          </a:bodyPr>
          <a:lstStyle/>
          <a:p>
            <a:pPr lvl="0"/>
            <a:r>
              <a:rPr lang="en-US" sz="2800" dirty="0">
                <a:latin typeface="Aptos" panose="020B0004020202020204" pitchFamily="34" charset="0"/>
              </a:rPr>
              <a:t>Pharmacological management </a:t>
            </a:r>
          </a:p>
        </p:txBody>
      </p:sp>
      <p:sp>
        <p:nvSpPr>
          <p:cNvPr id="3" name="Content Placeholder 2">
            <a:extLst>
              <a:ext uri="{FF2B5EF4-FFF2-40B4-BE49-F238E27FC236}">
                <a16:creationId xmlns:a16="http://schemas.microsoft.com/office/drawing/2014/main" id="{A7888743-BB2E-2E2F-BDC1-6CB55C1E3C29}"/>
              </a:ext>
            </a:extLst>
          </p:cNvPr>
          <p:cNvSpPr txBox="1">
            <a:spLocks noGrp="1"/>
          </p:cNvSpPr>
          <p:nvPr>
            <p:ph idx="1"/>
          </p:nvPr>
        </p:nvSpPr>
        <p:spPr>
          <a:xfrm>
            <a:off x="407468" y="1465405"/>
            <a:ext cx="4082987" cy="5113333"/>
          </a:xfrm>
        </p:spPr>
        <p:txBody>
          <a:bodyPr>
            <a:normAutofit/>
          </a:bodyPr>
          <a:lstStyle/>
          <a:p>
            <a:pPr lvl="0"/>
            <a:r>
              <a:rPr lang="en-US" sz="1600" dirty="0"/>
              <a:t>Consider weak opioids with or without sciatica, Do not offer paracetamol alone for managing low back pain</a:t>
            </a:r>
            <a:endParaRPr lang="en-US" sz="1600" dirty="0">
              <a:solidFill>
                <a:srgbClr val="0E0E0E"/>
              </a:solidFill>
            </a:endParaRPr>
          </a:p>
          <a:p>
            <a:pPr lvl="0"/>
            <a:r>
              <a:rPr lang="en-US" sz="1600" dirty="0"/>
              <a:t>Do not routinely offer opioids for managing acute low back pain (see recommendation</a:t>
            </a:r>
          </a:p>
          <a:p>
            <a:pPr lvl="0"/>
            <a:r>
              <a:rPr lang="en-US" sz="1600" dirty="0">
                <a:solidFill>
                  <a:srgbClr val="0E0E0E"/>
                </a:solidFill>
              </a:rPr>
              <a:t>If already taking explain the risk</a:t>
            </a:r>
          </a:p>
          <a:p>
            <a:pPr lvl="0"/>
            <a:r>
              <a:rPr lang="en-US" sz="1600" dirty="0">
                <a:solidFill>
                  <a:srgbClr val="0E0E0E"/>
                </a:solidFill>
              </a:rPr>
              <a:t>If prescribing NSAIDs for sciatica consider GI, Liver and cardio-rental toxicity use the lowest effective for the shortest possible time</a:t>
            </a:r>
          </a:p>
          <a:p>
            <a:pPr lvl="0"/>
            <a:r>
              <a:rPr lang="en-US" sz="1600" dirty="0">
                <a:solidFill>
                  <a:srgbClr val="0E0E0E"/>
                </a:solidFill>
              </a:rPr>
              <a:t>If NSAID is contraindicated, not tolerated, or ineffective consider the short-term use of codeine with or without sciatica</a:t>
            </a:r>
          </a:p>
          <a:p>
            <a:pPr lvl="0"/>
            <a:endParaRPr lang="en-US" dirty="0">
              <a:solidFill>
                <a:srgbClr val="0E0E0E"/>
              </a:solidFill>
            </a:endParaRPr>
          </a:p>
        </p:txBody>
      </p:sp>
      <p:pic>
        <p:nvPicPr>
          <p:cNvPr id="4" name="Content Placeholder 3" descr="A white background with black text&#10;&#10;AI-generated content may be incorrect.">
            <a:extLst>
              <a:ext uri="{FF2B5EF4-FFF2-40B4-BE49-F238E27FC236}">
                <a16:creationId xmlns:a16="http://schemas.microsoft.com/office/drawing/2014/main" id="{3452C975-77FE-4F3F-AE75-073845B382B9}"/>
              </a:ext>
            </a:extLst>
          </p:cNvPr>
          <p:cNvPicPr>
            <a:picLocks noChangeAspect="1"/>
          </p:cNvPicPr>
          <p:nvPr/>
        </p:nvPicPr>
        <p:blipFill>
          <a:blip r:embed="rId3"/>
          <a:stretch>
            <a:fillRect/>
          </a:stretch>
        </p:blipFill>
        <p:spPr>
          <a:xfrm>
            <a:off x="6171813" y="2299541"/>
            <a:ext cx="5612719" cy="2650734"/>
          </a:xfrm>
          <a:prstGeom prst="rect">
            <a:avLst/>
          </a:prstGeom>
          <a:noFill/>
          <a:ln cap="flat">
            <a:noFill/>
          </a:ln>
        </p:spPr>
      </p:pic>
      <p:sp>
        <p:nvSpPr>
          <p:cNvPr id="5" name="Title 1">
            <a:extLst>
              <a:ext uri="{FF2B5EF4-FFF2-40B4-BE49-F238E27FC236}">
                <a16:creationId xmlns:a16="http://schemas.microsoft.com/office/drawing/2014/main" id="{4DA2D581-DEE9-E5C7-C4CE-B8222189CCC2}"/>
              </a:ext>
            </a:extLst>
          </p:cNvPr>
          <p:cNvSpPr txBox="1"/>
          <p:nvPr/>
        </p:nvSpPr>
        <p:spPr>
          <a:xfrm>
            <a:off x="6313634" y="1499517"/>
            <a:ext cx="5878366" cy="338803"/>
          </a:xfrm>
          <a:prstGeom prst="rect">
            <a:avLst/>
          </a:prstGeom>
          <a:noFill/>
          <a:ln cap="flat">
            <a:noFill/>
          </a:ln>
        </p:spPr>
        <p:txBody>
          <a:bodyPr vert="horz" wrap="square" lIns="91440" tIns="45720" rIns="91440" bIns="45720" anchor="ctr" anchorCtr="0" compatLnSpc="1">
            <a:noAutofit/>
          </a:bodyPr>
          <a:lstStyle/>
          <a:p>
            <a:pPr marL="0" marR="0" lvl="0" indent="0" algn="l" defTabSz="914400" rtl="0" fontAlgn="auto" hangingPunct="0">
              <a:lnSpc>
                <a:spcPct val="9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dirty="0">
                <a:solidFill>
                  <a:srgbClr val="000000"/>
                </a:solidFill>
                <a:uFillTx/>
                <a:latin typeface="Aptos Display"/>
              </a:rPr>
              <a:t>Managing mild to moderate pan</a:t>
            </a:r>
          </a:p>
        </p:txBody>
      </p:sp>
    </p:spTree>
    <p:extLst>
      <p:ext uri="{BB962C8B-B14F-4D97-AF65-F5344CB8AC3E}">
        <p14:creationId xmlns:p14="http://schemas.microsoft.com/office/powerpoint/2010/main" val="137192502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E0C3A-6ACA-1FF4-0B97-BAF94DC561BB}"/>
              </a:ext>
            </a:extLst>
          </p:cNvPr>
          <p:cNvSpPr>
            <a:spLocks noGrp="1"/>
          </p:cNvSpPr>
          <p:nvPr>
            <p:ph type="title"/>
          </p:nvPr>
        </p:nvSpPr>
        <p:spPr/>
        <p:txBody>
          <a:bodyPr>
            <a:normAutofit/>
          </a:bodyPr>
          <a:lstStyle/>
          <a:p>
            <a:r>
              <a:rPr lang="en-GB" sz="2800" dirty="0"/>
              <a:t>If prescribing NSAIDs for sciatica</a:t>
            </a:r>
          </a:p>
        </p:txBody>
      </p:sp>
      <p:sp>
        <p:nvSpPr>
          <p:cNvPr id="3" name="Content Placeholder 2">
            <a:extLst>
              <a:ext uri="{FF2B5EF4-FFF2-40B4-BE49-F238E27FC236}">
                <a16:creationId xmlns:a16="http://schemas.microsoft.com/office/drawing/2014/main" id="{B3CADD38-1152-F4B9-BC37-3E26054C4BD2}"/>
              </a:ext>
            </a:extLst>
          </p:cNvPr>
          <p:cNvSpPr>
            <a:spLocks noGrp="1"/>
          </p:cNvSpPr>
          <p:nvPr>
            <p:ph idx="1"/>
          </p:nvPr>
        </p:nvSpPr>
        <p:spPr/>
        <p:txBody>
          <a:bodyPr/>
          <a:lstStyle/>
          <a:p>
            <a:r>
              <a:rPr lang="en-US" sz="1600" dirty="0"/>
              <a:t>Take into account potential differences in gastrointestinal, liver and cardio-renal toxicity, and the person's risk factors, including age</a:t>
            </a:r>
          </a:p>
          <a:p>
            <a:r>
              <a:rPr lang="en-US" sz="1600" dirty="0"/>
              <a:t>Think about appropriate clinical assessment, ongoing monitoring of risk factors, and the use of gastroprotective treatment</a:t>
            </a:r>
          </a:p>
          <a:p>
            <a:r>
              <a:rPr lang="en-US" sz="1600" dirty="0"/>
              <a:t>Use the lowest effective dose for the shortest possible period of time</a:t>
            </a:r>
          </a:p>
          <a:p>
            <a:endParaRPr lang="en-GB" dirty="0"/>
          </a:p>
        </p:txBody>
      </p:sp>
    </p:spTree>
    <p:extLst>
      <p:ext uri="{BB962C8B-B14F-4D97-AF65-F5344CB8AC3E}">
        <p14:creationId xmlns:p14="http://schemas.microsoft.com/office/powerpoint/2010/main" val="311661575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DA99E-70D0-46B7-EF11-71090B468DF5}"/>
              </a:ext>
            </a:extLst>
          </p:cNvPr>
          <p:cNvSpPr>
            <a:spLocks noGrp="1"/>
          </p:cNvSpPr>
          <p:nvPr>
            <p:ph type="title"/>
          </p:nvPr>
        </p:nvSpPr>
        <p:spPr/>
        <p:txBody>
          <a:bodyPr>
            <a:normAutofit/>
          </a:bodyPr>
          <a:lstStyle/>
          <a:p>
            <a:r>
              <a:rPr lang="en-GB" sz="2800" dirty="0"/>
              <a:t>Pharmacological management: NICE guidelines</a:t>
            </a:r>
          </a:p>
        </p:txBody>
      </p:sp>
      <p:sp>
        <p:nvSpPr>
          <p:cNvPr id="3" name="Content Placeholder 2">
            <a:extLst>
              <a:ext uri="{FF2B5EF4-FFF2-40B4-BE49-F238E27FC236}">
                <a16:creationId xmlns:a16="http://schemas.microsoft.com/office/drawing/2014/main" id="{ADA8C4FF-B9CC-C9B4-B0B1-1D160BE705DF}"/>
              </a:ext>
            </a:extLst>
          </p:cNvPr>
          <p:cNvSpPr>
            <a:spLocks noGrp="1"/>
          </p:cNvSpPr>
          <p:nvPr>
            <p:ph idx="1"/>
          </p:nvPr>
        </p:nvSpPr>
        <p:spPr/>
        <p:txBody>
          <a:bodyPr>
            <a:normAutofit/>
          </a:bodyPr>
          <a:lstStyle/>
          <a:p>
            <a:r>
              <a:rPr lang="en-US" sz="1600" dirty="0"/>
              <a:t>Do not offer </a:t>
            </a:r>
            <a:r>
              <a:rPr lang="en-US" sz="1600" dirty="0" err="1"/>
              <a:t>gabapentinoids</a:t>
            </a:r>
            <a:r>
              <a:rPr lang="en-US" sz="1600" dirty="0"/>
              <a:t>, other antiepileptics, oral corticosteroids or benzodiazepines for sciatica as there is no overall evidence of benefit and there is evidence of harm</a:t>
            </a:r>
          </a:p>
          <a:p>
            <a:r>
              <a:rPr lang="en-US" sz="1600" dirty="0"/>
              <a:t>Do not offer opioids for managing </a:t>
            </a:r>
            <a:r>
              <a:rPr lang="en-US" sz="1600" dirty="0">
                <a:hlinkClick r:id="rId2"/>
              </a:rPr>
              <a:t>chronic</a:t>
            </a:r>
            <a:r>
              <a:rPr lang="en-US" sz="1600" dirty="0"/>
              <a:t> sciatica</a:t>
            </a:r>
          </a:p>
          <a:p>
            <a:r>
              <a:rPr lang="en-US" sz="1600" dirty="0"/>
              <a:t>As part of shared decision making about whether to stop opioids, </a:t>
            </a:r>
            <a:r>
              <a:rPr lang="en-US" sz="1600" dirty="0" err="1"/>
              <a:t>gabapentinoids</a:t>
            </a:r>
            <a:r>
              <a:rPr lang="en-US" sz="1600" dirty="0"/>
              <a:t> or benzodiazepines for sciatica, discuss the problems associated with withdrawal with the person</a:t>
            </a:r>
          </a:p>
          <a:p>
            <a:r>
              <a:rPr lang="en-US" sz="1600" dirty="0"/>
              <a:t>Be aware of the risk of harms and limited evidence of benefit from the use of non-steroidal anti-inflammatory drugs (NSAIDs) in sciatica.</a:t>
            </a:r>
            <a:endParaRPr lang="en-GB" sz="1600" dirty="0"/>
          </a:p>
        </p:txBody>
      </p:sp>
    </p:spTree>
    <p:extLst>
      <p:ext uri="{BB962C8B-B14F-4D97-AF65-F5344CB8AC3E}">
        <p14:creationId xmlns:p14="http://schemas.microsoft.com/office/powerpoint/2010/main" val="154048767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4F196-CFF9-912D-C000-0CBF2EED4E83}"/>
              </a:ext>
            </a:extLst>
          </p:cNvPr>
          <p:cNvSpPr>
            <a:spLocks noGrp="1"/>
          </p:cNvSpPr>
          <p:nvPr>
            <p:ph type="title"/>
          </p:nvPr>
        </p:nvSpPr>
        <p:spPr/>
        <p:txBody>
          <a:bodyPr>
            <a:normAutofit/>
          </a:bodyPr>
          <a:lstStyle/>
          <a:p>
            <a:r>
              <a:rPr lang="en-GB" sz="2800" dirty="0"/>
              <a:t>Invasive or surgical management</a:t>
            </a:r>
          </a:p>
        </p:txBody>
      </p:sp>
      <p:sp>
        <p:nvSpPr>
          <p:cNvPr id="3" name="Content Placeholder 2">
            <a:extLst>
              <a:ext uri="{FF2B5EF4-FFF2-40B4-BE49-F238E27FC236}">
                <a16:creationId xmlns:a16="http://schemas.microsoft.com/office/drawing/2014/main" id="{5E3C4013-B2EE-79A1-9B4F-1A924646D313}"/>
              </a:ext>
            </a:extLst>
          </p:cNvPr>
          <p:cNvSpPr>
            <a:spLocks noGrp="1"/>
          </p:cNvSpPr>
          <p:nvPr>
            <p:ph idx="1"/>
          </p:nvPr>
        </p:nvSpPr>
        <p:spPr>
          <a:xfrm>
            <a:off x="838203" y="1825627"/>
            <a:ext cx="5521033" cy="4351336"/>
          </a:xfrm>
        </p:spPr>
        <p:txBody>
          <a:bodyPr>
            <a:normAutofit/>
          </a:bodyPr>
          <a:lstStyle/>
          <a:p>
            <a:pPr marL="0" indent="0">
              <a:buNone/>
            </a:pPr>
            <a:r>
              <a:rPr lang="en-GB" sz="1600" dirty="0"/>
              <a:t>Indications for referral to a spinal surgeon </a:t>
            </a:r>
          </a:p>
          <a:p>
            <a:r>
              <a:rPr lang="en-GB" sz="1600" dirty="0"/>
              <a:t>Red flags </a:t>
            </a:r>
          </a:p>
          <a:p>
            <a:r>
              <a:rPr lang="en-GB" sz="1600" dirty="0"/>
              <a:t> Back pain persisting for 6 months despite conservative treatment</a:t>
            </a:r>
          </a:p>
          <a:p>
            <a:r>
              <a:rPr lang="en-GB" sz="1600" dirty="0"/>
              <a:t>Persistent radicular/leg pain (&gt;3 months)</a:t>
            </a:r>
          </a:p>
        </p:txBody>
      </p:sp>
    </p:spTree>
    <p:extLst>
      <p:ext uri="{BB962C8B-B14F-4D97-AF65-F5344CB8AC3E}">
        <p14:creationId xmlns:p14="http://schemas.microsoft.com/office/powerpoint/2010/main" val="60894707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EDB59-8F26-00D0-2D0A-0C31635984AA}"/>
              </a:ext>
            </a:extLst>
          </p:cNvPr>
          <p:cNvSpPr>
            <a:spLocks noGrp="1"/>
          </p:cNvSpPr>
          <p:nvPr>
            <p:ph type="title"/>
          </p:nvPr>
        </p:nvSpPr>
        <p:spPr>
          <a:xfrm>
            <a:off x="838200" y="126591"/>
            <a:ext cx="10515600" cy="920332"/>
          </a:xfrm>
        </p:spPr>
        <p:txBody>
          <a:bodyPr>
            <a:normAutofit/>
          </a:bodyPr>
          <a:lstStyle/>
          <a:p>
            <a:r>
              <a:rPr lang="en-GB" sz="2800" dirty="0">
                <a:latin typeface="+mn-lt"/>
              </a:rPr>
              <a:t>Invasive therapy</a:t>
            </a:r>
          </a:p>
        </p:txBody>
      </p:sp>
      <p:sp>
        <p:nvSpPr>
          <p:cNvPr id="3" name="Content Placeholder 2">
            <a:extLst>
              <a:ext uri="{FF2B5EF4-FFF2-40B4-BE49-F238E27FC236}">
                <a16:creationId xmlns:a16="http://schemas.microsoft.com/office/drawing/2014/main" id="{27DA5A04-67B6-F75C-D859-AD1D9E127775}"/>
              </a:ext>
            </a:extLst>
          </p:cNvPr>
          <p:cNvSpPr>
            <a:spLocks noGrp="1"/>
          </p:cNvSpPr>
          <p:nvPr>
            <p:ph idx="1"/>
          </p:nvPr>
        </p:nvSpPr>
        <p:spPr>
          <a:xfrm>
            <a:off x="838200" y="1202774"/>
            <a:ext cx="10744200" cy="5032373"/>
          </a:xfrm>
        </p:spPr>
        <p:txBody>
          <a:bodyPr>
            <a:normAutofit/>
          </a:bodyPr>
          <a:lstStyle/>
          <a:p>
            <a:pPr marL="0" indent="0">
              <a:buNone/>
            </a:pPr>
            <a:r>
              <a:rPr lang="en-GB" sz="1800" b="1" dirty="0"/>
              <a:t>Injection therapy</a:t>
            </a:r>
          </a:p>
          <a:p>
            <a:pPr marL="514350" indent="-514350">
              <a:buFont typeface="+mj-lt"/>
              <a:buAutoNum type="arabicPeriod"/>
            </a:pPr>
            <a:r>
              <a:rPr lang="en-GB" sz="1600" dirty="0"/>
              <a:t>Temporary measures but useful in acute exacerbation of back pain management</a:t>
            </a:r>
          </a:p>
          <a:p>
            <a:pPr marL="514350" indent="-514350">
              <a:buFont typeface="+mj-lt"/>
              <a:buAutoNum type="arabicPeriod"/>
            </a:pPr>
            <a:r>
              <a:rPr lang="en-GB" sz="1600" dirty="0"/>
              <a:t>Temporarily supress the local inflammatory process</a:t>
            </a:r>
          </a:p>
          <a:p>
            <a:pPr marL="514350" indent="-514350">
              <a:buFont typeface="+mj-lt"/>
              <a:buAutoNum type="arabicPeriod"/>
            </a:pPr>
            <a:r>
              <a:rPr lang="en-GB" sz="1600" dirty="0"/>
              <a:t>Indication: </a:t>
            </a:r>
          </a:p>
          <a:p>
            <a:r>
              <a:rPr lang="en-GB" sz="1600" dirty="0"/>
              <a:t>Failed conservative approach</a:t>
            </a:r>
          </a:p>
          <a:p>
            <a:r>
              <a:rPr lang="en-GB" sz="1600" dirty="0"/>
              <a:t>1</a:t>
            </a:r>
            <a:r>
              <a:rPr lang="en-GB" sz="1600" baseline="30000" dirty="0"/>
              <a:t>st</a:t>
            </a:r>
            <a:r>
              <a:rPr lang="en-GB" sz="1600" dirty="0"/>
              <a:t> line of invasive approach</a:t>
            </a:r>
          </a:p>
          <a:p>
            <a:pPr marL="514350" indent="-514350">
              <a:buAutoNum type="alphaUcParenR"/>
            </a:pPr>
            <a:r>
              <a:rPr lang="en-GB" sz="1600" dirty="0"/>
              <a:t>Facet joint injection: Targeted for back pain</a:t>
            </a:r>
          </a:p>
          <a:p>
            <a:pPr marL="514350" indent="-514350">
              <a:buAutoNum type="alphaUcParenR"/>
            </a:pPr>
            <a:r>
              <a:rPr lang="en-GB" sz="1600" dirty="0"/>
              <a:t>Epidural and Nerve root injection: Targeted for Neurological or radicular pain, symptoms secondary to spinal and nerve root canal stenosis</a:t>
            </a:r>
          </a:p>
          <a:p>
            <a:pPr marL="0" indent="0">
              <a:buNone/>
            </a:pPr>
            <a:r>
              <a:rPr lang="en-GB" sz="1600" dirty="0"/>
              <a:t>4. </a:t>
            </a:r>
            <a:r>
              <a:rPr lang="en-US" sz="1600" dirty="0"/>
              <a:t>Sometimes patients unresponsive to one injection benefit from another site.</a:t>
            </a:r>
          </a:p>
          <a:p>
            <a:pPr marL="0" indent="0">
              <a:buNone/>
            </a:pPr>
            <a:r>
              <a:rPr lang="en-US" sz="1600" dirty="0"/>
              <a:t>5. If relief lasts less than six weeks, repeat injections pose more risk than benefit</a:t>
            </a:r>
          </a:p>
          <a:p>
            <a:pPr marL="0" indent="0">
              <a:buNone/>
            </a:pPr>
            <a:r>
              <a:rPr lang="en-GB" sz="1600" dirty="0"/>
              <a:t>6. Patient can return to work as soon as they feel able to</a:t>
            </a:r>
          </a:p>
          <a:p>
            <a:pPr marL="0" indent="0">
              <a:buNone/>
            </a:pPr>
            <a:endParaRPr lang="en-GB" sz="1900" dirty="0"/>
          </a:p>
        </p:txBody>
      </p:sp>
      <p:sp>
        <p:nvSpPr>
          <p:cNvPr id="4" name="Content Placeholder 2">
            <a:extLst>
              <a:ext uri="{FF2B5EF4-FFF2-40B4-BE49-F238E27FC236}">
                <a16:creationId xmlns:a16="http://schemas.microsoft.com/office/drawing/2014/main" id="{6E3501D0-CA12-0188-BE87-C7FD46FA4B60}"/>
              </a:ext>
            </a:extLst>
          </p:cNvPr>
          <p:cNvSpPr txBox="1">
            <a:spLocks/>
          </p:cNvSpPr>
          <p:nvPr/>
        </p:nvSpPr>
        <p:spPr>
          <a:xfrm>
            <a:off x="7169426" y="1690688"/>
            <a:ext cx="4740965" cy="4351336"/>
          </a:xfrm>
          <a:prstGeom prst="rect">
            <a:avLst/>
          </a:prstGeom>
          <a:noFill/>
          <a:ln>
            <a:noFill/>
          </a:ln>
        </p:spPr>
        <p:txBody>
          <a:bodyPr vert="horz" wrap="square" lIns="91440" tIns="45720" rIns="91440" bIns="45720" anchor="t" anchorCtr="0" compatLnSpc="1">
            <a:norm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itchFamily="34"/>
              <a:buNone/>
            </a:pPr>
            <a:endParaRPr lang="en-GB" dirty="0"/>
          </a:p>
        </p:txBody>
      </p:sp>
    </p:spTree>
    <p:extLst>
      <p:ext uri="{BB962C8B-B14F-4D97-AF65-F5344CB8AC3E}">
        <p14:creationId xmlns:p14="http://schemas.microsoft.com/office/powerpoint/2010/main" val="324466862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693A6-084F-0D94-9EBB-6605E3A00DC6}"/>
              </a:ext>
            </a:extLst>
          </p:cNvPr>
          <p:cNvSpPr txBox="1">
            <a:spLocks noGrp="1"/>
          </p:cNvSpPr>
          <p:nvPr>
            <p:ph type="title"/>
          </p:nvPr>
        </p:nvSpPr>
        <p:spPr>
          <a:xfrm>
            <a:off x="539413" y="346529"/>
            <a:ext cx="10515600" cy="563563"/>
          </a:xfrm>
        </p:spPr>
        <p:txBody>
          <a:bodyPr/>
          <a:lstStyle/>
          <a:p>
            <a:pPr lvl="0"/>
            <a:r>
              <a:rPr lang="en-US" sz="3200" dirty="0"/>
              <a:t>Non-surgical invasive interventions ( Nice Guidelines)</a:t>
            </a:r>
            <a:endParaRPr lang="en-US" dirty="0"/>
          </a:p>
        </p:txBody>
      </p:sp>
      <p:sp>
        <p:nvSpPr>
          <p:cNvPr id="3" name="Content Placeholder 2">
            <a:extLst>
              <a:ext uri="{FF2B5EF4-FFF2-40B4-BE49-F238E27FC236}">
                <a16:creationId xmlns:a16="http://schemas.microsoft.com/office/drawing/2014/main" id="{DFACC670-763F-D5D3-2BAF-048766D93720}"/>
              </a:ext>
            </a:extLst>
          </p:cNvPr>
          <p:cNvSpPr txBox="1">
            <a:spLocks noGrp="1"/>
          </p:cNvSpPr>
          <p:nvPr>
            <p:ph idx="1"/>
          </p:nvPr>
        </p:nvSpPr>
        <p:spPr>
          <a:xfrm>
            <a:off x="196513" y="1551428"/>
            <a:ext cx="4644411" cy="4960043"/>
          </a:xfrm>
        </p:spPr>
        <p:txBody>
          <a:bodyPr>
            <a:normAutofit/>
          </a:bodyPr>
          <a:lstStyle/>
          <a:p>
            <a:pPr marL="0" lvl="0" indent="0">
              <a:buNone/>
            </a:pPr>
            <a:r>
              <a:rPr lang="en-US" sz="1800" dirty="0"/>
              <a:t>Epidural injections</a:t>
            </a:r>
          </a:p>
          <a:p>
            <a:pPr marL="0" lvl="0" indent="0">
              <a:buNone/>
            </a:pPr>
            <a:r>
              <a:rPr lang="en-US" sz="1800" dirty="0">
                <a:solidFill>
                  <a:srgbClr val="00B050"/>
                </a:solidFill>
              </a:rPr>
              <a:t>Consider</a:t>
            </a:r>
          </a:p>
          <a:p>
            <a:pPr lvl="0"/>
            <a:r>
              <a:rPr lang="en-US" sz="1800" dirty="0"/>
              <a:t>Epidural injection of local </a:t>
            </a:r>
            <a:r>
              <a:rPr lang="en-US" sz="1800" dirty="0" err="1"/>
              <a:t>anaesthetics</a:t>
            </a:r>
            <a:r>
              <a:rPr lang="en-US" sz="1800" dirty="0"/>
              <a:t> +steroid</a:t>
            </a:r>
          </a:p>
          <a:p>
            <a:pPr marL="0" lvl="0" indent="0">
              <a:buNone/>
            </a:pPr>
            <a:r>
              <a:rPr lang="en-US" sz="1800" dirty="0"/>
              <a:t> For : acute and severe Sciatica</a:t>
            </a:r>
          </a:p>
          <a:p>
            <a:pPr marL="0" lvl="0" indent="0">
              <a:buNone/>
            </a:pPr>
            <a:r>
              <a:rPr lang="en-US" sz="1800" dirty="0">
                <a:solidFill>
                  <a:srgbClr val="FF0000"/>
                </a:solidFill>
              </a:rPr>
              <a:t>Do not offer: </a:t>
            </a:r>
          </a:p>
          <a:p>
            <a:pPr lvl="0"/>
            <a:r>
              <a:rPr lang="en-US" sz="1800" dirty="0"/>
              <a:t>Spinal injections for general low back pain</a:t>
            </a:r>
          </a:p>
          <a:p>
            <a:pPr lvl="0"/>
            <a:r>
              <a:rPr lang="en-US" sz="1800" dirty="0"/>
              <a:t>Epidural injection for neurogenic claudication in people with central spinal canal stenosis</a:t>
            </a:r>
          </a:p>
        </p:txBody>
      </p:sp>
      <p:sp>
        <p:nvSpPr>
          <p:cNvPr id="4" name="Content Placeholder 2">
            <a:extLst>
              <a:ext uri="{FF2B5EF4-FFF2-40B4-BE49-F238E27FC236}">
                <a16:creationId xmlns:a16="http://schemas.microsoft.com/office/drawing/2014/main" id="{088E97AD-06E4-3B9B-CCDC-710D0AFA4D48}"/>
              </a:ext>
            </a:extLst>
          </p:cNvPr>
          <p:cNvSpPr txBox="1"/>
          <p:nvPr/>
        </p:nvSpPr>
        <p:spPr>
          <a:xfrm>
            <a:off x="5190273" y="1551428"/>
            <a:ext cx="6887958" cy="5665800"/>
          </a:xfrm>
          <a:prstGeom prst="rect">
            <a:avLst/>
          </a:prstGeom>
          <a:noFill/>
          <a:ln cap="flat">
            <a:noFill/>
          </a:ln>
        </p:spPr>
        <p:txBody>
          <a:bodyPr vert="horz" wrap="square" lIns="91440" tIns="45720" rIns="91440" bIns="45720" anchor="t" anchorCtr="0" compatLnSpc="1">
            <a:noAutofit/>
          </a:bodyPr>
          <a:lstStyle/>
          <a:p>
            <a:pPr marL="0" marR="0" lvl="0" indent="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r>
              <a:rPr lang="en-US" b="0" i="0" u="none" strike="noStrike" kern="1200" cap="none" spc="0" baseline="0" dirty="0">
                <a:solidFill>
                  <a:srgbClr val="000000"/>
                </a:solidFill>
                <a:uFillTx/>
                <a:latin typeface="Aptos"/>
              </a:rPr>
              <a:t>Radiofrequency Denervation</a:t>
            </a:r>
          </a:p>
          <a:p>
            <a:pPr marL="0" marR="0" lvl="0" indent="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r>
              <a:rPr lang="en-US" b="1" i="0" u="none" strike="noStrike" kern="1200" cap="none" spc="0" baseline="0" dirty="0">
                <a:solidFill>
                  <a:srgbClr val="00B050"/>
                </a:solidFill>
                <a:uFillTx/>
                <a:latin typeface="Aptos"/>
                <a:ea typeface="Aptos"/>
                <a:cs typeface="Aptos"/>
              </a:rPr>
              <a:t>Refer for RFD assessment</a:t>
            </a:r>
            <a:r>
              <a:rPr lang="en-US" b="0" i="0" u="none" strike="noStrike" kern="1200" cap="none" spc="0" baseline="0" dirty="0">
                <a:solidFill>
                  <a:srgbClr val="00B050"/>
                </a:solidFill>
                <a:uFillTx/>
                <a:latin typeface="Aptos"/>
                <a:ea typeface="Aptos"/>
                <a:cs typeface="Aptos"/>
              </a:rPr>
              <a:t> if:</a:t>
            </a:r>
            <a:endParaRPr lang="en-US" b="0" i="0" u="none" strike="noStrike" kern="1200" cap="none" spc="0" baseline="0" dirty="0">
              <a:solidFill>
                <a:srgbClr val="000000"/>
              </a:solidFill>
              <a:uFillTx/>
              <a:latin typeface="Aptos"/>
            </a:endParaRPr>
          </a:p>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US" b="0" i="0" u="none" strike="noStrike" kern="1200" cap="none" spc="0" baseline="0" dirty="0">
                <a:solidFill>
                  <a:srgbClr val="000000"/>
                </a:solidFill>
                <a:uFillTx/>
                <a:latin typeface="Aptos"/>
                <a:ea typeface="Aptos"/>
                <a:cs typeface="Aptos"/>
              </a:rPr>
              <a:t>Chronic low back pain AND Non-surgical treatments have failed AND Pain likely from structures supplied by the medial branch nerve AND Moderate to severe </a:t>
            </a:r>
            <a:r>
              <a:rPr lang="en-US" b="0" i="0" u="none" strike="noStrike" kern="1200" cap="none" spc="0" baseline="0" dirty="0" err="1">
                <a:solidFill>
                  <a:srgbClr val="000000"/>
                </a:solidFill>
                <a:uFillTx/>
                <a:latin typeface="Aptos"/>
                <a:ea typeface="Aptos"/>
                <a:cs typeface="Aptos"/>
              </a:rPr>
              <a:t>localised</a:t>
            </a:r>
            <a:r>
              <a:rPr lang="en-US" b="0" i="0" u="none" strike="noStrike" kern="1200" cap="none" spc="0" baseline="0" dirty="0">
                <a:solidFill>
                  <a:srgbClr val="000000"/>
                </a:solidFill>
                <a:uFillTx/>
                <a:latin typeface="Aptos"/>
                <a:ea typeface="Aptos"/>
                <a:cs typeface="Aptos"/>
              </a:rPr>
              <a:t> back pain</a:t>
            </a:r>
            <a:endParaRPr lang="en-US" b="0" i="0" u="none" strike="noStrike" kern="1200" cap="none" spc="0" baseline="0" dirty="0">
              <a:solidFill>
                <a:srgbClr val="000000"/>
              </a:solidFill>
              <a:uFillTx/>
              <a:latin typeface="Aptos"/>
            </a:endParaRPr>
          </a:p>
          <a:p>
            <a:pPr marL="0" marR="0" lvl="0" indent="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r>
              <a:rPr lang="en-US" b="0" i="0" u="none" strike="noStrike" kern="1200" cap="none" spc="0" baseline="0" dirty="0">
                <a:solidFill>
                  <a:srgbClr val="00B050"/>
                </a:solidFill>
                <a:uFillTx/>
                <a:latin typeface="Aptos"/>
                <a:ea typeface="Aptos"/>
                <a:cs typeface="Aptos"/>
              </a:rPr>
              <a:t>Perform RFD</a:t>
            </a:r>
            <a:endParaRPr lang="en-US" b="0" i="0" u="none" strike="noStrike" kern="1200" cap="none" spc="0" baseline="0" dirty="0">
              <a:solidFill>
                <a:srgbClr val="00B050"/>
              </a:solidFill>
              <a:uFillTx/>
              <a:latin typeface="Aptos"/>
            </a:endParaRPr>
          </a:p>
          <a:p>
            <a:pPr marL="0" marR="0" lvl="0" indent="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r>
              <a:rPr lang="en-US" b="0" i="0" u="none" strike="noStrike" kern="1200" cap="none" spc="0" baseline="0" dirty="0">
                <a:solidFill>
                  <a:srgbClr val="000000"/>
                </a:solidFill>
                <a:uFillTx/>
                <a:latin typeface="Aptos"/>
                <a:ea typeface="Aptos"/>
                <a:cs typeface="Aptos"/>
              </a:rPr>
              <a:t>Only after a positive response to a diagnostic medial branch block</a:t>
            </a:r>
            <a:endParaRPr lang="en-US" b="0" i="0" u="none" strike="noStrike" kern="1200" cap="none" spc="0" baseline="0" dirty="0">
              <a:solidFill>
                <a:srgbClr val="000000"/>
              </a:solidFill>
              <a:uFillTx/>
              <a:latin typeface="Aptos"/>
            </a:endParaRPr>
          </a:p>
          <a:p>
            <a:pPr marL="0" marR="0" lvl="0" indent="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r>
              <a:rPr lang="en-US" b="1" i="0" u="none" strike="noStrike" kern="1200" cap="none" spc="0" baseline="0" dirty="0">
                <a:solidFill>
                  <a:srgbClr val="FF0000"/>
                </a:solidFill>
                <a:uFillTx/>
                <a:latin typeface="Aptos"/>
                <a:ea typeface="Aptos"/>
                <a:cs typeface="Aptos"/>
              </a:rPr>
              <a:t>Do NOT offer imaging</a:t>
            </a:r>
            <a:r>
              <a:rPr lang="en-US" b="0" i="0" u="none" strike="noStrike" kern="1200" cap="none" spc="0" baseline="0" dirty="0">
                <a:solidFill>
                  <a:srgbClr val="FF0000"/>
                </a:solidFill>
                <a:uFillTx/>
                <a:latin typeface="Aptos"/>
                <a:ea typeface="Aptos"/>
                <a:cs typeface="Aptos"/>
              </a:rPr>
              <a:t> of </a:t>
            </a:r>
            <a:r>
              <a:rPr lang="en-US" b="1" i="0" u="none" strike="noStrike" kern="1200" cap="none" spc="0" baseline="0" dirty="0">
                <a:solidFill>
                  <a:srgbClr val="FF0000"/>
                </a:solidFill>
                <a:uFillTx/>
                <a:latin typeface="Aptos"/>
                <a:ea typeface="Aptos"/>
                <a:cs typeface="Aptos"/>
              </a:rPr>
              <a:t>facet joints</a:t>
            </a:r>
            <a:r>
              <a:rPr lang="en-US" b="0" i="0" u="none" strike="noStrike" kern="1200" cap="none" spc="0" baseline="0" dirty="0">
                <a:solidFill>
                  <a:srgbClr val="FF0000"/>
                </a:solidFill>
                <a:uFillTx/>
                <a:latin typeface="Aptos"/>
                <a:ea typeface="Aptos"/>
                <a:cs typeface="Aptos"/>
              </a:rPr>
              <a:t> as a </a:t>
            </a:r>
            <a:r>
              <a:rPr lang="en-US" b="1" i="0" u="none" strike="noStrike" kern="1200" cap="none" spc="0" baseline="0" dirty="0">
                <a:solidFill>
                  <a:srgbClr val="FF0000"/>
                </a:solidFill>
                <a:uFillTx/>
                <a:latin typeface="Aptos"/>
                <a:ea typeface="Aptos"/>
                <a:cs typeface="Aptos"/>
              </a:rPr>
              <a:t>prerequisite</a:t>
            </a:r>
            <a:r>
              <a:rPr lang="en-US" b="0" i="0" u="none" strike="noStrike" kern="1200" cap="none" spc="0" baseline="0" dirty="0">
                <a:solidFill>
                  <a:srgbClr val="FF0000"/>
                </a:solidFill>
                <a:uFillTx/>
                <a:latin typeface="Aptos"/>
                <a:ea typeface="Aptos"/>
                <a:cs typeface="Aptos"/>
              </a:rPr>
              <a:t> for RFD</a:t>
            </a:r>
            <a:endParaRPr lang="en-US" b="0" i="0" u="none" strike="noStrike" kern="1200" cap="none" spc="0" baseline="0" dirty="0">
              <a:solidFill>
                <a:srgbClr val="FF0000"/>
              </a:solidFill>
              <a:uFillTx/>
              <a:latin typeface="Aptos"/>
            </a:endParaRPr>
          </a:p>
          <a:p>
            <a:pPr marL="0" marR="0" lvl="0" indent="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r>
              <a:rPr lang="en-US" b="0" i="0" u="none" strike="noStrike" kern="1200" cap="none" spc="0" baseline="0" dirty="0">
                <a:solidFill>
                  <a:srgbClr val="FF0000"/>
                </a:solidFill>
                <a:uFillTx/>
                <a:latin typeface="Aptos"/>
              </a:rPr>
              <a:t>Do not offer: </a:t>
            </a:r>
          </a:p>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US" b="0" i="0" u="none" strike="noStrike" kern="1200" cap="none" spc="0" baseline="0" dirty="0">
                <a:solidFill>
                  <a:srgbClr val="000000"/>
                </a:solidFill>
                <a:uFillTx/>
                <a:latin typeface="Aptos"/>
              </a:rPr>
              <a:t>Spinal injections for general low back pain</a:t>
            </a:r>
          </a:p>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US" b="0" i="0" u="none" strike="noStrike" kern="1200" cap="none" spc="0" baseline="0" dirty="0">
                <a:solidFill>
                  <a:srgbClr val="000000"/>
                </a:solidFill>
                <a:uFillTx/>
                <a:latin typeface="Aptos"/>
                <a:ea typeface="Aptos"/>
                <a:cs typeface="Aptos"/>
              </a:rPr>
              <a:t>Epidural injection for neurogenic claudication in people with central spinal canal stenosis</a:t>
            </a:r>
            <a:endParaRPr lang="en-US" b="0" i="0" u="none" strike="noStrike" kern="1200" cap="none" spc="0" baseline="0" dirty="0">
              <a:solidFill>
                <a:srgbClr val="000000"/>
              </a:solidFill>
              <a:uFillTx/>
              <a:latin typeface="Aptos"/>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B40A5-5668-A6DE-4A4C-DA9BFCB6D8EC}"/>
              </a:ext>
            </a:extLst>
          </p:cNvPr>
          <p:cNvSpPr>
            <a:spLocks noGrp="1"/>
          </p:cNvSpPr>
          <p:nvPr>
            <p:ph type="title"/>
          </p:nvPr>
        </p:nvSpPr>
        <p:spPr>
          <a:xfrm>
            <a:off x="838200" y="266656"/>
            <a:ext cx="10515600" cy="661813"/>
          </a:xfrm>
        </p:spPr>
        <p:txBody>
          <a:bodyPr>
            <a:normAutofit/>
          </a:bodyPr>
          <a:lstStyle/>
          <a:p>
            <a:r>
              <a:rPr lang="en-GB" sz="2800" dirty="0"/>
              <a:t>Surgical Management             </a:t>
            </a:r>
          </a:p>
        </p:txBody>
      </p:sp>
      <p:sp>
        <p:nvSpPr>
          <p:cNvPr id="4" name="Rectangle 1">
            <a:extLst>
              <a:ext uri="{FF2B5EF4-FFF2-40B4-BE49-F238E27FC236}">
                <a16:creationId xmlns:a16="http://schemas.microsoft.com/office/drawing/2014/main" id="{A781BB9D-8A93-D6C9-0F4A-3F26062030E4}"/>
              </a:ext>
            </a:extLst>
          </p:cNvPr>
          <p:cNvSpPr>
            <a:spLocks noGrp="1" noChangeArrowheads="1"/>
          </p:cNvSpPr>
          <p:nvPr>
            <p:ph idx="1"/>
          </p:nvPr>
        </p:nvSpPr>
        <p:spPr bwMode="auto">
          <a:xfrm>
            <a:off x="132516" y="1277907"/>
            <a:ext cx="7140482"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Arial" panose="020B0604020202020204" pitchFamily="34" charset="0"/>
              </a:rPr>
              <a:t>Non fusion stabilization: </a:t>
            </a:r>
          </a:p>
          <a:p>
            <a:pPr eaLnBrk="0" fontAlgn="base" hangingPunct="0">
              <a:lnSpc>
                <a:spcPct val="100000"/>
              </a:lnSpc>
              <a:spcBef>
                <a:spcPct val="0"/>
              </a:spcBef>
              <a:spcAft>
                <a:spcPct val="0"/>
              </a:spcAft>
              <a:buSzTx/>
            </a:pPr>
            <a:r>
              <a:rPr lang="en-US" altLang="en-US" sz="1600" dirty="0">
                <a:solidFill>
                  <a:schemeClr val="tx1"/>
                </a:solidFill>
                <a:latin typeface="Arial" panose="020B0604020202020204" pitchFamily="34" charset="0"/>
              </a:rPr>
              <a:t>Various devices are used to prevent further disc degeneration</a:t>
            </a:r>
          </a:p>
          <a:p>
            <a:pPr eaLnBrk="0" fontAlgn="base" hangingPunct="0">
              <a:lnSpc>
                <a:spcPct val="100000"/>
              </a:lnSpc>
              <a:spcBef>
                <a:spcPct val="0"/>
              </a:spcBef>
              <a:spcAft>
                <a:spcPct val="0"/>
              </a:spcAft>
              <a:buSzTx/>
            </a:pPr>
            <a:r>
              <a:rPr lang="en-US" altLang="en-US" sz="1600" dirty="0">
                <a:solidFill>
                  <a:schemeClr val="tx1"/>
                </a:solidFill>
                <a:latin typeface="Arial" panose="020B0604020202020204" pitchFamily="34" charset="0"/>
              </a:rPr>
              <a:t>Unpredictable efficacy</a:t>
            </a:r>
          </a:p>
          <a:p>
            <a:pPr eaLnBrk="0" fontAlgn="base" hangingPunct="0">
              <a:lnSpc>
                <a:spcPct val="100000"/>
              </a:lnSpc>
              <a:spcBef>
                <a:spcPct val="0"/>
              </a:spcBef>
              <a:spcAft>
                <a:spcPct val="0"/>
              </a:spcAft>
              <a:buSzTx/>
            </a:pPr>
            <a:r>
              <a:rPr lang="en-US" altLang="en-US" sz="1600" dirty="0">
                <a:solidFill>
                  <a:schemeClr val="tx1"/>
                </a:solidFill>
                <a:latin typeface="Arial" panose="020B0604020202020204" pitchFamily="34" charset="0"/>
              </a:rPr>
              <a:t>Average hospital stay of 2-4 days</a:t>
            </a:r>
          </a:p>
          <a:p>
            <a:pPr eaLnBrk="0" fontAlgn="base" hangingPunct="0">
              <a:lnSpc>
                <a:spcPct val="100000"/>
              </a:lnSpc>
              <a:spcBef>
                <a:spcPct val="0"/>
              </a:spcBef>
              <a:spcAft>
                <a:spcPct val="0"/>
              </a:spcAft>
              <a:buSzTx/>
            </a:pPr>
            <a:r>
              <a:rPr lang="en-US" altLang="en-US" sz="1600" dirty="0">
                <a:solidFill>
                  <a:schemeClr val="tx1"/>
                </a:solidFill>
                <a:latin typeface="Arial" panose="020B0604020202020204" pitchFamily="34" charset="0"/>
              </a:rPr>
              <a:t>Must avoid heavy lifting for at least 6 weeks</a:t>
            </a:r>
          </a:p>
          <a:p>
            <a:pPr eaLnBrk="0" fontAlgn="base" hangingPunct="0">
              <a:lnSpc>
                <a:spcPct val="100000"/>
              </a:lnSpc>
              <a:spcBef>
                <a:spcPct val="0"/>
              </a:spcBef>
              <a:spcAft>
                <a:spcPct val="0"/>
              </a:spcAft>
              <a:buSzTx/>
            </a:pPr>
            <a:r>
              <a:rPr lang="en-US" altLang="en-US" sz="1600" dirty="0">
                <a:solidFill>
                  <a:schemeClr val="tx1"/>
                </a:solidFill>
                <a:latin typeface="Arial" panose="020B0604020202020204" pitchFamily="34" charset="0"/>
              </a:rPr>
              <a:t>Indication</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00050" marR="0" lvl="0" indent="-400050" algn="l" defTabSz="914400" rtl="0" eaLnBrk="0" fontAlgn="base" latinLnBrk="0" hangingPunct="0">
              <a:lnSpc>
                <a:spcPct val="100000"/>
              </a:lnSpc>
              <a:spcBef>
                <a:spcPct val="0"/>
              </a:spcBef>
              <a:spcAft>
                <a:spcPct val="0"/>
              </a:spcAft>
              <a:buClrTx/>
              <a:buSzTx/>
              <a:buFont typeface="+mj-lt"/>
              <a:buAutoNum type="romanUcPeriod"/>
              <a:tabLst/>
            </a:pPr>
            <a:r>
              <a:rPr kumimoji="0" lang="en-US" altLang="en-US" sz="1600" i="0" u="none" strike="noStrike" cap="none" normalizeH="0" baseline="0" dirty="0">
                <a:ln>
                  <a:noFill/>
                </a:ln>
                <a:solidFill>
                  <a:schemeClr val="tx1"/>
                </a:solidFill>
                <a:effectLst/>
                <a:latin typeface="Aptos" panose="020B0004020202020204" pitchFamily="34" charset="0"/>
              </a:rPr>
              <a:t>In early DDD when ≥50% of disc height remains.</a:t>
            </a:r>
          </a:p>
          <a:p>
            <a:pPr marL="400050" marR="0" lvl="0" indent="-400050" algn="l" defTabSz="914400" rtl="0" eaLnBrk="0" fontAlgn="base" latinLnBrk="0" hangingPunct="0">
              <a:lnSpc>
                <a:spcPct val="100000"/>
              </a:lnSpc>
              <a:spcBef>
                <a:spcPct val="0"/>
              </a:spcBef>
              <a:spcAft>
                <a:spcPct val="0"/>
              </a:spcAft>
              <a:buClrTx/>
              <a:buSzTx/>
              <a:buFont typeface="+mj-lt"/>
              <a:buAutoNum type="romanUcPeriod"/>
              <a:tabLst/>
            </a:pPr>
            <a:r>
              <a:rPr kumimoji="0" lang="en-US" altLang="en-US" sz="1600" i="0" u="none" strike="noStrike" cap="none" normalizeH="0" baseline="0" dirty="0">
                <a:ln>
                  <a:noFill/>
                </a:ln>
                <a:solidFill>
                  <a:schemeClr val="tx1"/>
                </a:solidFill>
                <a:effectLst/>
                <a:latin typeface="Aptos" panose="020B0004020202020204" pitchFamily="34" charset="0"/>
              </a:rPr>
              <a:t>After discectomy for large or recurrent herniations.</a:t>
            </a:r>
          </a:p>
          <a:p>
            <a:pPr marL="400050" marR="0" lvl="0" indent="-400050" algn="l" defTabSz="914400" rtl="0" eaLnBrk="0" fontAlgn="base" latinLnBrk="0" hangingPunct="0">
              <a:lnSpc>
                <a:spcPct val="100000"/>
              </a:lnSpc>
              <a:spcBef>
                <a:spcPct val="0"/>
              </a:spcBef>
              <a:spcAft>
                <a:spcPct val="0"/>
              </a:spcAft>
              <a:buClrTx/>
              <a:buSzTx/>
              <a:buFont typeface="+mj-lt"/>
              <a:buAutoNum type="romanUcPeriod"/>
              <a:tabLst/>
            </a:pPr>
            <a:r>
              <a:rPr kumimoji="0" lang="en-US" altLang="en-US" sz="1600" i="0" u="none" strike="noStrike" cap="none" normalizeH="0" baseline="0" dirty="0">
                <a:ln>
                  <a:noFill/>
                </a:ln>
                <a:solidFill>
                  <a:schemeClr val="tx1"/>
                </a:solidFill>
                <a:effectLst/>
                <a:latin typeface="Aptos" panose="020B0004020202020204" pitchFamily="34" charset="0"/>
              </a:rPr>
              <a:t>In adjacent segment degeneration following fusion.</a:t>
            </a:r>
          </a:p>
          <a:p>
            <a:pPr marL="400050" marR="0" lvl="0" indent="-400050" algn="l" defTabSz="914400" rtl="0" eaLnBrk="0" fontAlgn="base" latinLnBrk="0" hangingPunct="0">
              <a:lnSpc>
                <a:spcPct val="100000"/>
              </a:lnSpc>
              <a:spcBef>
                <a:spcPct val="0"/>
              </a:spcBef>
              <a:spcAft>
                <a:spcPct val="0"/>
              </a:spcAft>
              <a:buClrTx/>
              <a:buSzTx/>
              <a:buFont typeface="+mj-lt"/>
              <a:buAutoNum type="romanUcPeriod"/>
              <a:tabLst/>
            </a:pPr>
            <a:r>
              <a:rPr kumimoji="0" lang="en-US" altLang="en-US" sz="1600" i="0" u="none" strike="noStrike" cap="none" normalizeH="0" baseline="0" dirty="0">
                <a:ln>
                  <a:noFill/>
                </a:ln>
                <a:solidFill>
                  <a:schemeClr val="tx1"/>
                </a:solidFill>
                <a:effectLst/>
                <a:latin typeface="Aptos" panose="020B0004020202020204" pitchFamily="34" charset="0"/>
              </a:rPr>
              <a:t>For degenerative spondylolisthesis or spinal stenosis in selected cases.</a:t>
            </a:r>
          </a:p>
          <a:p>
            <a:pPr marL="400050" marR="0" lvl="0" indent="-400050" algn="l" defTabSz="914400" rtl="0" eaLnBrk="0" fontAlgn="base" latinLnBrk="0" hangingPunct="0">
              <a:lnSpc>
                <a:spcPct val="100000"/>
              </a:lnSpc>
              <a:spcBef>
                <a:spcPct val="0"/>
              </a:spcBef>
              <a:spcAft>
                <a:spcPct val="0"/>
              </a:spcAft>
              <a:buClrTx/>
              <a:buSzTx/>
              <a:buFont typeface="+mj-lt"/>
              <a:buAutoNum type="romanUcPeriod"/>
              <a:tabLst/>
            </a:pPr>
            <a:r>
              <a:rPr kumimoji="0" lang="en-US" altLang="en-US" sz="1600" i="0" u="none" strike="noStrike" cap="none" normalizeH="0" baseline="0" dirty="0">
                <a:ln>
                  <a:noFill/>
                </a:ln>
                <a:solidFill>
                  <a:schemeClr val="tx1"/>
                </a:solidFill>
                <a:effectLst/>
                <a:latin typeface="Aptos" panose="020B0004020202020204" pitchFamily="34" charset="0"/>
              </a:rPr>
              <a:t>When osteoporosis or age makes fusion less suitable</a:t>
            </a:r>
          </a:p>
        </p:txBody>
      </p:sp>
      <p:sp>
        <p:nvSpPr>
          <p:cNvPr id="6" name="Rectangle 1">
            <a:extLst>
              <a:ext uri="{FF2B5EF4-FFF2-40B4-BE49-F238E27FC236}">
                <a16:creationId xmlns:a16="http://schemas.microsoft.com/office/drawing/2014/main" id="{F98CFCEC-0C19-8356-4264-FA4833ADBF49}"/>
              </a:ext>
            </a:extLst>
          </p:cNvPr>
          <p:cNvSpPr txBox="1">
            <a:spLocks noChangeArrowheads="1"/>
          </p:cNvSpPr>
          <p:nvPr/>
        </p:nvSpPr>
        <p:spPr bwMode="auto">
          <a:xfrm>
            <a:off x="7272998" y="928469"/>
            <a:ext cx="4786486"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SzTx/>
              <a:buFont typeface="Arial" pitchFamily="34"/>
              <a:buNone/>
            </a:pPr>
            <a:r>
              <a:rPr lang="en-US" altLang="en-US" sz="1600" b="1" dirty="0">
                <a:solidFill>
                  <a:schemeClr val="tx1"/>
                </a:solidFill>
                <a:latin typeface="Aptos" panose="020B0004020202020204" pitchFamily="34" charset="0"/>
              </a:rPr>
              <a:t>Total Disc Arthroplasty:</a:t>
            </a:r>
          </a:p>
          <a:p>
            <a:pPr eaLnBrk="0" fontAlgn="base" hangingPunct="0">
              <a:lnSpc>
                <a:spcPct val="100000"/>
              </a:lnSpc>
              <a:spcBef>
                <a:spcPct val="0"/>
              </a:spcBef>
              <a:spcAft>
                <a:spcPct val="0"/>
              </a:spcAft>
              <a:buSzTx/>
            </a:pPr>
            <a:r>
              <a:rPr lang="en-US" altLang="en-US" sz="1600" dirty="0">
                <a:solidFill>
                  <a:schemeClr val="tx1"/>
                </a:solidFill>
                <a:latin typeface="Aptos" panose="020B0004020202020204" pitchFamily="34" charset="0"/>
              </a:rPr>
              <a:t>Used to avoid  the problems of adjacent level disease by preserving motion at the level</a:t>
            </a:r>
          </a:p>
          <a:p>
            <a:pPr eaLnBrk="0" fontAlgn="base" hangingPunct="0">
              <a:lnSpc>
                <a:spcPct val="100000"/>
              </a:lnSpc>
              <a:spcBef>
                <a:spcPct val="0"/>
              </a:spcBef>
              <a:spcAft>
                <a:spcPct val="0"/>
              </a:spcAft>
              <a:buSzTx/>
            </a:pPr>
            <a:r>
              <a:rPr lang="en-US" altLang="en-US" sz="1600" dirty="0">
                <a:solidFill>
                  <a:schemeClr val="tx1"/>
                </a:solidFill>
                <a:latin typeface="Aptos" panose="020B0004020202020204" pitchFamily="34" charset="0"/>
              </a:rPr>
              <a:t>Pain relief due to excision of the painful disc and restoration or improvement of load transfer</a:t>
            </a:r>
          </a:p>
          <a:p>
            <a:pPr eaLnBrk="0" fontAlgn="base" hangingPunct="0">
              <a:lnSpc>
                <a:spcPct val="100000"/>
              </a:lnSpc>
              <a:spcBef>
                <a:spcPct val="0"/>
              </a:spcBef>
              <a:spcAft>
                <a:spcPct val="0"/>
              </a:spcAft>
              <a:buSzTx/>
            </a:pPr>
            <a:r>
              <a:rPr lang="en-US" altLang="en-US" sz="1600" dirty="0">
                <a:solidFill>
                  <a:schemeClr val="tx1"/>
                </a:solidFill>
                <a:latin typeface="Aptos" panose="020B0004020202020204" pitchFamily="34" charset="0"/>
              </a:rPr>
              <a:t>Need larger exposure to front of the spine, longer recovery and higher risk of complication</a:t>
            </a:r>
          </a:p>
          <a:p>
            <a:pPr eaLnBrk="0" fontAlgn="base" hangingPunct="0">
              <a:lnSpc>
                <a:spcPct val="100000"/>
              </a:lnSpc>
              <a:spcBef>
                <a:spcPct val="0"/>
              </a:spcBef>
              <a:spcAft>
                <a:spcPct val="0"/>
              </a:spcAft>
              <a:buSzTx/>
            </a:pPr>
            <a:r>
              <a:rPr lang="en-US" altLang="en-US" sz="1600" dirty="0">
                <a:solidFill>
                  <a:schemeClr val="tx1"/>
                </a:solidFill>
                <a:latin typeface="Aptos" panose="020B0004020202020204" pitchFamily="34" charset="0"/>
              </a:rPr>
              <a:t>4-7 days hospital stay</a:t>
            </a:r>
          </a:p>
          <a:p>
            <a:pPr eaLnBrk="0" fontAlgn="base" hangingPunct="0">
              <a:lnSpc>
                <a:spcPct val="100000"/>
              </a:lnSpc>
              <a:spcBef>
                <a:spcPct val="0"/>
              </a:spcBef>
              <a:spcAft>
                <a:spcPct val="0"/>
              </a:spcAft>
              <a:buSzTx/>
            </a:pPr>
            <a:r>
              <a:rPr lang="en-US" altLang="en-US" sz="1600" dirty="0">
                <a:solidFill>
                  <a:schemeClr val="tx1"/>
                </a:solidFill>
                <a:latin typeface="Aptos" panose="020B0004020202020204" pitchFamily="34" charset="0"/>
              </a:rPr>
              <a:t>6 weeks away from work, avoid prolong sitting and heavy lifting</a:t>
            </a:r>
          </a:p>
        </p:txBody>
      </p:sp>
      <p:sp>
        <p:nvSpPr>
          <p:cNvPr id="7" name="Rectangle 1">
            <a:extLst>
              <a:ext uri="{FF2B5EF4-FFF2-40B4-BE49-F238E27FC236}">
                <a16:creationId xmlns:a16="http://schemas.microsoft.com/office/drawing/2014/main" id="{42831429-739B-3505-3F98-F48D59058B1A}"/>
              </a:ext>
            </a:extLst>
          </p:cNvPr>
          <p:cNvSpPr txBox="1">
            <a:spLocks noChangeArrowheads="1"/>
          </p:cNvSpPr>
          <p:nvPr/>
        </p:nvSpPr>
        <p:spPr bwMode="auto">
          <a:xfrm>
            <a:off x="132516" y="4247290"/>
            <a:ext cx="646945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SzTx/>
              <a:buFont typeface="Arial" pitchFamily="34"/>
              <a:buNone/>
            </a:pPr>
            <a:r>
              <a:rPr lang="en-US" altLang="en-US" sz="1600" b="1" dirty="0">
                <a:solidFill>
                  <a:schemeClr val="tx1"/>
                </a:solidFill>
                <a:latin typeface="Aptos" panose="020B0004020202020204" pitchFamily="34" charset="0"/>
              </a:rPr>
              <a:t>Facet arthroplasty/Face replacement:</a:t>
            </a:r>
          </a:p>
          <a:p>
            <a:pPr marL="0" indent="0" eaLnBrk="0" fontAlgn="base" hangingPunct="0">
              <a:lnSpc>
                <a:spcPct val="100000"/>
              </a:lnSpc>
              <a:spcBef>
                <a:spcPct val="0"/>
              </a:spcBef>
              <a:spcAft>
                <a:spcPct val="0"/>
              </a:spcAft>
              <a:buSzTx/>
              <a:buFont typeface="Arial" pitchFamily="34"/>
              <a:buNone/>
            </a:pPr>
            <a:r>
              <a:rPr lang="en-US" altLang="en-US" sz="1600" dirty="0">
                <a:solidFill>
                  <a:schemeClr val="tx1"/>
                </a:solidFill>
                <a:latin typeface="Aptos" panose="020B0004020202020204" pitchFamily="34" charset="0"/>
              </a:rPr>
              <a:t>To restore normal motion and provide stabilization of spinal segment through replacement of facet ( following facetectomy and neural decompression)</a:t>
            </a:r>
          </a:p>
          <a:p>
            <a:pPr marL="0" indent="0" eaLnBrk="0" fontAlgn="base" hangingPunct="0">
              <a:lnSpc>
                <a:spcPct val="100000"/>
              </a:lnSpc>
              <a:spcBef>
                <a:spcPct val="0"/>
              </a:spcBef>
              <a:spcAft>
                <a:spcPct val="0"/>
              </a:spcAft>
              <a:buSzTx/>
              <a:buFont typeface="Arial" pitchFamily="34"/>
              <a:buNone/>
            </a:pPr>
            <a:r>
              <a:rPr lang="en-US" altLang="en-US" sz="1600" dirty="0">
                <a:solidFill>
                  <a:schemeClr val="tx1"/>
                </a:solidFill>
                <a:latin typeface="Aptos" panose="020B0004020202020204" pitchFamily="34" charset="0"/>
              </a:rPr>
              <a:t>For the treatment of symptomatic facet joint arthritis</a:t>
            </a:r>
          </a:p>
          <a:p>
            <a:pPr marL="0" indent="0" eaLnBrk="0" fontAlgn="base" hangingPunct="0">
              <a:lnSpc>
                <a:spcPct val="100000"/>
              </a:lnSpc>
              <a:spcBef>
                <a:spcPct val="0"/>
              </a:spcBef>
              <a:spcAft>
                <a:spcPct val="0"/>
              </a:spcAft>
              <a:buSzTx/>
              <a:buFont typeface="Arial" pitchFamily="34"/>
              <a:buNone/>
            </a:pPr>
            <a:r>
              <a:rPr lang="en-US" altLang="en-US" sz="1600" dirty="0">
                <a:solidFill>
                  <a:schemeClr val="tx1"/>
                </a:solidFill>
                <a:latin typeface="Aptos" panose="020B0004020202020204" pitchFamily="34" charset="0"/>
              </a:rPr>
              <a:t>Novel procedure but long term result unknown</a:t>
            </a:r>
          </a:p>
          <a:p>
            <a:pPr marL="0" indent="0" eaLnBrk="0" fontAlgn="base" hangingPunct="0">
              <a:lnSpc>
                <a:spcPct val="100000"/>
              </a:lnSpc>
              <a:spcBef>
                <a:spcPct val="0"/>
              </a:spcBef>
              <a:spcAft>
                <a:spcPct val="0"/>
              </a:spcAft>
              <a:buSzTx/>
              <a:buFont typeface="Arial" pitchFamily="34"/>
              <a:buNone/>
            </a:pPr>
            <a:r>
              <a:rPr lang="en-US" altLang="en-US" sz="1600" dirty="0">
                <a:solidFill>
                  <a:schemeClr val="tx1"/>
                </a:solidFill>
                <a:latin typeface="Aptos" panose="020B0004020202020204" pitchFamily="34" charset="0"/>
              </a:rPr>
              <a:t>Allow movement to be preserved</a:t>
            </a:r>
          </a:p>
          <a:p>
            <a:pPr marL="0" indent="0" eaLnBrk="0" fontAlgn="base" hangingPunct="0">
              <a:lnSpc>
                <a:spcPct val="100000"/>
              </a:lnSpc>
              <a:spcBef>
                <a:spcPct val="0"/>
              </a:spcBef>
              <a:spcAft>
                <a:spcPct val="0"/>
              </a:spcAft>
              <a:buSzTx/>
              <a:buFont typeface="Arial" pitchFamily="34"/>
              <a:buNone/>
            </a:pPr>
            <a:r>
              <a:rPr lang="en-US" altLang="en-US" sz="1600" dirty="0">
                <a:solidFill>
                  <a:schemeClr val="tx1"/>
                </a:solidFill>
                <a:latin typeface="Aptos" panose="020B0004020202020204" pitchFamily="34" charset="0"/>
              </a:rPr>
              <a:t>Not widely performed</a:t>
            </a:r>
          </a:p>
          <a:p>
            <a:pPr marL="0" indent="0" eaLnBrk="0" fontAlgn="base" hangingPunct="0">
              <a:lnSpc>
                <a:spcPct val="100000"/>
              </a:lnSpc>
              <a:spcBef>
                <a:spcPct val="0"/>
              </a:spcBef>
              <a:spcAft>
                <a:spcPct val="0"/>
              </a:spcAft>
              <a:buSzTx/>
              <a:buFont typeface="Arial" pitchFamily="34"/>
              <a:buNone/>
            </a:pPr>
            <a:endParaRPr lang="en-US" altLang="en-US" sz="1600" dirty="0">
              <a:solidFill>
                <a:schemeClr val="tx1"/>
              </a:solidFill>
              <a:latin typeface="Aptos" panose="020B0004020202020204" pitchFamily="34" charset="0"/>
            </a:endParaRPr>
          </a:p>
        </p:txBody>
      </p:sp>
      <p:sp>
        <p:nvSpPr>
          <p:cNvPr id="8" name="Rectangle 1">
            <a:extLst>
              <a:ext uri="{FF2B5EF4-FFF2-40B4-BE49-F238E27FC236}">
                <a16:creationId xmlns:a16="http://schemas.microsoft.com/office/drawing/2014/main" id="{50CD8042-3C68-1270-8658-42E40A3769D8}"/>
              </a:ext>
            </a:extLst>
          </p:cNvPr>
          <p:cNvSpPr txBox="1">
            <a:spLocks noChangeArrowheads="1"/>
          </p:cNvSpPr>
          <p:nvPr/>
        </p:nvSpPr>
        <p:spPr bwMode="auto">
          <a:xfrm>
            <a:off x="6455664" y="4292797"/>
            <a:ext cx="5736336"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SzTx/>
              <a:buFont typeface="Arial" pitchFamily="34"/>
              <a:buNone/>
            </a:pPr>
            <a:r>
              <a:rPr lang="en-US" altLang="en-US" sz="1600" b="1" dirty="0">
                <a:solidFill>
                  <a:schemeClr val="tx1"/>
                </a:solidFill>
                <a:latin typeface="Aptos" panose="020B0004020202020204" pitchFamily="34" charset="0"/>
              </a:rPr>
              <a:t>Fusion: </a:t>
            </a:r>
          </a:p>
          <a:p>
            <a:pPr marL="0" indent="0" eaLnBrk="0" fontAlgn="base" hangingPunct="0">
              <a:lnSpc>
                <a:spcPct val="100000"/>
              </a:lnSpc>
              <a:spcBef>
                <a:spcPct val="0"/>
              </a:spcBef>
              <a:spcAft>
                <a:spcPct val="0"/>
              </a:spcAft>
              <a:buSzTx/>
              <a:buFont typeface="Arial" pitchFamily="34"/>
              <a:buNone/>
            </a:pPr>
            <a:r>
              <a:rPr lang="en-US" altLang="en-US" sz="1600" dirty="0">
                <a:solidFill>
                  <a:schemeClr val="tx1"/>
                </a:solidFill>
                <a:latin typeface="Aptos" panose="020B0004020202020204" pitchFamily="34" charset="0"/>
              </a:rPr>
              <a:t>Symptomatic lumbar DDD</a:t>
            </a:r>
          </a:p>
          <a:p>
            <a:pPr marL="0" indent="0" eaLnBrk="0" fontAlgn="base" hangingPunct="0">
              <a:lnSpc>
                <a:spcPct val="100000"/>
              </a:lnSpc>
              <a:spcBef>
                <a:spcPct val="0"/>
              </a:spcBef>
              <a:spcAft>
                <a:spcPct val="0"/>
              </a:spcAft>
              <a:buSzTx/>
              <a:buFont typeface="Arial" pitchFamily="34"/>
              <a:buNone/>
            </a:pPr>
            <a:r>
              <a:rPr lang="en-US" altLang="en-US" sz="1600" dirty="0">
                <a:solidFill>
                  <a:schemeClr val="tx1"/>
                </a:solidFill>
                <a:latin typeface="Aptos" panose="020B0004020202020204" pitchFamily="34" charset="0"/>
              </a:rPr>
              <a:t>Two vertebrae fuse which act as a solid bone</a:t>
            </a:r>
          </a:p>
          <a:p>
            <a:pPr marL="0" indent="0" eaLnBrk="0" fontAlgn="base" hangingPunct="0">
              <a:lnSpc>
                <a:spcPct val="100000"/>
              </a:lnSpc>
              <a:spcBef>
                <a:spcPct val="0"/>
              </a:spcBef>
              <a:spcAft>
                <a:spcPct val="0"/>
              </a:spcAft>
              <a:buSzTx/>
              <a:buFont typeface="Arial" pitchFamily="34"/>
              <a:buNone/>
            </a:pPr>
            <a:r>
              <a:rPr lang="en-US" altLang="en-US" sz="1600" dirty="0">
                <a:solidFill>
                  <a:schemeClr val="tx1"/>
                </a:solidFill>
                <a:latin typeface="Aptos" panose="020B0004020202020204" pitchFamily="34" charset="0"/>
              </a:rPr>
              <a:t>Gold standard treatment for back pain</a:t>
            </a:r>
          </a:p>
          <a:p>
            <a:pPr marL="0" indent="0" eaLnBrk="0" fontAlgn="base" hangingPunct="0">
              <a:lnSpc>
                <a:spcPct val="100000"/>
              </a:lnSpc>
              <a:spcBef>
                <a:spcPct val="0"/>
              </a:spcBef>
              <a:spcAft>
                <a:spcPct val="0"/>
              </a:spcAft>
              <a:buSzTx/>
              <a:buFont typeface="Arial" pitchFamily="34"/>
              <a:buNone/>
            </a:pPr>
            <a:r>
              <a:rPr lang="en-US" altLang="en-US" sz="1600" dirty="0">
                <a:solidFill>
                  <a:schemeClr val="tx1"/>
                </a:solidFill>
                <a:latin typeface="Aptos" panose="020B0004020202020204" pitchFamily="34" charset="0"/>
              </a:rPr>
              <a:t>Aim to fuse arthritis joint</a:t>
            </a:r>
          </a:p>
          <a:p>
            <a:pPr marL="0" indent="0" eaLnBrk="0" fontAlgn="base" hangingPunct="0">
              <a:lnSpc>
                <a:spcPct val="100000"/>
              </a:lnSpc>
              <a:spcBef>
                <a:spcPct val="0"/>
              </a:spcBef>
              <a:spcAft>
                <a:spcPct val="0"/>
              </a:spcAft>
              <a:buSzTx/>
              <a:buFont typeface="Arial" pitchFamily="34"/>
              <a:buNone/>
            </a:pPr>
            <a:r>
              <a:rPr lang="en-US" altLang="en-US" sz="1600" dirty="0">
                <a:solidFill>
                  <a:schemeClr val="tx1"/>
                </a:solidFill>
                <a:latin typeface="Aptos" panose="020B0004020202020204" pitchFamily="34" charset="0"/>
              </a:rPr>
              <a:t>No heavy lifting for 3 month</a:t>
            </a:r>
          </a:p>
          <a:p>
            <a:pPr marL="0" indent="0" eaLnBrk="0" fontAlgn="base" hangingPunct="0">
              <a:lnSpc>
                <a:spcPct val="100000"/>
              </a:lnSpc>
              <a:spcBef>
                <a:spcPct val="0"/>
              </a:spcBef>
              <a:spcAft>
                <a:spcPct val="0"/>
              </a:spcAft>
              <a:buSzTx/>
              <a:buFont typeface="Arial" pitchFamily="34"/>
              <a:buNone/>
            </a:pPr>
            <a:endParaRPr lang="en-US" altLang="en-US" sz="2400" dirty="0">
              <a:solidFill>
                <a:schemeClr val="tx1"/>
              </a:solidFill>
              <a:latin typeface="Aptos" panose="020B0004020202020204" pitchFamily="34" charset="0"/>
            </a:endParaRPr>
          </a:p>
          <a:p>
            <a:pPr marL="0" indent="0" eaLnBrk="0" fontAlgn="base" hangingPunct="0">
              <a:lnSpc>
                <a:spcPct val="100000"/>
              </a:lnSpc>
              <a:spcBef>
                <a:spcPct val="0"/>
              </a:spcBef>
              <a:spcAft>
                <a:spcPct val="0"/>
              </a:spcAft>
              <a:buSzTx/>
              <a:buFont typeface="Arial" pitchFamily="34"/>
              <a:buNone/>
            </a:pPr>
            <a:endParaRPr lang="en-US" altLang="en-US" sz="1600" dirty="0">
              <a:solidFill>
                <a:schemeClr val="tx1"/>
              </a:solidFill>
              <a:latin typeface="Aptos" panose="020B0004020202020204" pitchFamily="34" charset="0"/>
            </a:endParaRPr>
          </a:p>
          <a:p>
            <a:pPr marL="0" indent="0" eaLnBrk="0" fontAlgn="base" hangingPunct="0">
              <a:lnSpc>
                <a:spcPct val="100000"/>
              </a:lnSpc>
              <a:spcBef>
                <a:spcPct val="0"/>
              </a:spcBef>
              <a:spcAft>
                <a:spcPct val="0"/>
              </a:spcAft>
              <a:buSzTx/>
              <a:buFont typeface="Arial" pitchFamily="34"/>
              <a:buNone/>
            </a:pPr>
            <a:endParaRPr lang="en-US" altLang="en-US" sz="1600" dirty="0">
              <a:solidFill>
                <a:schemeClr val="tx1"/>
              </a:solidFill>
              <a:latin typeface="Aptos" panose="020B0004020202020204" pitchFamily="34" charset="0"/>
            </a:endParaRPr>
          </a:p>
        </p:txBody>
      </p:sp>
    </p:spTree>
    <p:extLst>
      <p:ext uri="{BB962C8B-B14F-4D97-AF65-F5344CB8AC3E}">
        <p14:creationId xmlns:p14="http://schemas.microsoft.com/office/powerpoint/2010/main" val="30876911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4B2AD-A2BB-66E9-E752-09AD9EC88A7F}"/>
              </a:ext>
            </a:extLst>
          </p:cNvPr>
          <p:cNvSpPr>
            <a:spLocks noGrp="1"/>
          </p:cNvSpPr>
          <p:nvPr>
            <p:ph type="title"/>
          </p:nvPr>
        </p:nvSpPr>
        <p:spPr>
          <a:xfrm>
            <a:off x="3712463" y="365129"/>
            <a:ext cx="7641339" cy="823591"/>
          </a:xfrm>
        </p:spPr>
        <p:txBody>
          <a:bodyPr>
            <a:normAutofit/>
          </a:bodyPr>
          <a:lstStyle/>
          <a:p>
            <a:r>
              <a:rPr lang="en-GB" sz="2800" dirty="0"/>
              <a:t>Surgical management </a:t>
            </a:r>
            <a:r>
              <a:rPr lang="en-GB" sz="2800" dirty="0" err="1"/>
              <a:t>contd</a:t>
            </a:r>
            <a:r>
              <a:rPr lang="en-GB" sz="2800" dirty="0"/>
              <a:t>…</a:t>
            </a:r>
          </a:p>
        </p:txBody>
      </p:sp>
      <p:sp>
        <p:nvSpPr>
          <p:cNvPr id="3" name="Content Placeholder 2">
            <a:extLst>
              <a:ext uri="{FF2B5EF4-FFF2-40B4-BE49-F238E27FC236}">
                <a16:creationId xmlns:a16="http://schemas.microsoft.com/office/drawing/2014/main" id="{301AF505-E4D7-0CE1-B035-5F9CCF2297F8}"/>
              </a:ext>
            </a:extLst>
          </p:cNvPr>
          <p:cNvSpPr>
            <a:spLocks noGrp="1"/>
          </p:cNvSpPr>
          <p:nvPr>
            <p:ph idx="1"/>
          </p:nvPr>
        </p:nvSpPr>
        <p:spPr>
          <a:xfrm>
            <a:off x="262128" y="1690688"/>
            <a:ext cx="4935873" cy="4351336"/>
          </a:xfrm>
        </p:spPr>
        <p:txBody>
          <a:bodyPr/>
          <a:lstStyle/>
          <a:p>
            <a:pPr marL="0" indent="0">
              <a:buNone/>
            </a:pPr>
            <a:r>
              <a:rPr lang="en-GB" sz="2000" b="1" dirty="0"/>
              <a:t>Minimally invasive fusion: </a:t>
            </a:r>
          </a:p>
          <a:p>
            <a:r>
              <a:rPr lang="en-GB" sz="1600" dirty="0"/>
              <a:t>Small incision, faster return to daily activities and 2-4 days hospital stay</a:t>
            </a:r>
          </a:p>
          <a:p>
            <a:r>
              <a:rPr lang="en-GB" sz="1600" dirty="0"/>
              <a:t>Includes: Extreme lateral interbody fusion and axial lumbar interbody fusion</a:t>
            </a:r>
          </a:p>
          <a:p>
            <a:r>
              <a:rPr lang="en-GB" sz="1600" dirty="0"/>
              <a:t>No heavy lifting for 3 months</a:t>
            </a:r>
          </a:p>
          <a:p>
            <a:r>
              <a:rPr lang="en-GB" sz="1600" dirty="0"/>
              <a:t>Can return to desk based activities after 2 week or once pain reduces</a:t>
            </a:r>
          </a:p>
          <a:p>
            <a:pPr marL="0" indent="0">
              <a:buNone/>
            </a:pPr>
            <a:endParaRPr lang="en-GB" dirty="0"/>
          </a:p>
        </p:txBody>
      </p:sp>
      <p:sp>
        <p:nvSpPr>
          <p:cNvPr id="4" name="Content Placeholder 2">
            <a:extLst>
              <a:ext uri="{FF2B5EF4-FFF2-40B4-BE49-F238E27FC236}">
                <a16:creationId xmlns:a16="http://schemas.microsoft.com/office/drawing/2014/main" id="{A8FDBAAC-A675-8FA4-D68F-EE7535A9EF59}"/>
              </a:ext>
            </a:extLst>
          </p:cNvPr>
          <p:cNvSpPr txBox="1">
            <a:spLocks/>
          </p:cNvSpPr>
          <p:nvPr/>
        </p:nvSpPr>
        <p:spPr>
          <a:xfrm>
            <a:off x="6010382" y="1690688"/>
            <a:ext cx="5919490" cy="4351336"/>
          </a:xfrm>
          <a:prstGeom prst="rect">
            <a:avLst/>
          </a:prstGeom>
          <a:noFill/>
          <a:ln>
            <a:noFill/>
          </a:ln>
        </p:spPr>
        <p:txBody>
          <a:bodyPr vert="horz" wrap="square" lIns="91440" tIns="45720" rIns="91440" bIns="45720" anchor="t" anchorCtr="0" compatLnSpc="1">
            <a:norm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itchFamily="34"/>
              <a:buNone/>
            </a:pPr>
            <a:r>
              <a:rPr lang="en-GB" sz="2000" b="1" dirty="0"/>
              <a:t>Endoscopic surgery:</a:t>
            </a:r>
          </a:p>
          <a:p>
            <a:pPr algn="just"/>
            <a:r>
              <a:rPr lang="en-GB" sz="1700" dirty="0"/>
              <a:t>Minimally invasive approach using endoscope</a:t>
            </a:r>
          </a:p>
          <a:p>
            <a:pPr algn="just"/>
            <a:r>
              <a:rPr lang="en-GB" sz="1700" dirty="0"/>
              <a:t>Bridge the gap between invasive temporary technique of pain management and traditional open decompression with or without fusion</a:t>
            </a:r>
          </a:p>
          <a:p>
            <a:pPr algn="just"/>
            <a:r>
              <a:rPr lang="en-GB" sz="1700" dirty="0"/>
              <a:t>Indication: Disc herniation or discogenic pain, spinal stenosis, radiculopathy, DDD </a:t>
            </a:r>
          </a:p>
          <a:p>
            <a:pPr algn="just"/>
            <a:r>
              <a:rPr lang="en-GB" sz="1700" dirty="0"/>
              <a:t>Same day discharge, shorter recovery</a:t>
            </a:r>
          </a:p>
          <a:p>
            <a:pPr algn="just"/>
            <a:r>
              <a:rPr lang="en-GB" sz="1700" dirty="0"/>
              <a:t>Transforaminal, </a:t>
            </a:r>
            <a:r>
              <a:rPr lang="en-GB" sz="1700" dirty="0" err="1"/>
              <a:t>interlaminal</a:t>
            </a:r>
            <a:r>
              <a:rPr lang="en-GB" sz="1700" dirty="0"/>
              <a:t> approach, cervical endoscopic approach</a:t>
            </a:r>
          </a:p>
          <a:p>
            <a:pPr algn="just"/>
            <a:r>
              <a:rPr lang="en-GB" sz="1700" dirty="0"/>
              <a:t>Contraindication: severe instability, infection or large deformity requiring fusion</a:t>
            </a:r>
          </a:p>
          <a:p>
            <a:pPr marL="0" indent="0">
              <a:buFont typeface="Arial" pitchFamily="34"/>
              <a:buNone/>
            </a:pPr>
            <a:endParaRPr lang="en-GB" dirty="0"/>
          </a:p>
        </p:txBody>
      </p:sp>
    </p:spTree>
    <p:extLst>
      <p:ext uri="{BB962C8B-B14F-4D97-AF65-F5344CB8AC3E}">
        <p14:creationId xmlns:p14="http://schemas.microsoft.com/office/powerpoint/2010/main" val="274475777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092E3-D9F6-8A85-C727-407F26EF4CD9}"/>
              </a:ext>
            </a:extLst>
          </p:cNvPr>
          <p:cNvSpPr txBox="1">
            <a:spLocks noGrp="1"/>
          </p:cNvSpPr>
          <p:nvPr>
            <p:ph type="title"/>
          </p:nvPr>
        </p:nvSpPr>
        <p:spPr>
          <a:xfrm>
            <a:off x="263290" y="388575"/>
            <a:ext cx="10515600" cy="490539"/>
          </a:xfrm>
        </p:spPr>
        <p:txBody>
          <a:bodyPr>
            <a:noAutofit/>
          </a:bodyPr>
          <a:lstStyle/>
          <a:p>
            <a:pPr lvl="0"/>
            <a:r>
              <a:rPr lang="en-US" sz="2800" dirty="0"/>
              <a:t>Surgical interventions-Nice Guidelines</a:t>
            </a:r>
          </a:p>
        </p:txBody>
      </p:sp>
      <p:sp>
        <p:nvSpPr>
          <p:cNvPr id="3" name="Content Placeholder 2">
            <a:extLst>
              <a:ext uri="{FF2B5EF4-FFF2-40B4-BE49-F238E27FC236}">
                <a16:creationId xmlns:a16="http://schemas.microsoft.com/office/drawing/2014/main" id="{6D644F23-EC33-4474-369B-3428D7E9CD61}"/>
              </a:ext>
            </a:extLst>
          </p:cNvPr>
          <p:cNvSpPr txBox="1">
            <a:spLocks noGrp="1"/>
          </p:cNvSpPr>
          <p:nvPr>
            <p:ph idx="1"/>
          </p:nvPr>
        </p:nvSpPr>
        <p:spPr>
          <a:xfrm>
            <a:off x="263290" y="1483903"/>
            <a:ext cx="2935324" cy="4740252"/>
          </a:xfrm>
        </p:spPr>
        <p:txBody>
          <a:bodyPr/>
          <a:lstStyle/>
          <a:p>
            <a:pPr marL="0" lvl="0" indent="0">
              <a:buNone/>
            </a:pPr>
            <a:r>
              <a:rPr lang="en-US" sz="1800" b="1" dirty="0"/>
              <a:t>Referral for surgical opinion:</a:t>
            </a:r>
          </a:p>
          <a:p>
            <a:pPr marL="0" lvl="0" indent="0">
              <a:buNone/>
            </a:pPr>
            <a:r>
              <a:rPr lang="en-US" sz="1800" dirty="0"/>
              <a:t>Do NOT let the following factors influence the decision to refer a person for surgical evaluation for sciatica:</a:t>
            </a:r>
          </a:p>
          <a:p>
            <a:pPr lvl="0"/>
            <a:r>
              <a:rPr lang="en-US" sz="1800" dirty="0">
                <a:solidFill>
                  <a:srgbClr val="156082"/>
                </a:solidFill>
              </a:rPr>
              <a:t>Body Mass Index (BMI)</a:t>
            </a:r>
          </a:p>
          <a:p>
            <a:pPr lvl="0"/>
            <a:r>
              <a:rPr lang="en-US" sz="1800" dirty="0">
                <a:solidFill>
                  <a:srgbClr val="156082"/>
                </a:solidFill>
              </a:rPr>
              <a:t>Smoking status</a:t>
            </a:r>
          </a:p>
          <a:p>
            <a:pPr lvl="0"/>
            <a:r>
              <a:rPr lang="en-US" sz="1800" dirty="0">
                <a:solidFill>
                  <a:srgbClr val="156082"/>
                </a:solidFill>
              </a:rPr>
              <a:t>Psychological distress</a:t>
            </a:r>
          </a:p>
          <a:p>
            <a:pPr lvl="0"/>
            <a:endParaRPr lang="en-US" dirty="0"/>
          </a:p>
        </p:txBody>
      </p:sp>
      <p:sp>
        <p:nvSpPr>
          <p:cNvPr id="4" name="Content Placeholder 2">
            <a:extLst>
              <a:ext uri="{FF2B5EF4-FFF2-40B4-BE49-F238E27FC236}">
                <a16:creationId xmlns:a16="http://schemas.microsoft.com/office/drawing/2014/main" id="{E5C552FD-B2E7-1B8A-946D-A9A431F632B7}"/>
              </a:ext>
            </a:extLst>
          </p:cNvPr>
          <p:cNvSpPr txBox="1"/>
          <p:nvPr/>
        </p:nvSpPr>
        <p:spPr>
          <a:xfrm>
            <a:off x="3927764" y="1483903"/>
            <a:ext cx="8376589" cy="1117089"/>
          </a:xfrm>
          <a:prstGeom prst="rect">
            <a:avLst/>
          </a:prstGeom>
          <a:noFill/>
          <a:ln cap="flat">
            <a:noFill/>
          </a:ln>
        </p:spPr>
        <p:txBody>
          <a:bodyPr vert="horz" wrap="square" lIns="91440" tIns="45720" rIns="91440" bIns="45720" anchor="t" anchorCtr="0" compatLnSpc="1">
            <a:noAutofit/>
          </a:bodyPr>
          <a:lstStyle/>
          <a:p>
            <a:pPr marL="0" marR="0" lvl="0" indent="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r>
              <a:rPr lang="en-US" sz="1600" b="0" i="0" u="none" strike="noStrike" kern="1200" cap="none" spc="0" baseline="0" dirty="0">
                <a:solidFill>
                  <a:srgbClr val="4EA72E"/>
                </a:solidFill>
                <a:uFillTx/>
                <a:latin typeface="Aptos"/>
                <a:ea typeface="Aptos"/>
                <a:cs typeface="Aptos"/>
              </a:rPr>
              <a:t>1. Spinal Decompression</a:t>
            </a:r>
            <a:r>
              <a:rPr lang="en-US" sz="1600" b="0" i="0" u="none" strike="noStrike" kern="1200" cap="none" spc="0" baseline="0" dirty="0">
                <a:solidFill>
                  <a:srgbClr val="000000"/>
                </a:solidFill>
                <a:uFillTx/>
                <a:latin typeface="Aptos"/>
                <a:ea typeface="Aptos"/>
                <a:cs typeface="Aptos"/>
              </a:rPr>
              <a:t>: Aims to relieve nerve root compression</a:t>
            </a:r>
            <a:endParaRPr lang="en-US" sz="1600" b="0" i="0" u="none" strike="noStrike" kern="1200" cap="none" spc="0" baseline="0" dirty="0">
              <a:solidFill>
                <a:srgbClr val="000000"/>
              </a:solidFill>
              <a:uFillTx/>
              <a:latin typeface="Aptos"/>
            </a:endParaRPr>
          </a:p>
          <a:p>
            <a:pPr marL="228600" marR="0" lvl="0" indent="-228600" algn="l" defTabSz="914400" rtl="0" fontAlgn="auto" hangingPunct="0">
              <a:lnSpc>
                <a:spcPct val="90000"/>
              </a:lnSpc>
              <a:spcBef>
                <a:spcPts val="1000"/>
              </a:spcBef>
              <a:spcAft>
                <a:spcPts val="0"/>
              </a:spcAft>
              <a:buSzPct val="100000"/>
              <a:buFont typeface="Arial"/>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Aptos"/>
                <a:ea typeface="Aptos"/>
                <a:cs typeface="Aptos"/>
              </a:rPr>
              <a:t>Consider for sciatica or neurogenic claudication due to:</a:t>
            </a:r>
            <a:endParaRPr lang="en-US" sz="1600" b="0" i="0" u="none" strike="noStrike" kern="1200" cap="none" spc="0" baseline="0" dirty="0">
              <a:solidFill>
                <a:srgbClr val="000000"/>
              </a:solidFill>
              <a:uFillTx/>
              <a:latin typeface="Aptos"/>
            </a:endParaRPr>
          </a:p>
          <a:p>
            <a:pPr marL="971550" marR="0" lvl="1" indent="-285750" algn="l" defTabSz="914400" rtl="0" fontAlgn="auto" hangingPunct="0">
              <a:lnSpc>
                <a:spcPct val="90000"/>
              </a:lnSpc>
              <a:spcBef>
                <a:spcPts val="500"/>
              </a:spcBef>
              <a:spcAft>
                <a:spcPts val="0"/>
              </a:spcAft>
              <a:buSzPct val="100000"/>
              <a:buFont typeface="Arial"/>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Aptos"/>
                <a:ea typeface="Aptos"/>
                <a:cs typeface="Aptos"/>
              </a:rPr>
              <a:t>Herniated disc and Spinal stenosis</a:t>
            </a:r>
            <a:endParaRPr lang="en-US" sz="1600" b="0" i="0" u="none" strike="noStrike" kern="1200" cap="none" spc="0" baseline="0" dirty="0">
              <a:solidFill>
                <a:srgbClr val="000000"/>
              </a:solidFill>
              <a:uFillTx/>
              <a:latin typeface="Aptos"/>
            </a:endParaRPr>
          </a:p>
          <a:p>
            <a:pPr marL="0" marR="0" lvl="0" indent="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endParaRPr lang="en-US" sz="2800" b="1" i="0" u="none" strike="noStrike" kern="1200" cap="none" spc="0" baseline="0" dirty="0">
              <a:solidFill>
                <a:srgbClr val="000000"/>
              </a:solidFill>
              <a:uFillTx/>
              <a:latin typeface="Aptos"/>
            </a:endParaRPr>
          </a:p>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endParaRPr lang="en-US" sz="2800" b="0" i="0" u="none" strike="noStrike" kern="1200" cap="none" spc="0" baseline="0" dirty="0">
              <a:solidFill>
                <a:srgbClr val="000000"/>
              </a:solidFill>
              <a:uFillTx/>
              <a:latin typeface="Aptos"/>
            </a:endParaRPr>
          </a:p>
        </p:txBody>
      </p:sp>
      <p:sp>
        <p:nvSpPr>
          <p:cNvPr id="5" name="Content Placeholder 2">
            <a:extLst>
              <a:ext uri="{FF2B5EF4-FFF2-40B4-BE49-F238E27FC236}">
                <a16:creationId xmlns:a16="http://schemas.microsoft.com/office/drawing/2014/main" id="{5DF694B0-79B1-58D5-35A8-5A588A982FCA}"/>
              </a:ext>
            </a:extLst>
          </p:cNvPr>
          <p:cNvSpPr txBox="1"/>
          <p:nvPr/>
        </p:nvSpPr>
        <p:spPr>
          <a:xfrm>
            <a:off x="3927764" y="3195396"/>
            <a:ext cx="8000946" cy="1345188"/>
          </a:xfrm>
          <a:prstGeom prst="rect">
            <a:avLst/>
          </a:prstGeom>
          <a:noFill/>
          <a:ln cap="flat">
            <a:noFill/>
          </a:ln>
        </p:spPr>
        <p:txBody>
          <a:bodyPr vert="horz" wrap="square" lIns="91440" tIns="45720" rIns="91440" bIns="45720" anchor="t" anchorCtr="0" compatLnSpc="1">
            <a:noAutofit/>
          </a:bodyPr>
          <a:lstStyle/>
          <a:p>
            <a:pPr marL="228600" marR="0" lvl="0" indent="-22860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r>
              <a:rPr lang="en-US" sz="1600" b="0" i="0" u="none" strike="noStrike" kern="1200" cap="none" spc="0" baseline="0" dirty="0">
                <a:solidFill>
                  <a:srgbClr val="4EA72E"/>
                </a:solidFill>
                <a:uFillTx/>
                <a:latin typeface="Aptos"/>
                <a:ea typeface="Aptos"/>
                <a:cs typeface="Aptos"/>
              </a:rPr>
              <a:t>2. Spinal Fusion</a:t>
            </a:r>
            <a:r>
              <a:rPr lang="en-US" sz="1600" b="0" i="0" u="none" strike="noStrike" kern="1200" cap="none" spc="0" baseline="0" dirty="0">
                <a:solidFill>
                  <a:srgbClr val="000000"/>
                </a:solidFill>
                <a:uFillTx/>
                <a:latin typeface="Aptos"/>
                <a:ea typeface="Aptos"/>
                <a:cs typeface="Aptos"/>
              </a:rPr>
              <a:t>: Involves joining two or more vertebrae to eliminate motion</a:t>
            </a:r>
            <a:endParaRPr lang="en-US" sz="1600" b="0" i="0" u="none" strike="noStrike" kern="1200" cap="none" spc="0" baseline="0" dirty="0">
              <a:solidFill>
                <a:srgbClr val="000000"/>
              </a:solidFill>
              <a:uFillTx/>
              <a:latin typeface="Aptos"/>
            </a:endParaRPr>
          </a:p>
          <a:p>
            <a:pPr marL="228600" marR="0" lvl="0" indent="-228600" algn="l" defTabSz="914400" rtl="0" fontAlgn="auto" hangingPunct="0">
              <a:lnSpc>
                <a:spcPct val="90000"/>
              </a:lnSpc>
              <a:spcBef>
                <a:spcPts val="1000"/>
              </a:spcBef>
              <a:spcAft>
                <a:spcPts val="0"/>
              </a:spcAft>
              <a:buSzPct val="100000"/>
              <a:buFont typeface="Arial"/>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Aptos"/>
                <a:ea typeface="Aptos"/>
                <a:cs typeface="Aptos"/>
              </a:rPr>
              <a:t>Consider only for:</a:t>
            </a:r>
            <a:endParaRPr lang="en-US" sz="1600" b="0" i="0" u="none" strike="noStrike" kern="1200" cap="none" spc="0" baseline="0" dirty="0">
              <a:solidFill>
                <a:srgbClr val="000000"/>
              </a:solidFill>
              <a:uFillTx/>
              <a:latin typeface="Aptos"/>
            </a:endParaRPr>
          </a:p>
          <a:p>
            <a:pPr marL="971550" marR="0" lvl="1" indent="-285750" algn="l" defTabSz="914400" rtl="0" fontAlgn="auto" hangingPunct="0">
              <a:lnSpc>
                <a:spcPct val="90000"/>
              </a:lnSpc>
              <a:spcBef>
                <a:spcPts val="500"/>
              </a:spcBef>
              <a:spcAft>
                <a:spcPts val="0"/>
              </a:spcAft>
              <a:buSzPct val="100000"/>
              <a:buFont typeface="Arial"/>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Aptos"/>
                <a:ea typeface="Aptos"/>
                <a:cs typeface="Aptos"/>
              </a:rPr>
              <a:t>Spinal instability and Mechanical back pain with confirmed structural cause</a:t>
            </a:r>
            <a:endParaRPr lang="en-US" sz="1600" b="0" i="0" u="none" strike="noStrike" kern="1200" cap="none" spc="0" baseline="0" dirty="0">
              <a:solidFill>
                <a:srgbClr val="000000"/>
              </a:solidFill>
              <a:uFillTx/>
              <a:latin typeface="Aptos"/>
            </a:endParaRPr>
          </a:p>
          <a:p>
            <a:pPr marL="228600" marR="0" lvl="0" indent="-228600" algn="l" defTabSz="914400" rtl="0" fontAlgn="auto" hangingPunct="0">
              <a:lnSpc>
                <a:spcPct val="90000"/>
              </a:lnSpc>
              <a:spcBef>
                <a:spcPts val="1000"/>
              </a:spcBef>
              <a:spcAft>
                <a:spcPts val="0"/>
              </a:spcAft>
              <a:buSzPct val="100000"/>
              <a:buFont typeface="Arial"/>
              <a:buChar char="•"/>
              <a:tabLst/>
              <a:defRPr sz="1800" b="0" i="0" u="none" strike="noStrike" kern="0" cap="none" spc="0" baseline="0">
                <a:solidFill>
                  <a:srgbClr val="000000"/>
                </a:solidFill>
                <a:uFillTx/>
              </a:defRPr>
            </a:pPr>
            <a:endParaRPr lang="en-US" sz="2400" b="0" i="0" u="none" strike="noStrike" kern="1200" cap="none" spc="0" baseline="0" dirty="0">
              <a:solidFill>
                <a:srgbClr val="000000"/>
              </a:solidFill>
              <a:uFillTx/>
              <a:latin typeface="Aptos"/>
            </a:endParaRPr>
          </a:p>
          <a:p>
            <a:pPr marL="228600" marR="0" lvl="0" indent="-22860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endParaRPr lang="en-US" sz="2400" b="0" i="0" u="none" strike="noStrike" kern="1200" cap="none" spc="0" baseline="0" dirty="0">
              <a:solidFill>
                <a:srgbClr val="000000"/>
              </a:solidFill>
              <a:uFillTx/>
              <a:latin typeface="Aptos"/>
              <a:ea typeface="Aptos"/>
              <a:cs typeface="Aptos"/>
            </a:endParaRPr>
          </a:p>
          <a:p>
            <a:pPr marL="228600" marR="0" lvl="0" indent="-22860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endParaRPr lang="en-US" sz="2400" b="0" i="0" u="none" strike="noStrike" kern="1200" cap="none" spc="0" baseline="0" dirty="0">
              <a:solidFill>
                <a:srgbClr val="000000"/>
              </a:solidFill>
              <a:uFillTx/>
              <a:latin typeface="Aptos"/>
            </a:endParaRPr>
          </a:p>
          <a:p>
            <a:pPr marL="0" marR="0" lvl="0" indent="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endParaRPr lang="en-US" sz="2800" b="1" i="0" u="none" strike="noStrike" kern="1200" cap="none" spc="0" baseline="0" dirty="0">
              <a:solidFill>
                <a:srgbClr val="000000"/>
              </a:solidFill>
              <a:uFillTx/>
              <a:latin typeface="Aptos"/>
            </a:endParaRPr>
          </a:p>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endParaRPr lang="en-US" sz="2800" b="0" i="0" u="none" strike="noStrike" kern="1200" cap="none" spc="0" baseline="0" dirty="0">
              <a:solidFill>
                <a:srgbClr val="000000"/>
              </a:solidFill>
              <a:uFillTx/>
              <a:latin typeface="Aptos"/>
            </a:endParaRPr>
          </a:p>
        </p:txBody>
      </p:sp>
      <p:sp>
        <p:nvSpPr>
          <p:cNvPr id="6" name="Content Placeholder 2">
            <a:extLst>
              <a:ext uri="{FF2B5EF4-FFF2-40B4-BE49-F238E27FC236}">
                <a16:creationId xmlns:a16="http://schemas.microsoft.com/office/drawing/2014/main" id="{76413B0C-BF93-325B-429F-9BF4297AD921}"/>
              </a:ext>
            </a:extLst>
          </p:cNvPr>
          <p:cNvSpPr txBox="1"/>
          <p:nvPr/>
        </p:nvSpPr>
        <p:spPr>
          <a:xfrm>
            <a:off x="3927764" y="4723119"/>
            <a:ext cx="7815328" cy="1189936"/>
          </a:xfrm>
          <a:prstGeom prst="rect">
            <a:avLst/>
          </a:prstGeom>
          <a:noFill/>
          <a:ln cap="flat">
            <a:noFill/>
          </a:ln>
        </p:spPr>
        <p:txBody>
          <a:bodyPr vert="horz" wrap="square" lIns="91440" tIns="45720" rIns="91440" bIns="45720" anchor="t" anchorCtr="0" compatLnSpc="1">
            <a:noAutofit/>
          </a:bodyPr>
          <a:lstStyle/>
          <a:p>
            <a:pPr marL="228600" marR="0" lvl="0" indent="-22860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r>
              <a:rPr lang="en-US" sz="1600" b="0" i="0" u="none" strike="noStrike" kern="1200" cap="none" spc="0" baseline="0" dirty="0">
                <a:solidFill>
                  <a:srgbClr val="4EA72E"/>
                </a:solidFill>
                <a:uFillTx/>
                <a:latin typeface="Aptos"/>
                <a:ea typeface="Aptos"/>
                <a:cs typeface="Aptos"/>
              </a:rPr>
              <a:t>3. Disc Replacement</a:t>
            </a:r>
            <a:r>
              <a:rPr lang="en-US" sz="1600" b="0" i="0" u="none" strike="noStrike" kern="1200" cap="none" spc="0" baseline="0" dirty="0">
                <a:solidFill>
                  <a:srgbClr val="000000"/>
                </a:solidFill>
                <a:uFillTx/>
                <a:latin typeface="Aptos"/>
                <a:ea typeface="Aptos"/>
                <a:cs typeface="Aptos"/>
              </a:rPr>
              <a:t>: Alternative to fusion in selective cases</a:t>
            </a:r>
            <a:endParaRPr lang="en-US" sz="1600" b="0" i="0" u="none" strike="noStrike" kern="1200" cap="none" spc="0" baseline="0" dirty="0">
              <a:solidFill>
                <a:srgbClr val="000000"/>
              </a:solidFill>
              <a:uFillTx/>
              <a:latin typeface="Aptos"/>
            </a:endParaRPr>
          </a:p>
          <a:p>
            <a:pPr marL="228600" marR="0" lvl="0" indent="-228600" algn="l" defTabSz="914400" rtl="0" fontAlgn="auto" hangingPunct="0">
              <a:lnSpc>
                <a:spcPct val="90000"/>
              </a:lnSpc>
              <a:spcBef>
                <a:spcPts val="1000"/>
              </a:spcBef>
              <a:spcAft>
                <a:spcPts val="0"/>
              </a:spcAft>
              <a:buSzPct val="100000"/>
              <a:buFont typeface="Arial"/>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Aptos"/>
                <a:ea typeface="Aptos"/>
                <a:cs typeface="Aptos"/>
              </a:rPr>
              <a:t>Preserves spinal motion</a:t>
            </a:r>
            <a:endParaRPr lang="en-US" sz="1600" b="0" i="0" u="none" strike="noStrike" kern="1200" cap="none" spc="0" baseline="0" dirty="0">
              <a:solidFill>
                <a:srgbClr val="000000"/>
              </a:solidFill>
              <a:uFillTx/>
              <a:latin typeface="Aptos"/>
            </a:endParaRPr>
          </a:p>
          <a:p>
            <a:pPr marL="228600" marR="0" lvl="0" indent="-228600" algn="l" defTabSz="914400" rtl="0" fontAlgn="auto" hangingPunct="0">
              <a:lnSpc>
                <a:spcPct val="90000"/>
              </a:lnSpc>
              <a:spcBef>
                <a:spcPts val="1000"/>
              </a:spcBef>
              <a:spcAft>
                <a:spcPts val="0"/>
              </a:spcAft>
              <a:buSzPct val="100000"/>
              <a:buFont typeface="Arial"/>
              <a:buChar char="•"/>
              <a:tabLst/>
              <a:defRPr sz="1800" b="0" i="0" u="none" strike="noStrike" kern="0" cap="none" spc="0" baseline="0">
                <a:solidFill>
                  <a:srgbClr val="000000"/>
                </a:solidFill>
                <a:uFillTx/>
              </a:defRPr>
            </a:pPr>
            <a:r>
              <a:rPr lang="en-US" sz="1600" b="0" i="0" u="none" strike="noStrike" kern="1200" cap="none" spc="0" baseline="0" dirty="0">
                <a:solidFill>
                  <a:srgbClr val="000000"/>
                </a:solidFill>
                <a:uFillTx/>
                <a:latin typeface="Aptos"/>
                <a:ea typeface="Aptos"/>
                <a:cs typeface="Aptos"/>
              </a:rPr>
              <a:t>Consider in younger patients with isolated discogenic pain</a:t>
            </a:r>
            <a:endParaRPr lang="en-US" sz="1600" b="0" i="0" u="none" strike="noStrike" kern="1200" cap="none" spc="0" baseline="0" dirty="0">
              <a:solidFill>
                <a:srgbClr val="000000"/>
              </a:solidFill>
              <a:uFillTx/>
              <a:latin typeface="Aptos"/>
            </a:endParaRPr>
          </a:p>
          <a:p>
            <a:pPr marL="228600" marR="0" lvl="0" indent="-22860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endParaRPr lang="en-US" sz="2400" b="1" i="0" u="none" strike="noStrike" kern="1200" cap="none" spc="0" baseline="0" dirty="0">
              <a:solidFill>
                <a:srgbClr val="000000"/>
              </a:solidFill>
              <a:uFillTx/>
              <a:latin typeface="Aptos"/>
            </a:endParaRPr>
          </a:p>
          <a:p>
            <a:pPr marL="228600" marR="0" lvl="0" indent="-22860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endParaRPr lang="en-US" sz="2400" b="0" i="0" u="none" strike="noStrike" kern="1200" cap="none" spc="0" baseline="0" dirty="0">
              <a:solidFill>
                <a:srgbClr val="000000"/>
              </a:solidFill>
              <a:uFillTx/>
              <a:latin typeface="Aptos"/>
              <a:ea typeface="Aptos"/>
              <a:cs typeface="Aptos"/>
            </a:endParaRPr>
          </a:p>
          <a:p>
            <a:pPr marL="228600" marR="0" lvl="0" indent="-22860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endParaRPr lang="en-US" sz="2400" b="0" i="0" u="none" strike="noStrike" kern="1200" cap="none" spc="0" baseline="0" dirty="0">
              <a:solidFill>
                <a:srgbClr val="000000"/>
              </a:solidFill>
              <a:uFillTx/>
              <a:latin typeface="Aptos"/>
            </a:endParaRPr>
          </a:p>
          <a:p>
            <a:pPr marL="0" marR="0" lvl="0" indent="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endParaRPr lang="en-US" sz="2800" b="1" i="0" u="none" strike="noStrike" kern="1200" cap="none" spc="0" baseline="0" dirty="0">
              <a:solidFill>
                <a:srgbClr val="000000"/>
              </a:solidFill>
              <a:uFillTx/>
              <a:latin typeface="Aptos"/>
            </a:endParaRPr>
          </a:p>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endParaRPr lang="en-US" sz="2800" b="0" i="0" u="none" strike="noStrike" kern="1200" cap="none" spc="0" baseline="0" dirty="0">
              <a:solidFill>
                <a:srgbClr val="000000"/>
              </a:solidFill>
              <a:uFillTx/>
              <a:latin typeface="Aptos"/>
            </a:endParaRPr>
          </a:p>
        </p:txBody>
      </p:sp>
    </p:spTree>
    <p:extLst>
      <p:ext uri="{BB962C8B-B14F-4D97-AF65-F5344CB8AC3E}">
        <p14:creationId xmlns:p14="http://schemas.microsoft.com/office/powerpoint/2010/main" val="245356784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81346-2178-4BA6-4686-79F8AE14FB26}"/>
              </a:ext>
            </a:extLst>
          </p:cNvPr>
          <p:cNvSpPr>
            <a:spLocks noGrp="1"/>
          </p:cNvSpPr>
          <p:nvPr>
            <p:ph type="title"/>
          </p:nvPr>
        </p:nvSpPr>
        <p:spPr>
          <a:xfrm>
            <a:off x="838203" y="365130"/>
            <a:ext cx="10515600" cy="912806"/>
          </a:xfrm>
        </p:spPr>
        <p:txBody>
          <a:bodyPr>
            <a:normAutofit/>
          </a:bodyPr>
          <a:lstStyle/>
          <a:p>
            <a:r>
              <a:rPr lang="en-GB" sz="2800" dirty="0"/>
              <a:t>Post Surgical rehabilitation</a:t>
            </a:r>
          </a:p>
        </p:txBody>
      </p:sp>
      <p:sp>
        <p:nvSpPr>
          <p:cNvPr id="3" name="Content Placeholder 2">
            <a:extLst>
              <a:ext uri="{FF2B5EF4-FFF2-40B4-BE49-F238E27FC236}">
                <a16:creationId xmlns:a16="http://schemas.microsoft.com/office/drawing/2014/main" id="{EB75C008-05C5-3019-43E5-7BB06EB24BDF}"/>
              </a:ext>
            </a:extLst>
          </p:cNvPr>
          <p:cNvSpPr>
            <a:spLocks noGrp="1"/>
          </p:cNvSpPr>
          <p:nvPr>
            <p:ph idx="1"/>
          </p:nvPr>
        </p:nvSpPr>
        <p:spPr>
          <a:xfrm>
            <a:off x="709524" y="1440662"/>
            <a:ext cx="10772952" cy="990812"/>
          </a:xfrm>
        </p:spPr>
        <p:txBody>
          <a:bodyPr>
            <a:normAutofit/>
          </a:bodyPr>
          <a:lstStyle/>
          <a:p>
            <a:r>
              <a:rPr lang="en-GB" sz="1600" dirty="0"/>
              <a:t>Timing of rehabilitation is crucial</a:t>
            </a:r>
          </a:p>
          <a:p>
            <a:r>
              <a:rPr lang="en-GB" sz="1600" dirty="0"/>
              <a:t>Ambulation within 8h reduce complication rate, shorter hospital stays, lower hospital re admission and lower urinary retention rate</a:t>
            </a:r>
          </a:p>
        </p:txBody>
      </p:sp>
      <p:sp>
        <p:nvSpPr>
          <p:cNvPr id="6" name="Content Placeholder 2">
            <a:extLst>
              <a:ext uri="{FF2B5EF4-FFF2-40B4-BE49-F238E27FC236}">
                <a16:creationId xmlns:a16="http://schemas.microsoft.com/office/drawing/2014/main" id="{263B7FB3-B925-CA06-0135-EE6A402C33A9}"/>
              </a:ext>
            </a:extLst>
          </p:cNvPr>
          <p:cNvSpPr txBox="1">
            <a:spLocks/>
          </p:cNvSpPr>
          <p:nvPr/>
        </p:nvSpPr>
        <p:spPr>
          <a:xfrm>
            <a:off x="583951" y="2594200"/>
            <a:ext cx="11335826" cy="3429000"/>
          </a:xfrm>
          <a:prstGeom prst="rect">
            <a:avLst/>
          </a:prstGeom>
          <a:noFill/>
          <a:ln>
            <a:noFill/>
          </a:ln>
        </p:spPr>
        <p:txBody>
          <a:bodyPr vert="horz" wrap="square" lIns="91440" tIns="45720" rIns="91440" bIns="45720" anchor="t" anchorCtr="0" compatLnSpc="1">
            <a:normAutofit/>
          </a:bodyPr>
          <a:lst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700" dirty="0"/>
              <a:t>Phase I and II : To manage pain and inflammation, restore nerve root mobility, begin re stabilisation and re conditioning, improve soft tissue mobility</a:t>
            </a:r>
          </a:p>
          <a:p>
            <a:r>
              <a:rPr lang="en-GB" sz="1700" dirty="0"/>
              <a:t>Phase III: To </a:t>
            </a:r>
            <a:r>
              <a:rPr lang="en-US" sz="1700" dirty="0"/>
              <a:t>return to work with modified duties while independently progressing through a structured exercise, stabilization, and cardiovascular program—focusing on proper technique, gradual strengthening, and functional improvement rather than pain levels.</a:t>
            </a:r>
          </a:p>
          <a:p>
            <a:r>
              <a:rPr lang="en-US" sz="1700" dirty="0"/>
              <a:t>Phase IV:  Full restoration of pre-injury function by independently continuing their conditioning and stabilization program,  and progressing to activity-specific strength, agility, and sport drills tailored to their goals.</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31393690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7F384-B94C-2D63-B5E9-F7DAD095D085}"/>
              </a:ext>
            </a:extLst>
          </p:cNvPr>
          <p:cNvSpPr>
            <a:spLocks noGrp="1"/>
          </p:cNvSpPr>
          <p:nvPr>
            <p:ph type="title"/>
          </p:nvPr>
        </p:nvSpPr>
        <p:spPr>
          <a:xfrm>
            <a:off x="177188" y="6222426"/>
            <a:ext cx="10515600" cy="462576"/>
          </a:xfrm>
        </p:spPr>
        <p:txBody>
          <a:bodyPr/>
          <a:lstStyle/>
          <a:p>
            <a:r>
              <a:rPr lang="en-GB" sz="1400" dirty="0"/>
              <a:t>Overview of </a:t>
            </a:r>
            <a:r>
              <a:rPr lang="en-GB" sz="1400" dirty="0" err="1"/>
              <a:t>inerventins</a:t>
            </a:r>
            <a:r>
              <a:rPr lang="en-GB" sz="1400" dirty="0"/>
              <a:t> endorsed for non-specific low back pain in evidence –based clinical practice Guidelines (Danish, US and UK guidelines</a:t>
            </a:r>
          </a:p>
        </p:txBody>
      </p:sp>
      <p:pic>
        <p:nvPicPr>
          <p:cNvPr id="7" name="Content Placeholder 6" descr="A table with text on it&#10;&#10;AI-generated content may be incorrect.">
            <a:extLst>
              <a:ext uri="{FF2B5EF4-FFF2-40B4-BE49-F238E27FC236}">
                <a16:creationId xmlns:a16="http://schemas.microsoft.com/office/drawing/2014/main" id="{C82376E4-CA1B-C2BC-F68F-A2BCCA555ED8}"/>
              </a:ext>
            </a:extLst>
          </p:cNvPr>
          <p:cNvPicPr>
            <a:picLocks noGrp="1" noChangeAspect="1"/>
          </p:cNvPicPr>
          <p:nvPr>
            <p:ph idx="1"/>
          </p:nvPr>
        </p:nvPicPr>
        <p:blipFill>
          <a:blip r:embed="rId3"/>
          <a:stretch>
            <a:fillRect/>
          </a:stretch>
        </p:blipFill>
        <p:spPr bwMode="auto">
          <a:xfrm>
            <a:off x="3741" y="1225373"/>
            <a:ext cx="5378930" cy="482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A chart of a patient&amp;#39;s pain&#10;&#10;AI-generated content may be incorrect.">
            <a:extLst>
              <a:ext uri="{FF2B5EF4-FFF2-40B4-BE49-F238E27FC236}">
                <a16:creationId xmlns:a16="http://schemas.microsoft.com/office/drawing/2014/main" id="{35813B30-6929-148C-0D3D-D5ACC2FED5DE}"/>
              </a:ext>
            </a:extLst>
          </p:cNvPr>
          <p:cNvPicPr>
            <a:picLocks noChangeAspect="1"/>
          </p:cNvPicPr>
          <p:nvPr/>
        </p:nvPicPr>
        <p:blipFill>
          <a:blip r:embed="rId4"/>
          <a:stretch>
            <a:fillRect/>
          </a:stretch>
        </p:blipFill>
        <p:spPr>
          <a:xfrm>
            <a:off x="5385249" y="1228369"/>
            <a:ext cx="6221348" cy="4826578"/>
          </a:xfrm>
          <a:prstGeom prst="rect">
            <a:avLst/>
          </a:prstGeom>
        </p:spPr>
      </p:pic>
      <p:pic>
        <p:nvPicPr>
          <p:cNvPr id="9" name="Picture 8" descr="A close-up of a sign&#10;&#10;AI-generated content may be incorrect.">
            <a:extLst>
              <a:ext uri="{FF2B5EF4-FFF2-40B4-BE49-F238E27FC236}">
                <a16:creationId xmlns:a16="http://schemas.microsoft.com/office/drawing/2014/main" id="{3A9909F5-37B7-B5B3-7E1C-CF6B136BC425}"/>
              </a:ext>
            </a:extLst>
          </p:cNvPr>
          <p:cNvPicPr>
            <a:picLocks noChangeAspect="1"/>
          </p:cNvPicPr>
          <p:nvPr/>
        </p:nvPicPr>
        <p:blipFill>
          <a:blip r:embed="rId5"/>
          <a:stretch>
            <a:fillRect/>
          </a:stretch>
        </p:blipFill>
        <p:spPr>
          <a:xfrm>
            <a:off x="-407" y="9949"/>
            <a:ext cx="12191311" cy="1218168"/>
          </a:xfrm>
          <a:prstGeom prst="rect">
            <a:avLst/>
          </a:prstGeom>
        </p:spPr>
      </p:pic>
    </p:spTree>
    <p:extLst>
      <p:ext uri="{BB962C8B-B14F-4D97-AF65-F5344CB8AC3E}">
        <p14:creationId xmlns:p14="http://schemas.microsoft.com/office/powerpoint/2010/main" val="428033795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2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41134-BEDA-8C28-EAD3-330C7799619B}"/>
              </a:ext>
            </a:extLst>
          </p:cNvPr>
          <p:cNvSpPr txBox="1">
            <a:spLocks noGrp="1"/>
          </p:cNvSpPr>
          <p:nvPr>
            <p:ph type="title"/>
          </p:nvPr>
        </p:nvSpPr>
        <p:spPr>
          <a:xfrm>
            <a:off x="845309" y="704694"/>
            <a:ext cx="10515600" cy="523457"/>
          </a:xfrm>
        </p:spPr>
        <p:txBody>
          <a:bodyPr>
            <a:normAutofit/>
          </a:bodyPr>
          <a:lstStyle/>
          <a:p>
            <a:pPr lvl="0"/>
            <a:r>
              <a:rPr lang="en-US" sz="2800" dirty="0"/>
              <a:t>Prognosis</a:t>
            </a:r>
          </a:p>
        </p:txBody>
      </p:sp>
      <p:sp>
        <p:nvSpPr>
          <p:cNvPr id="3" name="Content Placeholder 2">
            <a:extLst>
              <a:ext uri="{FF2B5EF4-FFF2-40B4-BE49-F238E27FC236}">
                <a16:creationId xmlns:a16="http://schemas.microsoft.com/office/drawing/2014/main" id="{ECA778B1-C817-D748-D31C-3A24BAF33913}"/>
              </a:ext>
            </a:extLst>
          </p:cNvPr>
          <p:cNvSpPr txBox="1">
            <a:spLocks noGrp="1"/>
          </p:cNvSpPr>
          <p:nvPr>
            <p:ph idx="1"/>
          </p:nvPr>
        </p:nvSpPr>
        <p:spPr>
          <a:xfrm>
            <a:off x="535274" y="1879900"/>
            <a:ext cx="4917661" cy="3098199"/>
          </a:xfrm>
        </p:spPr>
        <p:txBody>
          <a:bodyPr/>
          <a:lstStyle/>
          <a:p>
            <a:pPr lvl="0"/>
            <a:r>
              <a:rPr lang="en-US" sz="1600" dirty="0">
                <a:solidFill>
                  <a:srgbClr val="0E0E0E"/>
                </a:solidFill>
              </a:rPr>
              <a:t>Most people with </a:t>
            </a:r>
            <a:r>
              <a:rPr lang="en-US" sz="1600" dirty="0">
                <a:solidFill>
                  <a:srgbClr val="4EA72E"/>
                </a:solidFill>
              </a:rPr>
              <a:t>non‑specific low back pain</a:t>
            </a:r>
            <a:r>
              <a:rPr lang="en-US" sz="1600" dirty="0">
                <a:solidFill>
                  <a:srgbClr val="FF0000"/>
                </a:solidFill>
              </a:rPr>
              <a:t> </a:t>
            </a:r>
            <a:r>
              <a:rPr lang="en-US" sz="1600" dirty="0">
                <a:solidFill>
                  <a:srgbClr val="0E0E0E"/>
                </a:solidFill>
              </a:rPr>
              <a:t>recover within a few weeks, making it a self‑limiting condition</a:t>
            </a:r>
            <a:endParaRPr lang="en-US" sz="1600" dirty="0"/>
          </a:p>
          <a:p>
            <a:pPr lvl="0"/>
            <a:r>
              <a:rPr lang="en-US" sz="1600" dirty="0">
                <a:solidFill>
                  <a:srgbClr val="0E0E0E"/>
                </a:solidFill>
              </a:rPr>
              <a:t>Recurrences are common, and many experience </a:t>
            </a:r>
            <a:r>
              <a:rPr lang="en-US" sz="1600" dirty="0">
                <a:solidFill>
                  <a:srgbClr val="4EA72E"/>
                </a:solidFill>
              </a:rPr>
              <a:t>repeated acute‑on‑chronic episodes</a:t>
            </a:r>
            <a:r>
              <a:rPr lang="en-US" sz="1600" dirty="0">
                <a:solidFill>
                  <a:srgbClr val="0E0E0E"/>
                </a:solidFill>
              </a:rPr>
              <a:t> </a:t>
            </a:r>
          </a:p>
          <a:p>
            <a:pPr lvl="0"/>
            <a:r>
              <a:rPr lang="en-US" sz="1600" dirty="0">
                <a:solidFill>
                  <a:srgbClr val="0E0E0E"/>
                </a:solidFill>
              </a:rPr>
              <a:t>The median recovery time was 58 days for pain and 31 days for function, with 72% fully recovered by 12 months </a:t>
            </a:r>
            <a:endParaRPr lang="en-US" sz="1600" dirty="0"/>
          </a:p>
          <a:p>
            <a:pPr lvl="0"/>
            <a:endParaRPr lang="en-US" sz="2400" dirty="0">
              <a:solidFill>
                <a:srgbClr val="0E0E0E"/>
              </a:solidFill>
            </a:endParaRPr>
          </a:p>
          <a:p>
            <a:pPr lvl="0"/>
            <a:endParaRPr lang="en-US" sz="1200" b="1" dirty="0">
              <a:solidFill>
                <a:srgbClr val="0E0E0E"/>
              </a:solidFill>
            </a:endParaRPr>
          </a:p>
        </p:txBody>
      </p:sp>
      <p:sp>
        <p:nvSpPr>
          <p:cNvPr id="4" name="Content Placeholder 2">
            <a:extLst>
              <a:ext uri="{FF2B5EF4-FFF2-40B4-BE49-F238E27FC236}">
                <a16:creationId xmlns:a16="http://schemas.microsoft.com/office/drawing/2014/main" id="{722A7C10-2380-E65B-9494-636E13C2903B}"/>
              </a:ext>
            </a:extLst>
          </p:cNvPr>
          <p:cNvSpPr txBox="1"/>
          <p:nvPr/>
        </p:nvSpPr>
        <p:spPr>
          <a:xfrm>
            <a:off x="6879783" y="1879900"/>
            <a:ext cx="4481126" cy="3911892"/>
          </a:xfrm>
          <a:prstGeom prst="rect">
            <a:avLst/>
          </a:prstGeom>
          <a:noFill/>
          <a:ln cap="flat">
            <a:noFill/>
          </a:ln>
        </p:spPr>
        <p:txBody>
          <a:bodyPr vert="horz" wrap="square" lIns="91440" tIns="45720" rIns="91440" bIns="45720" anchor="t" anchorCtr="0" compatLnSpc="1">
            <a:noAutofit/>
          </a:bodyPr>
          <a:lstStyle/>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endParaRPr lang="en-US" sz="2400" b="0" i="0" u="none" strike="noStrike" kern="1200" cap="none" spc="0" baseline="0" dirty="0">
              <a:solidFill>
                <a:srgbClr val="0E0E0E"/>
              </a:solidFill>
              <a:uFillTx/>
              <a:latin typeface="Aptos"/>
            </a:endParaRPr>
          </a:p>
          <a:p>
            <a:pPr marL="0" marR="0" lvl="0" indent="0" algn="l" defTabSz="914400" rtl="0" fontAlgn="auto" hangingPunct="0">
              <a:lnSpc>
                <a:spcPct val="90000"/>
              </a:lnSpc>
              <a:spcBef>
                <a:spcPts val="1000"/>
              </a:spcBef>
              <a:spcAft>
                <a:spcPts val="0"/>
              </a:spcAft>
              <a:buNone/>
              <a:tabLst/>
              <a:defRPr sz="1800" b="0" i="0" u="none" strike="noStrike" kern="0" cap="none" spc="0" baseline="0">
                <a:solidFill>
                  <a:srgbClr val="000000"/>
                </a:solidFill>
                <a:uFillTx/>
              </a:defRPr>
            </a:pPr>
            <a:r>
              <a:rPr lang="en-US" sz="1600" b="0" i="0" u="none" strike="noStrike" kern="1200" cap="none" spc="0" baseline="0" dirty="0">
                <a:solidFill>
                  <a:srgbClr val="4EA72E"/>
                </a:solidFill>
                <a:uFillTx/>
                <a:latin typeface="Aptos"/>
              </a:rPr>
              <a:t>Complication</a:t>
            </a:r>
          </a:p>
          <a:p>
            <a:pPr marL="342900" marR="0" lvl="0" indent="-342900" algn="l" defTabSz="914400" rtl="0" fontAlgn="auto" hangingPunct="0">
              <a:lnSpc>
                <a:spcPct val="90000"/>
              </a:lnSpc>
              <a:spcBef>
                <a:spcPts val="100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US" sz="1600" i="0" u="none" strike="noStrike" kern="1200" cap="none" spc="0" baseline="0" dirty="0">
                <a:solidFill>
                  <a:srgbClr val="000000"/>
                </a:solidFill>
                <a:uFillTx/>
                <a:latin typeface="Aptos"/>
              </a:rPr>
              <a:t>Impact on daily activities including Work</a:t>
            </a:r>
            <a:endParaRPr lang="en-US" sz="1600" i="0" u="none" strike="noStrike" kern="1200" cap="none" spc="0" baseline="0" dirty="0">
              <a:solidFill>
                <a:srgbClr val="0E0E0E"/>
              </a:solidFill>
              <a:uFillTx/>
              <a:latin typeface="Aptos"/>
            </a:endParaRPr>
          </a:p>
          <a:p>
            <a:pPr marL="342900" marR="0" lvl="0" indent="-342900" algn="l" defTabSz="914400" rtl="0" fontAlgn="auto" hangingPunct="0">
              <a:lnSpc>
                <a:spcPct val="90000"/>
              </a:lnSpc>
              <a:spcBef>
                <a:spcPts val="100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US" sz="1600" i="0" u="none" strike="noStrike" kern="1200" cap="none" spc="0" baseline="0" dirty="0">
                <a:solidFill>
                  <a:srgbClr val="000000"/>
                </a:solidFill>
                <a:uFillTx/>
                <a:latin typeface="Aptos"/>
              </a:rPr>
              <a:t>Study</a:t>
            </a:r>
            <a:endParaRPr lang="en-US" sz="1600" i="0" u="none" strike="noStrike" kern="1200" cap="none" spc="0" baseline="0" dirty="0">
              <a:solidFill>
                <a:srgbClr val="0E0E0E"/>
              </a:solidFill>
              <a:uFillTx/>
              <a:latin typeface="Aptos"/>
            </a:endParaRPr>
          </a:p>
          <a:p>
            <a:pPr marL="342900" marR="0" lvl="0" indent="-342900" algn="l" defTabSz="914400" rtl="0" fontAlgn="auto" hangingPunct="0">
              <a:lnSpc>
                <a:spcPct val="90000"/>
              </a:lnSpc>
              <a:spcBef>
                <a:spcPts val="100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US" sz="1600" i="0" u="none" strike="noStrike" kern="1200" cap="none" spc="0" baseline="0" dirty="0" err="1">
                <a:solidFill>
                  <a:srgbClr val="000000"/>
                </a:solidFill>
                <a:uFillTx/>
                <a:latin typeface="Aptos"/>
              </a:rPr>
              <a:t>Leisures</a:t>
            </a:r>
            <a:endParaRPr lang="en-US" sz="1600" i="0" u="none" strike="noStrike" kern="1200" cap="none" spc="0" baseline="0" dirty="0">
              <a:solidFill>
                <a:srgbClr val="0E0E0E"/>
              </a:solidFill>
              <a:uFillTx/>
              <a:latin typeface="Aptos"/>
            </a:endParaRPr>
          </a:p>
          <a:p>
            <a:pPr marL="342900" marR="0" lvl="0" indent="-342900" algn="l" defTabSz="914400" rtl="0" fontAlgn="auto" hangingPunct="0">
              <a:lnSpc>
                <a:spcPct val="90000"/>
              </a:lnSpc>
              <a:spcBef>
                <a:spcPts val="100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US" sz="1600" i="0" u="none" strike="noStrike" kern="1200" cap="none" spc="0" baseline="0" dirty="0">
                <a:solidFill>
                  <a:srgbClr val="000000"/>
                </a:solidFill>
                <a:uFillTx/>
                <a:latin typeface="Aptos"/>
              </a:rPr>
              <a:t>Sleep</a:t>
            </a:r>
            <a:endParaRPr lang="en-US" sz="1600" i="0" u="none" strike="noStrike" kern="1200" cap="none" spc="0" baseline="0" dirty="0">
              <a:solidFill>
                <a:srgbClr val="0E0E0E"/>
              </a:solidFill>
              <a:uFillTx/>
              <a:latin typeface="Aptos"/>
            </a:endParaRPr>
          </a:p>
          <a:p>
            <a:pPr marL="342900" marR="0" lvl="0" indent="-342900" algn="l" defTabSz="914400" rtl="0" fontAlgn="auto" hangingPunct="0">
              <a:lnSpc>
                <a:spcPct val="90000"/>
              </a:lnSpc>
              <a:spcBef>
                <a:spcPts val="100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US" sz="1600" i="0" u="none" strike="noStrike" kern="1200" cap="none" spc="0" baseline="0" dirty="0">
                <a:solidFill>
                  <a:srgbClr val="000000"/>
                </a:solidFill>
                <a:uFillTx/>
                <a:latin typeface="Aptos"/>
              </a:rPr>
              <a:t>Depression</a:t>
            </a:r>
            <a:endParaRPr lang="en-US" sz="1600" i="0" u="none" strike="noStrike" kern="1200" cap="none" spc="0" baseline="0" dirty="0">
              <a:solidFill>
                <a:srgbClr val="0E0E0E"/>
              </a:solidFill>
              <a:uFillTx/>
              <a:latin typeface="Aptos"/>
            </a:endParaRPr>
          </a:p>
          <a:p>
            <a:pPr marL="342900" marR="0" lvl="0" indent="-342900" algn="l" defTabSz="914400" rtl="0" fontAlgn="auto" hangingPunct="0">
              <a:lnSpc>
                <a:spcPct val="90000"/>
              </a:lnSpc>
              <a:spcBef>
                <a:spcPts val="100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US" sz="1600" i="0" u="none" strike="noStrike" kern="1200" cap="none" spc="0" baseline="0" dirty="0">
                <a:solidFill>
                  <a:srgbClr val="000000"/>
                </a:solidFill>
                <a:uFillTx/>
                <a:latin typeface="Aptos"/>
              </a:rPr>
              <a:t>Anxiety, </a:t>
            </a:r>
            <a:endParaRPr lang="en-US" sz="1600" i="0" u="none" strike="noStrike" kern="1200" cap="none" spc="0" baseline="0" dirty="0">
              <a:solidFill>
                <a:srgbClr val="0E0E0E"/>
              </a:solidFill>
              <a:uFillTx/>
              <a:latin typeface="Aptos"/>
            </a:endParaRPr>
          </a:p>
          <a:p>
            <a:pPr marL="342900" marR="0" lvl="0" indent="-342900" algn="l" defTabSz="914400" rtl="0" fontAlgn="auto" hangingPunct="0">
              <a:lnSpc>
                <a:spcPct val="90000"/>
              </a:lnSpc>
              <a:spcBef>
                <a:spcPts val="100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US" sz="1600" i="0" u="none" strike="noStrike" kern="1200" cap="none" spc="0" baseline="0" dirty="0">
                <a:solidFill>
                  <a:srgbClr val="000000"/>
                </a:solidFill>
                <a:uFillTx/>
                <a:latin typeface="Aptos"/>
              </a:rPr>
              <a:t>Increase risk of falls </a:t>
            </a:r>
          </a:p>
          <a:p>
            <a:pPr marL="342900" marR="0" lvl="0" indent="-342900" algn="l" defTabSz="914400" rtl="0" fontAlgn="auto" hangingPunct="0">
              <a:lnSpc>
                <a:spcPct val="90000"/>
              </a:lnSpc>
              <a:spcBef>
                <a:spcPts val="100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US" sz="1600" i="0" u="none" strike="noStrike" kern="1200" cap="none" spc="0" baseline="0" dirty="0">
                <a:solidFill>
                  <a:srgbClr val="000000"/>
                </a:solidFill>
                <a:uFillTx/>
                <a:latin typeface="Aptos"/>
              </a:rPr>
              <a:t>Chronic pain</a:t>
            </a:r>
            <a:endParaRPr lang="en-US" sz="1600" i="0" u="none" strike="noStrike" kern="1200" cap="none" spc="0" baseline="0" dirty="0">
              <a:solidFill>
                <a:srgbClr val="0E0E0E"/>
              </a:solidFill>
              <a:uFillTx/>
              <a:latin typeface="Aptos"/>
            </a:endParaRPr>
          </a:p>
          <a:p>
            <a:pPr marL="228600" marR="0" lvl="0" indent="-228600" algn="l" defTabSz="914400" rtl="0" fontAlgn="auto" hangingPunct="0">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endParaRPr lang="en-US" sz="1200" b="1" i="0" u="none" strike="noStrike" kern="1200" cap="none" spc="0" baseline="0" dirty="0">
              <a:solidFill>
                <a:srgbClr val="0E0E0E"/>
              </a:solidFill>
              <a:uFillTx/>
              <a:latin typeface="Aptos"/>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467CDA6-253D-0AC5-5B43-5D98FF8211CE}"/>
              </a:ext>
            </a:extLst>
          </p:cNvPr>
          <p:cNvPicPr>
            <a:picLocks noChangeAspect="1"/>
          </p:cNvPicPr>
          <p:nvPr/>
        </p:nvPicPr>
        <p:blipFill>
          <a:blip r:embed="rId3"/>
          <a:stretch>
            <a:fillRect/>
          </a:stretch>
        </p:blipFill>
        <p:spPr>
          <a:xfrm>
            <a:off x="0" y="0"/>
            <a:ext cx="6141720" cy="3494362"/>
          </a:xfrm>
          <a:prstGeom prst="rect">
            <a:avLst/>
          </a:prstGeom>
        </p:spPr>
      </p:pic>
      <p:pic>
        <p:nvPicPr>
          <p:cNvPr id="7" name="Content Placeholder 6">
            <a:extLst>
              <a:ext uri="{FF2B5EF4-FFF2-40B4-BE49-F238E27FC236}">
                <a16:creationId xmlns:a16="http://schemas.microsoft.com/office/drawing/2014/main" id="{38991950-6477-DD47-6067-B31E71061DBE}"/>
              </a:ext>
            </a:extLst>
          </p:cNvPr>
          <p:cNvPicPr>
            <a:picLocks noGrp="1" noChangeAspect="1"/>
          </p:cNvPicPr>
          <p:nvPr>
            <p:ph idx="1"/>
          </p:nvPr>
        </p:nvPicPr>
        <p:blipFill>
          <a:blip r:embed="rId4"/>
          <a:stretch>
            <a:fillRect/>
          </a:stretch>
        </p:blipFill>
        <p:spPr>
          <a:xfrm>
            <a:off x="457201" y="4244846"/>
            <a:ext cx="5426764" cy="1533060"/>
          </a:xfrm>
          <a:prstGeom prst="rect">
            <a:avLst/>
          </a:prstGeom>
          <a:noFill/>
        </p:spPr>
      </p:pic>
      <p:sp>
        <p:nvSpPr>
          <p:cNvPr id="12" name="Rectangle 11">
            <a:extLst>
              <a:ext uri="{FF2B5EF4-FFF2-40B4-BE49-F238E27FC236}">
                <a16:creationId xmlns:a16="http://schemas.microsoft.com/office/drawing/2014/main" id="{799448F2-0E5B-42DA-B2D1-11A14E947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280" y="0"/>
            <a:ext cx="9144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E8A7552-20E1-4F34-ADAB-C1DB6634D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85653BB-49D5-6AE1-066B-E1451F855760}"/>
              </a:ext>
            </a:extLst>
          </p:cNvPr>
          <p:cNvPicPr>
            <a:picLocks noChangeAspect="1"/>
          </p:cNvPicPr>
          <p:nvPr/>
        </p:nvPicPr>
        <p:blipFill>
          <a:blip r:embed="rId5"/>
          <a:stretch>
            <a:fillRect/>
          </a:stretch>
        </p:blipFill>
        <p:spPr>
          <a:xfrm>
            <a:off x="6141720" y="377952"/>
            <a:ext cx="6050280" cy="5145024"/>
          </a:xfrm>
          <a:prstGeom prst="rect">
            <a:avLst/>
          </a:prstGeom>
        </p:spPr>
      </p:pic>
    </p:spTree>
    <p:extLst>
      <p:ext uri="{BB962C8B-B14F-4D97-AF65-F5344CB8AC3E}">
        <p14:creationId xmlns:p14="http://schemas.microsoft.com/office/powerpoint/2010/main" val="314878207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10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7AE78-5676-E2E3-11A3-A7E2B6494F18}"/>
              </a:ext>
            </a:extLst>
          </p:cNvPr>
          <p:cNvSpPr txBox="1">
            <a:spLocks noGrp="1"/>
          </p:cNvSpPr>
          <p:nvPr>
            <p:ph type="title"/>
          </p:nvPr>
        </p:nvSpPr>
        <p:spPr>
          <a:xfrm>
            <a:off x="440631" y="144255"/>
            <a:ext cx="10515600" cy="817565"/>
          </a:xfrm>
        </p:spPr>
        <p:txBody>
          <a:bodyPr/>
          <a:lstStyle/>
          <a:p>
            <a:pPr lvl="0"/>
            <a:r>
              <a:rPr lang="en-US" sz="3200" dirty="0"/>
              <a:t>  </a:t>
            </a:r>
            <a:r>
              <a:rPr lang="en-US" sz="2800" dirty="0"/>
              <a:t>Tips for healthy back</a:t>
            </a:r>
          </a:p>
        </p:txBody>
      </p:sp>
      <p:sp>
        <p:nvSpPr>
          <p:cNvPr id="3" name="Content Placeholder 2">
            <a:extLst>
              <a:ext uri="{FF2B5EF4-FFF2-40B4-BE49-F238E27FC236}">
                <a16:creationId xmlns:a16="http://schemas.microsoft.com/office/drawing/2014/main" id="{9A8AB82C-4EFC-6B20-4EF3-5A6885785EDD}"/>
              </a:ext>
            </a:extLst>
          </p:cNvPr>
          <p:cNvSpPr txBox="1">
            <a:spLocks noGrp="1"/>
          </p:cNvSpPr>
          <p:nvPr>
            <p:ph idx="1"/>
          </p:nvPr>
        </p:nvSpPr>
        <p:spPr>
          <a:xfrm>
            <a:off x="1324115" y="1163016"/>
            <a:ext cx="9632125" cy="4351336"/>
          </a:xfrm>
        </p:spPr>
        <p:txBody>
          <a:bodyPr>
            <a:normAutofit/>
          </a:bodyPr>
          <a:lstStyle/>
          <a:p>
            <a:pPr lvl="0"/>
            <a:r>
              <a:rPr lang="en-US" sz="1700" dirty="0"/>
              <a:t>Exercise regularly </a:t>
            </a:r>
          </a:p>
          <a:p>
            <a:pPr lvl="0"/>
            <a:r>
              <a:rPr lang="en-US" sz="1700" dirty="0"/>
              <a:t>Stay active </a:t>
            </a:r>
          </a:p>
          <a:p>
            <a:pPr lvl="0"/>
            <a:r>
              <a:rPr lang="en-US" sz="1700" dirty="0"/>
              <a:t>Lift correctly </a:t>
            </a:r>
          </a:p>
          <a:p>
            <a:pPr lvl="0"/>
            <a:r>
              <a:rPr lang="en-US" sz="1700" dirty="0"/>
              <a:t>Maintain a healthy lifestyle</a:t>
            </a:r>
          </a:p>
          <a:p>
            <a:pPr lvl="0"/>
            <a:r>
              <a:rPr lang="en-US" sz="1700" dirty="0"/>
              <a:t>Use pain relief when needed </a:t>
            </a:r>
          </a:p>
          <a:p>
            <a:pPr lvl="0"/>
            <a:r>
              <a:rPr lang="en-US" sz="1700" dirty="0"/>
              <a:t>Adapt your work environment </a:t>
            </a:r>
          </a:p>
          <a:p>
            <a:pPr lvl="0"/>
            <a:r>
              <a:rPr lang="en-US" sz="1700" dirty="0"/>
              <a:t>Use a rucksack-avoid one sided bag </a:t>
            </a:r>
          </a:p>
          <a:p>
            <a:pPr lvl="0"/>
            <a:r>
              <a:rPr lang="en-US" sz="1700" dirty="0"/>
              <a:t>Maintain good posture Sit properly</a:t>
            </a:r>
          </a:p>
          <a:p>
            <a:pPr lvl="0"/>
            <a:r>
              <a:rPr lang="en-US" sz="1700" dirty="0"/>
              <a:t>Use chair with back rest and sit with your feet flat on the floor, change sitting position regularly </a:t>
            </a:r>
          </a:p>
          <a:p>
            <a:pPr lvl="0"/>
            <a:r>
              <a:rPr lang="en-US" sz="1700" dirty="0"/>
              <a:t>Communicate at work </a:t>
            </a:r>
          </a:p>
          <a:p>
            <a:pPr lvl="0"/>
            <a:endParaRPr 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B2AD4B-AFD5-AA34-04B7-38DE5493099E}"/>
              </a:ext>
            </a:extLst>
          </p:cNvPr>
          <p:cNvSpPr>
            <a:spLocks noGrp="1"/>
          </p:cNvSpPr>
          <p:nvPr>
            <p:ph type="title"/>
          </p:nvPr>
        </p:nvSpPr>
        <p:spPr>
          <a:xfrm>
            <a:off x="838200" y="365125"/>
            <a:ext cx="10515600" cy="1325563"/>
          </a:xfrm>
        </p:spPr>
        <p:txBody>
          <a:bodyPr>
            <a:normAutofit/>
          </a:bodyPr>
          <a:lstStyle/>
          <a:p>
            <a:r>
              <a:rPr lang="en-GB" sz="2800" dirty="0"/>
              <a:t>Safety netting</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F3A59DB-355C-848B-C113-65C1E0194B5C}"/>
              </a:ext>
            </a:extLst>
          </p:cNvPr>
          <p:cNvSpPr>
            <a:spLocks noGrp="1"/>
          </p:cNvSpPr>
          <p:nvPr>
            <p:ph idx="1"/>
          </p:nvPr>
        </p:nvSpPr>
        <p:spPr>
          <a:xfrm>
            <a:off x="838200" y="1929384"/>
            <a:ext cx="10515600" cy="2904883"/>
          </a:xfrm>
        </p:spPr>
        <p:txBody>
          <a:bodyPr>
            <a:normAutofit/>
          </a:bodyPr>
          <a:lstStyle/>
          <a:p>
            <a:r>
              <a:rPr lang="en-GB" sz="1600" dirty="0"/>
              <a:t>Vital component of healthcare provision</a:t>
            </a:r>
          </a:p>
          <a:p>
            <a:r>
              <a:rPr lang="en-GB" sz="1600" dirty="0"/>
              <a:t>Receiving increased attention worldwide</a:t>
            </a:r>
          </a:p>
          <a:p>
            <a:r>
              <a:rPr lang="en-GB" sz="1600" dirty="0"/>
              <a:t>1-2% consultation may lead to harm in primary care</a:t>
            </a:r>
          </a:p>
          <a:p>
            <a:r>
              <a:rPr lang="en-US" sz="1600" dirty="0"/>
              <a:t>Process of advising patients what to do if their condition fails to improve, worsens, or new symptoms appear</a:t>
            </a:r>
          </a:p>
          <a:p>
            <a:r>
              <a:rPr lang="en-US" sz="1600" dirty="0"/>
              <a:t>Helps to manage diagnostic uncertainty</a:t>
            </a:r>
          </a:p>
          <a:p>
            <a:r>
              <a:rPr lang="en-US" sz="1600" dirty="0"/>
              <a:t>Effective safety netting include clear advice, written or verbal, with specific warning signs and follow up plans</a:t>
            </a:r>
          </a:p>
          <a:p>
            <a:pPr marL="0" indent="0">
              <a:buNone/>
            </a:pPr>
            <a:endParaRPr lang="en-GB" sz="2200" dirty="0"/>
          </a:p>
        </p:txBody>
      </p:sp>
    </p:spTree>
    <p:extLst>
      <p:ext uri="{BB962C8B-B14F-4D97-AF65-F5344CB8AC3E}">
        <p14:creationId xmlns:p14="http://schemas.microsoft.com/office/powerpoint/2010/main" val="79225580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AB3B4-63CC-488C-874B-B8803496C010}"/>
              </a:ext>
            </a:extLst>
          </p:cNvPr>
          <p:cNvSpPr>
            <a:spLocks noGrp="1"/>
          </p:cNvSpPr>
          <p:nvPr>
            <p:ph type="title"/>
          </p:nvPr>
        </p:nvSpPr>
        <p:spPr/>
        <p:txBody>
          <a:bodyPr>
            <a:normAutofit/>
          </a:bodyPr>
          <a:lstStyle/>
          <a:p>
            <a:r>
              <a:rPr lang="en-GB" sz="2800" dirty="0">
                <a:latin typeface="+mn-lt"/>
              </a:rPr>
              <a:t>Outcome measures</a:t>
            </a:r>
          </a:p>
        </p:txBody>
      </p:sp>
      <p:sp>
        <p:nvSpPr>
          <p:cNvPr id="3" name="Content Placeholder 2">
            <a:extLst>
              <a:ext uri="{FF2B5EF4-FFF2-40B4-BE49-F238E27FC236}">
                <a16:creationId xmlns:a16="http://schemas.microsoft.com/office/drawing/2014/main" id="{5399222C-E6AC-3418-3BBC-A395D7AD0BF8}"/>
              </a:ext>
            </a:extLst>
          </p:cNvPr>
          <p:cNvSpPr>
            <a:spLocks noGrp="1"/>
          </p:cNvSpPr>
          <p:nvPr>
            <p:ph idx="1"/>
          </p:nvPr>
        </p:nvSpPr>
        <p:spPr>
          <a:xfrm>
            <a:off x="838203" y="1825627"/>
            <a:ext cx="10515600" cy="3182791"/>
          </a:xfrm>
        </p:spPr>
        <p:txBody>
          <a:bodyPr/>
          <a:lstStyle/>
          <a:p>
            <a:r>
              <a:rPr lang="en-GB" sz="1600" dirty="0"/>
              <a:t>It is a tool used to assess a patient’s current status</a:t>
            </a:r>
          </a:p>
          <a:p>
            <a:r>
              <a:rPr lang="en-GB" sz="1600" dirty="0"/>
              <a:t>It provide a score, an interpretation of results and risk categorization as times</a:t>
            </a:r>
          </a:p>
          <a:p>
            <a:r>
              <a:rPr lang="en-GB" sz="1600" dirty="0"/>
              <a:t>Common outcome measures: </a:t>
            </a:r>
          </a:p>
          <a:p>
            <a:pPr>
              <a:buFont typeface="Wingdings" panose="05000000000000000000" pitchFamily="2" charset="2"/>
              <a:buChar char="ü"/>
            </a:pPr>
            <a:r>
              <a:rPr lang="en-GB" sz="1600" dirty="0"/>
              <a:t>Function-Oswestry Disability index</a:t>
            </a:r>
          </a:p>
          <a:p>
            <a:pPr>
              <a:buFont typeface="Wingdings" panose="05000000000000000000" pitchFamily="2" charset="2"/>
              <a:buChar char="ü"/>
            </a:pPr>
            <a:r>
              <a:rPr lang="en-GB" sz="1600" dirty="0"/>
              <a:t>Pain-Visual Analogue Scale, Numeric pain Rating Scale, McGill pain questionnaire</a:t>
            </a:r>
          </a:p>
          <a:p>
            <a:pPr>
              <a:buFont typeface="Wingdings" panose="05000000000000000000" pitchFamily="2" charset="2"/>
              <a:buChar char="ü"/>
            </a:pPr>
            <a:r>
              <a:rPr lang="en-GB" sz="1600" dirty="0"/>
              <a:t>Psychosocial: Fear Avoidance Beliefs Questionnaire</a:t>
            </a:r>
          </a:p>
          <a:p>
            <a:endParaRPr lang="en-GB" dirty="0"/>
          </a:p>
        </p:txBody>
      </p:sp>
    </p:spTree>
    <p:extLst>
      <p:ext uri="{BB962C8B-B14F-4D97-AF65-F5344CB8AC3E}">
        <p14:creationId xmlns:p14="http://schemas.microsoft.com/office/powerpoint/2010/main" val="249659926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10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50D64-36B9-1AB3-5F14-D42A96219D7E}"/>
              </a:ext>
            </a:extLst>
          </p:cNvPr>
          <p:cNvSpPr txBox="1">
            <a:spLocks noGrp="1"/>
          </p:cNvSpPr>
          <p:nvPr>
            <p:ph type="title"/>
          </p:nvPr>
        </p:nvSpPr>
        <p:spPr>
          <a:xfrm>
            <a:off x="933178" y="488373"/>
            <a:ext cx="10515600" cy="643774"/>
          </a:xfrm>
        </p:spPr>
        <p:txBody>
          <a:bodyPr>
            <a:normAutofit/>
          </a:bodyPr>
          <a:lstStyle/>
          <a:p>
            <a:pPr lvl="0"/>
            <a:r>
              <a:rPr lang="en-US" sz="2800" dirty="0">
                <a:latin typeface="Aptos"/>
              </a:rPr>
              <a:t>Take-Home Messages</a:t>
            </a:r>
            <a:endParaRPr lang="en-US" sz="2800" dirty="0"/>
          </a:p>
        </p:txBody>
      </p:sp>
      <p:sp>
        <p:nvSpPr>
          <p:cNvPr id="3" name="Content Placeholder 2">
            <a:extLst>
              <a:ext uri="{FF2B5EF4-FFF2-40B4-BE49-F238E27FC236}">
                <a16:creationId xmlns:a16="http://schemas.microsoft.com/office/drawing/2014/main" id="{34673CAA-09AD-BCFC-083E-846FE0004A05}"/>
              </a:ext>
            </a:extLst>
          </p:cNvPr>
          <p:cNvSpPr txBox="1">
            <a:spLocks noGrp="1"/>
          </p:cNvSpPr>
          <p:nvPr>
            <p:ph idx="1"/>
          </p:nvPr>
        </p:nvSpPr>
        <p:spPr>
          <a:xfrm>
            <a:off x="800100" y="1756065"/>
            <a:ext cx="11397263" cy="2888671"/>
          </a:xfrm>
        </p:spPr>
        <p:txBody>
          <a:bodyPr/>
          <a:lstStyle/>
          <a:p>
            <a:r>
              <a:rPr lang="en-US" sz="1600" dirty="0"/>
              <a:t>Back pain is common but requires careful assessment to identify serious or treatable causes.</a:t>
            </a:r>
          </a:p>
          <a:p>
            <a:pPr lvl="0"/>
            <a:r>
              <a:rPr lang="en-US" sz="1600" dirty="0"/>
              <a:t>Differentiate between mechanical, non-mechanical, inflammatory, radicular, and visceral sources.</a:t>
            </a:r>
          </a:p>
          <a:p>
            <a:pPr lvl="0"/>
            <a:r>
              <a:rPr lang="en-US" sz="1600" dirty="0"/>
              <a:t>Red flags (e.g. bowel or bladder dysfunction, weight loss, fever, night pain) must prompt further investigation for conditions like cancer or infection or CES.</a:t>
            </a:r>
          </a:p>
          <a:p>
            <a:pPr lvl="0"/>
            <a:r>
              <a:rPr lang="en-US" sz="1600" dirty="0"/>
              <a:t>Sciatica and radiculopathy often involve nerve root irritation – assess with focused history and special tests.</a:t>
            </a:r>
          </a:p>
          <a:p>
            <a:pPr lvl="0"/>
            <a:r>
              <a:rPr lang="en-US" sz="1600" dirty="0"/>
              <a:t>Most mechanical back pain improves with activity, education, and reassurance.</a:t>
            </a:r>
          </a:p>
          <a:p>
            <a:pPr lvl="0"/>
            <a:r>
              <a:rPr lang="en-US" sz="1600" dirty="0"/>
              <a:t>Multidisciplinary management – including physiotherapy, medication, and lifestyle – is key to optimal outcomes.</a:t>
            </a:r>
          </a:p>
          <a:p>
            <a:pPr lvl="0"/>
            <a:r>
              <a:rPr lang="en-US" sz="1600" dirty="0"/>
              <a:t>Always consider the patient’s function, not just their pain.</a:t>
            </a:r>
          </a:p>
          <a:p>
            <a:pPr lvl="0"/>
            <a:endParaRPr 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A184B8-5FC7-888B-8A77-FC113551C4B2}"/>
              </a:ext>
            </a:extLst>
          </p:cNvPr>
          <p:cNvSpPr>
            <a:spLocks noGrp="1"/>
          </p:cNvSpPr>
          <p:nvPr>
            <p:ph idx="1"/>
          </p:nvPr>
        </p:nvSpPr>
        <p:spPr>
          <a:xfrm>
            <a:off x="0" y="110836"/>
            <a:ext cx="12192000" cy="6747164"/>
          </a:xfrm>
        </p:spPr>
        <p:txBody>
          <a:bodyPr>
            <a:normAutofit fontScale="47500" lnSpcReduction="20000"/>
          </a:bodyPr>
          <a:lstStyle/>
          <a:p>
            <a:pPr marL="0" indent="0">
              <a:buNone/>
            </a:pPr>
            <a:r>
              <a:rPr lang="en-GB" sz="5100" dirty="0"/>
              <a:t>Reference list</a:t>
            </a:r>
          </a:p>
          <a:p>
            <a:r>
              <a:rPr lang="en-GB" sz="2900" dirty="0"/>
              <a:t>Abrahams, S. (2014). </a:t>
            </a:r>
            <a:r>
              <a:rPr lang="en-GB" sz="2900" i="1" dirty="0"/>
              <a:t>Musculoskeletal Medicine in Primary Care</a:t>
            </a:r>
            <a:r>
              <a:rPr lang="en-GB" sz="2900" dirty="0"/>
              <a:t>. Xlibris Corporation.</a:t>
            </a:r>
          </a:p>
          <a:p>
            <a:r>
              <a:rPr lang="en-GB" sz="2900" dirty="0"/>
              <a:t>Almeida, M., </a:t>
            </a:r>
            <a:r>
              <a:rPr lang="en-GB" sz="2900" dirty="0" err="1"/>
              <a:t>Saragiotto</a:t>
            </a:r>
            <a:r>
              <a:rPr lang="en-GB" sz="2900" dirty="0"/>
              <a:t>, B., Richards, B. and Maher, C.G. (2018). Primary care management of non-specific low back pain: key messages from recent clinical guidelines. </a:t>
            </a:r>
            <a:r>
              <a:rPr lang="en-GB" sz="2900" i="1" dirty="0"/>
              <a:t>Medical Journal of Australia</a:t>
            </a:r>
            <a:r>
              <a:rPr lang="en-GB" sz="2900" dirty="0"/>
              <a:t>, 208(6), pp.272–275. </a:t>
            </a:r>
            <a:r>
              <a:rPr lang="en-GB" sz="2900" dirty="0" err="1"/>
              <a:t>doi:https</a:t>
            </a:r>
            <a:r>
              <a:rPr lang="en-GB" sz="2900" dirty="0"/>
              <a:t>://doi.org/10.5694/mja17.01152.</a:t>
            </a:r>
          </a:p>
          <a:p>
            <a:r>
              <a:rPr lang="en-GB" sz="2900" dirty="0"/>
              <a:t>Atkins, E., Kerr, J. and </a:t>
            </a:r>
            <a:r>
              <a:rPr lang="en-GB" sz="2900" dirty="0" err="1"/>
              <a:t>Goodlad</a:t>
            </a:r>
            <a:r>
              <a:rPr lang="en-GB" sz="2900" dirty="0"/>
              <a:t>, E. (2015). </a:t>
            </a:r>
            <a:r>
              <a:rPr lang="en-GB" sz="2900" i="1" dirty="0"/>
              <a:t>A Practical Approach to Musculoskeletal Medicine E-Book</a:t>
            </a:r>
            <a:r>
              <a:rPr lang="en-GB" sz="2900" dirty="0"/>
              <a:t>. Elsevier Health Sciences.</a:t>
            </a:r>
          </a:p>
          <a:p>
            <a:r>
              <a:rPr lang="en-GB" sz="2900" dirty="0"/>
              <a:t>Atkins, E., Kerr, J. and </a:t>
            </a:r>
            <a:r>
              <a:rPr lang="en-GB" sz="2900" dirty="0" err="1"/>
              <a:t>Goodlad</a:t>
            </a:r>
            <a:r>
              <a:rPr lang="en-GB" sz="2900" dirty="0"/>
              <a:t>, E. (2016). </a:t>
            </a:r>
            <a:r>
              <a:rPr lang="en-GB" sz="2900" i="1" dirty="0"/>
              <a:t>A Practical Approach to Musculoskeletal Medicine : Assessment, Diagnosis, Treatment</a:t>
            </a:r>
            <a:r>
              <a:rPr lang="en-GB" sz="2900" dirty="0"/>
              <a:t>. Edinburgh: Elsevier.</a:t>
            </a:r>
          </a:p>
          <a:p>
            <a:r>
              <a:rPr lang="en-GB" sz="2900" dirty="0"/>
              <a:t>Baliga, S., Treon, K. and Craig, N.J.A. (2015). Low Back Pain: Current Surgical Approaches. </a:t>
            </a:r>
            <a:r>
              <a:rPr lang="en-GB" sz="2900" i="1" dirty="0"/>
              <a:t>Asian Spine Journal</a:t>
            </a:r>
            <a:r>
              <a:rPr lang="en-GB" sz="2900" dirty="0"/>
              <a:t>, 9(4), p.645. </a:t>
            </a:r>
            <a:r>
              <a:rPr lang="en-GB" sz="2900" dirty="0" err="1"/>
              <a:t>doi:https</a:t>
            </a:r>
            <a:r>
              <a:rPr lang="en-GB" sz="2900" dirty="0"/>
              <a:t>://doi.org/10.4184/asj.2015.9.4.645.</a:t>
            </a:r>
          </a:p>
          <a:p>
            <a:r>
              <a:rPr lang="en-GB" sz="2900" dirty="0"/>
              <a:t>Bateman, E.A., Fortin, C.D. and Guo, M. (2024). Musculoskeletal mimics of lumbosacral radiculopathy. </a:t>
            </a:r>
            <a:r>
              <a:rPr lang="en-GB" sz="2900" i="1" dirty="0"/>
              <a:t>Muscle &amp; nerve</a:t>
            </a:r>
            <a:r>
              <a:rPr lang="en-GB" sz="2900" dirty="0"/>
              <a:t>, 71(5). </a:t>
            </a:r>
            <a:r>
              <a:rPr lang="en-GB" sz="2900" dirty="0" err="1"/>
              <a:t>doi:https</a:t>
            </a:r>
            <a:r>
              <a:rPr lang="en-GB" sz="2900" dirty="0"/>
              <a:t>://doi.org/10.1002/mus.28106.</a:t>
            </a:r>
          </a:p>
          <a:p>
            <a:r>
              <a:rPr lang="en-GB" sz="2900" dirty="0"/>
              <a:t>Biso, G.M.N.R. and Munakomi, S. (2020). </a:t>
            </a:r>
            <a:r>
              <a:rPr lang="en-GB" sz="2900" i="1" dirty="0"/>
              <a:t>[Figure, Seddon and Sunderland classification of...]</a:t>
            </a:r>
            <a:r>
              <a:rPr lang="en-GB" sz="2900" dirty="0"/>
              <a:t>. [online] www.ncbi.nlm.nih.gov. Available at: https://www.ncbi.nlm.nih.gov/books/NBK557746/figure/article-25766.image.f1/.</a:t>
            </a:r>
          </a:p>
          <a:p>
            <a:r>
              <a:rPr lang="en-GB" sz="2900" dirty="0"/>
              <a:t>Bresolin, N., Sartori, L., Drago, G., Pastorello, G., Gallinaro, P., Jacopo Del Verme, Zanata, R. and Enrico Giordan (2024). Systematic Review and Meta-Analysis on Optimal Timing of Surgery for Acute Symptomatic Metastatic Spinal Cord Compression. </a:t>
            </a:r>
            <a:r>
              <a:rPr lang="en-GB" sz="2900" i="1" dirty="0"/>
              <a:t>Medicina</a:t>
            </a:r>
            <a:r>
              <a:rPr lang="en-GB" sz="2900" dirty="0"/>
              <a:t>, 60(4), pp.631–631. </a:t>
            </a:r>
            <a:r>
              <a:rPr lang="en-GB" sz="2900" dirty="0" err="1"/>
              <a:t>doi:https</a:t>
            </a:r>
            <a:r>
              <a:rPr lang="en-GB" sz="2900" dirty="0"/>
              <a:t>://doi.org/10.3390/medicina60040631.</a:t>
            </a:r>
          </a:p>
          <a:p>
            <a:r>
              <a:rPr lang="en-GB" sz="2900" dirty="0"/>
              <a:t>Chevan, J. and </a:t>
            </a:r>
            <a:r>
              <a:rPr lang="en-GB" sz="2900" dirty="0" err="1"/>
              <a:t>Clapis</a:t>
            </a:r>
            <a:r>
              <a:rPr lang="en-GB" sz="2900" dirty="0"/>
              <a:t>, P.A. (2013). </a:t>
            </a:r>
            <a:r>
              <a:rPr lang="en-GB" sz="2900" i="1" dirty="0"/>
              <a:t>Physical therapy management of low back pain : a case-based approach</a:t>
            </a:r>
            <a:r>
              <a:rPr lang="en-GB" sz="2900" dirty="0"/>
              <a:t>. Burlington, Ma: Jones &amp; Bartlett Learning.</a:t>
            </a:r>
          </a:p>
          <a:p>
            <a:r>
              <a:rPr lang="en-GB" sz="2900" dirty="0"/>
              <a:t>De la Corte-Rodriguez, H., Roman-Belmonte, J.M., </a:t>
            </a:r>
            <a:r>
              <a:rPr lang="en-GB" sz="2900" dirty="0" err="1"/>
              <a:t>Resino</a:t>
            </a:r>
            <a:r>
              <a:rPr lang="en-GB" sz="2900" dirty="0"/>
              <a:t>-Luis, C., Madrid-Gonzalez, J. and Rodriguez-Merchan, E.C. (2024). The Role of Physical Exercise in Chronic Musculoskeletal Pain: Best Medicine—A Narrative Review. </a:t>
            </a:r>
            <a:r>
              <a:rPr lang="en-GB" sz="2900" i="1" dirty="0"/>
              <a:t>Healthcare</a:t>
            </a:r>
            <a:r>
              <a:rPr lang="en-GB" sz="2900" dirty="0"/>
              <a:t>, [online] 12(2), p.242. </a:t>
            </a:r>
            <a:r>
              <a:rPr lang="en-GB" sz="2900" dirty="0" err="1"/>
              <a:t>doi:https</a:t>
            </a:r>
            <a:r>
              <a:rPr lang="en-GB" sz="2900" dirty="0"/>
              <a:t>://doi.org/10.3390/healthcare12020242.</a:t>
            </a:r>
          </a:p>
          <a:p>
            <a:r>
              <a:rPr lang="en-GB" sz="2900" dirty="0"/>
              <a:t>Dudley, P. (2023). </a:t>
            </a:r>
            <a:r>
              <a:rPr lang="en-GB" sz="2900" i="1" dirty="0"/>
              <a:t>Pain Pathways</a:t>
            </a:r>
            <a:r>
              <a:rPr lang="en-GB" sz="2900" dirty="0"/>
              <a:t>. [online] </a:t>
            </a:r>
            <a:r>
              <a:rPr lang="en-GB" sz="2900" dirty="0" err="1"/>
              <a:t>TeachMePhysiology</a:t>
            </a:r>
            <a:r>
              <a:rPr lang="en-GB" sz="2900" dirty="0"/>
              <a:t>. Available at: https://teachmephysiology.com/nervous-system/sensory-system/pain-pathway/.</a:t>
            </a:r>
          </a:p>
          <a:p>
            <a:r>
              <a:rPr lang="en-GB" sz="2900" dirty="0"/>
              <a:t>Dutton, M. (2020). </a:t>
            </a:r>
            <a:r>
              <a:rPr lang="en-GB" sz="2900" i="1" dirty="0"/>
              <a:t>Dutton’s orthopaedic examination, evaluation, and intervention</a:t>
            </a:r>
            <a:r>
              <a:rPr lang="en-GB" sz="2900" dirty="0"/>
              <a:t>. 5th ed. New York: </a:t>
            </a:r>
            <a:r>
              <a:rPr lang="en-GB" sz="2900" dirty="0" err="1"/>
              <a:t>Mcgraw</a:t>
            </a:r>
            <a:r>
              <a:rPr lang="en-GB" sz="2900" dirty="0"/>
              <a:t> Hill Education.</a:t>
            </a:r>
          </a:p>
          <a:p>
            <a:r>
              <a:rPr lang="en-GB" sz="2900" dirty="0" err="1"/>
              <a:t>Fardon</a:t>
            </a:r>
            <a:r>
              <a:rPr lang="en-GB" sz="2900" dirty="0"/>
              <a:t>, D.F., Williams, A.L., Dohring, E.J., Murtagh, F.R., Gabriel Rothman, S.L. and Sze, G.K. (2014). Lumbar disc nomenclature: version 2.0. </a:t>
            </a:r>
            <a:r>
              <a:rPr lang="en-GB" sz="2900" i="1" dirty="0"/>
              <a:t>The Spine Journal</a:t>
            </a:r>
            <a:r>
              <a:rPr lang="en-GB" sz="2900" dirty="0"/>
              <a:t>, 14(11), pp.2525–2545. </a:t>
            </a:r>
            <a:r>
              <a:rPr lang="en-GB" sz="2900" dirty="0" err="1"/>
              <a:t>doi:https</a:t>
            </a:r>
            <a:r>
              <a:rPr lang="en-GB" sz="2900" dirty="0"/>
              <a:t>://doi.org/10.1016/j.spinee.2014.04.022.</a:t>
            </a:r>
          </a:p>
          <a:p>
            <a:r>
              <a:rPr lang="en-GB" sz="2900" dirty="0" err="1"/>
              <a:t>Ferdinandov</a:t>
            </a:r>
            <a:r>
              <a:rPr lang="en-GB" sz="2900" dirty="0"/>
              <a:t>, D., Yankov, D. and </a:t>
            </a:r>
            <a:r>
              <a:rPr lang="en-GB" sz="2900" dirty="0" err="1"/>
              <a:t>Trandzhiev</a:t>
            </a:r>
            <a:r>
              <a:rPr lang="en-GB" sz="2900" dirty="0"/>
              <a:t>, M. (2024). Common differential diagnosis of low back pain in contemporary medical practice: a narrative review. </a:t>
            </a:r>
            <a:r>
              <a:rPr lang="en-GB" sz="2900" i="1" dirty="0"/>
              <a:t>Frontiers in Medicine</a:t>
            </a:r>
            <a:r>
              <a:rPr lang="en-GB" sz="2900" dirty="0"/>
              <a:t>, 11. </a:t>
            </a:r>
            <a:r>
              <a:rPr lang="en-GB" sz="2900" dirty="0" err="1"/>
              <a:t>doi:https</a:t>
            </a:r>
            <a:r>
              <a:rPr lang="en-GB" sz="2900" dirty="0"/>
              <a:t>://doi.org/10.3389/fmed.2024.1366514.</a:t>
            </a:r>
          </a:p>
          <a:p>
            <a:r>
              <a:rPr lang="en-GB" sz="2900" dirty="0"/>
              <a:t>Finucane, L.M., Downie, A., Mercer, C., Greenhalgh, S.M., Boissonnault, W.G., Pool-Goudzwaard, A.L., </a:t>
            </a:r>
            <a:r>
              <a:rPr lang="en-GB" sz="2900" dirty="0" err="1"/>
              <a:t>Beneciuk</a:t>
            </a:r>
            <a:r>
              <a:rPr lang="en-GB" sz="2900" dirty="0"/>
              <a:t>, J.M., Leech, R.L. and Selfe, J. (2020). International Framework for Red Flags for Potential Serious Spinal Pathologies. </a:t>
            </a:r>
            <a:r>
              <a:rPr lang="en-GB" sz="2900" i="1" dirty="0"/>
              <a:t>Journal of Orthopaedic &amp; Sports Physical Therapy</a:t>
            </a:r>
            <a:r>
              <a:rPr lang="en-GB" sz="2900" dirty="0"/>
              <a:t>, [online] 50(7), pp.350–372. </a:t>
            </a:r>
            <a:r>
              <a:rPr lang="en-GB" sz="2900" dirty="0" err="1"/>
              <a:t>doi:https</a:t>
            </a:r>
            <a:r>
              <a:rPr lang="en-GB" sz="2900" dirty="0"/>
              <a:t>://doi.org/10.2519/jospt.2020.9971.</a:t>
            </a:r>
          </a:p>
          <a:p>
            <a:r>
              <a:rPr lang="en-GB" sz="2900" dirty="0"/>
              <a:t>Ford, J., Thomas, F., Byng, R. and McCabe, R. (2020). Use of the patient health questionnaire (PHQ-9) in practice: Interactions between patients and physicians. </a:t>
            </a:r>
            <a:r>
              <a:rPr lang="en-GB" sz="2900" i="1" dirty="0"/>
              <a:t>Qualitative Health Research</a:t>
            </a:r>
            <a:r>
              <a:rPr lang="en-GB" sz="2900" dirty="0"/>
              <a:t>, [online] 30(13), pp.2146–2159. </a:t>
            </a:r>
            <a:r>
              <a:rPr lang="en-GB" sz="2900" dirty="0" err="1"/>
              <a:t>doi:https</a:t>
            </a:r>
            <a:r>
              <a:rPr lang="en-GB" sz="2900" dirty="0"/>
              <a:t>://doi.org/10.1177/1049732320924625.</a:t>
            </a:r>
          </a:p>
          <a:p>
            <a:endParaRPr lang="en-GB" dirty="0"/>
          </a:p>
        </p:txBody>
      </p:sp>
    </p:spTree>
    <p:extLst>
      <p:ext uri="{BB962C8B-B14F-4D97-AF65-F5344CB8AC3E}">
        <p14:creationId xmlns:p14="http://schemas.microsoft.com/office/powerpoint/2010/main" val="231187453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52BF15-2ACF-C8EE-1356-15F2BABD8872}"/>
              </a:ext>
            </a:extLst>
          </p:cNvPr>
          <p:cNvSpPr>
            <a:spLocks noGrp="1"/>
          </p:cNvSpPr>
          <p:nvPr>
            <p:ph idx="1"/>
          </p:nvPr>
        </p:nvSpPr>
        <p:spPr>
          <a:xfrm>
            <a:off x="0" y="0"/>
            <a:ext cx="12192000" cy="6858000"/>
          </a:xfrm>
        </p:spPr>
        <p:txBody>
          <a:bodyPr>
            <a:normAutofit fontScale="40000" lnSpcReduction="20000"/>
          </a:bodyPr>
          <a:lstStyle/>
          <a:p>
            <a:r>
              <a:rPr lang="en-GB" sz="3500" dirty="0"/>
              <a:t>Foster, N.E., Anema, J.R., </a:t>
            </a:r>
            <a:r>
              <a:rPr lang="en-GB" sz="3500" dirty="0" err="1"/>
              <a:t>Cherkin</a:t>
            </a:r>
            <a:r>
              <a:rPr lang="en-GB" sz="3500" dirty="0"/>
              <a:t>, D., Chou, R., Cohen, S.P., Gross, D.P., Ferreira, P.H., Fritz, J.M., Koes, B.W., Peul, W., Turner, J.A., Maher, C.G., Buchbinder, R., Hartvigsen, J., </a:t>
            </a:r>
            <a:r>
              <a:rPr lang="en-GB" sz="3500" dirty="0" err="1"/>
              <a:t>Cherkin</a:t>
            </a:r>
            <a:r>
              <a:rPr lang="en-GB" sz="3500" dirty="0"/>
              <a:t>, D., Foster, N.E., Maher, C.G., Underwood, M., van </a:t>
            </a:r>
            <a:r>
              <a:rPr lang="en-GB" sz="3500" dirty="0" err="1"/>
              <a:t>Tulder</a:t>
            </a:r>
            <a:r>
              <a:rPr lang="en-GB" sz="3500" dirty="0"/>
              <a:t>, M. and Anema, J.R. (2018). Prevention and treatment of low back pain: Evidence, challenges, and promising directions. </a:t>
            </a:r>
            <a:r>
              <a:rPr lang="en-GB" sz="3500" i="1" dirty="0"/>
              <a:t>The Lancet</a:t>
            </a:r>
            <a:r>
              <a:rPr lang="en-GB" sz="3500" dirty="0"/>
              <a:t>, [online] 391(10137), pp.2368–2383. </a:t>
            </a:r>
            <a:r>
              <a:rPr lang="en-GB" sz="3500" dirty="0" err="1"/>
              <a:t>doi:https</a:t>
            </a:r>
            <a:r>
              <a:rPr lang="en-GB" sz="3500" dirty="0"/>
              <a:t>://doi.org/10.1016/s0140-6736(18)30489-6.</a:t>
            </a:r>
          </a:p>
          <a:p>
            <a:r>
              <a:rPr lang="en-GB" sz="3500" dirty="0"/>
              <a:t>fraxplus.org. (n.d.). </a:t>
            </a:r>
            <a:r>
              <a:rPr lang="en-GB" sz="3500" i="1" dirty="0" err="1"/>
              <a:t>Frax</a:t>
            </a:r>
            <a:r>
              <a:rPr lang="en-GB" sz="3500" i="1" dirty="0"/>
              <a:t> Calculator | </a:t>
            </a:r>
            <a:r>
              <a:rPr lang="en-GB" sz="3500" i="1" dirty="0" err="1"/>
              <a:t>FRAXplus</a:t>
            </a:r>
            <a:r>
              <a:rPr lang="en-GB" sz="3500" i="1" dirty="0"/>
              <a:t>®</a:t>
            </a:r>
            <a:r>
              <a:rPr lang="en-GB" sz="3500" dirty="0"/>
              <a:t>. [online] Available at: https://fraxplus.org/calculation-tool.</a:t>
            </a:r>
          </a:p>
          <a:p>
            <a:r>
              <a:rPr lang="en-GB" sz="3500" dirty="0"/>
              <a:t>George, S.Z., Fritz, J.M., Silfies, S.P., Schneider, M.J., </a:t>
            </a:r>
            <a:r>
              <a:rPr lang="en-GB" sz="3500" dirty="0" err="1"/>
              <a:t>Beneciuk</a:t>
            </a:r>
            <a:r>
              <a:rPr lang="en-GB" sz="3500" dirty="0"/>
              <a:t>, J.M., Lentz, T.A., Gilliam, J.R., Hendren, S. and Norman, K.S. (2021). Interventions for the management of acute and chronic low back pain: Revision 2021. </a:t>
            </a:r>
            <a:r>
              <a:rPr lang="en-GB" sz="3500" i="1" dirty="0"/>
              <a:t>Journal of Orthopaedic &amp; Sports Physical Therapy</a:t>
            </a:r>
            <a:r>
              <a:rPr lang="en-GB" sz="3500" dirty="0"/>
              <a:t>, [online] 51(11), pp.CPG1–CPG60. </a:t>
            </a:r>
            <a:r>
              <a:rPr lang="en-GB" sz="3500" dirty="0" err="1"/>
              <a:t>doi:https</a:t>
            </a:r>
            <a:r>
              <a:rPr lang="en-GB" sz="3500" dirty="0"/>
              <a:t>://doi.org/10.2519/jospt.2021.0304.</a:t>
            </a:r>
          </a:p>
          <a:p>
            <a:r>
              <a:rPr lang="en-GB" sz="3500" dirty="0"/>
              <a:t>Girft-interactivepathways.org.uk. (2022). </a:t>
            </a:r>
            <a:r>
              <a:rPr lang="en-GB" sz="3500" i="1" dirty="0"/>
              <a:t>Spinal – Suspected Cauda Equina Syndrome 2a – GIRFT – Pathways</a:t>
            </a:r>
            <a:r>
              <a:rPr lang="en-GB" sz="3500" dirty="0"/>
              <a:t>. [online] Available at: https://girft-interactivepathways.org.uk/cauda-equina-1/spinal-suspected-cauda-equina-syndrome-2a/ [Accessed 10 Apr. 2025].</a:t>
            </a:r>
          </a:p>
          <a:p>
            <a:r>
              <a:rPr lang="en-GB" sz="3500" dirty="0"/>
              <a:t>Hastings, C. (2024). Is the Calgary-Cambridge Model of consultation a suitable communication tool for students and newly qualified paramedics? A qualitative study. </a:t>
            </a:r>
            <a:r>
              <a:rPr lang="en-GB" sz="3500" i="1" dirty="0"/>
              <a:t>British paramedic journal</a:t>
            </a:r>
            <a:r>
              <a:rPr lang="en-GB" sz="3500" dirty="0"/>
              <a:t>, [online] 9(1), pp.23–33. </a:t>
            </a:r>
            <a:r>
              <a:rPr lang="en-GB" sz="3500" dirty="0" err="1"/>
              <a:t>doi:https</a:t>
            </a:r>
            <a:r>
              <a:rPr lang="en-GB" sz="3500" dirty="0"/>
              <a:t>://doi.org/10.29045/14784726.2024.6.9.1.23.</a:t>
            </a:r>
          </a:p>
          <a:p>
            <a:r>
              <a:rPr lang="en-GB" sz="3500" dirty="0"/>
              <a:t>Hutson, M.A. and Ward, A. (2016). </a:t>
            </a:r>
            <a:r>
              <a:rPr lang="en-GB" sz="3500" i="1" dirty="0"/>
              <a:t>Oxford textbook of musculoskeletal medicine</a:t>
            </a:r>
            <a:r>
              <a:rPr lang="en-GB" sz="3500" dirty="0"/>
              <a:t>. Oxford: Oxford University Press.</a:t>
            </a:r>
          </a:p>
          <a:p>
            <a:r>
              <a:rPr lang="en-GB" sz="3500" dirty="0" err="1"/>
              <a:t>Ketenci</a:t>
            </a:r>
            <a:r>
              <a:rPr lang="en-GB" sz="3500" dirty="0"/>
              <a:t>, A. and </a:t>
            </a:r>
            <a:r>
              <a:rPr lang="en-GB" sz="3500" dirty="0" err="1"/>
              <a:t>Zure</a:t>
            </a:r>
            <a:r>
              <a:rPr lang="en-GB" sz="3500" dirty="0"/>
              <a:t>, M. (2021). Pharmacological and non-pharmacological treatment approaches to chronic lumbar back pain. </a:t>
            </a:r>
            <a:r>
              <a:rPr lang="en-GB" sz="3500" i="1" dirty="0"/>
              <a:t>Turkish Journal of Physical Medicine and Rehabilitation</a:t>
            </a:r>
            <a:r>
              <a:rPr lang="en-GB" sz="3500" dirty="0"/>
              <a:t>, [online] 67(1), pp.1–10. </a:t>
            </a:r>
            <a:r>
              <a:rPr lang="en-GB" sz="3500" dirty="0" err="1"/>
              <a:t>doi:https</a:t>
            </a:r>
            <a:r>
              <a:rPr lang="en-GB" sz="3500" dirty="0"/>
              <a:t>://doi.org/10.5606/tftrd.2021.8216.</a:t>
            </a:r>
          </a:p>
          <a:p>
            <a:r>
              <a:rPr lang="en-GB" sz="3500" dirty="0"/>
              <a:t>Keter, D.L., Bialosky, J.E., Brochetti, K., Courtney, C.A., Funabashi, M., Karas, S., Learman, K. and Cook, C.E. (2025). The mechanisms of manual therapy: A living review of systematic, narrative, and scoping reviews. </a:t>
            </a:r>
            <a:r>
              <a:rPr lang="en-GB" sz="3500" i="1" dirty="0"/>
              <a:t>PLOS ONE</a:t>
            </a:r>
            <a:r>
              <a:rPr lang="en-GB" sz="3500" dirty="0"/>
              <a:t>, 20(3), p.e0319586. </a:t>
            </a:r>
            <a:r>
              <a:rPr lang="en-GB" sz="3500" dirty="0" err="1"/>
              <a:t>doi:https</a:t>
            </a:r>
            <a:r>
              <a:rPr lang="en-GB" sz="3500" dirty="0"/>
              <a:t>://doi.org/10.1371/journal.pone.0319586.</a:t>
            </a:r>
          </a:p>
          <a:p>
            <a:r>
              <a:rPr lang="en-GB" sz="3500" dirty="0"/>
              <a:t>Kwon, H. and Jeong Yoon Park (2023). The Role and Future of Endoscopic Spine Surgery: A Narrative Review. </a:t>
            </a:r>
            <a:r>
              <a:rPr lang="en-GB" sz="3500" i="1" dirty="0" err="1"/>
              <a:t>Neurospine</a:t>
            </a:r>
            <a:r>
              <a:rPr lang="en-GB" sz="3500" dirty="0"/>
              <a:t>, [online] 20(1), pp.43–55. </a:t>
            </a:r>
            <a:r>
              <a:rPr lang="en-GB" sz="3500" dirty="0" err="1"/>
              <a:t>doi:https</a:t>
            </a:r>
            <a:r>
              <a:rPr lang="en-GB" sz="3500" dirty="0"/>
              <a:t>://doi.org/10.14245/ns.2346236.118.</a:t>
            </a:r>
          </a:p>
          <a:p>
            <a:r>
              <a:rPr lang="en-GB" sz="3500" dirty="0"/>
              <a:t>Live Well with Pain. (n.d.). </a:t>
            </a:r>
            <a:r>
              <a:rPr lang="en-GB" sz="3500" i="1" dirty="0"/>
              <a:t>Ten Footsteps to Living Well with Pain</a:t>
            </a:r>
            <a:r>
              <a:rPr lang="en-GB" sz="3500" dirty="0"/>
              <a:t>. [online] Available at: https://livewellwithpain.co.uk/resources-for-people-with-pain/ten-footsteps-to-living-well-with-pain/.</a:t>
            </a:r>
          </a:p>
          <a:p>
            <a:r>
              <a:rPr lang="en-GB" sz="3500" dirty="0"/>
              <a:t>Manchikanti, L., Singh, V., Datta, S., Cohen, S.P. and Hirsch, J.A. (2009). </a:t>
            </a:r>
            <a:r>
              <a:rPr lang="en-GB" sz="3500" i="1" dirty="0"/>
              <a:t>Comprehensive Review of Epidemiology, Scope, and Impact of Spinal Pain - ProQuest</a:t>
            </a:r>
            <a:r>
              <a:rPr lang="en-GB" sz="3500" dirty="0"/>
              <a:t>. [online] www.proquest.com. Available at: https://www.proquest.com/openview/151b4bb51a4c7f8660c7f09b620abe1e/1?pq-origsite=gscholar&amp;cbl=5453642 [Accessed 19 Apr. 2024].</a:t>
            </a:r>
          </a:p>
          <a:p>
            <a:r>
              <a:rPr lang="en-GB" sz="3500" dirty="0" err="1"/>
              <a:t>Mescouto</a:t>
            </a:r>
            <a:r>
              <a:rPr lang="en-GB" sz="3500" dirty="0"/>
              <a:t>, K., Olson, R.E., Hodges, P.W. and Setchell, J. (2022). A critical review of the biopsychosocial model of low back pain care: time for a new approach? </a:t>
            </a:r>
            <a:r>
              <a:rPr lang="en-GB" sz="3500" i="1" dirty="0"/>
              <a:t>Disability and Rehabilitation</a:t>
            </a:r>
            <a:r>
              <a:rPr lang="en-GB" sz="3500" dirty="0"/>
              <a:t>, [online] 44(13), pp.1–15. Available at: https://www.tandfonline.com/doi/full/10.1080/09638288.2020.1851783.</a:t>
            </a:r>
          </a:p>
          <a:p>
            <a:r>
              <a:rPr lang="en-GB" sz="3500" dirty="0"/>
              <a:t>Murtagh, G. (2022). A critical look at ICE in Clinical Communication. </a:t>
            </a:r>
            <a:r>
              <a:rPr lang="en-GB" sz="3500" i="1" dirty="0"/>
              <a:t>Medical Education</a:t>
            </a:r>
            <a:r>
              <a:rPr lang="en-GB" sz="3500" dirty="0"/>
              <a:t>, [online] 57(4), pp.331–336. </a:t>
            </a:r>
            <a:r>
              <a:rPr lang="en-GB" sz="3500" dirty="0" err="1"/>
              <a:t>doi:https</a:t>
            </a:r>
            <a:r>
              <a:rPr lang="en-GB" sz="3500" dirty="0"/>
              <a:t>://doi.org/10.1111/medu.14975.</a:t>
            </a:r>
          </a:p>
          <a:p>
            <a:r>
              <a:rPr lang="en-GB" sz="3500" dirty="0"/>
              <a:t>Mustafa, M.A., Richardson, G.E., Gillespie, C.S., Islim, A.I., Wilby, M., Clark, S. and </a:t>
            </a:r>
            <a:r>
              <a:rPr lang="en-GB" sz="3500" dirty="0" err="1"/>
              <a:t>Srikandarajah</a:t>
            </a:r>
            <a:r>
              <a:rPr lang="en-GB" sz="3500" dirty="0"/>
              <a:t>, N. (2023). Definition and surgical timing in cauda equina syndrome-An updated systematic review. </a:t>
            </a:r>
            <a:r>
              <a:rPr lang="en-GB" sz="3500" i="1" dirty="0" err="1"/>
              <a:t>PloS</a:t>
            </a:r>
            <a:r>
              <a:rPr lang="en-GB" sz="3500" i="1" dirty="0"/>
              <a:t> one</a:t>
            </a:r>
            <a:r>
              <a:rPr lang="en-GB" sz="3500" dirty="0"/>
              <a:t>, [online] 18(5), p.e0285006. </a:t>
            </a:r>
            <a:r>
              <a:rPr lang="en-GB" sz="3500" dirty="0" err="1"/>
              <a:t>doi:https</a:t>
            </a:r>
            <a:r>
              <a:rPr lang="en-GB" sz="3500" dirty="0"/>
              <a:t>://doi.org/10.1371/journal.pone.0285006.</a:t>
            </a:r>
          </a:p>
          <a:p>
            <a:endParaRPr lang="en-GB" dirty="0"/>
          </a:p>
        </p:txBody>
      </p:sp>
    </p:spTree>
    <p:extLst>
      <p:ext uri="{BB962C8B-B14F-4D97-AF65-F5344CB8AC3E}">
        <p14:creationId xmlns:p14="http://schemas.microsoft.com/office/powerpoint/2010/main" val="293028605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70499C-2E3D-2D59-8B41-B2E5ED1A6043}"/>
              </a:ext>
            </a:extLst>
          </p:cNvPr>
          <p:cNvSpPr>
            <a:spLocks noGrp="1"/>
          </p:cNvSpPr>
          <p:nvPr>
            <p:ph idx="1"/>
          </p:nvPr>
        </p:nvSpPr>
        <p:spPr>
          <a:xfrm>
            <a:off x="0" y="193964"/>
            <a:ext cx="12192000" cy="6664036"/>
          </a:xfrm>
        </p:spPr>
        <p:txBody>
          <a:bodyPr>
            <a:normAutofit fontScale="47500" lnSpcReduction="20000"/>
          </a:bodyPr>
          <a:lstStyle/>
          <a:p>
            <a:r>
              <a:rPr lang="en-GB" dirty="0"/>
              <a:t>National Institute for Health and Care Excellence (NICE) (2021). </a:t>
            </a:r>
            <a:r>
              <a:rPr lang="en-GB" i="1" dirty="0"/>
              <a:t>Shared Decision Making NICE Guideline</a:t>
            </a:r>
            <a:r>
              <a:rPr lang="en-GB" dirty="0"/>
              <a:t>. [online] Available at: https://www.nice.org.uk/guidance/ng197/resources/shared-decision-making-pdf-66142087186885.</a:t>
            </a:r>
          </a:p>
          <a:p>
            <a:r>
              <a:rPr lang="en-GB" dirty="0"/>
              <a:t>NICE (2018). </a:t>
            </a:r>
            <a:r>
              <a:rPr lang="en-GB" i="1" dirty="0"/>
              <a:t>Making Every Contact Count</a:t>
            </a:r>
            <a:r>
              <a:rPr lang="en-GB" dirty="0"/>
              <a:t>. [online] Nice.org.uk. Available at: https://stpsupport.nice.org.uk/mecc/index.html#group-section-The-MECC-approach-Sd0eBNaUnA.</a:t>
            </a:r>
          </a:p>
          <a:p>
            <a:r>
              <a:rPr lang="en-GB" dirty="0"/>
              <a:t>NICE (2022). </a:t>
            </a:r>
            <a:r>
              <a:rPr lang="en-GB" i="1" dirty="0"/>
              <a:t>Back pain - low (without radiculopathy): How common is it?</a:t>
            </a:r>
            <a:r>
              <a:rPr lang="en-GB" dirty="0"/>
              <a:t> [online] NICE. Available at: https://cks.nice.org.uk/topics/back-pain-low-without-radiculopathy/background-information/prevalence/.</a:t>
            </a:r>
          </a:p>
          <a:p>
            <a:r>
              <a:rPr lang="en-GB" dirty="0"/>
              <a:t>NICE. (2025). </a:t>
            </a:r>
            <a:r>
              <a:rPr lang="en-GB" i="1" dirty="0"/>
              <a:t>CKS is only available in the UK</a:t>
            </a:r>
            <a:r>
              <a:rPr lang="en-GB" dirty="0"/>
              <a:t>. [online] Available at: https://cks.nice.org.uk/topics/neck-pain-non-specific/background-information/definition/.</a:t>
            </a:r>
          </a:p>
          <a:p>
            <a:r>
              <a:rPr lang="en-GB" dirty="0"/>
              <a:t>Nijs, J. (2015). Low Back Pain: Guidelines for the Clinical Classification of Predominant Neuropathic, Nociceptive, or Central Sensitization Pain. </a:t>
            </a:r>
            <a:r>
              <a:rPr lang="en-GB" i="1" dirty="0"/>
              <a:t>May 2015</a:t>
            </a:r>
            <a:r>
              <a:rPr lang="en-GB" dirty="0"/>
              <a:t>, 3;18(3;5), pp.E333–E346. </a:t>
            </a:r>
            <a:r>
              <a:rPr lang="en-GB" dirty="0" err="1"/>
              <a:t>doi:https</a:t>
            </a:r>
            <a:r>
              <a:rPr lang="en-GB" dirty="0"/>
              <a:t>://doi.org/10.36076/ppj.2015/18/e333.</a:t>
            </a:r>
          </a:p>
          <a:p>
            <a:r>
              <a:rPr lang="en-GB" dirty="0"/>
              <a:t>Nijs, J., Leysen, L., </a:t>
            </a:r>
            <a:r>
              <a:rPr lang="en-GB" dirty="0" err="1"/>
              <a:t>Adriaenssens</a:t>
            </a:r>
            <a:r>
              <a:rPr lang="en-GB" dirty="0"/>
              <a:t>, N., Aguilar </a:t>
            </a:r>
            <a:r>
              <a:rPr lang="en-GB" dirty="0" err="1"/>
              <a:t>Ferrándiz</a:t>
            </a:r>
            <a:r>
              <a:rPr lang="en-GB" dirty="0"/>
              <a:t>, M.E., </a:t>
            </a:r>
            <a:r>
              <a:rPr lang="en-GB" dirty="0" err="1"/>
              <a:t>Devoogdt</a:t>
            </a:r>
            <a:r>
              <a:rPr lang="en-GB" dirty="0"/>
              <a:t>, N., </a:t>
            </a:r>
            <a:r>
              <a:rPr lang="en-GB" dirty="0" err="1"/>
              <a:t>Tassenoy</a:t>
            </a:r>
            <a:r>
              <a:rPr lang="en-GB" dirty="0"/>
              <a:t>, A., </a:t>
            </a:r>
            <a:r>
              <a:rPr lang="en-GB" dirty="0" err="1"/>
              <a:t>Ickmans</a:t>
            </a:r>
            <a:r>
              <a:rPr lang="en-GB" dirty="0"/>
              <a:t>, K., Goubert, D., van </a:t>
            </a:r>
            <a:r>
              <a:rPr lang="en-GB" dirty="0" err="1"/>
              <a:t>Wilgen</a:t>
            </a:r>
            <a:r>
              <a:rPr lang="en-GB" dirty="0"/>
              <a:t>, C.P., </a:t>
            </a:r>
            <a:r>
              <a:rPr lang="en-GB" dirty="0" err="1"/>
              <a:t>Wijma</a:t>
            </a:r>
            <a:r>
              <a:rPr lang="en-GB" dirty="0"/>
              <a:t>, A.J., </a:t>
            </a:r>
            <a:r>
              <a:rPr lang="en-GB" dirty="0" err="1"/>
              <a:t>Kuppens</a:t>
            </a:r>
            <a:r>
              <a:rPr lang="en-GB" dirty="0"/>
              <a:t>, K., </a:t>
            </a:r>
            <a:r>
              <a:rPr lang="en-GB" dirty="0" err="1"/>
              <a:t>Hoelen</a:t>
            </a:r>
            <a:r>
              <a:rPr lang="en-GB" dirty="0"/>
              <a:t>, W., </a:t>
            </a:r>
            <a:r>
              <a:rPr lang="en-GB" dirty="0" err="1"/>
              <a:t>Hoelen</a:t>
            </a:r>
            <a:r>
              <a:rPr lang="en-GB" dirty="0"/>
              <a:t>, A., Moloney, N. and </a:t>
            </a:r>
            <a:r>
              <a:rPr lang="en-GB" dirty="0" err="1"/>
              <a:t>Meeus</a:t>
            </a:r>
            <a:r>
              <a:rPr lang="en-GB" dirty="0"/>
              <a:t>, M. (2016). Pain following cancer treatment: Guidelines for the clinical classification of predominant neuropathic, nociceptive and central sensitization pain. </a:t>
            </a:r>
            <a:r>
              <a:rPr lang="en-GB" i="1" dirty="0"/>
              <a:t>Acta </a:t>
            </a:r>
            <a:r>
              <a:rPr lang="en-GB" i="1" dirty="0" err="1"/>
              <a:t>Oncologica</a:t>
            </a:r>
            <a:r>
              <a:rPr lang="en-GB" dirty="0"/>
              <a:t>, [online] 55(6), pp.659–663. </a:t>
            </a:r>
            <a:r>
              <a:rPr lang="en-GB" dirty="0" err="1"/>
              <a:t>doi:https</a:t>
            </a:r>
            <a:r>
              <a:rPr lang="en-GB" dirty="0"/>
              <a:t>://doi.org/10.3109/0284186x.2016.1167958.</a:t>
            </a:r>
          </a:p>
          <a:p>
            <a:r>
              <a:rPr lang="en-GB" dirty="0"/>
              <a:t>Noble, C. (2025). </a:t>
            </a:r>
            <a:r>
              <a:rPr lang="en-GB" i="1" dirty="0"/>
              <a:t>Pain Isn’t What You Think: 4 Myths About Pain</a:t>
            </a:r>
            <a:r>
              <a:rPr lang="en-GB" dirty="0"/>
              <a:t>. [online] Cornerstone Physiotherapy. Available at: https://cornerstonephysio.com/resources/4-myths-about-pain/.</a:t>
            </a:r>
          </a:p>
          <a:p>
            <a:r>
              <a:rPr lang="en-GB" dirty="0"/>
              <a:t>O’Sullivan, P.B., </a:t>
            </a:r>
            <a:r>
              <a:rPr lang="en-GB" dirty="0" err="1"/>
              <a:t>Caneiro</a:t>
            </a:r>
            <a:r>
              <a:rPr lang="en-GB" dirty="0"/>
              <a:t>, J., O’Sullivan, K., Lin, I., </a:t>
            </a:r>
            <a:r>
              <a:rPr lang="en-GB" dirty="0" err="1"/>
              <a:t>Bunzli</a:t>
            </a:r>
            <a:r>
              <a:rPr lang="en-GB" dirty="0"/>
              <a:t>, S., Wernli, K. and O’Keeffe, M. (2019). Back to basics: 10 facts every person should know about back pain. </a:t>
            </a:r>
            <a:r>
              <a:rPr lang="en-GB" i="1" dirty="0"/>
              <a:t>British Journal of Sports Medicine</a:t>
            </a:r>
            <a:r>
              <a:rPr lang="en-GB" dirty="0"/>
              <a:t>, [online] 54(12), p.bjsports-2019-101611. </a:t>
            </a:r>
            <a:r>
              <a:rPr lang="en-GB" dirty="0" err="1"/>
              <a:t>doi:https</a:t>
            </a:r>
            <a:r>
              <a:rPr lang="en-GB" dirty="0"/>
              <a:t>://doi.org/10.1136/bjsports-2019-101611.</a:t>
            </a:r>
          </a:p>
          <a:p>
            <a:r>
              <a:rPr lang="en-GB" dirty="0"/>
              <a:t>Oclc.org. (2025). </a:t>
            </a:r>
            <a:r>
              <a:rPr lang="en-GB" i="1" dirty="0"/>
              <a:t>Shibboleth Authentication Request</a:t>
            </a:r>
            <a:r>
              <a:rPr lang="en-GB" dirty="0"/>
              <a:t>. [online] Available at: https://bjsm-bmj-com.uniessexlib.idm.oclc.org/content/bjsports/54/12/698.full.pdf.</a:t>
            </a:r>
          </a:p>
          <a:p>
            <a:r>
              <a:rPr lang="en-GB" dirty="0"/>
              <a:t>Patient.info. (2025a). </a:t>
            </a:r>
            <a:r>
              <a:rPr lang="en-GB" i="1" dirty="0"/>
              <a:t>Generalised anxiety disorder assessment</a:t>
            </a:r>
            <a:r>
              <a:rPr lang="en-GB" dirty="0"/>
              <a:t>. [online] Available at: https://patient.info/doctor/mental-health/gad-7.</a:t>
            </a:r>
          </a:p>
          <a:p>
            <a:r>
              <a:rPr lang="en-GB" dirty="0"/>
              <a:t>Patient.info. (2025b). </a:t>
            </a:r>
            <a:r>
              <a:rPr lang="en-GB" i="1" dirty="0"/>
              <a:t>Patient health questionnaire</a:t>
            </a:r>
            <a:r>
              <a:rPr lang="en-GB" dirty="0"/>
              <a:t>. [online] Available at: https://patient.info/doctor/mental-health/phq-9.</a:t>
            </a:r>
          </a:p>
          <a:p>
            <a:r>
              <a:rPr lang="en-GB" dirty="0" err="1"/>
              <a:t>Physiopedia</a:t>
            </a:r>
            <a:r>
              <a:rPr lang="en-GB" dirty="0"/>
              <a:t> (2015). </a:t>
            </a:r>
            <a:r>
              <a:rPr lang="en-GB" i="1" dirty="0"/>
              <a:t>Motivational Interviewing</a:t>
            </a:r>
            <a:r>
              <a:rPr lang="en-GB" dirty="0"/>
              <a:t>. [online] </a:t>
            </a:r>
            <a:r>
              <a:rPr lang="en-GB" dirty="0" err="1"/>
              <a:t>Physiopedia</a:t>
            </a:r>
            <a:r>
              <a:rPr lang="en-GB" dirty="0"/>
              <a:t>. Available at: https://www.physio-pedia.com/Motivational_Interviewing.</a:t>
            </a:r>
          </a:p>
          <a:p>
            <a:r>
              <a:rPr lang="en-GB" dirty="0" err="1"/>
              <a:t>Physiopedia</a:t>
            </a:r>
            <a:r>
              <a:rPr lang="en-GB" dirty="0"/>
              <a:t> (2021). </a:t>
            </a:r>
            <a:r>
              <a:rPr lang="en-GB" i="1" dirty="0"/>
              <a:t>Calgary-Cambridge Guide to the Medical Interview - Initiating the Session</a:t>
            </a:r>
            <a:r>
              <a:rPr lang="en-GB" dirty="0"/>
              <a:t>. [online] </a:t>
            </a:r>
            <a:r>
              <a:rPr lang="en-GB" dirty="0" err="1"/>
              <a:t>Physiopedia</a:t>
            </a:r>
            <a:r>
              <a:rPr lang="en-GB" dirty="0"/>
              <a:t>. Available at: https://www.physio-pedia.com/Calgary-Cambridge_Guide_to_the_Medical_Interview_-_Initiating_the_Session.</a:t>
            </a:r>
          </a:p>
          <a:p>
            <a:r>
              <a:rPr lang="en-GB" dirty="0" err="1"/>
              <a:t>Physiopedia</a:t>
            </a:r>
            <a:r>
              <a:rPr lang="en-GB" dirty="0"/>
              <a:t> (n.d.). </a:t>
            </a:r>
            <a:r>
              <a:rPr lang="en-GB" i="1" dirty="0"/>
              <a:t>Generalised Anxiety Disorder</a:t>
            </a:r>
            <a:r>
              <a:rPr lang="en-GB" dirty="0"/>
              <a:t>. [online] </a:t>
            </a:r>
            <a:r>
              <a:rPr lang="en-GB" dirty="0" err="1"/>
              <a:t>Physiopedia</a:t>
            </a:r>
            <a:r>
              <a:rPr lang="en-GB" dirty="0"/>
              <a:t>. Available at: https://www.physio-pedia.com/Generalised_Anxiety_Disorder.</a:t>
            </a:r>
          </a:p>
          <a:p>
            <a:r>
              <a:rPr lang="en-GB" dirty="0"/>
              <a:t>Raashid </a:t>
            </a:r>
            <a:r>
              <a:rPr lang="en-GB" dirty="0" err="1"/>
              <a:t>Luqmani</a:t>
            </a:r>
            <a:r>
              <a:rPr lang="en-GB" dirty="0"/>
              <a:t>, Joseph, B., Robb, J. and Porter, D. (2014). </a:t>
            </a:r>
            <a:r>
              <a:rPr lang="en-GB" i="1" dirty="0"/>
              <a:t>Textbook of Orthopaedics, Trauma and Rheumatology.</a:t>
            </a:r>
            <a:r>
              <a:rPr lang="en-GB" dirty="0"/>
              <a:t> Saint Louis: Elsevier Health Sciences Uk.</a:t>
            </a:r>
          </a:p>
          <a:p>
            <a:r>
              <a:rPr lang="en-GB" dirty="0"/>
              <a:t>Rankin, L. (2020). </a:t>
            </a:r>
            <a:r>
              <a:rPr lang="en-GB" i="1" dirty="0"/>
              <a:t>What is the Bio-Psycho-Social Model of Pain?</a:t>
            </a:r>
            <a:r>
              <a:rPr lang="en-GB" dirty="0"/>
              <a:t> [online] European Pain Federation. Available at: https://europeanpainfederation.eu/what-is-the-bio-psycho-social-model-of-pain/.</a:t>
            </a:r>
          </a:p>
          <a:p>
            <a:r>
              <a:rPr lang="en-GB" dirty="0"/>
              <a:t>Sabri, S.A., Chavarria, J.C., Ackert-Bicknell, C., Swanson, C. and Burger, E. (2022). Osteoporosis: An Update on Screening, Diagnosis, Evaluation, and Treatment. </a:t>
            </a:r>
            <a:r>
              <a:rPr lang="en-GB" i="1" dirty="0" err="1"/>
              <a:t>Orthopedics</a:t>
            </a:r>
            <a:r>
              <a:rPr lang="en-GB" dirty="0"/>
              <a:t>, 46(1), pp.1–7. </a:t>
            </a:r>
            <a:r>
              <a:rPr lang="en-GB" dirty="0" err="1"/>
              <a:t>doi:https</a:t>
            </a:r>
            <a:r>
              <a:rPr lang="en-GB" dirty="0"/>
              <a:t>://doi.org/10.3928/01477447-20220719-03.</a:t>
            </a:r>
          </a:p>
          <a:p>
            <a:endParaRPr lang="en-GB" dirty="0"/>
          </a:p>
        </p:txBody>
      </p:sp>
    </p:spTree>
    <p:extLst>
      <p:ext uri="{BB962C8B-B14F-4D97-AF65-F5344CB8AC3E}">
        <p14:creationId xmlns:p14="http://schemas.microsoft.com/office/powerpoint/2010/main" val="181227402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6BC21E-6AD1-E83D-B58F-EBAFCB1B7217}"/>
              </a:ext>
            </a:extLst>
          </p:cNvPr>
          <p:cNvSpPr>
            <a:spLocks noGrp="1"/>
          </p:cNvSpPr>
          <p:nvPr>
            <p:ph idx="1"/>
          </p:nvPr>
        </p:nvSpPr>
        <p:spPr>
          <a:xfrm>
            <a:off x="0" y="0"/>
            <a:ext cx="12192000" cy="6858000"/>
          </a:xfrm>
        </p:spPr>
        <p:txBody>
          <a:bodyPr>
            <a:normAutofit fontScale="55000" lnSpcReduction="20000"/>
          </a:bodyPr>
          <a:lstStyle/>
          <a:p>
            <a:r>
              <a:rPr lang="en-GB" dirty="0"/>
              <a:t>Self-care and self-management: introduction Now what? (n.d.). Available at: https://newhamgpvts.org.uk/wp-content/uploads/2019/10/selfcareandselfmanagementintroduction1570462267582.pdf [Accessed 2 Nov. 2025].</a:t>
            </a:r>
          </a:p>
          <a:p>
            <a:r>
              <a:rPr lang="en-GB" dirty="0"/>
              <a:t>Simpson, R. and Gemmell, H. (2006). Accuracy of spinal orthopaedic tests: a systematic review. </a:t>
            </a:r>
            <a:r>
              <a:rPr lang="en-GB" i="1" dirty="0"/>
              <a:t>Chiropractic &amp; Osteopathy</a:t>
            </a:r>
            <a:r>
              <a:rPr lang="en-GB" dirty="0"/>
              <a:t>, 14(1). </a:t>
            </a:r>
            <a:r>
              <a:rPr lang="en-GB" dirty="0" err="1"/>
              <a:t>doi:https</a:t>
            </a:r>
            <a:r>
              <a:rPr lang="en-GB" dirty="0"/>
              <a:t>://doi.org/10.1186/1746-1340-14-26.</a:t>
            </a:r>
          </a:p>
          <a:p>
            <a:r>
              <a:rPr lang="en-GB" dirty="0"/>
              <a:t>Spitzer, R.L., Kroenke, K., Williams, J.B.W. and Löwe, B. (2006). A Brief Measure for Assessing Generalized Anxiety disorder: the GAD-7. </a:t>
            </a:r>
            <a:r>
              <a:rPr lang="en-GB" i="1" dirty="0"/>
              <a:t>Archives of Internal Medicine</a:t>
            </a:r>
            <a:r>
              <a:rPr lang="en-GB" dirty="0"/>
              <a:t>, [online] 166(10), pp.1092–1097. </a:t>
            </a:r>
            <a:r>
              <a:rPr lang="en-GB" dirty="0" err="1"/>
              <a:t>doi:https</a:t>
            </a:r>
            <a:r>
              <a:rPr lang="en-GB" dirty="0"/>
              <a:t>://doi.org/10.1001/archinte.166.10.1092.</a:t>
            </a:r>
          </a:p>
          <a:p>
            <a:r>
              <a:rPr lang="en-GB" dirty="0"/>
              <a:t>Top 10 tips for back pain. (n.d.). Available at: https://backcare.org.uk/wp-content/uploads/2021/02/705-Top-10-Tips-for-Back-Pain.pdf [Accessed 24 Feb. 2025].</a:t>
            </a:r>
          </a:p>
          <a:p>
            <a:r>
              <a:rPr lang="en-GB" dirty="0"/>
              <a:t>World Health Organization (2023). </a:t>
            </a:r>
            <a:r>
              <a:rPr lang="en-GB" i="1" dirty="0"/>
              <a:t>Low back pain</a:t>
            </a:r>
            <a:r>
              <a:rPr lang="en-GB" dirty="0"/>
              <a:t>. [online] World Health Organization. Available at: https://www.who.int/news-room/fact-sheets/detail/low-back-pain.</a:t>
            </a:r>
          </a:p>
          <a:p>
            <a:r>
              <a:rPr lang="en-GB" dirty="0"/>
              <a:t>World Health Organization (2024). </a:t>
            </a:r>
            <a:r>
              <a:rPr lang="en-GB" i="1" dirty="0"/>
              <a:t>Self-care interventions for health</a:t>
            </a:r>
            <a:r>
              <a:rPr lang="en-GB" dirty="0"/>
              <a:t>. [online] World Health Organization. Available at: https://www.who.int/health-topics/self-care#tab=tab_1.</a:t>
            </a:r>
          </a:p>
          <a:p>
            <a:r>
              <a:rPr lang="en-GB" dirty="0"/>
              <a:t>Wu, H., Li, Y., Zou, C., Guo, W., Han, F., Huang, G. and Sun, L. (2025). Global burden of neck pain and its gender and regional inequalities from 1990 - 2021: a comprehensive analysis from the Global Burden of Disease Study 2021. </a:t>
            </a:r>
            <a:r>
              <a:rPr lang="en-GB" i="1" dirty="0"/>
              <a:t>BMC Musculoskeletal Disorders</a:t>
            </a:r>
            <a:r>
              <a:rPr lang="en-GB" dirty="0"/>
              <a:t>, 26(1). </a:t>
            </a:r>
            <a:r>
              <a:rPr lang="en-GB" dirty="0" err="1"/>
              <a:t>doi:https</a:t>
            </a:r>
            <a:r>
              <a:rPr lang="en-GB" dirty="0"/>
              <a:t>://doi.org/10.1186/s12891-025-08331-6.</a:t>
            </a:r>
          </a:p>
          <a:p>
            <a:r>
              <a:rPr lang="en-GB" dirty="0"/>
              <a:t>Yam, M., Loh, Y., Tan, C., Khadijah Adam, S., Abdul Manan, N. and Basir, R. (2018). General Pathways of Pain Sensation and the Major Neurotransmitters Involved in Pain Regulation. </a:t>
            </a:r>
            <a:r>
              <a:rPr lang="en-GB" i="1" dirty="0"/>
              <a:t>International Journal of Molecular Sciences</a:t>
            </a:r>
            <a:r>
              <a:rPr lang="en-GB" dirty="0"/>
              <a:t>, [online] 19(8), p.2164. </a:t>
            </a:r>
            <a:r>
              <a:rPr lang="en-GB" dirty="0" err="1"/>
              <a:t>doi:https</a:t>
            </a:r>
            <a:r>
              <a:rPr lang="en-GB" dirty="0"/>
              <a:t>://doi.org/10.3390/ijms19082164.</a:t>
            </a:r>
          </a:p>
          <a:p>
            <a:r>
              <a:rPr lang="en-GB" dirty="0"/>
              <a:t>Yeung, A. (2018). The role of endoscopic surgery in the treatment of painful conditions of an aging spine: State of the art. </a:t>
            </a:r>
            <a:r>
              <a:rPr lang="en-GB" i="1" dirty="0"/>
              <a:t>Journal of Orthopaedics and Allied Sciences</a:t>
            </a:r>
            <a:r>
              <a:rPr lang="en-GB" dirty="0"/>
              <a:t>, [online] 6(3), pp.1–1. </a:t>
            </a:r>
            <a:r>
              <a:rPr lang="en-GB" dirty="0" err="1"/>
              <a:t>doi:https</a:t>
            </a:r>
            <a:r>
              <a:rPr lang="en-GB" dirty="0"/>
              <a:t>://doi.org/10.4103/joas.joas_1_18.</a:t>
            </a:r>
          </a:p>
          <a:p>
            <a:r>
              <a:rPr lang="en-GB" dirty="0"/>
              <a:t>Yoo, Y.-M. and Kim, K.-H. (2024). Current understanding of </a:t>
            </a:r>
            <a:r>
              <a:rPr lang="en-GB" dirty="0" err="1"/>
              <a:t>nociplastic</a:t>
            </a:r>
            <a:r>
              <a:rPr lang="en-GB" dirty="0"/>
              <a:t> pain. </a:t>
            </a:r>
            <a:r>
              <a:rPr lang="en-GB" i="1" dirty="0"/>
              <a:t>The Korean Journal of Pain</a:t>
            </a:r>
            <a:r>
              <a:rPr lang="en-GB" dirty="0"/>
              <a:t>. </a:t>
            </a:r>
            <a:r>
              <a:rPr lang="en-GB" dirty="0" err="1"/>
              <a:t>doi:https</a:t>
            </a:r>
            <a:r>
              <a:rPr lang="en-GB" dirty="0"/>
              <a:t>://doi.org/10.3344/kjp.23326.</a:t>
            </a:r>
          </a:p>
          <a:p>
            <a:r>
              <a:rPr lang="en-GB" dirty="0"/>
              <a:t>Yusuf, M., Finucane, L. and Selfe, J. (2019). Red flags for the early detection of spinal infection in back pain patients. </a:t>
            </a:r>
            <a:r>
              <a:rPr lang="en-GB" i="1" dirty="0"/>
              <a:t>BMC Musculoskeletal Disorders</a:t>
            </a:r>
            <a:r>
              <a:rPr lang="en-GB" dirty="0"/>
              <a:t>, 20(1). </a:t>
            </a:r>
            <a:r>
              <a:rPr lang="en-GB" dirty="0" err="1"/>
              <a:t>doi:https</a:t>
            </a:r>
            <a:r>
              <a:rPr lang="en-GB" dirty="0"/>
              <a:t>://doi.org/10.1186/s12891-019-2949-6.</a:t>
            </a:r>
          </a:p>
          <a:p>
            <a:r>
              <a:rPr lang="en-GB" dirty="0" err="1"/>
              <a:t>Zanoli</a:t>
            </a:r>
            <a:r>
              <a:rPr lang="en-GB" dirty="0"/>
              <a:t>, G. (2018). </a:t>
            </a:r>
            <a:r>
              <a:rPr lang="en-GB" i="1" dirty="0"/>
              <a:t>Decision Making and Flag Systems</a:t>
            </a:r>
            <a:r>
              <a:rPr lang="en-GB" dirty="0"/>
              <a:t>. [online] Musculoskeletal Key. Available at: </a:t>
            </a:r>
            <a:r>
              <a:rPr lang="en-GB" dirty="0">
                <a:hlinkClick r:id="rId2"/>
              </a:rPr>
              <a:t>https://musculoskeletalkey.com/decision-making-and-flag-systems/</a:t>
            </a:r>
            <a:r>
              <a:rPr lang="en-GB" dirty="0"/>
              <a:t>.</a:t>
            </a:r>
          </a:p>
          <a:p>
            <a:r>
              <a:rPr lang="en-GB" dirty="0"/>
              <a:t>Fatih Özden and </a:t>
            </a:r>
            <a:r>
              <a:rPr lang="en-GB" dirty="0" err="1"/>
              <a:t>Güldane</a:t>
            </a:r>
            <a:r>
              <a:rPr lang="en-GB" dirty="0"/>
              <a:t> Zehra Koçyiğit (2024). The effect of early rehabilitation after lumbar spine surgery: a systematic review and meta-analysis. </a:t>
            </a:r>
            <a:r>
              <a:rPr lang="en-GB" i="1" dirty="0"/>
              <a:t>The Egyptian Journal of Neurosurgery : the official publication of the Egyptian Society of Neurological Surgeons/Egyptian journal of neurosurgery</a:t>
            </a:r>
            <a:r>
              <a:rPr lang="en-GB" dirty="0"/>
              <a:t>, 39(1). </a:t>
            </a:r>
            <a:r>
              <a:rPr lang="en-GB" dirty="0" err="1"/>
              <a:t>doi:https</a:t>
            </a:r>
            <a:r>
              <a:rPr lang="en-GB" dirty="0"/>
              <a:t>://doi.org/10.1186/s41984-024-00270-z.</a:t>
            </a:r>
          </a:p>
          <a:p>
            <a:endParaRPr lang="en-GB" dirty="0"/>
          </a:p>
        </p:txBody>
      </p:sp>
    </p:spTree>
    <p:extLst>
      <p:ext uri="{BB962C8B-B14F-4D97-AF65-F5344CB8AC3E}">
        <p14:creationId xmlns:p14="http://schemas.microsoft.com/office/powerpoint/2010/main" val="21483825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26837</TotalTime>
  <Words>14476</Words>
  <Application>Microsoft Office PowerPoint</Application>
  <PresentationFormat>Widescreen</PresentationFormat>
  <Paragraphs>1385</Paragraphs>
  <Slides>118</Slides>
  <Notes>62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118</vt:i4>
      </vt:variant>
    </vt:vector>
  </HeadingPairs>
  <TitlesOfParts>
    <vt:vector size="127" baseType="lpstr">
      <vt:lpstr>Aptos</vt:lpstr>
      <vt:lpstr>Aptos Display</vt:lpstr>
      <vt:lpstr>Arial</vt:lpstr>
      <vt:lpstr>Calibri</vt:lpstr>
      <vt:lpstr>Courier New</vt:lpstr>
      <vt:lpstr>Helvetica Neue Medium</vt:lpstr>
      <vt:lpstr>Times New Roman</vt:lpstr>
      <vt:lpstr>Wingdings</vt:lpstr>
      <vt:lpstr>Office Theme</vt:lpstr>
      <vt:lpstr>Rajendra Thapa            </vt:lpstr>
      <vt:lpstr>Learning Outcome</vt:lpstr>
      <vt:lpstr>Introduction to Spinal pain</vt:lpstr>
      <vt:lpstr>Epidemiology of spinal pain in the globally</vt:lpstr>
      <vt:lpstr>PowerPoint Presentation</vt:lpstr>
      <vt:lpstr>Anatomy Contd…..</vt:lpstr>
      <vt:lpstr>Anatomy Contd…</vt:lpstr>
      <vt:lpstr>Anatomy contd..</vt:lpstr>
      <vt:lpstr>Facet Joints</vt:lpstr>
      <vt:lpstr>Intervertebral discs</vt:lpstr>
      <vt:lpstr>Disc contd..</vt:lpstr>
      <vt:lpstr>Major and Accessory Spinal Ligaments</vt:lpstr>
      <vt:lpstr>Spinal ligament contd..</vt:lpstr>
      <vt:lpstr>Superficial and Intermediate Muscles of the Back</vt:lpstr>
      <vt:lpstr>Biomechanics</vt:lpstr>
      <vt:lpstr>PowerPoint Presentation</vt:lpstr>
      <vt:lpstr>Pain Mechanism</vt:lpstr>
      <vt:lpstr>Pain mechanism</vt:lpstr>
      <vt:lpstr>Neuroplasticity</vt:lpstr>
      <vt:lpstr>Who gets Central sensitization</vt:lpstr>
      <vt:lpstr>Chronic (persistent pain)</vt:lpstr>
      <vt:lpstr>Descending modulation</vt:lpstr>
      <vt:lpstr>Factors influence the pain</vt:lpstr>
      <vt:lpstr>PowerPoint Presentation</vt:lpstr>
      <vt:lpstr>Classification of pain</vt:lpstr>
      <vt:lpstr>PowerPoint Presentation</vt:lpstr>
      <vt:lpstr>Differentiate between nociceptive, radicular, neuropathic and nociplastic pain mechanisms.</vt:lpstr>
      <vt:lpstr>Biopsychosocial model of pain</vt:lpstr>
      <vt:lpstr>Extension of BPS</vt:lpstr>
      <vt:lpstr>Features of inorganic Pain</vt:lpstr>
      <vt:lpstr>Patient health Questionnaire (PHQ-9)</vt:lpstr>
      <vt:lpstr>Generalised anxiety disorder (GAD 7)</vt:lpstr>
      <vt:lpstr>Causes of back pain</vt:lpstr>
      <vt:lpstr>Risk factors for the development of Non-specific  and chronic back pain</vt:lpstr>
      <vt:lpstr>Assessment and examination</vt:lpstr>
      <vt:lpstr>Examination</vt:lpstr>
      <vt:lpstr>Calgary-Cambridge model of consultation</vt:lpstr>
      <vt:lpstr>Special Tests for Back Pain ± Radiculopathy</vt:lpstr>
      <vt:lpstr>PowerPoint Presentation</vt:lpstr>
      <vt:lpstr>Serious and other risk factors</vt:lpstr>
      <vt:lpstr>Symptoms: Red Flags </vt:lpstr>
      <vt:lpstr>Red Flags</vt:lpstr>
      <vt:lpstr>PowerPoint Presentation</vt:lpstr>
      <vt:lpstr>Several ways of classification of low back pain</vt:lpstr>
      <vt:lpstr>PowerPoint Presentation</vt:lpstr>
      <vt:lpstr>Differentials-Non-Mechanical pain</vt:lpstr>
      <vt:lpstr> Pathological fracture</vt:lpstr>
      <vt:lpstr>PowerPoint Presentation</vt:lpstr>
      <vt:lpstr>FRAX score: Risk prediction tool</vt:lpstr>
      <vt:lpstr>Non-Mechanical Low back pain</vt:lpstr>
      <vt:lpstr>Bone metastases and MSCC</vt:lpstr>
      <vt:lpstr>PowerPoint Presentation</vt:lpstr>
      <vt:lpstr>Non-specific or Mechanical low back</vt:lpstr>
      <vt:lpstr>The STarT Back Assessment tool</vt:lpstr>
      <vt:lpstr>Differential mechanical pain</vt:lpstr>
      <vt:lpstr>Cauda Equina Syndrome</vt:lpstr>
      <vt:lpstr>PowerPoint Presentation</vt:lpstr>
      <vt:lpstr>1. Radiculopathy/Radicular pain</vt:lpstr>
      <vt:lpstr>Disc herniation</vt:lpstr>
      <vt:lpstr>Cervical radiculopathy and myelopathy</vt:lpstr>
      <vt:lpstr>Cervical nerve root </vt:lpstr>
      <vt:lpstr>PowerPoint Presentation</vt:lpstr>
      <vt:lpstr>Nerve root level and supply of legs</vt:lpstr>
      <vt:lpstr>Referred Pain </vt:lpstr>
      <vt:lpstr>Nerve root pain management</vt:lpstr>
      <vt:lpstr>Lumbar spinal stenosis</vt:lpstr>
      <vt:lpstr>Break</vt:lpstr>
      <vt:lpstr>Visceral Disease or referred pain</vt:lpstr>
      <vt:lpstr>PowerPoint Presentation</vt:lpstr>
      <vt:lpstr>PowerPoint Presentation</vt:lpstr>
      <vt:lpstr>Visceral or referral Pain</vt:lpstr>
      <vt:lpstr>Contd</vt:lpstr>
      <vt:lpstr>Abdominal Aortic Aneurysm</vt:lpstr>
      <vt:lpstr>Fibromyalgia</vt:lpstr>
      <vt:lpstr>Investigations</vt:lpstr>
      <vt:lpstr>PowerPoint Presentation</vt:lpstr>
      <vt:lpstr>PowerPoint Presentation</vt:lpstr>
      <vt:lpstr>PowerPoint Presentation</vt:lpstr>
      <vt:lpstr>Shared Decision making</vt:lpstr>
      <vt:lpstr>Management Plan </vt:lpstr>
      <vt:lpstr>Goal of treatment</vt:lpstr>
      <vt:lpstr>Management</vt:lpstr>
      <vt:lpstr>Menu Options</vt:lpstr>
      <vt:lpstr>PowerPoint Presentation</vt:lpstr>
      <vt:lpstr>PowerPoint Presentation</vt:lpstr>
      <vt:lpstr>Self care or self management</vt:lpstr>
      <vt:lpstr>Promoting behaviour change</vt:lpstr>
      <vt:lpstr>Physiological effects of exercise </vt:lpstr>
      <vt:lpstr>Live well with pain: the 10 foot-steps</vt:lpstr>
      <vt:lpstr>PowerPoint Presentation</vt:lpstr>
      <vt:lpstr>Exercise Therapy</vt:lpstr>
      <vt:lpstr>Physical exercises</vt:lpstr>
      <vt:lpstr>Manual Therapy</vt:lpstr>
      <vt:lpstr>Manul therapy approaches</vt:lpstr>
      <vt:lpstr>Manual therapies-Nice Guidelines</vt:lpstr>
      <vt:lpstr>Neurodynamic</vt:lpstr>
      <vt:lpstr>Pharmacological management</vt:lpstr>
      <vt:lpstr>Pharmacological management </vt:lpstr>
      <vt:lpstr>If prescribing NSAIDs for sciatica</vt:lpstr>
      <vt:lpstr>Pharmacological management: NICE guidelines</vt:lpstr>
      <vt:lpstr>Invasive or surgical management</vt:lpstr>
      <vt:lpstr>Invasive therapy</vt:lpstr>
      <vt:lpstr>Non-surgical invasive interventions ( Nice Guidelines)</vt:lpstr>
      <vt:lpstr>Surgical Management             </vt:lpstr>
      <vt:lpstr>Surgical management contd…</vt:lpstr>
      <vt:lpstr>Surgical interventions-Nice Guidelines</vt:lpstr>
      <vt:lpstr>Post Surgical rehabilitation</vt:lpstr>
      <vt:lpstr>Overview of inerventins endorsed for non-specific low back pain in evidence –based clinical practice Guidelines (Danish, US and UK guidelines</vt:lpstr>
      <vt:lpstr>Prognosis</vt:lpstr>
      <vt:lpstr>PowerPoint Presentation</vt:lpstr>
      <vt:lpstr>  Tips for healthy back</vt:lpstr>
      <vt:lpstr>Safety netting</vt:lpstr>
      <vt:lpstr>Outcome measures</vt:lpstr>
      <vt:lpstr>Take-Home Messages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Rajendra Thapa</dc:creator>
  <cp:lastModifiedBy>Rajendra Thapa</cp:lastModifiedBy>
  <cp:revision>23</cp:revision>
  <dcterms:created xsi:type="dcterms:W3CDTF">2025-07-07T07:23:56Z</dcterms:created>
  <dcterms:modified xsi:type="dcterms:W3CDTF">2025-11-13T00:18:04Z</dcterms:modified>
</cp:coreProperties>
</file>