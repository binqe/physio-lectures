
<file path=[Content_Types].xml><?xml version="1.0" encoding="utf-8"?>
<Types xmlns="http://schemas.openxmlformats.org/package/2006/content-types">
  <Default Extension="avi" ContentType="video/x-msvideo"/>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80" r:id="rId3"/>
    <p:sldId id="393" r:id="rId4"/>
    <p:sldId id="394" r:id="rId5"/>
    <p:sldId id="378" r:id="rId6"/>
    <p:sldId id="340" r:id="rId7"/>
    <p:sldId id="307" r:id="rId8"/>
    <p:sldId id="396" r:id="rId9"/>
    <p:sldId id="382" r:id="rId10"/>
    <p:sldId id="383" r:id="rId11"/>
    <p:sldId id="344" r:id="rId12"/>
    <p:sldId id="384" r:id="rId13"/>
    <p:sldId id="381" r:id="rId14"/>
    <p:sldId id="385" r:id="rId15"/>
    <p:sldId id="395" r:id="rId16"/>
    <p:sldId id="309" r:id="rId17"/>
    <p:sldId id="390" r:id="rId18"/>
    <p:sldId id="392" r:id="rId19"/>
    <p:sldId id="391" r:id="rId20"/>
    <p:sldId id="350" r:id="rId21"/>
    <p:sldId id="273" r:id="rId22"/>
    <p:sldId id="38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CC41C-6773-4DAA-BEFC-5ADE1521E49A}" v="9" dt="2024-02-19T15:11:34.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50" autoAdjust="0"/>
    <p:restoredTop sz="79147" autoAdjust="0"/>
  </p:normalViewPr>
  <p:slideViewPr>
    <p:cSldViewPr snapToGrid="0">
      <p:cViewPr varScale="1">
        <p:scale>
          <a:sx n="83" d="100"/>
          <a:sy n="83" d="100"/>
        </p:scale>
        <p:origin x="19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McGlinchey" userId="6e11bbf3-9dcb-4b8b-b03e-52345dfdf79c" providerId="ADAL" clId="{60939A46-6B3C-41B6-8992-6BAECF9D2BD5}"/>
    <pc:docChg chg="undo custSel addSld delSld modSld sldOrd">
      <pc:chgData name="Mark McGlinchey" userId="6e11bbf3-9dcb-4b8b-b03e-52345dfdf79c" providerId="ADAL" clId="{60939A46-6B3C-41B6-8992-6BAECF9D2BD5}" dt="2023-02-08T13:12:50.599" v="575" actId="26606"/>
      <pc:docMkLst>
        <pc:docMk/>
      </pc:docMkLst>
      <pc:sldChg chg="addSp delSp modSp mod setBg">
        <pc:chgData name="Mark McGlinchey" userId="6e11bbf3-9dcb-4b8b-b03e-52345dfdf79c" providerId="ADAL" clId="{60939A46-6B3C-41B6-8992-6BAECF9D2BD5}" dt="2023-02-08T12:58:34.847" v="199" actId="26606"/>
        <pc:sldMkLst>
          <pc:docMk/>
          <pc:sldMk cId="2848883935" sldId="256"/>
        </pc:sldMkLst>
        <pc:spChg chg="mod">
          <ac:chgData name="Mark McGlinchey" userId="6e11bbf3-9dcb-4b8b-b03e-52345dfdf79c" providerId="ADAL" clId="{60939A46-6B3C-41B6-8992-6BAECF9D2BD5}" dt="2023-02-08T12:57:42.781" v="188" actId="26606"/>
          <ac:spMkLst>
            <pc:docMk/>
            <pc:sldMk cId="2848883935" sldId="256"/>
            <ac:spMk id="2" creationId="{606B168B-CAF8-4205-8A7C-BD366E45467F}"/>
          </ac:spMkLst>
        </pc:spChg>
        <pc:spChg chg="mod">
          <ac:chgData name="Mark McGlinchey" userId="6e11bbf3-9dcb-4b8b-b03e-52345dfdf79c" providerId="ADAL" clId="{60939A46-6B3C-41B6-8992-6BAECF9D2BD5}" dt="2023-02-08T12:57:42.781" v="188" actId="26606"/>
          <ac:spMkLst>
            <pc:docMk/>
            <pc:sldMk cId="2848883935" sldId="256"/>
            <ac:spMk id="3" creationId="{4ADC2D4C-DB8A-4716-A71D-EFBD3BCCC6F0}"/>
          </ac:spMkLst>
        </pc:spChg>
        <pc:spChg chg="add del">
          <ac:chgData name="Mark McGlinchey" userId="6e11bbf3-9dcb-4b8b-b03e-52345dfdf79c" providerId="ADAL" clId="{60939A46-6B3C-41B6-8992-6BAECF9D2BD5}" dt="2023-02-08T12:57:19.667" v="182" actId="26606"/>
          <ac:spMkLst>
            <pc:docMk/>
            <pc:sldMk cId="2848883935" sldId="256"/>
            <ac:spMk id="10" creationId="{E49CC64F-7275-4E33-961B-0C5CDC439875}"/>
          </ac:spMkLst>
        </pc:spChg>
        <pc:spChg chg="add del">
          <ac:chgData name="Mark McGlinchey" userId="6e11bbf3-9dcb-4b8b-b03e-52345dfdf79c" providerId="ADAL" clId="{60939A46-6B3C-41B6-8992-6BAECF9D2BD5}" dt="2023-02-08T12:57:19.662" v="181" actId="26606"/>
          <ac:spMkLst>
            <pc:docMk/>
            <pc:sldMk cId="2848883935" sldId="256"/>
            <ac:spMk id="1028" creationId="{71B2258F-86CA-4D4D-8270-BC05FCDEBFB3}"/>
          </ac:spMkLst>
        </pc:spChg>
        <pc:spChg chg="add del">
          <ac:chgData name="Mark McGlinchey" userId="6e11bbf3-9dcb-4b8b-b03e-52345dfdf79c" providerId="ADAL" clId="{60939A46-6B3C-41B6-8992-6BAECF9D2BD5}" dt="2023-02-08T12:57:42.784" v="189" actId="26606"/>
          <ac:spMkLst>
            <pc:docMk/>
            <pc:sldMk cId="2848883935" sldId="256"/>
            <ac:spMk id="1030" creationId="{E49CC64F-7275-4E33-961B-0C5CDC439875}"/>
          </ac:spMkLst>
        </pc:spChg>
        <pc:spChg chg="add del">
          <ac:chgData name="Mark McGlinchey" userId="6e11bbf3-9dcb-4b8b-b03e-52345dfdf79c" providerId="ADAL" clId="{60939A46-6B3C-41B6-8992-6BAECF9D2BD5}" dt="2023-02-08T12:57:08.635" v="176" actId="26606"/>
          <ac:spMkLst>
            <pc:docMk/>
            <pc:sldMk cId="2848883935" sldId="256"/>
            <ac:spMk id="1031" creationId="{E49CC64F-7275-4E33-961B-0C5CDC439875}"/>
          </ac:spMkLst>
        </pc:spChg>
        <pc:spChg chg="add del">
          <ac:chgData name="Mark McGlinchey" userId="6e11bbf3-9dcb-4b8b-b03e-52345dfdf79c" providerId="ADAL" clId="{60939A46-6B3C-41B6-8992-6BAECF9D2BD5}" dt="2023-02-08T12:57:42.781" v="188" actId="26606"/>
          <ac:spMkLst>
            <pc:docMk/>
            <pc:sldMk cId="2848883935" sldId="256"/>
            <ac:spMk id="1035" creationId="{526E0BFB-CDF1-4990-8C11-AC849311E0A8}"/>
          </ac:spMkLst>
        </pc:spChg>
        <pc:spChg chg="add del">
          <ac:chgData name="Mark McGlinchey" userId="6e11bbf3-9dcb-4b8b-b03e-52345dfdf79c" providerId="ADAL" clId="{60939A46-6B3C-41B6-8992-6BAECF9D2BD5}" dt="2023-02-08T12:57:42.781" v="188" actId="26606"/>
          <ac:spMkLst>
            <pc:docMk/>
            <pc:sldMk cId="2848883935" sldId="256"/>
            <ac:spMk id="1037" creationId="{6069A1F8-9BEB-4786-9694-FC48B2D75D21}"/>
          </ac:spMkLst>
        </pc:spChg>
        <pc:spChg chg="add del">
          <ac:chgData name="Mark McGlinchey" userId="6e11bbf3-9dcb-4b8b-b03e-52345dfdf79c" providerId="ADAL" clId="{60939A46-6B3C-41B6-8992-6BAECF9D2BD5}" dt="2023-02-08T12:57:42.781" v="188" actId="26606"/>
          <ac:spMkLst>
            <pc:docMk/>
            <pc:sldMk cId="2848883935" sldId="256"/>
            <ac:spMk id="1039" creationId="{AF2F604E-43BE-4DC3-B983-E071523364F8}"/>
          </ac:spMkLst>
        </pc:spChg>
        <pc:spChg chg="add del">
          <ac:chgData name="Mark McGlinchey" userId="6e11bbf3-9dcb-4b8b-b03e-52345dfdf79c" providerId="ADAL" clId="{60939A46-6B3C-41B6-8992-6BAECF9D2BD5}" dt="2023-02-08T12:57:42.781" v="188" actId="26606"/>
          <ac:spMkLst>
            <pc:docMk/>
            <pc:sldMk cId="2848883935" sldId="256"/>
            <ac:spMk id="1041" creationId="{08C9B587-E65E-4B52-B37C-ABEBB6E87928}"/>
          </ac:spMkLst>
        </pc:spChg>
        <pc:spChg chg="add del">
          <ac:chgData name="Mark McGlinchey" userId="6e11bbf3-9dcb-4b8b-b03e-52345dfdf79c" providerId="ADAL" clId="{60939A46-6B3C-41B6-8992-6BAECF9D2BD5}" dt="2023-02-08T12:58:34.847" v="199" actId="26606"/>
          <ac:spMkLst>
            <pc:docMk/>
            <pc:sldMk cId="2848883935" sldId="256"/>
            <ac:spMk id="1043" creationId="{E49CC64F-7275-4E33-961B-0C5CDC439875}"/>
          </ac:spMkLst>
        </pc:spChg>
        <pc:spChg chg="add">
          <ac:chgData name="Mark McGlinchey" userId="6e11bbf3-9dcb-4b8b-b03e-52345dfdf79c" providerId="ADAL" clId="{60939A46-6B3C-41B6-8992-6BAECF9D2BD5}" dt="2023-02-08T12:58:34.847" v="199" actId="26606"/>
          <ac:spMkLst>
            <pc:docMk/>
            <pc:sldMk cId="2848883935" sldId="256"/>
            <ac:spMk id="1048" creationId="{E49CC64F-7275-4E33-961B-0C5CDC439875}"/>
          </ac:spMkLst>
        </pc:spChg>
        <pc:picChg chg="add mod">
          <ac:chgData name="Mark McGlinchey" userId="6e11bbf3-9dcb-4b8b-b03e-52345dfdf79c" providerId="ADAL" clId="{60939A46-6B3C-41B6-8992-6BAECF9D2BD5}" dt="2023-02-08T12:58:34.847" v="199" actId="26606"/>
          <ac:picMkLst>
            <pc:docMk/>
            <pc:sldMk cId="2848883935" sldId="256"/>
            <ac:picMk id="4" creationId="{0734E7DA-6444-DBB3-1304-8A8B52495CFF}"/>
          </ac:picMkLst>
        </pc:picChg>
        <pc:picChg chg="del">
          <ac:chgData name="Mark McGlinchey" userId="6e11bbf3-9dcb-4b8b-b03e-52345dfdf79c" providerId="ADAL" clId="{60939A46-6B3C-41B6-8992-6BAECF9D2BD5}" dt="2023-02-08T12:56:20.411" v="170" actId="478"/>
          <ac:picMkLst>
            <pc:docMk/>
            <pc:sldMk cId="2848883935" sldId="256"/>
            <ac:picMk id="5" creationId="{FAC1D40D-9553-0C9E-B8FC-F6AA97A2C9D6}"/>
          </ac:picMkLst>
        </pc:picChg>
        <pc:picChg chg="add del mod ord">
          <ac:chgData name="Mark McGlinchey" userId="6e11bbf3-9dcb-4b8b-b03e-52345dfdf79c" providerId="ADAL" clId="{60939A46-6B3C-41B6-8992-6BAECF9D2BD5}" dt="2023-02-08T12:57:53.074" v="190" actId="478"/>
          <ac:picMkLst>
            <pc:docMk/>
            <pc:sldMk cId="2848883935" sldId="256"/>
            <ac:picMk id="1026" creationId="{5ECE8B22-5C78-81B1-005B-703244492702}"/>
          </ac:picMkLst>
        </pc:picChg>
      </pc:sldChg>
      <pc:sldChg chg="addSp delSp modSp del mod">
        <pc:chgData name="Mark McGlinchey" userId="6e11bbf3-9dcb-4b8b-b03e-52345dfdf79c" providerId="ADAL" clId="{60939A46-6B3C-41B6-8992-6BAECF9D2BD5}" dt="2023-02-08T13:00:10.761" v="211" actId="2696"/>
        <pc:sldMkLst>
          <pc:docMk/>
          <pc:sldMk cId="4294822799" sldId="257"/>
        </pc:sldMkLst>
        <pc:spChg chg="mod">
          <ac:chgData name="Mark McGlinchey" userId="6e11bbf3-9dcb-4b8b-b03e-52345dfdf79c" providerId="ADAL" clId="{60939A46-6B3C-41B6-8992-6BAECF9D2BD5}" dt="2023-02-08T12:43:01.505" v="11" actId="20577"/>
          <ac:spMkLst>
            <pc:docMk/>
            <pc:sldMk cId="4294822799" sldId="257"/>
            <ac:spMk id="33" creationId="{6C61C00D-FB11-425A-8880-B6165D822821}"/>
          </ac:spMkLst>
        </pc:spChg>
        <pc:picChg chg="add del">
          <ac:chgData name="Mark McGlinchey" userId="6e11bbf3-9dcb-4b8b-b03e-52345dfdf79c" providerId="ADAL" clId="{60939A46-6B3C-41B6-8992-6BAECF9D2BD5}" dt="2023-02-08T12:49:30.968" v="130"/>
          <ac:picMkLst>
            <pc:docMk/>
            <pc:sldMk cId="4294822799" sldId="257"/>
            <ac:picMk id="3" creationId="{4EA0837C-2C52-EF69-70A7-406217F74EF5}"/>
          </ac:picMkLst>
        </pc:picChg>
      </pc:sldChg>
      <pc:sldChg chg="addSp modSp add del mod setBg">
        <pc:chgData name="Mark McGlinchey" userId="6e11bbf3-9dcb-4b8b-b03e-52345dfdf79c" providerId="ADAL" clId="{60939A46-6B3C-41B6-8992-6BAECF9D2BD5}" dt="2023-02-08T12:47:13.754" v="122" actId="2696"/>
        <pc:sldMkLst>
          <pc:docMk/>
          <pc:sldMk cId="3643465118" sldId="262"/>
        </pc:sldMkLst>
        <pc:spChg chg="mod">
          <ac:chgData name="Mark McGlinchey" userId="6e11bbf3-9dcb-4b8b-b03e-52345dfdf79c" providerId="ADAL" clId="{60939A46-6B3C-41B6-8992-6BAECF9D2BD5}" dt="2023-02-08T12:45:59.795" v="53" actId="26606"/>
          <ac:spMkLst>
            <pc:docMk/>
            <pc:sldMk cId="3643465118" sldId="262"/>
            <ac:spMk id="4" creationId="{C422A729-D4BB-4B54-B65A-3E270F1B144C}"/>
          </ac:spMkLst>
        </pc:spChg>
        <pc:spChg chg="mod">
          <ac:chgData name="Mark McGlinchey" userId="6e11bbf3-9dcb-4b8b-b03e-52345dfdf79c" providerId="ADAL" clId="{60939A46-6B3C-41B6-8992-6BAECF9D2BD5}" dt="2023-02-08T12:45:59.795" v="53" actId="26606"/>
          <ac:spMkLst>
            <pc:docMk/>
            <pc:sldMk cId="3643465118" sldId="262"/>
            <ac:spMk id="5" creationId="{988230A8-A5DC-46F7-BD93-CF72D61064DC}"/>
          </ac:spMkLst>
        </pc:spChg>
        <pc:spChg chg="mod">
          <ac:chgData name="Mark McGlinchey" userId="6e11bbf3-9dcb-4b8b-b03e-52345dfdf79c" providerId="ADAL" clId="{60939A46-6B3C-41B6-8992-6BAECF9D2BD5}" dt="2023-02-08T12:45:59.795" v="53" actId="26606"/>
          <ac:spMkLst>
            <pc:docMk/>
            <pc:sldMk cId="3643465118" sldId="262"/>
            <ac:spMk id="6" creationId="{2782F415-4827-490D-94EB-8850245FA8C1}"/>
          </ac:spMkLst>
        </pc:spChg>
        <pc:picChg chg="add">
          <ac:chgData name="Mark McGlinchey" userId="6e11bbf3-9dcb-4b8b-b03e-52345dfdf79c" providerId="ADAL" clId="{60939A46-6B3C-41B6-8992-6BAECF9D2BD5}" dt="2023-02-08T12:45:59.795" v="53" actId="26606"/>
          <ac:picMkLst>
            <pc:docMk/>
            <pc:sldMk cId="3643465118" sldId="262"/>
            <ac:picMk id="8" creationId="{EEB1FC2A-CAE7-98BC-36F7-716346471D2A}"/>
          </ac:picMkLst>
        </pc:picChg>
        <pc:cxnChg chg="add">
          <ac:chgData name="Mark McGlinchey" userId="6e11bbf3-9dcb-4b8b-b03e-52345dfdf79c" providerId="ADAL" clId="{60939A46-6B3C-41B6-8992-6BAECF9D2BD5}" dt="2023-02-08T12:45:59.795" v="53" actId="26606"/>
          <ac:cxnSpMkLst>
            <pc:docMk/>
            <pc:sldMk cId="3643465118" sldId="262"/>
            <ac:cxnSpMk id="12" creationId="{A7F400EE-A8A5-48AF-B4D6-291B52C6F0B0}"/>
          </ac:cxnSpMkLst>
        </pc:cxnChg>
      </pc:sldChg>
      <pc:sldChg chg="del">
        <pc:chgData name="Mark McGlinchey" userId="6e11bbf3-9dcb-4b8b-b03e-52345dfdf79c" providerId="ADAL" clId="{60939A46-6B3C-41B6-8992-6BAECF9D2BD5}" dt="2023-02-08T12:51:27.985" v="148" actId="2696"/>
        <pc:sldMkLst>
          <pc:docMk/>
          <pc:sldMk cId="2729629157" sldId="263"/>
        </pc:sldMkLst>
      </pc:sldChg>
      <pc:sldChg chg="del">
        <pc:chgData name="Mark McGlinchey" userId="6e11bbf3-9dcb-4b8b-b03e-52345dfdf79c" providerId="ADAL" clId="{60939A46-6B3C-41B6-8992-6BAECF9D2BD5}" dt="2023-02-08T12:51:47.012" v="151" actId="2696"/>
        <pc:sldMkLst>
          <pc:docMk/>
          <pc:sldMk cId="2364256882" sldId="264"/>
        </pc:sldMkLst>
      </pc:sldChg>
      <pc:sldChg chg="del">
        <pc:chgData name="Mark McGlinchey" userId="6e11bbf3-9dcb-4b8b-b03e-52345dfdf79c" providerId="ADAL" clId="{60939A46-6B3C-41B6-8992-6BAECF9D2BD5}" dt="2023-02-08T12:51:47.012" v="151" actId="2696"/>
        <pc:sldMkLst>
          <pc:docMk/>
          <pc:sldMk cId="3839395886" sldId="265"/>
        </pc:sldMkLst>
      </pc:sldChg>
      <pc:sldChg chg="del">
        <pc:chgData name="Mark McGlinchey" userId="6e11bbf3-9dcb-4b8b-b03e-52345dfdf79c" providerId="ADAL" clId="{60939A46-6B3C-41B6-8992-6BAECF9D2BD5}" dt="2023-02-08T12:51:47.012" v="151" actId="2696"/>
        <pc:sldMkLst>
          <pc:docMk/>
          <pc:sldMk cId="3898284161" sldId="267"/>
        </pc:sldMkLst>
      </pc:sldChg>
      <pc:sldChg chg="addSp modSp add del mod setBg">
        <pc:chgData name="Mark McGlinchey" userId="6e11bbf3-9dcb-4b8b-b03e-52345dfdf79c" providerId="ADAL" clId="{60939A46-6B3C-41B6-8992-6BAECF9D2BD5}" dt="2023-02-08T13:10:07.934" v="546" actId="14100"/>
        <pc:sldMkLst>
          <pc:docMk/>
          <pc:sldMk cId="924118483" sldId="273"/>
        </pc:sldMkLst>
        <pc:spChg chg="mod">
          <ac:chgData name="Mark McGlinchey" userId="6e11bbf3-9dcb-4b8b-b03e-52345dfdf79c" providerId="ADAL" clId="{60939A46-6B3C-41B6-8992-6BAECF9D2BD5}" dt="2023-02-08T12:51:58.699" v="153" actId="26606"/>
          <ac:spMkLst>
            <pc:docMk/>
            <pc:sldMk cId="924118483" sldId="273"/>
            <ac:spMk id="4" creationId="{EC17DEB5-EC90-4FE2-8646-F287BE6EA601}"/>
          </ac:spMkLst>
        </pc:spChg>
        <pc:spChg chg="mod">
          <ac:chgData name="Mark McGlinchey" userId="6e11bbf3-9dcb-4b8b-b03e-52345dfdf79c" providerId="ADAL" clId="{60939A46-6B3C-41B6-8992-6BAECF9D2BD5}" dt="2023-02-08T13:10:07.934" v="546" actId="14100"/>
          <ac:spMkLst>
            <pc:docMk/>
            <pc:sldMk cId="924118483" sldId="273"/>
            <ac:spMk id="5" creationId="{6CFEBC38-2750-430F-8AA0-91B18563A7B6}"/>
          </ac:spMkLst>
        </pc:spChg>
        <pc:spChg chg="mod">
          <ac:chgData name="Mark McGlinchey" userId="6e11bbf3-9dcb-4b8b-b03e-52345dfdf79c" providerId="ADAL" clId="{60939A46-6B3C-41B6-8992-6BAECF9D2BD5}" dt="2023-02-08T12:51:58.699" v="153" actId="26606"/>
          <ac:spMkLst>
            <pc:docMk/>
            <pc:sldMk cId="924118483" sldId="273"/>
            <ac:spMk id="6" creationId="{E35FF012-BB17-44E4-AB8D-AAA447C61E84}"/>
          </ac:spMkLst>
        </pc:spChg>
        <pc:spChg chg="add">
          <ac:chgData name="Mark McGlinchey" userId="6e11bbf3-9dcb-4b8b-b03e-52345dfdf79c" providerId="ADAL" clId="{60939A46-6B3C-41B6-8992-6BAECF9D2BD5}" dt="2023-02-08T12:51:58.699" v="153" actId="26606"/>
          <ac:spMkLst>
            <pc:docMk/>
            <pc:sldMk cId="924118483" sldId="273"/>
            <ac:spMk id="11" creationId="{1B15ED52-F352-441B-82BF-E0EA34836D08}"/>
          </ac:spMkLst>
        </pc:spChg>
        <pc:spChg chg="add">
          <ac:chgData name="Mark McGlinchey" userId="6e11bbf3-9dcb-4b8b-b03e-52345dfdf79c" providerId="ADAL" clId="{60939A46-6B3C-41B6-8992-6BAECF9D2BD5}" dt="2023-02-08T12:51:58.699" v="153" actId="26606"/>
          <ac:spMkLst>
            <pc:docMk/>
            <pc:sldMk cId="924118483" sldId="273"/>
            <ac:spMk id="13" creationId="{3B2E3793-BFE6-45A2-9B7B-E18844431C99}"/>
          </ac:spMkLst>
        </pc:spChg>
        <pc:spChg chg="add">
          <ac:chgData name="Mark McGlinchey" userId="6e11bbf3-9dcb-4b8b-b03e-52345dfdf79c" providerId="ADAL" clId="{60939A46-6B3C-41B6-8992-6BAECF9D2BD5}" dt="2023-02-08T12:51:58.699" v="153" actId="26606"/>
          <ac:spMkLst>
            <pc:docMk/>
            <pc:sldMk cId="924118483" sldId="273"/>
            <ac:spMk id="15" creationId="{BC4C4868-CB8F-4AF9-9CDB-8108F2C19B67}"/>
          </ac:spMkLst>
        </pc:spChg>
        <pc:spChg chg="add">
          <ac:chgData name="Mark McGlinchey" userId="6e11bbf3-9dcb-4b8b-b03e-52345dfdf79c" providerId="ADAL" clId="{60939A46-6B3C-41B6-8992-6BAECF9D2BD5}" dt="2023-02-08T12:51:58.699" v="153" actId="26606"/>
          <ac:spMkLst>
            <pc:docMk/>
            <pc:sldMk cId="924118483" sldId="273"/>
            <ac:spMk id="17" creationId="{375E0459-6403-40CD-989D-56A4407CA12E}"/>
          </ac:spMkLst>
        </pc:spChg>
        <pc:spChg chg="add">
          <ac:chgData name="Mark McGlinchey" userId="6e11bbf3-9dcb-4b8b-b03e-52345dfdf79c" providerId="ADAL" clId="{60939A46-6B3C-41B6-8992-6BAECF9D2BD5}" dt="2023-02-08T12:51:58.699" v="153" actId="26606"/>
          <ac:spMkLst>
            <pc:docMk/>
            <pc:sldMk cId="924118483" sldId="273"/>
            <ac:spMk id="19" creationId="{53E5B1A8-3AC9-4BD1-9BBC-78CA94F2D1BA}"/>
          </ac:spMkLst>
        </pc:spChg>
      </pc:sldChg>
      <pc:sldChg chg="del">
        <pc:chgData name="Mark McGlinchey" userId="6e11bbf3-9dcb-4b8b-b03e-52345dfdf79c" providerId="ADAL" clId="{60939A46-6B3C-41B6-8992-6BAECF9D2BD5}" dt="2023-02-08T12:51:52.101" v="152" actId="2696"/>
        <pc:sldMkLst>
          <pc:docMk/>
          <pc:sldMk cId="3457202264" sldId="286"/>
        </pc:sldMkLst>
      </pc:sldChg>
      <pc:sldChg chg="del">
        <pc:chgData name="Mark McGlinchey" userId="6e11bbf3-9dcb-4b8b-b03e-52345dfdf79c" providerId="ADAL" clId="{60939A46-6B3C-41B6-8992-6BAECF9D2BD5}" dt="2023-02-08T12:51:47.012" v="151" actId="2696"/>
        <pc:sldMkLst>
          <pc:docMk/>
          <pc:sldMk cId="1029644306" sldId="287"/>
        </pc:sldMkLst>
      </pc:sldChg>
      <pc:sldChg chg="del">
        <pc:chgData name="Mark McGlinchey" userId="6e11bbf3-9dcb-4b8b-b03e-52345dfdf79c" providerId="ADAL" clId="{60939A46-6B3C-41B6-8992-6BAECF9D2BD5}" dt="2023-02-08T12:51:41.894" v="150" actId="2696"/>
        <pc:sldMkLst>
          <pc:docMk/>
          <pc:sldMk cId="1116180256" sldId="288"/>
        </pc:sldMkLst>
      </pc:sldChg>
      <pc:sldChg chg="del">
        <pc:chgData name="Mark McGlinchey" userId="6e11bbf3-9dcb-4b8b-b03e-52345dfdf79c" providerId="ADAL" clId="{60939A46-6B3C-41B6-8992-6BAECF9D2BD5}" dt="2023-02-08T12:51:41.894" v="150" actId="2696"/>
        <pc:sldMkLst>
          <pc:docMk/>
          <pc:sldMk cId="3537871976" sldId="289"/>
        </pc:sldMkLst>
      </pc:sldChg>
      <pc:sldChg chg="del">
        <pc:chgData name="Mark McGlinchey" userId="6e11bbf3-9dcb-4b8b-b03e-52345dfdf79c" providerId="ADAL" clId="{60939A46-6B3C-41B6-8992-6BAECF9D2BD5}" dt="2023-02-08T12:51:33.376" v="149" actId="2696"/>
        <pc:sldMkLst>
          <pc:docMk/>
          <pc:sldMk cId="657226337" sldId="291"/>
        </pc:sldMkLst>
      </pc:sldChg>
      <pc:sldChg chg="del">
        <pc:chgData name="Mark McGlinchey" userId="6e11bbf3-9dcb-4b8b-b03e-52345dfdf79c" providerId="ADAL" clId="{60939A46-6B3C-41B6-8992-6BAECF9D2BD5}" dt="2023-02-08T12:51:41.894" v="150" actId="2696"/>
        <pc:sldMkLst>
          <pc:docMk/>
          <pc:sldMk cId="3039590940" sldId="292"/>
        </pc:sldMkLst>
      </pc:sldChg>
      <pc:sldChg chg="del">
        <pc:chgData name="Mark McGlinchey" userId="6e11bbf3-9dcb-4b8b-b03e-52345dfdf79c" providerId="ADAL" clId="{60939A46-6B3C-41B6-8992-6BAECF9D2BD5}" dt="2023-02-08T12:51:41.894" v="150" actId="2696"/>
        <pc:sldMkLst>
          <pc:docMk/>
          <pc:sldMk cId="4284428868" sldId="293"/>
        </pc:sldMkLst>
      </pc:sldChg>
      <pc:sldChg chg="del">
        <pc:chgData name="Mark McGlinchey" userId="6e11bbf3-9dcb-4b8b-b03e-52345dfdf79c" providerId="ADAL" clId="{60939A46-6B3C-41B6-8992-6BAECF9D2BD5}" dt="2023-02-08T12:51:41.894" v="150" actId="2696"/>
        <pc:sldMkLst>
          <pc:docMk/>
          <pc:sldMk cId="4210164021" sldId="294"/>
        </pc:sldMkLst>
      </pc:sldChg>
      <pc:sldChg chg="del">
        <pc:chgData name="Mark McGlinchey" userId="6e11bbf3-9dcb-4b8b-b03e-52345dfdf79c" providerId="ADAL" clId="{60939A46-6B3C-41B6-8992-6BAECF9D2BD5}" dt="2023-02-08T12:51:41.894" v="150" actId="2696"/>
        <pc:sldMkLst>
          <pc:docMk/>
          <pc:sldMk cId="2381968814" sldId="295"/>
        </pc:sldMkLst>
      </pc:sldChg>
      <pc:sldChg chg="del">
        <pc:chgData name="Mark McGlinchey" userId="6e11bbf3-9dcb-4b8b-b03e-52345dfdf79c" providerId="ADAL" clId="{60939A46-6B3C-41B6-8992-6BAECF9D2BD5}" dt="2023-02-08T12:51:41.894" v="150" actId="2696"/>
        <pc:sldMkLst>
          <pc:docMk/>
          <pc:sldMk cId="1288903496" sldId="296"/>
        </pc:sldMkLst>
      </pc:sldChg>
      <pc:sldChg chg="del">
        <pc:chgData name="Mark McGlinchey" userId="6e11bbf3-9dcb-4b8b-b03e-52345dfdf79c" providerId="ADAL" clId="{60939A46-6B3C-41B6-8992-6BAECF9D2BD5}" dt="2023-02-08T12:51:41.894" v="150" actId="2696"/>
        <pc:sldMkLst>
          <pc:docMk/>
          <pc:sldMk cId="3390042330" sldId="298"/>
        </pc:sldMkLst>
      </pc:sldChg>
      <pc:sldChg chg="del">
        <pc:chgData name="Mark McGlinchey" userId="6e11bbf3-9dcb-4b8b-b03e-52345dfdf79c" providerId="ADAL" clId="{60939A46-6B3C-41B6-8992-6BAECF9D2BD5}" dt="2023-02-08T12:51:33.376" v="149" actId="2696"/>
        <pc:sldMkLst>
          <pc:docMk/>
          <pc:sldMk cId="447069789" sldId="299"/>
        </pc:sldMkLst>
      </pc:sldChg>
      <pc:sldChg chg="del">
        <pc:chgData name="Mark McGlinchey" userId="6e11bbf3-9dcb-4b8b-b03e-52345dfdf79c" providerId="ADAL" clId="{60939A46-6B3C-41B6-8992-6BAECF9D2BD5}" dt="2023-02-08T12:51:33.376" v="149" actId="2696"/>
        <pc:sldMkLst>
          <pc:docMk/>
          <pc:sldMk cId="927631097" sldId="301"/>
        </pc:sldMkLst>
      </pc:sldChg>
      <pc:sldChg chg="del">
        <pc:chgData name="Mark McGlinchey" userId="6e11bbf3-9dcb-4b8b-b03e-52345dfdf79c" providerId="ADAL" clId="{60939A46-6B3C-41B6-8992-6BAECF9D2BD5}" dt="2023-02-08T12:51:41.894" v="150" actId="2696"/>
        <pc:sldMkLst>
          <pc:docMk/>
          <pc:sldMk cId="1744331082" sldId="303"/>
        </pc:sldMkLst>
      </pc:sldChg>
      <pc:sldChg chg="del">
        <pc:chgData name="Mark McGlinchey" userId="6e11bbf3-9dcb-4b8b-b03e-52345dfdf79c" providerId="ADAL" clId="{60939A46-6B3C-41B6-8992-6BAECF9D2BD5}" dt="2023-02-08T12:51:41.894" v="150" actId="2696"/>
        <pc:sldMkLst>
          <pc:docMk/>
          <pc:sldMk cId="1064012873" sldId="304"/>
        </pc:sldMkLst>
      </pc:sldChg>
      <pc:sldChg chg="del">
        <pc:chgData name="Mark McGlinchey" userId="6e11bbf3-9dcb-4b8b-b03e-52345dfdf79c" providerId="ADAL" clId="{60939A46-6B3C-41B6-8992-6BAECF9D2BD5}" dt="2023-02-08T12:51:33.376" v="149" actId="2696"/>
        <pc:sldMkLst>
          <pc:docMk/>
          <pc:sldMk cId="925879507" sldId="306"/>
        </pc:sldMkLst>
      </pc:sldChg>
      <pc:sldChg chg="addSp delSp modSp mod ord">
        <pc:chgData name="Mark McGlinchey" userId="6e11bbf3-9dcb-4b8b-b03e-52345dfdf79c" providerId="ADAL" clId="{60939A46-6B3C-41B6-8992-6BAECF9D2BD5}" dt="2023-02-08T13:06:27.098" v="468" actId="1076"/>
        <pc:sldMkLst>
          <pc:docMk/>
          <pc:sldMk cId="3358918850" sldId="307"/>
        </pc:sldMkLst>
        <pc:spChg chg="mod">
          <ac:chgData name="Mark McGlinchey" userId="6e11bbf3-9dcb-4b8b-b03e-52345dfdf79c" providerId="ADAL" clId="{60939A46-6B3C-41B6-8992-6BAECF9D2BD5}" dt="2023-02-08T13:06:07.739" v="460" actId="1076"/>
          <ac:spMkLst>
            <pc:docMk/>
            <pc:sldMk cId="3358918850" sldId="307"/>
            <ac:spMk id="2" creationId="{DEEFF349-81A9-4539-BE30-716AD67C9901}"/>
          </ac:spMkLst>
        </pc:spChg>
        <pc:spChg chg="add mod">
          <ac:chgData name="Mark McGlinchey" userId="6e11bbf3-9dcb-4b8b-b03e-52345dfdf79c" providerId="ADAL" clId="{60939A46-6B3C-41B6-8992-6BAECF9D2BD5}" dt="2023-02-08T13:06:27.098" v="468" actId="1076"/>
          <ac:spMkLst>
            <pc:docMk/>
            <pc:sldMk cId="3358918850" sldId="307"/>
            <ac:spMk id="4" creationId="{687D7133-9D9C-6B8A-65A9-E23D30CF32F7}"/>
          </ac:spMkLst>
        </pc:spChg>
        <pc:spChg chg="add del">
          <ac:chgData name="Mark McGlinchey" userId="6e11bbf3-9dcb-4b8b-b03e-52345dfdf79c" providerId="ADAL" clId="{60939A46-6B3C-41B6-8992-6BAECF9D2BD5}" dt="2023-02-08T13:06:20.629" v="463" actId="478"/>
          <ac:spMkLst>
            <pc:docMk/>
            <pc:sldMk cId="3358918850" sldId="307"/>
            <ac:spMk id="7" creationId="{080F7A7A-7732-5189-CAD8-3B97E8E82025}"/>
          </ac:spMkLst>
        </pc:spChg>
        <pc:graphicFrameChg chg="del">
          <ac:chgData name="Mark McGlinchey" userId="6e11bbf3-9dcb-4b8b-b03e-52345dfdf79c" providerId="ADAL" clId="{60939A46-6B3C-41B6-8992-6BAECF9D2BD5}" dt="2023-02-08T13:06:16.078" v="461" actId="478"/>
          <ac:graphicFrameMkLst>
            <pc:docMk/>
            <pc:sldMk cId="3358918850" sldId="307"/>
            <ac:graphicFrameMk id="5" creationId="{259B6C83-8F52-494C-A101-9800FC4B927E}"/>
          </ac:graphicFrameMkLst>
        </pc:graphicFrameChg>
      </pc:sldChg>
      <pc:sldChg chg="del">
        <pc:chgData name="Mark McGlinchey" userId="6e11bbf3-9dcb-4b8b-b03e-52345dfdf79c" providerId="ADAL" clId="{60939A46-6B3C-41B6-8992-6BAECF9D2BD5}" dt="2023-02-08T12:51:47.012" v="151" actId="2696"/>
        <pc:sldMkLst>
          <pc:docMk/>
          <pc:sldMk cId="4274713730" sldId="308"/>
        </pc:sldMkLst>
      </pc:sldChg>
      <pc:sldChg chg="del">
        <pc:chgData name="Mark McGlinchey" userId="6e11bbf3-9dcb-4b8b-b03e-52345dfdf79c" providerId="ADAL" clId="{60939A46-6B3C-41B6-8992-6BAECF9D2BD5}" dt="2023-02-08T12:51:41.894" v="150" actId="2696"/>
        <pc:sldMkLst>
          <pc:docMk/>
          <pc:sldMk cId="3361390299" sldId="309"/>
        </pc:sldMkLst>
      </pc:sldChg>
      <pc:sldChg chg="del">
        <pc:chgData name="Mark McGlinchey" userId="6e11bbf3-9dcb-4b8b-b03e-52345dfdf79c" providerId="ADAL" clId="{60939A46-6B3C-41B6-8992-6BAECF9D2BD5}" dt="2023-02-08T12:51:27.985" v="148" actId="2696"/>
        <pc:sldMkLst>
          <pc:docMk/>
          <pc:sldMk cId="570805025" sldId="310"/>
        </pc:sldMkLst>
      </pc:sldChg>
      <pc:sldChg chg="add del">
        <pc:chgData name="Mark McGlinchey" userId="6e11bbf3-9dcb-4b8b-b03e-52345dfdf79c" providerId="ADAL" clId="{60939A46-6B3C-41B6-8992-6BAECF9D2BD5}" dt="2023-02-08T12:47:45.795" v="123" actId="2696"/>
        <pc:sldMkLst>
          <pc:docMk/>
          <pc:sldMk cId="2341866572" sldId="339"/>
        </pc:sldMkLst>
      </pc:sldChg>
      <pc:sldChg chg="addSp delSp modSp add del mod setBg">
        <pc:chgData name="Mark McGlinchey" userId="6e11bbf3-9dcb-4b8b-b03e-52345dfdf79c" providerId="ADAL" clId="{60939A46-6B3C-41B6-8992-6BAECF9D2BD5}" dt="2023-02-08T13:12:40.367" v="573" actId="1076"/>
        <pc:sldMkLst>
          <pc:docMk/>
          <pc:sldMk cId="3269301239" sldId="340"/>
        </pc:sldMkLst>
        <pc:spChg chg="add del">
          <ac:chgData name="Mark McGlinchey" userId="6e11bbf3-9dcb-4b8b-b03e-52345dfdf79c" providerId="ADAL" clId="{60939A46-6B3C-41B6-8992-6BAECF9D2BD5}" dt="2023-02-08T13:11:24.290" v="550"/>
          <ac:spMkLst>
            <pc:docMk/>
            <pc:sldMk cId="3269301239" sldId="340"/>
            <ac:spMk id="2" creationId="{16A44E19-EA91-8431-E3AB-7F45B73A9D54}"/>
          </ac:spMkLst>
        </pc:spChg>
        <pc:spChg chg="mod ord">
          <ac:chgData name="Mark McGlinchey" userId="6e11bbf3-9dcb-4b8b-b03e-52345dfdf79c" providerId="ADAL" clId="{60939A46-6B3C-41B6-8992-6BAECF9D2BD5}" dt="2023-02-08T13:12:24.154" v="570" actId="26606"/>
          <ac:spMkLst>
            <pc:docMk/>
            <pc:sldMk cId="3269301239" sldId="340"/>
            <ac:spMk id="4" creationId="{C422A729-D4BB-4B54-B65A-3E270F1B144C}"/>
          </ac:spMkLst>
        </pc:spChg>
        <pc:spChg chg="mod">
          <ac:chgData name="Mark McGlinchey" userId="6e11bbf3-9dcb-4b8b-b03e-52345dfdf79c" providerId="ADAL" clId="{60939A46-6B3C-41B6-8992-6BAECF9D2BD5}" dt="2023-02-08T13:12:24.154" v="570" actId="26606"/>
          <ac:spMkLst>
            <pc:docMk/>
            <pc:sldMk cId="3269301239" sldId="340"/>
            <ac:spMk id="5" creationId="{988230A8-A5DC-46F7-BD93-CF72D61064DC}"/>
          </ac:spMkLst>
        </pc:spChg>
        <pc:spChg chg="mod">
          <ac:chgData name="Mark McGlinchey" userId="6e11bbf3-9dcb-4b8b-b03e-52345dfdf79c" providerId="ADAL" clId="{60939A46-6B3C-41B6-8992-6BAECF9D2BD5}" dt="2023-02-08T13:12:24.154" v="570" actId="26606"/>
          <ac:spMkLst>
            <pc:docMk/>
            <pc:sldMk cId="3269301239" sldId="340"/>
            <ac:spMk id="6" creationId="{2782F415-4827-490D-94EB-8850245FA8C1}"/>
          </ac:spMkLst>
        </pc:spChg>
        <pc:spChg chg="add del">
          <ac:chgData name="Mark McGlinchey" userId="6e11bbf3-9dcb-4b8b-b03e-52345dfdf79c" providerId="ADAL" clId="{60939A46-6B3C-41B6-8992-6BAECF9D2BD5}" dt="2023-02-08T13:11:44.374" v="555" actId="26606"/>
          <ac:spMkLst>
            <pc:docMk/>
            <pc:sldMk cId="3269301239" sldId="340"/>
            <ac:spMk id="17" creationId="{23E547B5-89CF-4EC0-96DE-25771AED0799}"/>
          </ac:spMkLst>
        </pc:spChg>
        <pc:spChg chg="add del">
          <ac:chgData name="Mark McGlinchey" userId="6e11bbf3-9dcb-4b8b-b03e-52345dfdf79c" providerId="ADAL" clId="{60939A46-6B3C-41B6-8992-6BAECF9D2BD5}" dt="2023-02-08T13:11:44.374" v="555" actId="26606"/>
          <ac:spMkLst>
            <pc:docMk/>
            <pc:sldMk cId="3269301239" sldId="340"/>
            <ac:spMk id="19" creationId="{3F0B8CEB-8279-4E5E-A0CE-1FC9F71736F2}"/>
          </ac:spMkLst>
        </pc:spChg>
        <pc:spChg chg="add del">
          <ac:chgData name="Mark McGlinchey" userId="6e11bbf3-9dcb-4b8b-b03e-52345dfdf79c" providerId="ADAL" clId="{60939A46-6B3C-41B6-8992-6BAECF9D2BD5}" dt="2023-02-08T13:12:07.042" v="559" actId="26606"/>
          <ac:spMkLst>
            <pc:docMk/>
            <pc:sldMk cId="3269301239" sldId="340"/>
            <ac:spMk id="21" creationId="{F13C74B1-5B17-4795-BED0-7140497B445A}"/>
          </ac:spMkLst>
        </pc:spChg>
        <pc:spChg chg="add del">
          <ac:chgData name="Mark McGlinchey" userId="6e11bbf3-9dcb-4b8b-b03e-52345dfdf79c" providerId="ADAL" clId="{60939A46-6B3C-41B6-8992-6BAECF9D2BD5}" dt="2023-02-08T13:12:07.042" v="559" actId="26606"/>
          <ac:spMkLst>
            <pc:docMk/>
            <pc:sldMk cId="3269301239" sldId="340"/>
            <ac:spMk id="22" creationId="{D4974D33-8DC5-464E-8C6D-BE58F0669C17}"/>
          </ac:spMkLst>
        </pc:spChg>
        <pc:spChg chg="add del">
          <ac:chgData name="Mark McGlinchey" userId="6e11bbf3-9dcb-4b8b-b03e-52345dfdf79c" providerId="ADAL" clId="{60939A46-6B3C-41B6-8992-6BAECF9D2BD5}" dt="2023-02-08T13:12:24.154" v="570" actId="26606"/>
          <ac:spMkLst>
            <pc:docMk/>
            <pc:sldMk cId="3269301239" sldId="340"/>
            <ac:spMk id="27" creationId="{73C994B4-9721-4148-9EEC-6793CECDE8DD}"/>
          </ac:spMkLst>
        </pc:spChg>
        <pc:spChg chg="add del">
          <ac:chgData name="Mark McGlinchey" userId="6e11bbf3-9dcb-4b8b-b03e-52345dfdf79c" providerId="ADAL" clId="{60939A46-6B3C-41B6-8992-6BAECF9D2BD5}" dt="2023-02-08T13:12:24.154" v="570" actId="26606"/>
          <ac:spMkLst>
            <pc:docMk/>
            <pc:sldMk cId="3269301239" sldId="340"/>
            <ac:spMk id="29" creationId="{F9D95E49-763A-4886-B038-82F734740554}"/>
          </ac:spMkLst>
        </pc:spChg>
        <pc:spChg chg="add del">
          <ac:chgData name="Mark McGlinchey" userId="6e11bbf3-9dcb-4b8b-b03e-52345dfdf79c" providerId="ADAL" clId="{60939A46-6B3C-41B6-8992-6BAECF9D2BD5}" dt="2023-02-08T13:12:24.154" v="570" actId="26606"/>
          <ac:spMkLst>
            <pc:docMk/>
            <pc:sldMk cId="3269301239" sldId="340"/>
            <ac:spMk id="31" creationId="{C953B5EC-5C47-4521-BBC8-B7BBB38160CC}"/>
          </ac:spMkLst>
        </pc:spChg>
        <pc:spChg chg="add del">
          <ac:chgData name="Mark McGlinchey" userId="6e11bbf3-9dcb-4b8b-b03e-52345dfdf79c" providerId="ADAL" clId="{60939A46-6B3C-41B6-8992-6BAECF9D2BD5}" dt="2023-02-08T13:12:24.154" v="570" actId="26606"/>
          <ac:spMkLst>
            <pc:docMk/>
            <pc:sldMk cId="3269301239" sldId="340"/>
            <ac:spMk id="33" creationId="{6D95061B-ADFC-4592-8BB1-0D542F6F6436}"/>
          </ac:spMkLst>
        </pc:spChg>
        <pc:spChg chg="add del">
          <ac:chgData name="Mark McGlinchey" userId="6e11bbf3-9dcb-4b8b-b03e-52345dfdf79c" providerId="ADAL" clId="{60939A46-6B3C-41B6-8992-6BAECF9D2BD5}" dt="2023-02-08T13:12:18.833" v="561" actId="26606"/>
          <ac:spMkLst>
            <pc:docMk/>
            <pc:sldMk cId="3269301239" sldId="340"/>
            <ac:spMk id="42" creationId="{12609869-9E80-471B-A487-A53288E0E791}"/>
          </ac:spMkLst>
        </pc:spChg>
        <pc:spChg chg="add del">
          <ac:chgData name="Mark McGlinchey" userId="6e11bbf3-9dcb-4b8b-b03e-52345dfdf79c" providerId="ADAL" clId="{60939A46-6B3C-41B6-8992-6BAECF9D2BD5}" dt="2023-02-08T13:12:18.833" v="561" actId="26606"/>
          <ac:spMkLst>
            <pc:docMk/>
            <pc:sldMk cId="3269301239" sldId="340"/>
            <ac:spMk id="44" creationId="{7004738A-9D34-43E8-97D2-CA0EED4F8BE0}"/>
          </ac:spMkLst>
        </pc:spChg>
        <pc:spChg chg="add del">
          <ac:chgData name="Mark McGlinchey" userId="6e11bbf3-9dcb-4b8b-b03e-52345dfdf79c" providerId="ADAL" clId="{60939A46-6B3C-41B6-8992-6BAECF9D2BD5}" dt="2023-02-08T13:12:18.833" v="561" actId="26606"/>
          <ac:spMkLst>
            <pc:docMk/>
            <pc:sldMk cId="3269301239" sldId="340"/>
            <ac:spMk id="46" creationId="{B8B8D07F-F13E-443E-BA68-2D26672D76B9}"/>
          </ac:spMkLst>
        </pc:spChg>
        <pc:spChg chg="add del">
          <ac:chgData name="Mark McGlinchey" userId="6e11bbf3-9dcb-4b8b-b03e-52345dfdf79c" providerId="ADAL" clId="{60939A46-6B3C-41B6-8992-6BAECF9D2BD5}" dt="2023-02-08T13:12:18.833" v="561" actId="26606"/>
          <ac:spMkLst>
            <pc:docMk/>
            <pc:sldMk cId="3269301239" sldId="340"/>
            <ac:spMk id="48" creationId="{2813A4FA-24A5-41ED-A534-3807D1B2F344}"/>
          </ac:spMkLst>
        </pc:spChg>
        <pc:spChg chg="add del">
          <ac:chgData name="Mark McGlinchey" userId="6e11bbf3-9dcb-4b8b-b03e-52345dfdf79c" providerId="ADAL" clId="{60939A46-6B3C-41B6-8992-6BAECF9D2BD5}" dt="2023-02-08T13:12:18.833" v="561" actId="26606"/>
          <ac:spMkLst>
            <pc:docMk/>
            <pc:sldMk cId="3269301239" sldId="340"/>
            <ac:spMk id="50" creationId="{C3944F27-CA70-4E84-A51A-E6BF89558979}"/>
          </ac:spMkLst>
        </pc:spChg>
        <pc:spChg chg="add del">
          <ac:chgData name="Mark McGlinchey" userId="6e11bbf3-9dcb-4b8b-b03e-52345dfdf79c" providerId="ADAL" clId="{60939A46-6B3C-41B6-8992-6BAECF9D2BD5}" dt="2023-02-08T13:12:20.569" v="563" actId="26606"/>
          <ac:spMkLst>
            <pc:docMk/>
            <pc:sldMk cId="3269301239" sldId="340"/>
            <ac:spMk id="52" creationId="{04812C46-200A-4DEB-A05E-3ED6C68C2387}"/>
          </ac:spMkLst>
        </pc:spChg>
        <pc:spChg chg="add del">
          <ac:chgData name="Mark McGlinchey" userId="6e11bbf3-9dcb-4b8b-b03e-52345dfdf79c" providerId="ADAL" clId="{60939A46-6B3C-41B6-8992-6BAECF9D2BD5}" dt="2023-02-08T13:12:20.569" v="563" actId="26606"/>
          <ac:spMkLst>
            <pc:docMk/>
            <pc:sldMk cId="3269301239" sldId="340"/>
            <ac:spMk id="53" creationId="{D1EA859B-E555-4109-94F3-6700E046E008}"/>
          </ac:spMkLst>
        </pc:spChg>
        <pc:spChg chg="add del">
          <ac:chgData name="Mark McGlinchey" userId="6e11bbf3-9dcb-4b8b-b03e-52345dfdf79c" providerId="ADAL" clId="{60939A46-6B3C-41B6-8992-6BAECF9D2BD5}" dt="2023-02-08T13:12:21.883" v="565" actId="26606"/>
          <ac:spMkLst>
            <pc:docMk/>
            <pc:sldMk cId="3269301239" sldId="340"/>
            <ac:spMk id="55" creationId="{0E3596DD-156A-473E-9BB3-C6A29F7574E9}"/>
          </ac:spMkLst>
        </pc:spChg>
        <pc:spChg chg="add del">
          <ac:chgData name="Mark McGlinchey" userId="6e11bbf3-9dcb-4b8b-b03e-52345dfdf79c" providerId="ADAL" clId="{60939A46-6B3C-41B6-8992-6BAECF9D2BD5}" dt="2023-02-08T13:12:21.883" v="565" actId="26606"/>
          <ac:spMkLst>
            <pc:docMk/>
            <pc:sldMk cId="3269301239" sldId="340"/>
            <ac:spMk id="56" creationId="{2C46C4D6-C474-4E92-B52E-944C1118F7B6}"/>
          </ac:spMkLst>
        </pc:spChg>
        <pc:spChg chg="add del">
          <ac:chgData name="Mark McGlinchey" userId="6e11bbf3-9dcb-4b8b-b03e-52345dfdf79c" providerId="ADAL" clId="{60939A46-6B3C-41B6-8992-6BAECF9D2BD5}" dt="2023-02-08T13:12:23.193" v="567" actId="26606"/>
          <ac:spMkLst>
            <pc:docMk/>
            <pc:sldMk cId="3269301239" sldId="340"/>
            <ac:spMk id="58" creationId="{73C994B4-9721-4148-9EEC-6793CECDE8DD}"/>
          </ac:spMkLst>
        </pc:spChg>
        <pc:spChg chg="add del">
          <ac:chgData name="Mark McGlinchey" userId="6e11bbf3-9dcb-4b8b-b03e-52345dfdf79c" providerId="ADAL" clId="{60939A46-6B3C-41B6-8992-6BAECF9D2BD5}" dt="2023-02-08T13:12:23.193" v="567" actId="26606"/>
          <ac:spMkLst>
            <pc:docMk/>
            <pc:sldMk cId="3269301239" sldId="340"/>
            <ac:spMk id="59" creationId="{F9D95E49-763A-4886-B038-82F734740554}"/>
          </ac:spMkLst>
        </pc:spChg>
        <pc:spChg chg="add del">
          <ac:chgData name="Mark McGlinchey" userId="6e11bbf3-9dcb-4b8b-b03e-52345dfdf79c" providerId="ADAL" clId="{60939A46-6B3C-41B6-8992-6BAECF9D2BD5}" dt="2023-02-08T13:12:23.193" v="567" actId="26606"/>
          <ac:spMkLst>
            <pc:docMk/>
            <pc:sldMk cId="3269301239" sldId="340"/>
            <ac:spMk id="60" creationId="{6B3A6FBD-2A4A-44EB-93D6-CC5E6085BEF0}"/>
          </ac:spMkLst>
        </pc:spChg>
        <pc:spChg chg="add del">
          <ac:chgData name="Mark McGlinchey" userId="6e11bbf3-9dcb-4b8b-b03e-52345dfdf79c" providerId="ADAL" clId="{60939A46-6B3C-41B6-8992-6BAECF9D2BD5}" dt="2023-02-08T13:12:23.193" v="567" actId="26606"/>
          <ac:spMkLst>
            <pc:docMk/>
            <pc:sldMk cId="3269301239" sldId="340"/>
            <ac:spMk id="61" creationId="{79712DE8-94E0-4F45-81D9-37AF7A32F4D6}"/>
          </ac:spMkLst>
        </pc:spChg>
        <pc:spChg chg="add del">
          <ac:chgData name="Mark McGlinchey" userId="6e11bbf3-9dcb-4b8b-b03e-52345dfdf79c" providerId="ADAL" clId="{60939A46-6B3C-41B6-8992-6BAECF9D2BD5}" dt="2023-02-08T13:12:24.143" v="569" actId="26606"/>
          <ac:spMkLst>
            <pc:docMk/>
            <pc:sldMk cId="3269301239" sldId="340"/>
            <ac:spMk id="65" creationId="{73C994B4-9721-4148-9EEC-6793CECDE8DD}"/>
          </ac:spMkLst>
        </pc:spChg>
        <pc:spChg chg="add del">
          <ac:chgData name="Mark McGlinchey" userId="6e11bbf3-9dcb-4b8b-b03e-52345dfdf79c" providerId="ADAL" clId="{60939A46-6B3C-41B6-8992-6BAECF9D2BD5}" dt="2023-02-08T13:12:24.143" v="569" actId="26606"/>
          <ac:spMkLst>
            <pc:docMk/>
            <pc:sldMk cId="3269301239" sldId="340"/>
            <ac:spMk id="66" creationId="{F9D95E49-763A-4886-B038-82F734740554}"/>
          </ac:spMkLst>
        </pc:spChg>
        <pc:spChg chg="add del">
          <ac:chgData name="Mark McGlinchey" userId="6e11bbf3-9dcb-4b8b-b03e-52345dfdf79c" providerId="ADAL" clId="{60939A46-6B3C-41B6-8992-6BAECF9D2BD5}" dt="2023-02-08T13:12:24.143" v="569" actId="26606"/>
          <ac:spMkLst>
            <pc:docMk/>
            <pc:sldMk cId="3269301239" sldId="340"/>
            <ac:spMk id="67" creationId="{553093A2-BEA9-4055-96AA-C5DA22C2E986}"/>
          </ac:spMkLst>
        </pc:spChg>
        <pc:spChg chg="add del">
          <ac:chgData name="Mark McGlinchey" userId="6e11bbf3-9dcb-4b8b-b03e-52345dfdf79c" providerId="ADAL" clId="{60939A46-6B3C-41B6-8992-6BAECF9D2BD5}" dt="2023-02-08T13:12:24.143" v="569" actId="26606"/>
          <ac:spMkLst>
            <pc:docMk/>
            <pc:sldMk cId="3269301239" sldId="340"/>
            <ac:spMk id="68" creationId="{0888C27D-5B01-459C-AD27-511C9689F4F3}"/>
          </ac:spMkLst>
        </pc:spChg>
        <pc:spChg chg="add del">
          <ac:chgData name="Mark McGlinchey" userId="6e11bbf3-9dcb-4b8b-b03e-52345dfdf79c" providerId="ADAL" clId="{60939A46-6B3C-41B6-8992-6BAECF9D2BD5}" dt="2023-02-08T13:12:30.754" v="571" actId="26606"/>
          <ac:spMkLst>
            <pc:docMk/>
            <pc:sldMk cId="3269301239" sldId="340"/>
            <ac:spMk id="72" creationId="{0E3596DD-156A-473E-9BB3-C6A29F7574E9}"/>
          </ac:spMkLst>
        </pc:spChg>
        <pc:spChg chg="add del">
          <ac:chgData name="Mark McGlinchey" userId="6e11bbf3-9dcb-4b8b-b03e-52345dfdf79c" providerId="ADAL" clId="{60939A46-6B3C-41B6-8992-6BAECF9D2BD5}" dt="2023-02-08T13:12:30.754" v="571" actId="26606"/>
          <ac:spMkLst>
            <pc:docMk/>
            <pc:sldMk cId="3269301239" sldId="340"/>
            <ac:spMk id="73" creationId="{2C46C4D6-C474-4E92-B52E-944C1118F7B6}"/>
          </ac:spMkLst>
        </pc:spChg>
        <pc:spChg chg="add">
          <ac:chgData name="Mark McGlinchey" userId="6e11bbf3-9dcb-4b8b-b03e-52345dfdf79c" providerId="ADAL" clId="{60939A46-6B3C-41B6-8992-6BAECF9D2BD5}" dt="2023-02-08T13:12:30.754" v="571" actId="26606"/>
          <ac:spMkLst>
            <pc:docMk/>
            <pc:sldMk cId="3269301239" sldId="340"/>
            <ac:spMk id="78" creationId="{0E3596DD-156A-473E-9BB3-C6A29F7574E9}"/>
          </ac:spMkLst>
        </pc:spChg>
        <pc:spChg chg="add">
          <ac:chgData name="Mark McGlinchey" userId="6e11bbf3-9dcb-4b8b-b03e-52345dfdf79c" providerId="ADAL" clId="{60939A46-6B3C-41B6-8992-6BAECF9D2BD5}" dt="2023-02-08T13:12:30.754" v="571" actId="26606"/>
          <ac:spMkLst>
            <pc:docMk/>
            <pc:sldMk cId="3269301239" sldId="340"/>
            <ac:spMk id="80" creationId="{2C46C4D6-C474-4E92-B52E-944C1118F7B6}"/>
          </ac:spMkLst>
        </pc:spChg>
        <pc:picChg chg="add mod ord">
          <ac:chgData name="Mark McGlinchey" userId="6e11bbf3-9dcb-4b8b-b03e-52345dfdf79c" providerId="ADAL" clId="{60939A46-6B3C-41B6-8992-6BAECF9D2BD5}" dt="2023-02-08T13:12:40.367" v="573" actId="1076"/>
          <ac:picMkLst>
            <pc:docMk/>
            <pc:sldMk cId="3269301239" sldId="340"/>
            <ac:picMk id="3" creationId="{676F253E-CF27-1D95-61ED-955F64D5AD8D}"/>
          </ac:picMkLst>
        </pc:picChg>
        <pc:picChg chg="del mod">
          <ac:chgData name="Mark McGlinchey" userId="6e11bbf3-9dcb-4b8b-b03e-52345dfdf79c" providerId="ADAL" clId="{60939A46-6B3C-41B6-8992-6BAECF9D2BD5}" dt="2023-02-08T13:10:44.749" v="548" actId="478"/>
          <ac:picMkLst>
            <pc:docMk/>
            <pc:sldMk cId="3269301239" sldId="340"/>
            <ac:picMk id="7" creationId="{7804684F-8562-5D45-8CCA-104C695BB62F}"/>
          </ac:picMkLst>
        </pc:picChg>
        <pc:cxnChg chg="add del">
          <ac:chgData name="Mark McGlinchey" userId="6e11bbf3-9dcb-4b8b-b03e-52345dfdf79c" providerId="ADAL" clId="{60939A46-6B3C-41B6-8992-6BAECF9D2BD5}" dt="2023-02-08T13:11:44.383" v="556" actId="26606"/>
          <ac:cxnSpMkLst>
            <pc:docMk/>
            <pc:sldMk cId="3269301239" sldId="340"/>
            <ac:cxnSpMk id="12" creationId="{A7F400EE-A8A5-48AF-B4D6-291B52C6F0B0}"/>
          </ac:cxnSpMkLst>
        </pc:cxnChg>
        <pc:cxnChg chg="add del">
          <ac:chgData name="Mark McGlinchey" userId="6e11bbf3-9dcb-4b8b-b03e-52345dfdf79c" providerId="ADAL" clId="{60939A46-6B3C-41B6-8992-6BAECF9D2BD5}" dt="2023-02-08T13:12:24.154" v="570" actId="26606"/>
          <ac:cxnSpMkLst>
            <pc:docMk/>
            <pc:sldMk cId="3269301239" sldId="340"/>
            <ac:cxnSpMk id="35" creationId="{F085D7B9-E066-4923-8CB7-294BF306296A}"/>
          </ac:cxnSpMkLst>
        </pc:cxnChg>
        <pc:cxnChg chg="add del">
          <ac:chgData name="Mark McGlinchey" userId="6e11bbf3-9dcb-4b8b-b03e-52345dfdf79c" providerId="ADAL" clId="{60939A46-6B3C-41B6-8992-6BAECF9D2BD5}" dt="2023-02-08T13:12:24.154" v="570" actId="26606"/>
          <ac:cxnSpMkLst>
            <pc:docMk/>
            <pc:sldMk cId="3269301239" sldId="340"/>
            <ac:cxnSpMk id="37" creationId="{92F195F1-4D59-4482-B01A-ECBC35CC8423}"/>
          </ac:cxnSpMkLst>
        </pc:cxnChg>
        <pc:cxnChg chg="add del">
          <ac:chgData name="Mark McGlinchey" userId="6e11bbf3-9dcb-4b8b-b03e-52345dfdf79c" providerId="ADAL" clId="{60939A46-6B3C-41B6-8992-6BAECF9D2BD5}" dt="2023-02-08T13:12:23.193" v="567" actId="26606"/>
          <ac:cxnSpMkLst>
            <pc:docMk/>
            <pc:sldMk cId="3269301239" sldId="340"/>
            <ac:cxnSpMk id="62" creationId="{BA0504EE-683F-4FE2-A169-83C71FAA35CB}"/>
          </ac:cxnSpMkLst>
        </pc:cxnChg>
        <pc:cxnChg chg="add del">
          <ac:chgData name="Mark McGlinchey" userId="6e11bbf3-9dcb-4b8b-b03e-52345dfdf79c" providerId="ADAL" clId="{60939A46-6B3C-41B6-8992-6BAECF9D2BD5}" dt="2023-02-08T13:12:23.193" v="567" actId="26606"/>
          <ac:cxnSpMkLst>
            <pc:docMk/>
            <pc:sldMk cId="3269301239" sldId="340"/>
            <ac:cxnSpMk id="63" creationId="{80A61CFF-0E76-478B-B02B-73692D891E7C}"/>
          </ac:cxnSpMkLst>
        </pc:cxnChg>
        <pc:cxnChg chg="add del">
          <ac:chgData name="Mark McGlinchey" userId="6e11bbf3-9dcb-4b8b-b03e-52345dfdf79c" providerId="ADAL" clId="{60939A46-6B3C-41B6-8992-6BAECF9D2BD5}" dt="2023-02-08T13:12:24.143" v="569" actId="26606"/>
          <ac:cxnSpMkLst>
            <pc:docMk/>
            <pc:sldMk cId="3269301239" sldId="340"/>
            <ac:cxnSpMk id="69" creationId="{F085D7B9-E066-4923-8CB7-294BF306296A}"/>
          </ac:cxnSpMkLst>
        </pc:cxnChg>
        <pc:cxnChg chg="add del">
          <ac:chgData name="Mark McGlinchey" userId="6e11bbf3-9dcb-4b8b-b03e-52345dfdf79c" providerId="ADAL" clId="{60939A46-6B3C-41B6-8992-6BAECF9D2BD5}" dt="2023-02-08T13:12:24.143" v="569" actId="26606"/>
          <ac:cxnSpMkLst>
            <pc:docMk/>
            <pc:sldMk cId="3269301239" sldId="340"/>
            <ac:cxnSpMk id="70" creationId="{51C8C1B1-1BAD-4578-A0B2-9EBF8D69A93F}"/>
          </ac:cxnSpMkLst>
        </pc:cxnChg>
      </pc:sldChg>
      <pc:sldChg chg="addSp modSp add del mod setBg">
        <pc:chgData name="Mark McGlinchey" userId="6e11bbf3-9dcb-4b8b-b03e-52345dfdf79c" providerId="ADAL" clId="{60939A46-6B3C-41B6-8992-6BAECF9D2BD5}" dt="2023-02-08T13:06:34.522" v="469" actId="2696"/>
        <pc:sldMkLst>
          <pc:docMk/>
          <pc:sldMk cId="1495226049" sldId="341"/>
        </pc:sldMkLst>
        <pc:spChg chg="mod">
          <ac:chgData name="Mark McGlinchey" userId="6e11bbf3-9dcb-4b8b-b03e-52345dfdf79c" providerId="ADAL" clId="{60939A46-6B3C-41B6-8992-6BAECF9D2BD5}" dt="2023-02-08T12:50:30.757" v="138" actId="26606"/>
          <ac:spMkLst>
            <pc:docMk/>
            <pc:sldMk cId="1495226049" sldId="341"/>
            <ac:spMk id="4" creationId="{C422A729-D4BB-4B54-B65A-3E270F1B144C}"/>
          </ac:spMkLst>
        </pc:spChg>
        <pc:spChg chg="mod">
          <ac:chgData name="Mark McGlinchey" userId="6e11bbf3-9dcb-4b8b-b03e-52345dfdf79c" providerId="ADAL" clId="{60939A46-6B3C-41B6-8992-6BAECF9D2BD5}" dt="2023-02-08T12:50:30.757" v="138" actId="26606"/>
          <ac:spMkLst>
            <pc:docMk/>
            <pc:sldMk cId="1495226049" sldId="341"/>
            <ac:spMk id="5" creationId="{988230A8-A5DC-46F7-BD93-CF72D61064DC}"/>
          </ac:spMkLst>
        </pc:spChg>
        <pc:spChg chg="mod">
          <ac:chgData name="Mark McGlinchey" userId="6e11bbf3-9dcb-4b8b-b03e-52345dfdf79c" providerId="ADAL" clId="{60939A46-6B3C-41B6-8992-6BAECF9D2BD5}" dt="2023-02-08T12:50:30.757" v="138" actId="26606"/>
          <ac:spMkLst>
            <pc:docMk/>
            <pc:sldMk cId="1495226049" sldId="341"/>
            <ac:spMk id="6" creationId="{2782F415-4827-490D-94EB-8850245FA8C1}"/>
          </ac:spMkLst>
        </pc:spChg>
        <pc:spChg chg="add">
          <ac:chgData name="Mark McGlinchey" userId="6e11bbf3-9dcb-4b8b-b03e-52345dfdf79c" providerId="ADAL" clId="{60939A46-6B3C-41B6-8992-6BAECF9D2BD5}" dt="2023-02-08T12:50:30.757" v="138" actId="26606"/>
          <ac:spMkLst>
            <pc:docMk/>
            <pc:sldMk cId="1495226049" sldId="341"/>
            <ac:spMk id="11" creationId="{09588DA8-065E-4F6F-8EFD-43104AB2E0CF}"/>
          </ac:spMkLst>
        </pc:spChg>
        <pc:spChg chg="add">
          <ac:chgData name="Mark McGlinchey" userId="6e11bbf3-9dcb-4b8b-b03e-52345dfdf79c" providerId="ADAL" clId="{60939A46-6B3C-41B6-8992-6BAECF9D2BD5}" dt="2023-02-08T12:50:30.757" v="138" actId="26606"/>
          <ac:spMkLst>
            <pc:docMk/>
            <pc:sldMk cId="1495226049" sldId="341"/>
            <ac:spMk id="13" creationId="{C4285719-470E-454C-AF62-8323075F1F5B}"/>
          </ac:spMkLst>
        </pc:spChg>
        <pc:spChg chg="add">
          <ac:chgData name="Mark McGlinchey" userId="6e11bbf3-9dcb-4b8b-b03e-52345dfdf79c" providerId="ADAL" clId="{60939A46-6B3C-41B6-8992-6BAECF9D2BD5}" dt="2023-02-08T12:50:30.757" v="138" actId="26606"/>
          <ac:spMkLst>
            <pc:docMk/>
            <pc:sldMk cId="1495226049" sldId="341"/>
            <ac:spMk id="15" creationId="{CD9FE4EF-C4D8-49A0-B2FF-81D8DB7D8A24}"/>
          </ac:spMkLst>
        </pc:spChg>
        <pc:spChg chg="add">
          <ac:chgData name="Mark McGlinchey" userId="6e11bbf3-9dcb-4b8b-b03e-52345dfdf79c" providerId="ADAL" clId="{60939A46-6B3C-41B6-8992-6BAECF9D2BD5}" dt="2023-02-08T12:50:30.757" v="138" actId="26606"/>
          <ac:spMkLst>
            <pc:docMk/>
            <pc:sldMk cId="1495226049" sldId="341"/>
            <ac:spMk id="17" creationId="{4300840D-0A0B-4512-BACA-B439D5B9C57C}"/>
          </ac:spMkLst>
        </pc:spChg>
        <pc:spChg chg="add">
          <ac:chgData name="Mark McGlinchey" userId="6e11bbf3-9dcb-4b8b-b03e-52345dfdf79c" providerId="ADAL" clId="{60939A46-6B3C-41B6-8992-6BAECF9D2BD5}" dt="2023-02-08T12:50:30.757" v="138" actId="26606"/>
          <ac:spMkLst>
            <pc:docMk/>
            <pc:sldMk cId="1495226049" sldId="341"/>
            <ac:spMk id="19" creationId="{D2B78728-A580-49A7-84F9-6EF6F583ADE0}"/>
          </ac:spMkLst>
        </pc:spChg>
        <pc:spChg chg="add">
          <ac:chgData name="Mark McGlinchey" userId="6e11bbf3-9dcb-4b8b-b03e-52345dfdf79c" providerId="ADAL" clId="{60939A46-6B3C-41B6-8992-6BAECF9D2BD5}" dt="2023-02-08T12:50:30.757" v="138" actId="26606"/>
          <ac:spMkLst>
            <pc:docMk/>
            <pc:sldMk cId="1495226049" sldId="341"/>
            <ac:spMk id="21" creationId="{38FAA1A1-D861-433F-88FA-1E9D6FD31D11}"/>
          </ac:spMkLst>
        </pc:spChg>
        <pc:spChg chg="add">
          <ac:chgData name="Mark McGlinchey" userId="6e11bbf3-9dcb-4b8b-b03e-52345dfdf79c" providerId="ADAL" clId="{60939A46-6B3C-41B6-8992-6BAECF9D2BD5}" dt="2023-02-08T12:50:30.757" v="138" actId="26606"/>
          <ac:spMkLst>
            <pc:docMk/>
            <pc:sldMk cId="1495226049" sldId="341"/>
            <ac:spMk id="23" creationId="{8D71EDA1-87BF-4D5D-AB79-F346FD19278A}"/>
          </ac:spMkLst>
        </pc:spChg>
      </pc:sldChg>
      <pc:sldChg chg="addSp modSp add del mod setBg">
        <pc:chgData name="Mark McGlinchey" userId="6e11bbf3-9dcb-4b8b-b03e-52345dfdf79c" providerId="ADAL" clId="{60939A46-6B3C-41B6-8992-6BAECF9D2BD5}" dt="2023-02-08T13:07:50.707" v="524" actId="2696"/>
        <pc:sldMkLst>
          <pc:docMk/>
          <pc:sldMk cId="2609295899" sldId="342"/>
        </pc:sldMkLst>
        <pc:spChg chg="mod">
          <ac:chgData name="Mark McGlinchey" userId="6e11bbf3-9dcb-4b8b-b03e-52345dfdf79c" providerId="ADAL" clId="{60939A46-6B3C-41B6-8992-6BAECF9D2BD5}" dt="2023-02-08T12:50:40.987" v="140" actId="26606"/>
          <ac:spMkLst>
            <pc:docMk/>
            <pc:sldMk cId="2609295899" sldId="342"/>
            <ac:spMk id="4" creationId="{C422A729-D4BB-4B54-B65A-3E270F1B144C}"/>
          </ac:spMkLst>
        </pc:spChg>
        <pc:spChg chg="mod">
          <ac:chgData name="Mark McGlinchey" userId="6e11bbf3-9dcb-4b8b-b03e-52345dfdf79c" providerId="ADAL" clId="{60939A46-6B3C-41B6-8992-6BAECF9D2BD5}" dt="2023-02-08T12:50:40.987" v="140" actId="26606"/>
          <ac:spMkLst>
            <pc:docMk/>
            <pc:sldMk cId="2609295899" sldId="342"/>
            <ac:spMk id="5" creationId="{988230A8-A5DC-46F7-BD93-CF72D61064DC}"/>
          </ac:spMkLst>
        </pc:spChg>
        <pc:spChg chg="mod">
          <ac:chgData name="Mark McGlinchey" userId="6e11bbf3-9dcb-4b8b-b03e-52345dfdf79c" providerId="ADAL" clId="{60939A46-6B3C-41B6-8992-6BAECF9D2BD5}" dt="2023-02-08T12:50:40.987" v="140" actId="26606"/>
          <ac:spMkLst>
            <pc:docMk/>
            <pc:sldMk cId="2609295899" sldId="342"/>
            <ac:spMk id="6" creationId="{2782F415-4827-490D-94EB-8850245FA8C1}"/>
          </ac:spMkLst>
        </pc:spChg>
        <pc:spChg chg="add">
          <ac:chgData name="Mark McGlinchey" userId="6e11bbf3-9dcb-4b8b-b03e-52345dfdf79c" providerId="ADAL" clId="{60939A46-6B3C-41B6-8992-6BAECF9D2BD5}" dt="2023-02-08T12:50:40.987" v="140" actId="26606"/>
          <ac:spMkLst>
            <pc:docMk/>
            <pc:sldMk cId="2609295899" sldId="342"/>
            <ac:spMk id="11" creationId="{09588DA8-065E-4F6F-8EFD-43104AB2E0CF}"/>
          </ac:spMkLst>
        </pc:spChg>
        <pc:spChg chg="add">
          <ac:chgData name="Mark McGlinchey" userId="6e11bbf3-9dcb-4b8b-b03e-52345dfdf79c" providerId="ADAL" clId="{60939A46-6B3C-41B6-8992-6BAECF9D2BD5}" dt="2023-02-08T12:50:40.987" v="140" actId="26606"/>
          <ac:spMkLst>
            <pc:docMk/>
            <pc:sldMk cId="2609295899" sldId="342"/>
            <ac:spMk id="13" creationId="{C4285719-470E-454C-AF62-8323075F1F5B}"/>
          </ac:spMkLst>
        </pc:spChg>
        <pc:spChg chg="add">
          <ac:chgData name="Mark McGlinchey" userId="6e11bbf3-9dcb-4b8b-b03e-52345dfdf79c" providerId="ADAL" clId="{60939A46-6B3C-41B6-8992-6BAECF9D2BD5}" dt="2023-02-08T12:50:40.987" v="140" actId="26606"/>
          <ac:spMkLst>
            <pc:docMk/>
            <pc:sldMk cId="2609295899" sldId="342"/>
            <ac:spMk id="15" creationId="{CD9FE4EF-C4D8-49A0-B2FF-81D8DB7D8A24}"/>
          </ac:spMkLst>
        </pc:spChg>
        <pc:spChg chg="add">
          <ac:chgData name="Mark McGlinchey" userId="6e11bbf3-9dcb-4b8b-b03e-52345dfdf79c" providerId="ADAL" clId="{60939A46-6B3C-41B6-8992-6BAECF9D2BD5}" dt="2023-02-08T12:50:40.987" v="140" actId="26606"/>
          <ac:spMkLst>
            <pc:docMk/>
            <pc:sldMk cId="2609295899" sldId="342"/>
            <ac:spMk id="17" creationId="{4300840D-0A0B-4512-BACA-B439D5B9C57C}"/>
          </ac:spMkLst>
        </pc:spChg>
        <pc:spChg chg="add">
          <ac:chgData name="Mark McGlinchey" userId="6e11bbf3-9dcb-4b8b-b03e-52345dfdf79c" providerId="ADAL" clId="{60939A46-6B3C-41B6-8992-6BAECF9D2BD5}" dt="2023-02-08T12:50:40.987" v="140" actId="26606"/>
          <ac:spMkLst>
            <pc:docMk/>
            <pc:sldMk cId="2609295899" sldId="342"/>
            <ac:spMk id="19" creationId="{D2B78728-A580-49A7-84F9-6EF6F583ADE0}"/>
          </ac:spMkLst>
        </pc:spChg>
        <pc:spChg chg="add">
          <ac:chgData name="Mark McGlinchey" userId="6e11bbf3-9dcb-4b8b-b03e-52345dfdf79c" providerId="ADAL" clId="{60939A46-6B3C-41B6-8992-6BAECF9D2BD5}" dt="2023-02-08T12:50:40.987" v="140" actId="26606"/>
          <ac:spMkLst>
            <pc:docMk/>
            <pc:sldMk cId="2609295899" sldId="342"/>
            <ac:spMk id="21" creationId="{38FAA1A1-D861-433F-88FA-1E9D6FD31D11}"/>
          </ac:spMkLst>
        </pc:spChg>
        <pc:spChg chg="add">
          <ac:chgData name="Mark McGlinchey" userId="6e11bbf3-9dcb-4b8b-b03e-52345dfdf79c" providerId="ADAL" clId="{60939A46-6B3C-41B6-8992-6BAECF9D2BD5}" dt="2023-02-08T12:50:40.987" v="140" actId="26606"/>
          <ac:spMkLst>
            <pc:docMk/>
            <pc:sldMk cId="2609295899" sldId="342"/>
            <ac:spMk id="23" creationId="{8D71EDA1-87BF-4D5D-AB79-F346FD19278A}"/>
          </ac:spMkLst>
        </pc:spChg>
      </pc:sldChg>
      <pc:sldChg chg="addSp modSp add del mod setBg">
        <pc:chgData name="Mark McGlinchey" userId="6e11bbf3-9dcb-4b8b-b03e-52345dfdf79c" providerId="ADAL" clId="{60939A46-6B3C-41B6-8992-6BAECF9D2BD5}" dt="2023-02-08T13:07:50.707" v="524" actId="2696"/>
        <pc:sldMkLst>
          <pc:docMk/>
          <pc:sldMk cId="2563999218" sldId="343"/>
        </pc:sldMkLst>
        <pc:spChg chg="mod">
          <ac:chgData name="Mark McGlinchey" userId="6e11bbf3-9dcb-4b8b-b03e-52345dfdf79c" providerId="ADAL" clId="{60939A46-6B3C-41B6-8992-6BAECF9D2BD5}" dt="2023-02-08T12:50:36.379" v="139" actId="26606"/>
          <ac:spMkLst>
            <pc:docMk/>
            <pc:sldMk cId="2563999218" sldId="343"/>
            <ac:spMk id="4" creationId="{C422A729-D4BB-4B54-B65A-3E270F1B144C}"/>
          </ac:spMkLst>
        </pc:spChg>
        <pc:spChg chg="mod">
          <ac:chgData name="Mark McGlinchey" userId="6e11bbf3-9dcb-4b8b-b03e-52345dfdf79c" providerId="ADAL" clId="{60939A46-6B3C-41B6-8992-6BAECF9D2BD5}" dt="2023-02-08T12:50:36.379" v="139" actId="26606"/>
          <ac:spMkLst>
            <pc:docMk/>
            <pc:sldMk cId="2563999218" sldId="343"/>
            <ac:spMk id="5" creationId="{988230A8-A5DC-46F7-BD93-CF72D61064DC}"/>
          </ac:spMkLst>
        </pc:spChg>
        <pc:spChg chg="mod">
          <ac:chgData name="Mark McGlinchey" userId="6e11bbf3-9dcb-4b8b-b03e-52345dfdf79c" providerId="ADAL" clId="{60939A46-6B3C-41B6-8992-6BAECF9D2BD5}" dt="2023-02-08T12:50:36.379" v="139" actId="26606"/>
          <ac:spMkLst>
            <pc:docMk/>
            <pc:sldMk cId="2563999218" sldId="343"/>
            <ac:spMk id="6" creationId="{2782F415-4827-490D-94EB-8850245FA8C1}"/>
          </ac:spMkLst>
        </pc:spChg>
        <pc:spChg chg="add">
          <ac:chgData name="Mark McGlinchey" userId="6e11bbf3-9dcb-4b8b-b03e-52345dfdf79c" providerId="ADAL" clId="{60939A46-6B3C-41B6-8992-6BAECF9D2BD5}" dt="2023-02-08T12:50:36.379" v="139" actId="26606"/>
          <ac:spMkLst>
            <pc:docMk/>
            <pc:sldMk cId="2563999218" sldId="343"/>
            <ac:spMk id="11" creationId="{09588DA8-065E-4F6F-8EFD-43104AB2E0CF}"/>
          </ac:spMkLst>
        </pc:spChg>
        <pc:spChg chg="add">
          <ac:chgData name="Mark McGlinchey" userId="6e11bbf3-9dcb-4b8b-b03e-52345dfdf79c" providerId="ADAL" clId="{60939A46-6B3C-41B6-8992-6BAECF9D2BD5}" dt="2023-02-08T12:50:36.379" v="139" actId="26606"/>
          <ac:spMkLst>
            <pc:docMk/>
            <pc:sldMk cId="2563999218" sldId="343"/>
            <ac:spMk id="13" creationId="{C4285719-470E-454C-AF62-8323075F1F5B}"/>
          </ac:spMkLst>
        </pc:spChg>
        <pc:spChg chg="add">
          <ac:chgData name="Mark McGlinchey" userId="6e11bbf3-9dcb-4b8b-b03e-52345dfdf79c" providerId="ADAL" clId="{60939A46-6B3C-41B6-8992-6BAECF9D2BD5}" dt="2023-02-08T12:50:36.379" v="139" actId="26606"/>
          <ac:spMkLst>
            <pc:docMk/>
            <pc:sldMk cId="2563999218" sldId="343"/>
            <ac:spMk id="15" creationId="{CD9FE4EF-C4D8-49A0-B2FF-81D8DB7D8A24}"/>
          </ac:spMkLst>
        </pc:spChg>
        <pc:spChg chg="add">
          <ac:chgData name="Mark McGlinchey" userId="6e11bbf3-9dcb-4b8b-b03e-52345dfdf79c" providerId="ADAL" clId="{60939A46-6B3C-41B6-8992-6BAECF9D2BD5}" dt="2023-02-08T12:50:36.379" v="139" actId="26606"/>
          <ac:spMkLst>
            <pc:docMk/>
            <pc:sldMk cId="2563999218" sldId="343"/>
            <ac:spMk id="17" creationId="{4300840D-0A0B-4512-BACA-B439D5B9C57C}"/>
          </ac:spMkLst>
        </pc:spChg>
        <pc:spChg chg="add">
          <ac:chgData name="Mark McGlinchey" userId="6e11bbf3-9dcb-4b8b-b03e-52345dfdf79c" providerId="ADAL" clId="{60939A46-6B3C-41B6-8992-6BAECF9D2BD5}" dt="2023-02-08T12:50:36.379" v="139" actId="26606"/>
          <ac:spMkLst>
            <pc:docMk/>
            <pc:sldMk cId="2563999218" sldId="343"/>
            <ac:spMk id="19" creationId="{D2B78728-A580-49A7-84F9-6EF6F583ADE0}"/>
          </ac:spMkLst>
        </pc:spChg>
        <pc:spChg chg="add">
          <ac:chgData name="Mark McGlinchey" userId="6e11bbf3-9dcb-4b8b-b03e-52345dfdf79c" providerId="ADAL" clId="{60939A46-6B3C-41B6-8992-6BAECF9D2BD5}" dt="2023-02-08T12:50:36.379" v="139" actId="26606"/>
          <ac:spMkLst>
            <pc:docMk/>
            <pc:sldMk cId="2563999218" sldId="343"/>
            <ac:spMk id="21" creationId="{38FAA1A1-D861-433F-88FA-1E9D6FD31D11}"/>
          </ac:spMkLst>
        </pc:spChg>
        <pc:spChg chg="add">
          <ac:chgData name="Mark McGlinchey" userId="6e11bbf3-9dcb-4b8b-b03e-52345dfdf79c" providerId="ADAL" clId="{60939A46-6B3C-41B6-8992-6BAECF9D2BD5}" dt="2023-02-08T12:50:36.379" v="139" actId="26606"/>
          <ac:spMkLst>
            <pc:docMk/>
            <pc:sldMk cId="2563999218" sldId="343"/>
            <ac:spMk id="23" creationId="{8D71EDA1-87BF-4D5D-AB79-F346FD19278A}"/>
          </ac:spMkLst>
        </pc:spChg>
      </pc:sldChg>
      <pc:sldChg chg="addSp delSp modSp add del mod setBg">
        <pc:chgData name="Mark McGlinchey" userId="6e11bbf3-9dcb-4b8b-b03e-52345dfdf79c" providerId="ADAL" clId="{60939A46-6B3C-41B6-8992-6BAECF9D2BD5}" dt="2023-02-08T13:12:44.596" v="574" actId="26606"/>
        <pc:sldMkLst>
          <pc:docMk/>
          <pc:sldMk cId="1160977674" sldId="344"/>
        </pc:sldMkLst>
        <pc:spChg chg="mod">
          <ac:chgData name="Mark McGlinchey" userId="6e11bbf3-9dcb-4b8b-b03e-52345dfdf79c" providerId="ADAL" clId="{60939A46-6B3C-41B6-8992-6BAECF9D2BD5}" dt="2023-02-08T13:12:44.596" v="574" actId="26606"/>
          <ac:spMkLst>
            <pc:docMk/>
            <pc:sldMk cId="1160977674" sldId="344"/>
            <ac:spMk id="4" creationId="{C422A729-D4BB-4B54-B65A-3E270F1B144C}"/>
          </ac:spMkLst>
        </pc:spChg>
        <pc:spChg chg="mod">
          <ac:chgData name="Mark McGlinchey" userId="6e11bbf3-9dcb-4b8b-b03e-52345dfdf79c" providerId="ADAL" clId="{60939A46-6B3C-41B6-8992-6BAECF9D2BD5}" dt="2023-02-08T13:12:44.596" v="574" actId="26606"/>
          <ac:spMkLst>
            <pc:docMk/>
            <pc:sldMk cId="1160977674" sldId="344"/>
            <ac:spMk id="5" creationId="{988230A8-A5DC-46F7-BD93-CF72D61064DC}"/>
          </ac:spMkLst>
        </pc:spChg>
        <pc:spChg chg="mod">
          <ac:chgData name="Mark McGlinchey" userId="6e11bbf3-9dcb-4b8b-b03e-52345dfdf79c" providerId="ADAL" clId="{60939A46-6B3C-41B6-8992-6BAECF9D2BD5}" dt="2023-02-08T13:12:44.596" v="574" actId="26606"/>
          <ac:spMkLst>
            <pc:docMk/>
            <pc:sldMk cId="1160977674" sldId="344"/>
            <ac:spMk id="6" creationId="{2782F415-4827-490D-94EB-8850245FA8C1}"/>
          </ac:spMkLst>
        </pc:spChg>
        <pc:spChg chg="add del">
          <ac:chgData name="Mark McGlinchey" userId="6e11bbf3-9dcb-4b8b-b03e-52345dfdf79c" providerId="ADAL" clId="{60939A46-6B3C-41B6-8992-6BAECF9D2BD5}" dt="2023-02-08T13:12:44.596" v="574" actId="26606"/>
          <ac:spMkLst>
            <pc:docMk/>
            <pc:sldMk cId="1160977674" sldId="344"/>
            <ac:spMk id="12" creationId="{3346177D-ADC4-4968-B747-5CFCD390B5B9}"/>
          </ac:spMkLst>
        </pc:spChg>
        <pc:spChg chg="add del">
          <ac:chgData name="Mark McGlinchey" userId="6e11bbf3-9dcb-4b8b-b03e-52345dfdf79c" providerId="ADAL" clId="{60939A46-6B3C-41B6-8992-6BAECF9D2BD5}" dt="2023-02-08T13:12:44.596" v="574" actId="26606"/>
          <ac:spMkLst>
            <pc:docMk/>
            <pc:sldMk cId="1160977674" sldId="344"/>
            <ac:spMk id="14" creationId="{0844A943-BF79-4FEA-ABB1-3BD54D236606}"/>
          </ac:spMkLst>
        </pc:spChg>
        <pc:spChg chg="add del">
          <ac:chgData name="Mark McGlinchey" userId="6e11bbf3-9dcb-4b8b-b03e-52345dfdf79c" providerId="ADAL" clId="{60939A46-6B3C-41B6-8992-6BAECF9D2BD5}" dt="2023-02-08T13:12:44.596" v="574" actId="26606"/>
          <ac:spMkLst>
            <pc:docMk/>
            <pc:sldMk cId="1160977674" sldId="344"/>
            <ac:spMk id="16" creationId="{6437CC72-F4A8-4DC3-AFAB-D22C482C8100}"/>
          </ac:spMkLst>
        </pc:spChg>
        <pc:spChg chg="add">
          <ac:chgData name="Mark McGlinchey" userId="6e11bbf3-9dcb-4b8b-b03e-52345dfdf79c" providerId="ADAL" clId="{60939A46-6B3C-41B6-8992-6BAECF9D2BD5}" dt="2023-02-08T13:12:44.596" v="574" actId="26606"/>
          <ac:spMkLst>
            <pc:docMk/>
            <pc:sldMk cId="1160977674" sldId="344"/>
            <ac:spMk id="18" creationId="{0E3596DD-156A-473E-9BB3-C6A29F7574E9}"/>
          </ac:spMkLst>
        </pc:spChg>
        <pc:spChg chg="add">
          <ac:chgData name="Mark McGlinchey" userId="6e11bbf3-9dcb-4b8b-b03e-52345dfdf79c" providerId="ADAL" clId="{60939A46-6B3C-41B6-8992-6BAECF9D2BD5}" dt="2023-02-08T13:12:44.596" v="574" actId="26606"/>
          <ac:spMkLst>
            <pc:docMk/>
            <pc:sldMk cId="1160977674" sldId="344"/>
            <ac:spMk id="19" creationId="{2C46C4D6-C474-4E92-B52E-944C1118F7B6}"/>
          </ac:spMkLst>
        </pc:spChg>
        <pc:spChg chg="add del">
          <ac:chgData name="Mark McGlinchey" userId="6e11bbf3-9dcb-4b8b-b03e-52345dfdf79c" providerId="ADAL" clId="{60939A46-6B3C-41B6-8992-6BAECF9D2BD5}" dt="2023-02-08T13:12:01.883" v="558" actId="26606"/>
          <ac:spMkLst>
            <pc:docMk/>
            <pc:sldMk cId="1160977674" sldId="344"/>
            <ac:spMk id="21" creationId="{F13C74B1-5B17-4795-BED0-7140497B445A}"/>
          </ac:spMkLst>
        </pc:spChg>
        <pc:spChg chg="add del">
          <ac:chgData name="Mark McGlinchey" userId="6e11bbf3-9dcb-4b8b-b03e-52345dfdf79c" providerId="ADAL" clId="{60939A46-6B3C-41B6-8992-6BAECF9D2BD5}" dt="2023-02-08T13:12:01.883" v="558" actId="26606"/>
          <ac:spMkLst>
            <pc:docMk/>
            <pc:sldMk cId="1160977674" sldId="344"/>
            <ac:spMk id="23" creationId="{D4974D33-8DC5-464E-8C6D-BE58F0669C17}"/>
          </ac:spMkLst>
        </pc:spChg>
        <pc:picChg chg="mod ord">
          <ac:chgData name="Mark McGlinchey" userId="6e11bbf3-9dcb-4b8b-b03e-52345dfdf79c" providerId="ADAL" clId="{60939A46-6B3C-41B6-8992-6BAECF9D2BD5}" dt="2023-02-08T13:12:44.596" v="574" actId="26606"/>
          <ac:picMkLst>
            <pc:docMk/>
            <pc:sldMk cId="1160977674" sldId="344"/>
            <ac:picMk id="7" creationId="{8C013ED0-E5C8-764D-99F0-78A0ADCF7CB4}"/>
          </ac:picMkLst>
        </pc:picChg>
      </pc:sldChg>
      <pc:sldChg chg="addSp modSp add del mod setBg">
        <pc:chgData name="Mark McGlinchey" userId="6e11bbf3-9dcb-4b8b-b03e-52345dfdf79c" providerId="ADAL" clId="{60939A46-6B3C-41B6-8992-6BAECF9D2BD5}" dt="2023-02-08T13:08:21.699" v="531" actId="2696"/>
        <pc:sldMkLst>
          <pc:docMk/>
          <pc:sldMk cId="1867195142" sldId="345"/>
        </pc:sldMkLst>
        <pc:spChg chg="mod">
          <ac:chgData name="Mark McGlinchey" userId="6e11bbf3-9dcb-4b8b-b03e-52345dfdf79c" providerId="ADAL" clId="{60939A46-6B3C-41B6-8992-6BAECF9D2BD5}" dt="2023-02-08T12:50:50.458" v="142" actId="26606"/>
          <ac:spMkLst>
            <pc:docMk/>
            <pc:sldMk cId="1867195142" sldId="345"/>
            <ac:spMk id="4" creationId="{C422A729-D4BB-4B54-B65A-3E270F1B144C}"/>
          </ac:spMkLst>
        </pc:spChg>
        <pc:spChg chg="mod">
          <ac:chgData name="Mark McGlinchey" userId="6e11bbf3-9dcb-4b8b-b03e-52345dfdf79c" providerId="ADAL" clId="{60939A46-6B3C-41B6-8992-6BAECF9D2BD5}" dt="2023-02-08T12:50:50.458" v="142" actId="26606"/>
          <ac:spMkLst>
            <pc:docMk/>
            <pc:sldMk cId="1867195142" sldId="345"/>
            <ac:spMk id="5" creationId="{988230A8-A5DC-46F7-BD93-CF72D61064DC}"/>
          </ac:spMkLst>
        </pc:spChg>
        <pc:spChg chg="mod">
          <ac:chgData name="Mark McGlinchey" userId="6e11bbf3-9dcb-4b8b-b03e-52345dfdf79c" providerId="ADAL" clId="{60939A46-6B3C-41B6-8992-6BAECF9D2BD5}" dt="2023-02-08T12:50:50.458" v="142" actId="26606"/>
          <ac:spMkLst>
            <pc:docMk/>
            <pc:sldMk cId="1867195142" sldId="345"/>
            <ac:spMk id="6" creationId="{2782F415-4827-490D-94EB-8850245FA8C1}"/>
          </ac:spMkLst>
        </pc:spChg>
        <pc:spChg chg="add">
          <ac:chgData name="Mark McGlinchey" userId="6e11bbf3-9dcb-4b8b-b03e-52345dfdf79c" providerId="ADAL" clId="{60939A46-6B3C-41B6-8992-6BAECF9D2BD5}" dt="2023-02-08T12:50:50.458" v="142" actId="26606"/>
          <ac:spMkLst>
            <pc:docMk/>
            <pc:sldMk cId="1867195142" sldId="345"/>
            <ac:spMk id="11" creationId="{09588DA8-065E-4F6F-8EFD-43104AB2E0CF}"/>
          </ac:spMkLst>
        </pc:spChg>
        <pc:spChg chg="add">
          <ac:chgData name="Mark McGlinchey" userId="6e11bbf3-9dcb-4b8b-b03e-52345dfdf79c" providerId="ADAL" clId="{60939A46-6B3C-41B6-8992-6BAECF9D2BD5}" dt="2023-02-08T12:50:50.458" v="142" actId="26606"/>
          <ac:spMkLst>
            <pc:docMk/>
            <pc:sldMk cId="1867195142" sldId="345"/>
            <ac:spMk id="13" creationId="{C4285719-470E-454C-AF62-8323075F1F5B}"/>
          </ac:spMkLst>
        </pc:spChg>
        <pc:spChg chg="add">
          <ac:chgData name="Mark McGlinchey" userId="6e11bbf3-9dcb-4b8b-b03e-52345dfdf79c" providerId="ADAL" clId="{60939A46-6B3C-41B6-8992-6BAECF9D2BD5}" dt="2023-02-08T12:50:50.458" v="142" actId="26606"/>
          <ac:spMkLst>
            <pc:docMk/>
            <pc:sldMk cId="1867195142" sldId="345"/>
            <ac:spMk id="15" creationId="{CD9FE4EF-C4D8-49A0-B2FF-81D8DB7D8A24}"/>
          </ac:spMkLst>
        </pc:spChg>
        <pc:spChg chg="add">
          <ac:chgData name="Mark McGlinchey" userId="6e11bbf3-9dcb-4b8b-b03e-52345dfdf79c" providerId="ADAL" clId="{60939A46-6B3C-41B6-8992-6BAECF9D2BD5}" dt="2023-02-08T12:50:50.458" v="142" actId="26606"/>
          <ac:spMkLst>
            <pc:docMk/>
            <pc:sldMk cId="1867195142" sldId="345"/>
            <ac:spMk id="17" creationId="{4300840D-0A0B-4512-BACA-B439D5B9C57C}"/>
          </ac:spMkLst>
        </pc:spChg>
        <pc:spChg chg="add">
          <ac:chgData name="Mark McGlinchey" userId="6e11bbf3-9dcb-4b8b-b03e-52345dfdf79c" providerId="ADAL" clId="{60939A46-6B3C-41B6-8992-6BAECF9D2BD5}" dt="2023-02-08T12:50:50.458" v="142" actId="26606"/>
          <ac:spMkLst>
            <pc:docMk/>
            <pc:sldMk cId="1867195142" sldId="345"/>
            <ac:spMk id="19" creationId="{D2B78728-A580-49A7-84F9-6EF6F583ADE0}"/>
          </ac:spMkLst>
        </pc:spChg>
        <pc:spChg chg="add">
          <ac:chgData name="Mark McGlinchey" userId="6e11bbf3-9dcb-4b8b-b03e-52345dfdf79c" providerId="ADAL" clId="{60939A46-6B3C-41B6-8992-6BAECF9D2BD5}" dt="2023-02-08T12:50:50.458" v="142" actId="26606"/>
          <ac:spMkLst>
            <pc:docMk/>
            <pc:sldMk cId="1867195142" sldId="345"/>
            <ac:spMk id="21" creationId="{38FAA1A1-D861-433F-88FA-1E9D6FD31D11}"/>
          </ac:spMkLst>
        </pc:spChg>
        <pc:spChg chg="add">
          <ac:chgData name="Mark McGlinchey" userId="6e11bbf3-9dcb-4b8b-b03e-52345dfdf79c" providerId="ADAL" clId="{60939A46-6B3C-41B6-8992-6BAECF9D2BD5}" dt="2023-02-08T12:50:50.458" v="142" actId="26606"/>
          <ac:spMkLst>
            <pc:docMk/>
            <pc:sldMk cId="1867195142" sldId="345"/>
            <ac:spMk id="23" creationId="{8D71EDA1-87BF-4D5D-AB79-F346FD19278A}"/>
          </ac:spMkLst>
        </pc:spChg>
      </pc:sldChg>
      <pc:sldChg chg="addSp modSp add del mod setBg">
        <pc:chgData name="Mark McGlinchey" userId="6e11bbf3-9dcb-4b8b-b03e-52345dfdf79c" providerId="ADAL" clId="{60939A46-6B3C-41B6-8992-6BAECF9D2BD5}" dt="2023-02-08T13:03:07.831" v="241" actId="2696"/>
        <pc:sldMkLst>
          <pc:docMk/>
          <pc:sldMk cId="616153488" sldId="346"/>
        </pc:sldMkLst>
        <pc:spChg chg="mod">
          <ac:chgData name="Mark McGlinchey" userId="6e11bbf3-9dcb-4b8b-b03e-52345dfdf79c" providerId="ADAL" clId="{60939A46-6B3C-41B6-8992-6BAECF9D2BD5}" dt="2023-02-08T12:50:54.030" v="143" actId="26606"/>
          <ac:spMkLst>
            <pc:docMk/>
            <pc:sldMk cId="616153488" sldId="346"/>
            <ac:spMk id="4" creationId="{C422A729-D4BB-4B54-B65A-3E270F1B144C}"/>
          </ac:spMkLst>
        </pc:spChg>
        <pc:spChg chg="mod">
          <ac:chgData name="Mark McGlinchey" userId="6e11bbf3-9dcb-4b8b-b03e-52345dfdf79c" providerId="ADAL" clId="{60939A46-6B3C-41B6-8992-6BAECF9D2BD5}" dt="2023-02-08T12:50:54.030" v="143" actId="26606"/>
          <ac:spMkLst>
            <pc:docMk/>
            <pc:sldMk cId="616153488" sldId="346"/>
            <ac:spMk id="5" creationId="{988230A8-A5DC-46F7-BD93-CF72D61064DC}"/>
          </ac:spMkLst>
        </pc:spChg>
        <pc:spChg chg="mod">
          <ac:chgData name="Mark McGlinchey" userId="6e11bbf3-9dcb-4b8b-b03e-52345dfdf79c" providerId="ADAL" clId="{60939A46-6B3C-41B6-8992-6BAECF9D2BD5}" dt="2023-02-08T12:50:54.030" v="143" actId="26606"/>
          <ac:spMkLst>
            <pc:docMk/>
            <pc:sldMk cId="616153488" sldId="346"/>
            <ac:spMk id="6" creationId="{2782F415-4827-490D-94EB-8850245FA8C1}"/>
          </ac:spMkLst>
        </pc:spChg>
        <pc:spChg chg="add">
          <ac:chgData name="Mark McGlinchey" userId="6e11bbf3-9dcb-4b8b-b03e-52345dfdf79c" providerId="ADAL" clId="{60939A46-6B3C-41B6-8992-6BAECF9D2BD5}" dt="2023-02-08T12:50:54.030" v="143" actId="26606"/>
          <ac:spMkLst>
            <pc:docMk/>
            <pc:sldMk cId="616153488" sldId="346"/>
            <ac:spMk id="11" creationId="{09588DA8-065E-4F6F-8EFD-43104AB2E0CF}"/>
          </ac:spMkLst>
        </pc:spChg>
        <pc:spChg chg="add">
          <ac:chgData name="Mark McGlinchey" userId="6e11bbf3-9dcb-4b8b-b03e-52345dfdf79c" providerId="ADAL" clId="{60939A46-6B3C-41B6-8992-6BAECF9D2BD5}" dt="2023-02-08T12:50:54.030" v="143" actId="26606"/>
          <ac:spMkLst>
            <pc:docMk/>
            <pc:sldMk cId="616153488" sldId="346"/>
            <ac:spMk id="13" creationId="{C4285719-470E-454C-AF62-8323075F1F5B}"/>
          </ac:spMkLst>
        </pc:spChg>
        <pc:spChg chg="add">
          <ac:chgData name="Mark McGlinchey" userId="6e11bbf3-9dcb-4b8b-b03e-52345dfdf79c" providerId="ADAL" clId="{60939A46-6B3C-41B6-8992-6BAECF9D2BD5}" dt="2023-02-08T12:50:54.030" v="143" actId="26606"/>
          <ac:spMkLst>
            <pc:docMk/>
            <pc:sldMk cId="616153488" sldId="346"/>
            <ac:spMk id="15" creationId="{CD9FE4EF-C4D8-49A0-B2FF-81D8DB7D8A24}"/>
          </ac:spMkLst>
        </pc:spChg>
        <pc:spChg chg="add">
          <ac:chgData name="Mark McGlinchey" userId="6e11bbf3-9dcb-4b8b-b03e-52345dfdf79c" providerId="ADAL" clId="{60939A46-6B3C-41B6-8992-6BAECF9D2BD5}" dt="2023-02-08T12:50:54.030" v="143" actId="26606"/>
          <ac:spMkLst>
            <pc:docMk/>
            <pc:sldMk cId="616153488" sldId="346"/>
            <ac:spMk id="17" creationId="{4300840D-0A0B-4512-BACA-B439D5B9C57C}"/>
          </ac:spMkLst>
        </pc:spChg>
        <pc:spChg chg="add">
          <ac:chgData name="Mark McGlinchey" userId="6e11bbf3-9dcb-4b8b-b03e-52345dfdf79c" providerId="ADAL" clId="{60939A46-6B3C-41B6-8992-6BAECF9D2BD5}" dt="2023-02-08T12:50:54.030" v="143" actId="26606"/>
          <ac:spMkLst>
            <pc:docMk/>
            <pc:sldMk cId="616153488" sldId="346"/>
            <ac:spMk id="19" creationId="{D2B78728-A580-49A7-84F9-6EF6F583ADE0}"/>
          </ac:spMkLst>
        </pc:spChg>
        <pc:spChg chg="add">
          <ac:chgData name="Mark McGlinchey" userId="6e11bbf3-9dcb-4b8b-b03e-52345dfdf79c" providerId="ADAL" clId="{60939A46-6B3C-41B6-8992-6BAECF9D2BD5}" dt="2023-02-08T12:50:54.030" v="143" actId="26606"/>
          <ac:spMkLst>
            <pc:docMk/>
            <pc:sldMk cId="616153488" sldId="346"/>
            <ac:spMk id="21" creationId="{38FAA1A1-D861-433F-88FA-1E9D6FD31D11}"/>
          </ac:spMkLst>
        </pc:spChg>
        <pc:spChg chg="add">
          <ac:chgData name="Mark McGlinchey" userId="6e11bbf3-9dcb-4b8b-b03e-52345dfdf79c" providerId="ADAL" clId="{60939A46-6B3C-41B6-8992-6BAECF9D2BD5}" dt="2023-02-08T12:50:54.030" v="143" actId="26606"/>
          <ac:spMkLst>
            <pc:docMk/>
            <pc:sldMk cId="616153488" sldId="346"/>
            <ac:spMk id="23" creationId="{8D71EDA1-87BF-4D5D-AB79-F346FD19278A}"/>
          </ac:spMkLst>
        </pc:spChg>
      </pc:sldChg>
      <pc:sldChg chg="addSp modSp add del mod setBg">
        <pc:chgData name="Mark McGlinchey" userId="6e11bbf3-9dcb-4b8b-b03e-52345dfdf79c" providerId="ADAL" clId="{60939A46-6B3C-41B6-8992-6BAECF9D2BD5}" dt="2023-02-08T12:50:58.030" v="144" actId="26606"/>
        <pc:sldMkLst>
          <pc:docMk/>
          <pc:sldMk cId="3233492493" sldId="347"/>
        </pc:sldMkLst>
        <pc:spChg chg="mod">
          <ac:chgData name="Mark McGlinchey" userId="6e11bbf3-9dcb-4b8b-b03e-52345dfdf79c" providerId="ADAL" clId="{60939A46-6B3C-41B6-8992-6BAECF9D2BD5}" dt="2023-02-08T12:50:58.030" v="144" actId="26606"/>
          <ac:spMkLst>
            <pc:docMk/>
            <pc:sldMk cId="3233492493" sldId="347"/>
            <ac:spMk id="4" creationId="{C422A729-D4BB-4B54-B65A-3E270F1B144C}"/>
          </ac:spMkLst>
        </pc:spChg>
        <pc:spChg chg="mod">
          <ac:chgData name="Mark McGlinchey" userId="6e11bbf3-9dcb-4b8b-b03e-52345dfdf79c" providerId="ADAL" clId="{60939A46-6B3C-41B6-8992-6BAECF9D2BD5}" dt="2023-02-08T12:50:58.030" v="144" actId="26606"/>
          <ac:spMkLst>
            <pc:docMk/>
            <pc:sldMk cId="3233492493" sldId="347"/>
            <ac:spMk id="5" creationId="{988230A8-A5DC-46F7-BD93-CF72D61064DC}"/>
          </ac:spMkLst>
        </pc:spChg>
        <pc:spChg chg="mod">
          <ac:chgData name="Mark McGlinchey" userId="6e11bbf3-9dcb-4b8b-b03e-52345dfdf79c" providerId="ADAL" clId="{60939A46-6B3C-41B6-8992-6BAECF9D2BD5}" dt="2023-02-08T12:50:58.030" v="144" actId="26606"/>
          <ac:spMkLst>
            <pc:docMk/>
            <pc:sldMk cId="3233492493" sldId="347"/>
            <ac:spMk id="6" creationId="{2782F415-4827-490D-94EB-8850245FA8C1}"/>
          </ac:spMkLst>
        </pc:spChg>
        <pc:spChg chg="add">
          <ac:chgData name="Mark McGlinchey" userId="6e11bbf3-9dcb-4b8b-b03e-52345dfdf79c" providerId="ADAL" clId="{60939A46-6B3C-41B6-8992-6BAECF9D2BD5}" dt="2023-02-08T12:50:58.030" v="144" actId="26606"/>
          <ac:spMkLst>
            <pc:docMk/>
            <pc:sldMk cId="3233492493" sldId="347"/>
            <ac:spMk id="11" creationId="{09588DA8-065E-4F6F-8EFD-43104AB2E0CF}"/>
          </ac:spMkLst>
        </pc:spChg>
        <pc:spChg chg="add">
          <ac:chgData name="Mark McGlinchey" userId="6e11bbf3-9dcb-4b8b-b03e-52345dfdf79c" providerId="ADAL" clId="{60939A46-6B3C-41B6-8992-6BAECF9D2BD5}" dt="2023-02-08T12:50:58.030" v="144" actId="26606"/>
          <ac:spMkLst>
            <pc:docMk/>
            <pc:sldMk cId="3233492493" sldId="347"/>
            <ac:spMk id="13" creationId="{C4285719-470E-454C-AF62-8323075F1F5B}"/>
          </ac:spMkLst>
        </pc:spChg>
        <pc:spChg chg="add">
          <ac:chgData name="Mark McGlinchey" userId="6e11bbf3-9dcb-4b8b-b03e-52345dfdf79c" providerId="ADAL" clId="{60939A46-6B3C-41B6-8992-6BAECF9D2BD5}" dt="2023-02-08T12:50:58.030" v="144" actId="26606"/>
          <ac:spMkLst>
            <pc:docMk/>
            <pc:sldMk cId="3233492493" sldId="347"/>
            <ac:spMk id="15" creationId="{CD9FE4EF-C4D8-49A0-B2FF-81D8DB7D8A24}"/>
          </ac:spMkLst>
        </pc:spChg>
        <pc:spChg chg="add">
          <ac:chgData name="Mark McGlinchey" userId="6e11bbf3-9dcb-4b8b-b03e-52345dfdf79c" providerId="ADAL" clId="{60939A46-6B3C-41B6-8992-6BAECF9D2BD5}" dt="2023-02-08T12:50:58.030" v="144" actId="26606"/>
          <ac:spMkLst>
            <pc:docMk/>
            <pc:sldMk cId="3233492493" sldId="347"/>
            <ac:spMk id="17" creationId="{4300840D-0A0B-4512-BACA-B439D5B9C57C}"/>
          </ac:spMkLst>
        </pc:spChg>
        <pc:spChg chg="add">
          <ac:chgData name="Mark McGlinchey" userId="6e11bbf3-9dcb-4b8b-b03e-52345dfdf79c" providerId="ADAL" clId="{60939A46-6B3C-41B6-8992-6BAECF9D2BD5}" dt="2023-02-08T12:50:58.030" v="144" actId="26606"/>
          <ac:spMkLst>
            <pc:docMk/>
            <pc:sldMk cId="3233492493" sldId="347"/>
            <ac:spMk id="19" creationId="{D2B78728-A580-49A7-84F9-6EF6F583ADE0}"/>
          </ac:spMkLst>
        </pc:spChg>
        <pc:spChg chg="add">
          <ac:chgData name="Mark McGlinchey" userId="6e11bbf3-9dcb-4b8b-b03e-52345dfdf79c" providerId="ADAL" clId="{60939A46-6B3C-41B6-8992-6BAECF9D2BD5}" dt="2023-02-08T12:50:58.030" v="144" actId="26606"/>
          <ac:spMkLst>
            <pc:docMk/>
            <pc:sldMk cId="3233492493" sldId="347"/>
            <ac:spMk id="21" creationId="{38FAA1A1-D861-433F-88FA-1E9D6FD31D11}"/>
          </ac:spMkLst>
        </pc:spChg>
        <pc:spChg chg="add">
          <ac:chgData name="Mark McGlinchey" userId="6e11bbf3-9dcb-4b8b-b03e-52345dfdf79c" providerId="ADAL" clId="{60939A46-6B3C-41B6-8992-6BAECF9D2BD5}" dt="2023-02-08T12:50:58.030" v="144" actId="26606"/>
          <ac:spMkLst>
            <pc:docMk/>
            <pc:sldMk cId="3233492493" sldId="347"/>
            <ac:spMk id="23" creationId="{8D71EDA1-87BF-4D5D-AB79-F346FD19278A}"/>
          </ac:spMkLst>
        </pc:spChg>
      </pc:sldChg>
      <pc:sldChg chg="addSp delSp modSp add del mod setBg">
        <pc:chgData name="Mark McGlinchey" userId="6e11bbf3-9dcb-4b8b-b03e-52345dfdf79c" providerId="ADAL" clId="{60939A46-6B3C-41B6-8992-6BAECF9D2BD5}" dt="2023-02-08T13:10:33.350" v="547" actId="122"/>
        <pc:sldMkLst>
          <pc:docMk/>
          <pc:sldMk cId="2306367850" sldId="348"/>
        </pc:sldMkLst>
        <pc:spChg chg="mod">
          <ac:chgData name="Mark McGlinchey" userId="6e11bbf3-9dcb-4b8b-b03e-52345dfdf79c" providerId="ADAL" clId="{60939A46-6B3C-41B6-8992-6BAECF9D2BD5}" dt="2023-02-08T12:51:01.894" v="145" actId="26606"/>
          <ac:spMkLst>
            <pc:docMk/>
            <pc:sldMk cId="2306367850" sldId="348"/>
            <ac:spMk id="4" creationId="{C422A729-D4BB-4B54-B65A-3E270F1B144C}"/>
          </ac:spMkLst>
        </pc:spChg>
        <pc:spChg chg="mod">
          <ac:chgData name="Mark McGlinchey" userId="6e11bbf3-9dcb-4b8b-b03e-52345dfdf79c" providerId="ADAL" clId="{60939A46-6B3C-41B6-8992-6BAECF9D2BD5}" dt="2023-02-08T13:10:33.350" v="547" actId="122"/>
          <ac:spMkLst>
            <pc:docMk/>
            <pc:sldMk cId="2306367850" sldId="348"/>
            <ac:spMk id="5" creationId="{988230A8-A5DC-46F7-BD93-CF72D61064DC}"/>
          </ac:spMkLst>
        </pc:spChg>
        <pc:spChg chg="del">
          <ac:chgData name="Mark McGlinchey" userId="6e11bbf3-9dcb-4b8b-b03e-52345dfdf79c" providerId="ADAL" clId="{60939A46-6B3C-41B6-8992-6BAECF9D2BD5}" dt="2023-02-08T12:51:01.894" v="145" actId="26606"/>
          <ac:spMkLst>
            <pc:docMk/>
            <pc:sldMk cId="2306367850" sldId="348"/>
            <ac:spMk id="6" creationId="{2782F415-4827-490D-94EB-8850245FA8C1}"/>
          </ac:spMkLst>
        </pc:spChg>
        <pc:spChg chg="add">
          <ac:chgData name="Mark McGlinchey" userId="6e11bbf3-9dcb-4b8b-b03e-52345dfdf79c" providerId="ADAL" clId="{60939A46-6B3C-41B6-8992-6BAECF9D2BD5}" dt="2023-02-08T12:51:01.894" v="145" actId="26606"/>
          <ac:spMkLst>
            <pc:docMk/>
            <pc:sldMk cId="2306367850" sldId="348"/>
            <ac:spMk id="12" creationId="{BACC6370-2D7E-4714-9D71-7542949D7D5D}"/>
          </ac:spMkLst>
        </pc:spChg>
        <pc:spChg chg="add">
          <ac:chgData name="Mark McGlinchey" userId="6e11bbf3-9dcb-4b8b-b03e-52345dfdf79c" providerId="ADAL" clId="{60939A46-6B3C-41B6-8992-6BAECF9D2BD5}" dt="2023-02-08T12:51:01.894" v="145" actId="26606"/>
          <ac:spMkLst>
            <pc:docMk/>
            <pc:sldMk cId="2306367850" sldId="348"/>
            <ac:spMk id="14" creationId="{256B2C21-A230-48C0-8DF1-C46611373C44}"/>
          </ac:spMkLst>
        </pc:spChg>
        <pc:spChg chg="add">
          <ac:chgData name="Mark McGlinchey" userId="6e11bbf3-9dcb-4b8b-b03e-52345dfdf79c" providerId="ADAL" clId="{60939A46-6B3C-41B6-8992-6BAECF9D2BD5}" dt="2023-02-08T12:51:01.894" v="145" actId="26606"/>
          <ac:spMkLst>
            <pc:docMk/>
            <pc:sldMk cId="2306367850" sldId="348"/>
            <ac:spMk id="16" creationId="{3847E18C-932D-4C95-AABA-FEC7C9499AD7}"/>
          </ac:spMkLst>
        </pc:spChg>
        <pc:spChg chg="add">
          <ac:chgData name="Mark McGlinchey" userId="6e11bbf3-9dcb-4b8b-b03e-52345dfdf79c" providerId="ADAL" clId="{60939A46-6B3C-41B6-8992-6BAECF9D2BD5}" dt="2023-02-08T12:51:01.894" v="145" actId="26606"/>
          <ac:spMkLst>
            <pc:docMk/>
            <pc:sldMk cId="2306367850" sldId="348"/>
            <ac:spMk id="18" creationId="{3150CB11-0C61-439E-910F-5787759E72A0}"/>
          </ac:spMkLst>
        </pc:spChg>
        <pc:spChg chg="add">
          <ac:chgData name="Mark McGlinchey" userId="6e11bbf3-9dcb-4b8b-b03e-52345dfdf79c" providerId="ADAL" clId="{60939A46-6B3C-41B6-8992-6BAECF9D2BD5}" dt="2023-02-08T12:51:01.894" v="145" actId="26606"/>
          <ac:spMkLst>
            <pc:docMk/>
            <pc:sldMk cId="2306367850" sldId="348"/>
            <ac:spMk id="20" creationId="{43F8A58B-5155-44CE-A5FF-7647B47D0A7A}"/>
          </ac:spMkLst>
        </pc:spChg>
        <pc:spChg chg="add">
          <ac:chgData name="Mark McGlinchey" userId="6e11bbf3-9dcb-4b8b-b03e-52345dfdf79c" providerId="ADAL" clId="{60939A46-6B3C-41B6-8992-6BAECF9D2BD5}" dt="2023-02-08T12:51:01.894" v="145" actId="26606"/>
          <ac:spMkLst>
            <pc:docMk/>
            <pc:sldMk cId="2306367850" sldId="348"/>
            <ac:spMk id="22" creationId="{443F2ACA-E6D6-4028-82DD-F03C262D5DE6}"/>
          </ac:spMkLst>
        </pc:spChg>
        <pc:graphicFrameChg chg="add">
          <ac:chgData name="Mark McGlinchey" userId="6e11bbf3-9dcb-4b8b-b03e-52345dfdf79c" providerId="ADAL" clId="{60939A46-6B3C-41B6-8992-6BAECF9D2BD5}" dt="2023-02-08T12:51:01.894" v="145" actId="26606"/>
          <ac:graphicFrameMkLst>
            <pc:docMk/>
            <pc:sldMk cId="2306367850" sldId="348"/>
            <ac:graphicFrameMk id="8" creationId="{482DD5C8-6291-8756-AF84-015757C26497}"/>
          </ac:graphicFrameMkLst>
        </pc:graphicFrameChg>
      </pc:sldChg>
      <pc:sldChg chg="addSp delSp modSp add del mod setBg delDesignElem">
        <pc:chgData name="Mark McGlinchey" userId="6e11bbf3-9dcb-4b8b-b03e-52345dfdf79c" providerId="ADAL" clId="{60939A46-6B3C-41B6-8992-6BAECF9D2BD5}" dt="2023-02-08T12:52:23.689" v="159" actId="478"/>
        <pc:sldMkLst>
          <pc:docMk/>
          <pc:sldMk cId="4294611614" sldId="349"/>
        </pc:sldMkLst>
        <pc:spChg chg="add del mod">
          <ac:chgData name="Mark McGlinchey" userId="6e11bbf3-9dcb-4b8b-b03e-52345dfdf79c" providerId="ADAL" clId="{60939A46-6B3C-41B6-8992-6BAECF9D2BD5}" dt="2023-02-08T12:52:16.900" v="156"/>
          <ac:spMkLst>
            <pc:docMk/>
            <pc:sldMk cId="4294611614" sldId="349"/>
            <ac:spMk id="3" creationId="{C7DA30E1-F4BB-68BD-F2C2-BBA6EAD26A02}"/>
          </ac:spMkLst>
        </pc:spChg>
        <pc:spChg chg="mod ord">
          <ac:chgData name="Mark McGlinchey" userId="6e11bbf3-9dcb-4b8b-b03e-52345dfdf79c" providerId="ADAL" clId="{60939A46-6B3C-41B6-8992-6BAECF9D2BD5}" dt="2023-02-08T12:52:16.900" v="156"/>
          <ac:spMkLst>
            <pc:docMk/>
            <pc:sldMk cId="4294611614" sldId="349"/>
            <ac:spMk id="4" creationId="{0138BC63-4131-48D0-8A4F-4E2D2900E786}"/>
          </ac:spMkLst>
        </pc:spChg>
        <pc:spChg chg="add del mod">
          <ac:chgData name="Mark McGlinchey" userId="6e11bbf3-9dcb-4b8b-b03e-52345dfdf79c" providerId="ADAL" clId="{60939A46-6B3C-41B6-8992-6BAECF9D2BD5}" dt="2023-02-08T12:52:19.546" v="157" actId="478"/>
          <ac:spMkLst>
            <pc:docMk/>
            <pc:sldMk cId="4294611614" sldId="349"/>
            <ac:spMk id="5" creationId="{ED95CD52-1A1C-0EF6-99B4-383E964F5EDA}"/>
          </ac:spMkLst>
        </pc:spChg>
        <pc:spChg chg="add del mod">
          <ac:chgData name="Mark McGlinchey" userId="6e11bbf3-9dcb-4b8b-b03e-52345dfdf79c" providerId="ADAL" clId="{60939A46-6B3C-41B6-8992-6BAECF9D2BD5}" dt="2023-02-08T12:52:23.689" v="159" actId="478"/>
          <ac:spMkLst>
            <pc:docMk/>
            <pc:sldMk cId="4294611614" sldId="349"/>
            <ac:spMk id="6" creationId="{95E87118-00C7-910C-F9A6-CE6EB70255E9}"/>
          </ac:spMkLst>
        </pc:spChg>
        <pc:spChg chg="add del mod">
          <ac:chgData name="Mark McGlinchey" userId="6e11bbf3-9dcb-4b8b-b03e-52345dfdf79c" providerId="ADAL" clId="{60939A46-6B3C-41B6-8992-6BAECF9D2BD5}" dt="2023-02-08T12:52:22.082" v="158" actId="478"/>
          <ac:spMkLst>
            <pc:docMk/>
            <pc:sldMk cId="4294611614" sldId="349"/>
            <ac:spMk id="7" creationId="{FB434443-BC2B-DC49-9EC5-E6FE3CD7B4D2}"/>
          </ac:spMkLst>
        </pc:spChg>
        <pc:spChg chg="add del">
          <ac:chgData name="Mark McGlinchey" userId="6e11bbf3-9dcb-4b8b-b03e-52345dfdf79c" providerId="ADAL" clId="{60939A46-6B3C-41B6-8992-6BAECF9D2BD5}" dt="2023-02-08T12:52:16.900" v="156"/>
          <ac:spMkLst>
            <pc:docMk/>
            <pc:sldMk cId="4294611614" sldId="349"/>
            <ac:spMk id="9" creationId="{B9FF99BD-075F-4761-A995-6FC574BD25EA}"/>
          </ac:spMkLst>
        </pc:spChg>
        <pc:spChg chg="add del">
          <ac:chgData name="Mark McGlinchey" userId="6e11bbf3-9dcb-4b8b-b03e-52345dfdf79c" providerId="ADAL" clId="{60939A46-6B3C-41B6-8992-6BAECF9D2BD5}" dt="2023-02-08T12:52:16.900" v="156"/>
          <ac:spMkLst>
            <pc:docMk/>
            <pc:sldMk cId="4294611614" sldId="349"/>
            <ac:spMk id="11" creationId="{A7B21A54-9BA3-4EA9-B460-5A829ADD9051}"/>
          </ac:spMkLst>
        </pc:spChg>
        <pc:spChg chg="add del">
          <ac:chgData name="Mark McGlinchey" userId="6e11bbf3-9dcb-4b8b-b03e-52345dfdf79c" providerId="ADAL" clId="{60939A46-6B3C-41B6-8992-6BAECF9D2BD5}" dt="2023-02-08T12:52:16.900" v="156"/>
          <ac:spMkLst>
            <pc:docMk/>
            <pc:sldMk cId="4294611614" sldId="349"/>
            <ac:spMk id="13" creationId="{6FA8F714-B9D8-488A-8CCA-E9948FF913A9}"/>
          </ac:spMkLst>
        </pc:spChg>
        <pc:picChg chg="mod">
          <ac:chgData name="Mark McGlinchey" userId="6e11bbf3-9dcb-4b8b-b03e-52345dfdf79c" providerId="ADAL" clId="{60939A46-6B3C-41B6-8992-6BAECF9D2BD5}" dt="2023-02-08T12:52:03.587" v="154" actId="26606"/>
          <ac:picMkLst>
            <pc:docMk/>
            <pc:sldMk cId="4294611614" sldId="349"/>
            <ac:picMk id="2" creationId="{25019293-6439-3648-B1EB-E772CCE38254}"/>
          </ac:picMkLst>
        </pc:picChg>
      </pc:sldChg>
      <pc:sldChg chg="addSp delSp modSp add del mod setBg delDesignElem">
        <pc:chgData name="Mark McGlinchey" userId="6e11bbf3-9dcb-4b8b-b03e-52345dfdf79c" providerId="ADAL" clId="{60939A46-6B3C-41B6-8992-6BAECF9D2BD5}" dt="2023-02-08T12:52:50.474" v="169" actId="478"/>
        <pc:sldMkLst>
          <pc:docMk/>
          <pc:sldMk cId="4114633549" sldId="350"/>
        </pc:sldMkLst>
        <pc:spChg chg="add del mod">
          <ac:chgData name="Mark McGlinchey" userId="6e11bbf3-9dcb-4b8b-b03e-52345dfdf79c" providerId="ADAL" clId="{60939A46-6B3C-41B6-8992-6BAECF9D2BD5}" dt="2023-02-08T12:52:29.707" v="160"/>
          <ac:spMkLst>
            <pc:docMk/>
            <pc:sldMk cId="4114633549" sldId="350"/>
            <ac:spMk id="2" creationId="{2AA29DAE-F1E0-7257-E23A-3C32F9463E15}"/>
          </ac:spMkLst>
        </pc:spChg>
        <pc:spChg chg="mod ord">
          <ac:chgData name="Mark McGlinchey" userId="6e11bbf3-9dcb-4b8b-b03e-52345dfdf79c" providerId="ADAL" clId="{60939A46-6B3C-41B6-8992-6BAECF9D2BD5}" dt="2023-02-08T12:52:44.852" v="166"/>
          <ac:spMkLst>
            <pc:docMk/>
            <pc:sldMk cId="4114633549" sldId="350"/>
            <ac:spMk id="4" creationId="{0138BC63-4131-48D0-8A4F-4E2D2900E786}"/>
          </ac:spMkLst>
        </pc:spChg>
        <pc:spChg chg="add del mod">
          <ac:chgData name="Mark McGlinchey" userId="6e11bbf3-9dcb-4b8b-b03e-52345dfdf79c" providerId="ADAL" clId="{60939A46-6B3C-41B6-8992-6BAECF9D2BD5}" dt="2023-02-08T12:52:31.442" v="161" actId="478"/>
          <ac:spMkLst>
            <pc:docMk/>
            <pc:sldMk cId="4114633549" sldId="350"/>
            <ac:spMk id="5" creationId="{7E2B761D-AD50-708A-093F-00FBDEFF7E07}"/>
          </ac:spMkLst>
        </pc:spChg>
        <pc:spChg chg="add del mod">
          <ac:chgData name="Mark McGlinchey" userId="6e11bbf3-9dcb-4b8b-b03e-52345dfdf79c" providerId="ADAL" clId="{60939A46-6B3C-41B6-8992-6BAECF9D2BD5}" dt="2023-02-08T12:52:35.577" v="162" actId="478"/>
          <ac:spMkLst>
            <pc:docMk/>
            <pc:sldMk cId="4114633549" sldId="350"/>
            <ac:spMk id="6" creationId="{17D44A77-76DC-4F9D-D2AE-9BF42AD46AB2}"/>
          </ac:spMkLst>
        </pc:spChg>
        <pc:spChg chg="add del mod">
          <ac:chgData name="Mark McGlinchey" userId="6e11bbf3-9dcb-4b8b-b03e-52345dfdf79c" providerId="ADAL" clId="{60939A46-6B3C-41B6-8992-6BAECF9D2BD5}" dt="2023-02-08T12:52:39.684" v="163" actId="478"/>
          <ac:spMkLst>
            <pc:docMk/>
            <pc:sldMk cId="4114633549" sldId="350"/>
            <ac:spMk id="7" creationId="{A2362AB6-2D88-8700-746D-5B5D72042089}"/>
          </ac:spMkLst>
        </pc:spChg>
        <pc:spChg chg="add del mod">
          <ac:chgData name="Mark McGlinchey" userId="6e11bbf3-9dcb-4b8b-b03e-52345dfdf79c" providerId="ADAL" clId="{60939A46-6B3C-41B6-8992-6BAECF9D2BD5}" dt="2023-02-08T12:52:44.852" v="166"/>
          <ac:spMkLst>
            <pc:docMk/>
            <pc:sldMk cId="4114633549" sldId="350"/>
            <ac:spMk id="8" creationId="{A5D6AA29-C633-7659-0876-F725C8CD0970}"/>
          </ac:spMkLst>
        </pc:spChg>
        <pc:spChg chg="add del">
          <ac:chgData name="Mark McGlinchey" userId="6e11bbf3-9dcb-4b8b-b03e-52345dfdf79c" providerId="ADAL" clId="{60939A46-6B3C-41B6-8992-6BAECF9D2BD5}" dt="2023-02-08T12:52:44.852" v="166"/>
          <ac:spMkLst>
            <pc:docMk/>
            <pc:sldMk cId="4114633549" sldId="350"/>
            <ac:spMk id="9" creationId="{B9FF99BD-075F-4761-A995-6FC574BD25EA}"/>
          </ac:spMkLst>
        </pc:spChg>
        <pc:spChg chg="add del mod">
          <ac:chgData name="Mark McGlinchey" userId="6e11bbf3-9dcb-4b8b-b03e-52345dfdf79c" providerId="ADAL" clId="{60939A46-6B3C-41B6-8992-6BAECF9D2BD5}" dt="2023-02-08T12:52:47.018" v="167" actId="478"/>
          <ac:spMkLst>
            <pc:docMk/>
            <pc:sldMk cId="4114633549" sldId="350"/>
            <ac:spMk id="10" creationId="{644D2E2E-C8A1-8FB7-AC35-A7366278CB58}"/>
          </ac:spMkLst>
        </pc:spChg>
        <pc:spChg chg="add del">
          <ac:chgData name="Mark McGlinchey" userId="6e11bbf3-9dcb-4b8b-b03e-52345dfdf79c" providerId="ADAL" clId="{60939A46-6B3C-41B6-8992-6BAECF9D2BD5}" dt="2023-02-08T12:52:44.852" v="166"/>
          <ac:spMkLst>
            <pc:docMk/>
            <pc:sldMk cId="4114633549" sldId="350"/>
            <ac:spMk id="11" creationId="{A7B21A54-9BA3-4EA9-B460-5A829ADD9051}"/>
          </ac:spMkLst>
        </pc:spChg>
        <pc:spChg chg="add del mod">
          <ac:chgData name="Mark McGlinchey" userId="6e11bbf3-9dcb-4b8b-b03e-52345dfdf79c" providerId="ADAL" clId="{60939A46-6B3C-41B6-8992-6BAECF9D2BD5}" dt="2023-02-08T12:52:48.850" v="168" actId="478"/>
          <ac:spMkLst>
            <pc:docMk/>
            <pc:sldMk cId="4114633549" sldId="350"/>
            <ac:spMk id="12" creationId="{C0F3CCE1-DD32-D7A0-03AF-20B8090FBEB2}"/>
          </ac:spMkLst>
        </pc:spChg>
        <pc:spChg chg="add del">
          <ac:chgData name="Mark McGlinchey" userId="6e11bbf3-9dcb-4b8b-b03e-52345dfdf79c" providerId="ADAL" clId="{60939A46-6B3C-41B6-8992-6BAECF9D2BD5}" dt="2023-02-08T12:52:44.852" v="166"/>
          <ac:spMkLst>
            <pc:docMk/>
            <pc:sldMk cId="4114633549" sldId="350"/>
            <ac:spMk id="13" creationId="{6FA8F714-B9D8-488A-8CCA-E9948FF913A9}"/>
          </ac:spMkLst>
        </pc:spChg>
        <pc:spChg chg="add del mod">
          <ac:chgData name="Mark McGlinchey" userId="6e11bbf3-9dcb-4b8b-b03e-52345dfdf79c" providerId="ADAL" clId="{60939A46-6B3C-41B6-8992-6BAECF9D2BD5}" dt="2023-02-08T12:52:50.474" v="169" actId="478"/>
          <ac:spMkLst>
            <pc:docMk/>
            <pc:sldMk cId="4114633549" sldId="350"/>
            <ac:spMk id="14" creationId="{E22D151C-6637-5942-6F9F-678893143345}"/>
          </ac:spMkLst>
        </pc:spChg>
        <pc:picChg chg="mod">
          <ac:chgData name="Mark McGlinchey" userId="6e11bbf3-9dcb-4b8b-b03e-52345dfdf79c" providerId="ADAL" clId="{60939A46-6B3C-41B6-8992-6BAECF9D2BD5}" dt="2023-02-08T12:52:41.524" v="164" actId="26606"/>
          <ac:picMkLst>
            <pc:docMk/>
            <pc:sldMk cId="4114633549" sldId="350"/>
            <ac:picMk id="3" creationId="{269B7D32-3588-CF4B-81EE-4E3B3128EEBD}"/>
          </ac:picMkLst>
        </pc:picChg>
      </pc:sldChg>
      <pc:sldChg chg="add del">
        <pc:chgData name="Mark McGlinchey" userId="6e11bbf3-9dcb-4b8b-b03e-52345dfdf79c" providerId="ADAL" clId="{60939A46-6B3C-41B6-8992-6BAECF9D2BD5}" dt="2023-02-08T12:49:13.076" v="125" actId="2696"/>
        <pc:sldMkLst>
          <pc:docMk/>
          <pc:sldMk cId="2302036215" sldId="364"/>
        </pc:sldMkLst>
      </pc:sldChg>
      <pc:sldChg chg="modSp add del mod">
        <pc:chgData name="Mark McGlinchey" userId="6e11bbf3-9dcb-4b8b-b03e-52345dfdf79c" providerId="ADAL" clId="{60939A46-6B3C-41B6-8992-6BAECF9D2BD5}" dt="2023-02-08T12:49:13.076" v="125" actId="2696"/>
        <pc:sldMkLst>
          <pc:docMk/>
          <pc:sldMk cId="2436324994" sldId="365"/>
        </pc:sldMkLst>
        <pc:spChg chg="mod">
          <ac:chgData name="Mark McGlinchey" userId="6e11bbf3-9dcb-4b8b-b03e-52345dfdf79c" providerId="ADAL" clId="{60939A46-6B3C-41B6-8992-6BAECF9D2BD5}" dt="2023-02-08T12:45:11.640" v="48" actId="27636"/>
          <ac:spMkLst>
            <pc:docMk/>
            <pc:sldMk cId="2436324994" sldId="365"/>
            <ac:spMk id="5" creationId="{988230A8-A5DC-46F7-BD93-CF72D61064DC}"/>
          </ac:spMkLst>
        </pc:spChg>
      </pc:sldChg>
      <pc:sldChg chg="modSp add del mod">
        <pc:chgData name="Mark McGlinchey" userId="6e11bbf3-9dcb-4b8b-b03e-52345dfdf79c" providerId="ADAL" clId="{60939A46-6B3C-41B6-8992-6BAECF9D2BD5}" dt="2023-02-08T12:49:13.076" v="125" actId="2696"/>
        <pc:sldMkLst>
          <pc:docMk/>
          <pc:sldMk cId="1940272399" sldId="366"/>
        </pc:sldMkLst>
        <pc:spChg chg="mod">
          <ac:chgData name="Mark McGlinchey" userId="6e11bbf3-9dcb-4b8b-b03e-52345dfdf79c" providerId="ADAL" clId="{60939A46-6B3C-41B6-8992-6BAECF9D2BD5}" dt="2023-02-08T12:45:11.650" v="50" actId="27636"/>
          <ac:spMkLst>
            <pc:docMk/>
            <pc:sldMk cId="1940272399" sldId="366"/>
            <ac:spMk id="5" creationId="{988230A8-A5DC-46F7-BD93-CF72D61064DC}"/>
          </ac:spMkLst>
        </pc:spChg>
        <pc:spChg chg="mod">
          <ac:chgData name="Mark McGlinchey" userId="6e11bbf3-9dcb-4b8b-b03e-52345dfdf79c" providerId="ADAL" clId="{60939A46-6B3C-41B6-8992-6BAECF9D2BD5}" dt="2023-02-08T12:45:11.649" v="49" actId="27636"/>
          <ac:spMkLst>
            <pc:docMk/>
            <pc:sldMk cId="1940272399" sldId="366"/>
            <ac:spMk id="6" creationId="{2782F415-4827-490D-94EB-8850245FA8C1}"/>
          </ac:spMkLst>
        </pc:spChg>
      </pc:sldChg>
      <pc:sldChg chg="add del">
        <pc:chgData name="Mark McGlinchey" userId="6e11bbf3-9dcb-4b8b-b03e-52345dfdf79c" providerId="ADAL" clId="{60939A46-6B3C-41B6-8992-6BAECF9D2BD5}" dt="2023-02-08T12:49:13.076" v="125" actId="2696"/>
        <pc:sldMkLst>
          <pc:docMk/>
          <pc:sldMk cId="3003366291" sldId="367"/>
        </pc:sldMkLst>
      </pc:sldChg>
      <pc:sldChg chg="add del">
        <pc:chgData name="Mark McGlinchey" userId="6e11bbf3-9dcb-4b8b-b03e-52345dfdf79c" providerId="ADAL" clId="{60939A46-6B3C-41B6-8992-6BAECF9D2BD5}" dt="2023-02-08T12:49:13.076" v="125" actId="2696"/>
        <pc:sldMkLst>
          <pc:docMk/>
          <pc:sldMk cId="2759224290" sldId="368"/>
        </pc:sldMkLst>
      </pc:sldChg>
      <pc:sldChg chg="add del">
        <pc:chgData name="Mark McGlinchey" userId="6e11bbf3-9dcb-4b8b-b03e-52345dfdf79c" providerId="ADAL" clId="{60939A46-6B3C-41B6-8992-6BAECF9D2BD5}" dt="2023-02-08T12:49:13.076" v="125" actId="2696"/>
        <pc:sldMkLst>
          <pc:docMk/>
          <pc:sldMk cId="1533109685" sldId="369"/>
        </pc:sldMkLst>
      </pc:sldChg>
      <pc:sldChg chg="add del">
        <pc:chgData name="Mark McGlinchey" userId="6e11bbf3-9dcb-4b8b-b03e-52345dfdf79c" providerId="ADAL" clId="{60939A46-6B3C-41B6-8992-6BAECF9D2BD5}" dt="2023-02-08T12:49:13.076" v="125" actId="2696"/>
        <pc:sldMkLst>
          <pc:docMk/>
          <pc:sldMk cId="3039315576" sldId="370"/>
        </pc:sldMkLst>
      </pc:sldChg>
      <pc:sldChg chg="modSp add del mod">
        <pc:chgData name="Mark McGlinchey" userId="6e11bbf3-9dcb-4b8b-b03e-52345dfdf79c" providerId="ADAL" clId="{60939A46-6B3C-41B6-8992-6BAECF9D2BD5}" dt="2023-02-08T12:49:13.076" v="125" actId="2696"/>
        <pc:sldMkLst>
          <pc:docMk/>
          <pc:sldMk cId="4124453292" sldId="371"/>
        </pc:sldMkLst>
        <pc:spChg chg="mod">
          <ac:chgData name="Mark McGlinchey" userId="6e11bbf3-9dcb-4b8b-b03e-52345dfdf79c" providerId="ADAL" clId="{60939A46-6B3C-41B6-8992-6BAECF9D2BD5}" dt="2023-02-08T12:45:11.671" v="51" actId="27636"/>
          <ac:spMkLst>
            <pc:docMk/>
            <pc:sldMk cId="4124453292" sldId="371"/>
            <ac:spMk id="6" creationId="{2782F415-4827-490D-94EB-8850245FA8C1}"/>
          </ac:spMkLst>
        </pc:spChg>
      </pc:sldChg>
      <pc:sldChg chg="modSp add del mod">
        <pc:chgData name="Mark McGlinchey" userId="6e11bbf3-9dcb-4b8b-b03e-52345dfdf79c" providerId="ADAL" clId="{60939A46-6B3C-41B6-8992-6BAECF9D2BD5}" dt="2023-02-08T12:49:13.076" v="125" actId="2696"/>
        <pc:sldMkLst>
          <pc:docMk/>
          <pc:sldMk cId="368071727" sldId="372"/>
        </pc:sldMkLst>
        <pc:spChg chg="mod">
          <ac:chgData name="Mark McGlinchey" userId="6e11bbf3-9dcb-4b8b-b03e-52345dfdf79c" providerId="ADAL" clId="{60939A46-6B3C-41B6-8992-6BAECF9D2BD5}" dt="2023-02-08T12:45:11.683" v="52" actId="27636"/>
          <ac:spMkLst>
            <pc:docMk/>
            <pc:sldMk cId="368071727" sldId="372"/>
            <ac:spMk id="6" creationId="{2782F415-4827-490D-94EB-8850245FA8C1}"/>
          </ac:spMkLst>
        </pc:spChg>
      </pc:sldChg>
      <pc:sldChg chg="add del">
        <pc:chgData name="Mark McGlinchey" userId="6e11bbf3-9dcb-4b8b-b03e-52345dfdf79c" providerId="ADAL" clId="{60939A46-6B3C-41B6-8992-6BAECF9D2BD5}" dt="2023-02-08T12:49:13.076" v="125" actId="2696"/>
        <pc:sldMkLst>
          <pc:docMk/>
          <pc:sldMk cId="3892749080" sldId="373"/>
        </pc:sldMkLst>
      </pc:sldChg>
      <pc:sldChg chg="add del">
        <pc:chgData name="Mark McGlinchey" userId="6e11bbf3-9dcb-4b8b-b03e-52345dfdf79c" providerId="ADAL" clId="{60939A46-6B3C-41B6-8992-6BAECF9D2BD5}" dt="2023-02-08T12:49:13.076" v="125" actId="2696"/>
        <pc:sldMkLst>
          <pc:docMk/>
          <pc:sldMk cId="2835298926" sldId="374"/>
        </pc:sldMkLst>
      </pc:sldChg>
      <pc:sldChg chg="add del">
        <pc:chgData name="Mark McGlinchey" userId="6e11bbf3-9dcb-4b8b-b03e-52345dfdf79c" providerId="ADAL" clId="{60939A46-6B3C-41B6-8992-6BAECF9D2BD5}" dt="2023-02-08T12:49:13.076" v="125" actId="2696"/>
        <pc:sldMkLst>
          <pc:docMk/>
          <pc:sldMk cId="987275724" sldId="375"/>
        </pc:sldMkLst>
      </pc:sldChg>
      <pc:sldChg chg="add del">
        <pc:chgData name="Mark McGlinchey" userId="6e11bbf3-9dcb-4b8b-b03e-52345dfdf79c" providerId="ADAL" clId="{60939A46-6B3C-41B6-8992-6BAECF9D2BD5}" dt="2023-02-08T12:49:02.177" v="124" actId="2696"/>
        <pc:sldMkLst>
          <pc:docMk/>
          <pc:sldMk cId="3536088737" sldId="376"/>
        </pc:sldMkLst>
      </pc:sldChg>
      <pc:sldChg chg="modSp new del mod">
        <pc:chgData name="Mark McGlinchey" userId="6e11bbf3-9dcb-4b8b-b03e-52345dfdf79c" providerId="ADAL" clId="{60939A46-6B3C-41B6-8992-6BAECF9D2BD5}" dt="2023-02-08T12:50:13.358" v="136" actId="2696"/>
        <pc:sldMkLst>
          <pc:docMk/>
          <pc:sldMk cId="1692228037" sldId="377"/>
        </pc:sldMkLst>
        <pc:spChg chg="mod">
          <ac:chgData name="Mark McGlinchey" userId="6e11bbf3-9dcb-4b8b-b03e-52345dfdf79c" providerId="ADAL" clId="{60939A46-6B3C-41B6-8992-6BAECF9D2BD5}" dt="2023-02-08T12:46:47.442" v="108" actId="20577"/>
          <ac:spMkLst>
            <pc:docMk/>
            <pc:sldMk cId="1692228037" sldId="377"/>
            <ac:spMk id="2" creationId="{A03CB437-42CA-B4F8-8D45-ECA3FEEDCCBF}"/>
          </ac:spMkLst>
        </pc:spChg>
        <pc:spChg chg="mod">
          <ac:chgData name="Mark McGlinchey" userId="6e11bbf3-9dcb-4b8b-b03e-52345dfdf79c" providerId="ADAL" clId="{60939A46-6B3C-41B6-8992-6BAECF9D2BD5}" dt="2023-02-08T12:47:07.462" v="121" actId="20577"/>
          <ac:spMkLst>
            <pc:docMk/>
            <pc:sldMk cId="1692228037" sldId="377"/>
            <ac:spMk id="3" creationId="{30849308-BF43-53F8-7BFA-F74722B860C1}"/>
          </ac:spMkLst>
        </pc:spChg>
      </pc:sldChg>
      <pc:sldChg chg="addSp delSp add del setBg delDesignElem">
        <pc:chgData name="Mark McGlinchey" userId="6e11bbf3-9dcb-4b8b-b03e-52345dfdf79c" providerId="ADAL" clId="{60939A46-6B3C-41B6-8992-6BAECF9D2BD5}" dt="2023-02-08T12:49:27.764" v="128"/>
        <pc:sldMkLst>
          <pc:docMk/>
          <pc:sldMk cId="752324915" sldId="378"/>
        </pc:sldMkLst>
        <pc:spChg chg="add del">
          <ac:chgData name="Mark McGlinchey" userId="6e11bbf3-9dcb-4b8b-b03e-52345dfdf79c" providerId="ADAL" clId="{60939A46-6B3C-41B6-8992-6BAECF9D2BD5}" dt="2023-02-08T12:49:27.764" v="128"/>
          <ac:spMkLst>
            <pc:docMk/>
            <pc:sldMk cId="752324915" sldId="378"/>
            <ac:spMk id="18" creationId="{1B15ED52-F352-441B-82BF-E0EA34836D08}"/>
          </ac:spMkLst>
        </pc:spChg>
        <pc:spChg chg="add del">
          <ac:chgData name="Mark McGlinchey" userId="6e11bbf3-9dcb-4b8b-b03e-52345dfdf79c" providerId="ADAL" clId="{60939A46-6B3C-41B6-8992-6BAECF9D2BD5}" dt="2023-02-08T12:49:27.764" v="128"/>
          <ac:spMkLst>
            <pc:docMk/>
            <pc:sldMk cId="752324915" sldId="378"/>
            <ac:spMk id="20" creationId="{3B2E3793-BFE6-45A2-9B7B-E18844431C99}"/>
          </ac:spMkLst>
        </pc:spChg>
        <pc:spChg chg="add del">
          <ac:chgData name="Mark McGlinchey" userId="6e11bbf3-9dcb-4b8b-b03e-52345dfdf79c" providerId="ADAL" clId="{60939A46-6B3C-41B6-8992-6BAECF9D2BD5}" dt="2023-02-08T12:49:27.764" v="128"/>
          <ac:spMkLst>
            <pc:docMk/>
            <pc:sldMk cId="752324915" sldId="378"/>
            <ac:spMk id="21" creationId="{BC4C4868-CB8F-4AF9-9CDB-8108F2C19B67}"/>
          </ac:spMkLst>
        </pc:spChg>
        <pc:spChg chg="add del">
          <ac:chgData name="Mark McGlinchey" userId="6e11bbf3-9dcb-4b8b-b03e-52345dfdf79c" providerId="ADAL" clId="{60939A46-6B3C-41B6-8992-6BAECF9D2BD5}" dt="2023-02-08T12:49:27.764" v="128"/>
          <ac:spMkLst>
            <pc:docMk/>
            <pc:sldMk cId="752324915" sldId="378"/>
            <ac:spMk id="22" creationId="{375E0459-6403-40CD-989D-56A4407CA12E}"/>
          </ac:spMkLst>
        </pc:spChg>
        <pc:spChg chg="add del">
          <ac:chgData name="Mark McGlinchey" userId="6e11bbf3-9dcb-4b8b-b03e-52345dfdf79c" providerId="ADAL" clId="{60939A46-6B3C-41B6-8992-6BAECF9D2BD5}" dt="2023-02-08T12:49:27.764" v="128"/>
          <ac:spMkLst>
            <pc:docMk/>
            <pc:sldMk cId="752324915" sldId="378"/>
            <ac:spMk id="23" creationId="{53E5B1A8-3AC9-4BD1-9BBC-78CA94F2D1BA}"/>
          </ac:spMkLst>
        </pc:spChg>
      </pc:sldChg>
      <pc:sldChg chg="modSp add mod">
        <pc:chgData name="Mark McGlinchey" userId="6e11bbf3-9dcb-4b8b-b03e-52345dfdf79c" providerId="ADAL" clId="{60939A46-6B3C-41B6-8992-6BAECF9D2BD5}" dt="2023-02-08T12:49:57.772" v="135"/>
        <pc:sldMkLst>
          <pc:docMk/>
          <pc:sldMk cId="4260856935" sldId="378"/>
        </pc:sldMkLst>
        <pc:spChg chg="mod">
          <ac:chgData name="Mark McGlinchey" userId="6e11bbf3-9dcb-4b8b-b03e-52345dfdf79c" providerId="ADAL" clId="{60939A46-6B3C-41B6-8992-6BAECF9D2BD5}" dt="2023-02-08T12:49:47.685" v="134" actId="207"/>
          <ac:spMkLst>
            <pc:docMk/>
            <pc:sldMk cId="4260856935" sldId="378"/>
            <ac:spMk id="2" creationId="{687340DA-CCDA-8D94-464B-DC172938BBAA}"/>
          </ac:spMkLst>
        </pc:spChg>
        <pc:spChg chg="mod">
          <ac:chgData name="Mark McGlinchey" userId="6e11bbf3-9dcb-4b8b-b03e-52345dfdf79c" providerId="ADAL" clId="{60939A46-6B3C-41B6-8992-6BAECF9D2BD5}" dt="2023-02-08T12:49:57.772" v="135"/>
          <ac:spMkLst>
            <pc:docMk/>
            <pc:sldMk cId="4260856935" sldId="378"/>
            <ac:spMk id="24" creationId="{18D591D1-35A8-62D6-492A-582E0800479C}"/>
          </ac:spMkLst>
        </pc:spChg>
      </pc:sldChg>
      <pc:sldChg chg="addSp delSp modSp new del">
        <pc:chgData name="Mark McGlinchey" userId="6e11bbf3-9dcb-4b8b-b03e-52345dfdf79c" providerId="ADAL" clId="{60939A46-6B3C-41B6-8992-6BAECF9D2BD5}" dt="2023-02-08T12:58:52.233" v="200" actId="2696"/>
        <pc:sldMkLst>
          <pc:docMk/>
          <pc:sldMk cId="631891102" sldId="379"/>
        </pc:sldMkLst>
        <pc:spChg chg="del">
          <ac:chgData name="Mark McGlinchey" userId="6e11bbf3-9dcb-4b8b-b03e-52345dfdf79c" providerId="ADAL" clId="{60939A46-6B3C-41B6-8992-6BAECF9D2BD5}" dt="2023-02-08T12:58:02.632" v="192"/>
          <ac:spMkLst>
            <pc:docMk/>
            <pc:sldMk cId="631891102" sldId="379"/>
            <ac:spMk id="3" creationId="{6904923F-6EDE-3A39-170A-93413CB2EBCB}"/>
          </ac:spMkLst>
        </pc:spChg>
        <pc:spChg chg="add del mod">
          <ac:chgData name="Mark McGlinchey" userId="6e11bbf3-9dcb-4b8b-b03e-52345dfdf79c" providerId="ADAL" clId="{60939A46-6B3C-41B6-8992-6BAECF9D2BD5}" dt="2023-02-08T12:58:17.088" v="195"/>
          <ac:spMkLst>
            <pc:docMk/>
            <pc:sldMk cId="631891102" sldId="379"/>
            <ac:spMk id="4" creationId="{6DC93CBE-E00D-74C0-C614-4ACC7600FEF9}"/>
          </ac:spMkLst>
        </pc:spChg>
        <pc:picChg chg="add mod">
          <ac:chgData name="Mark McGlinchey" userId="6e11bbf3-9dcb-4b8b-b03e-52345dfdf79c" providerId="ADAL" clId="{60939A46-6B3C-41B6-8992-6BAECF9D2BD5}" dt="2023-02-08T12:58:17.088" v="195"/>
          <ac:picMkLst>
            <pc:docMk/>
            <pc:sldMk cId="631891102" sldId="379"/>
            <ac:picMk id="5" creationId="{2164A00C-8F6B-52A4-B93E-E7535372E7D7}"/>
          </ac:picMkLst>
        </pc:picChg>
        <pc:picChg chg="add del mod">
          <ac:chgData name="Mark McGlinchey" userId="6e11bbf3-9dcb-4b8b-b03e-52345dfdf79c" providerId="ADAL" clId="{60939A46-6B3C-41B6-8992-6BAECF9D2BD5}" dt="2023-02-08T12:58:16.071" v="194" actId="478"/>
          <ac:picMkLst>
            <pc:docMk/>
            <pc:sldMk cId="631891102" sldId="379"/>
            <ac:picMk id="2050" creationId="{20FD71C4-68F3-CD2F-0985-FD6AF05382B5}"/>
          </ac:picMkLst>
        </pc:picChg>
      </pc:sldChg>
      <pc:sldChg chg="del">
        <pc:chgData name="Mark McGlinchey" userId="6e11bbf3-9dcb-4b8b-b03e-52345dfdf79c" providerId="ADAL" clId="{60939A46-6B3C-41B6-8992-6BAECF9D2BD5}" dt="2023-02-08T13:09:03.288" v="537" actId="2696"/>
        <pc:sldMkLst>
          <pc:docMk/>
          <pc:sldMk cId="3428723558" sldId="379"/>
        </pc:sldMkLst>
      </pc:sldChg>
      <pc:sldChg chg="addSp delSp modSp mod">
        <pc:chgData name="Mark McGlinchey" userId="6e11bbf3-9dcb-4b8b-b03e-52345dfdf79c" providerId="ADAL" clId="{60939A46-6B3C-41B6-8992-6BAECF9D2BD5}" dt="2023-02-08T13:00:04.773" v="210" actId="20577"/>
        <pc:sldMkLst>
          <pc:docMk/>
          <pc:sldMk cId="493087716" sldId="380"/>
        </pc:sldMkLst>
        <pc:spChg chg="mod">
          <ac:chgData name="Mark McGlinchey" userId="6e11bbf3-9dcb-4b8b-b03e-52345dfdf79c" providerId="ADAL" clId="{60939A46-6B3C-41B6-8992-6BAECF9D2BD5}" dt="2023-02-08T12:59:26.382" v="204" actId="1076"/>
          <ac:spMkLst>
            <pc:docMk/>
            <pc:sldMk cId="493087716" sldId="380"/>
            <ac:spMk id="2" creationId="{DEEFF349-81A9-4539-BE30-716AD67C9901}"/>
          </ac:spMkLst>
        </pc:spChg>
        <pc:spChg chg="add mod">
          <ac:chgData name="Mark McGlinchey" userId="6e11bbf3-9dcb-4b8b-b03e-52345dfdf79c" providerId="ADAL" clId="{60939A46-6B3C-41B6-8992-6BAECF9D2BD5}" dt="2023-02-08T13:00:04.773" v="210" actId="20577"/>
          <ac:spMkLst>
            <pc:docMk/>
            <pc:sldMk cId="493087716" sldId="380"/>
            <ac:spMk id="4" creationId="{5F93D0C8-C11A-B7DC-84DD-A46F56D42E68}"/>
          </ac:spMkLst>
        </pc:spChg>
        <pc:graphicFrameChg chg="del mod">
          <ac:chgData name="Mark McGlinchey" userId="6e11bbf3-9dcb-4b8b-b03e-52345dfdf79c" providerId="ADAL" clId="{60939A46-6B3C-41B6-8992-6BAECF9D2BD5}" dt="2023-02-08T12:59:55.711" v="206" actId="478"/>
          <ac:graphicFrameMkLst>
            <pc:docMk/>
            <pc:sldMk cId="493087716" sldId="380"/>
            <ac:graphicFrameMk id="5" creationId="{259B6C83-8F52-494C-A101-9800FC4B927E}"/>
          </ac:graphicFrameMkLst>
        </pc:graphicFrameChg>
      </pc:sldChg>
      <pc:sldChg chg="addSp delSp modSp add mod">
        <pc:chgData name="Mark McGlinchey" userId="6e11bbf3-9dcb-4b8b-b03e-52345dfdf79c" providerId="ADAL" clId="{60939A46-6B3C-41B6-8992-6BAECF9D2BD5}" dt="2023-02-08T13:12:50.599" v="575" actId="26606"/>
        <pc:sldMkLst>
          <pc:docMk/>
          <pc:sldMk cId="1214240903" sldId="381"/>
        </pc:sldMkLst>
        <pc:spChg chg="mod ord">
          <ac:chgData name="Mark McGlinchey" userId="6e11bbf3-9dcb-4b8b-b03e-52345dfdf79c" providerId="ADAL" clId="{60939A46-6B3C-41B6-8992-6BAECF9D2BD5}" dt="2023-02-08T13:12:50.599" v="575" actId="26606"/>
          <ac:spMkLst>
            <pc:docMk/>
            <pc:sldMk cId="1214240903" sldId="381"/>
            <ac:spMk id="4" creationId="{C422A729-D4BB-4B54-B65A-3E270F1B144C}"/>
          </ac:spMkLst>
        </pc:spChg>
        <pc:spChg chg="mod">
          <ac:chgData name="Mark McGlinchey" userId="6e11bbf3-9dcb-4b8b-b03e-52345dfdf79c" providerId="ADAL" clId="{60939A46-6B3C-41B6-8992-6BAECF9D2BD5}" dt="2023-02-08T13:12:50.599" v="575" actId="26606"/>
          <ac:spMkLst>
            <pc:docMk/>
            <pc:sldMk cId="1214240903" sldId="381"/>
            <ac:spMk id="5" creationId="{988230A8-A5DC-46F7-BD93-CF72D61064DC}"/>
          </ac:spMkLst>
        </pc:spChg>
        <pc:spChg chg="mod">
          <ac:chgData name="Mark McGlinchey" userId="6e11bbf3-9dcb-4b8b-b03e-52345dfdf79c" providerId="ADAL" clId="{60939A46-6B3C-41B6-8992-6BAECF9D2BD5}" dt="2023-02-08T13:12:50.599" v="575" actId="26606"/>
          <ac:spMkLst>
            <pc:docMk/>
            <pc:sldMk cId="1214240903" sldId="381"/>
            <ac:spMk id="6" creationId="{2782F415-4827-490D-94EB-8850245FA8C1}"/>
          </ac:spMkLst>
        </pc:spChg>
        <pc:spChg chg="del">
          <ac:chgData name="Mark McGlinchey" userId="6e11bbf3-9dcb-4b8b-b03e-52345dfdf79c" providerId="ADAL" clId="{60939A46-6B3C-41B6-8992-6BAECF9D2BD5}" dt="2023-02-08T13:12:50.599" v="575" actId="26606"/>
          <ac:spMkLst>
            <pc:docMk/>
            <pc:sldMk cId="1214240903" sldId="381"/>
            <ac:spMk id="12" creationId="{3346177D-ADC4-4968-B747-5CFCD390B5B9}"/>
          </ac:spMkLst>
        </pc:spChg>
        <pc:spChg chg="del">
          <ac:chgData name="Mark McGlinchey" userId="6e11bbf3-9dcb-4b8b-b03e-52345dfdf79c" providerId="ADAL" clId="{60939A46-6B3C-41B6-8992-6BAECF9D2BD5}" dt="2023-02-08T13:12:50.599" v="575" actId="26606"/>
          <ac:spMkLst>
            <pc:docMk/>
            <pc:sldMk cId="1214240903" sldId="381"/>
            <ac:spMk id="14" creationId="{0844A943-BF79-4FEA-ABB1-3BD54D236606}"/>
          </ac:spMkLst>
        </pc:spChg>
        <pc:spChg chg="del">
          <ac:chgData name="Mark McGlinchey" userId="6e11bbf3-9dcb-4b8b-b03e-52345dfdf79c" providerId="ADAL" clId="{60939A46-6B3C-41B6-8992-6BAECF9D2BD5}" dt="2023-02-08T13:12:50.599" v="575" actId="26606"/>
          <ac:spMkLst>
            <pc:docMk/>
            <pc:sldMk cId="1214240903" sldId="381"/>
            <ac:spMk id="16" creationId="{6437CC72-F4A8-4DC3-AFAB-D22C482C8100}"/>
          </ac:spMkLst>
        </pc:spChg>
        <pc:spChg chg="add">
          <ac:chgData name="Mark McGlinchey" userId="6e11bbf3-9dcb-4b8b-b03e-52345dfdf79c" providerId="ADAL" clId="{60939A46-6B3C-41B6-8992-6BAECF9D2BD5}" dt="2023-02-08T13:12:50.599" v="575" actId="26606"/>
          <ac:spMkLst>
            <pc:docMk/>
            <pc:sldMk cId="1214240903" sldId="381"/>
            <ac:spMk id="3079" creationId="{0E3596DD-156A-473E-9BB3-C6A29F7574E9}"/>
          </ac:spMkLst>
        </pc:spChg>
        <pc:spChg chg="add">
          <ac:chgData name="Mark McGlinchey" userId="6e11bbf3-9dcb-4b8b-b03e-52345dfdf79c" providerId="ADAL" clId="{60939A46-6B3C-41B6-8992-6BAECF9D2BD5}" dt="2023-02-08T13:12:50.599" v="575" actId="26606"/>
          <ac:spMkLst>
            <pc:docMk/>
            <pc:sldMk cId="1214240903" sldId="381"/>
            <ac:spMk id="3081" creationId="{2C46C4D6-C474-4E92-B52E-944C1118F7B6}"/>
          </ac:spMkLst>
        </pc:spChg>
        <pc:picChg chg="del">
          <ac:chgData name="Mark McGlinchey" userId="6e11bbf3-9dcb-4b8b-b03e-52345dfdf79c" providerId="ADAL" clId="{60939A46-6B3C-41B6-8992-6BAECF9D2BD5}" dt="2023-02-08T13:02:27.511" v="231" actId="478"/>
          <ac:picMkLst>
            <pc:docMk/>
            <pc:sldMk cId="1214240903" sldId="381"/>
            <ac:picMk id="7" creationId="{8C013ED0-E5C8-764D-99F0-78A0ADCF7CB4}"/>
          </ac:picMkLst>
        </pc:picChg>
        <pc:picChg chg="add mod">
          <ac:chgData name="Mark McGlinchey" userId="6e11bbf3-9dcb-4b8b-b03e-52345dfdf79c" providerId="ADAL" clId="{60939A46-6B3C-41B6-8992-6BAECF9D2BD5}" dt="2023-02-08T13:12:50.599" v="575" actId="26606"/>
          <ac:picMkLst>
            <pc:docMk/>
            <pc:sldMk cId="1214240903" sldId="381"/>
            <ac:picMk id="3074" creationId="{00DDDCD1-3D5F-C2C6-426D-DBDD83C4292A}"/>
          </ac:picMkLst>
        </pc:picChg>
      </pc:sldChg>
      <pc:sldChg chg="modSp add mod">
        <pc:chgData name="Mark McGlinchey" userId="6e11bbf3-9dcb-4b8b-b03e-52345dfdf79c" providerId="ADAL" clId="{60939A46-6B3C-41B6-8992-6BAECF9D2BD5}" dt="2023-02-08T13:07:23.200" v="519" actId="27636"/>
        <pc:sldMkLst>
          <pc:docMk/>
          <pc:sldMk cId="793253567" sldId="382"/>
        </pc:sldMkLst>
        <pc:spChg chg="mod">
          <ac:chgData name="Mark McGlinchey" userId="6e11bbf3-9dcb-4b8b-b03e-52345dfdf79c" providerId="ADAL" clId="{60939A46-6B3C-41B6-8992-6BAECF9D2BD5}" dt="2023-02-08T13:06:53.317" v="495" actId="20577"/>
          <ac:spMkLst>
            <pc:docMk/>
            <pc:sldMk cId="793253567" sldId="382"/>
            <ac:spMk id="2" creationId="{DEEFF349-81A9-4539-BE30-716AD67C9901}"/>
          </ac:spMkLst>
        </pc:spChg>
        <pc:spChg chg="mod">
          <ac:chgData name="Mark McGlinchey" userId="6e11bbf3-9dcb-4b8b-b03e-52345dfdf79c" providerId="ADAL" clId="{60939A46-6B3C-41B6-8992-6BAECF9D2BD5}" dt="2023-02-08T13:07:23.200" v="519" actId="27636"/>
          <ac:spMkLst>
            <pc:docMk/>
            <pc:sldMk cId="793253567" sldId="382"/>
            <ac:spMk id="4" creationId="{687D7133-9D9C-6B8A-65A9-E23D30CF32F7}"/>
          </ac:spMkLst>
        </pc:spChg>
      </pc:sldChg>
      <pc:sldChg chg="modSp add mod">
        <pc:chgData name="Mark McGlinchey" userId="6e11bbf3-9dcb-4b8b-b03e-52345dfdf79c" providerId="ADAL" clId="{60939A46-6B3C-41B6-8992-6BAECF9D2BD5}" dt="2023-02-08T13:07:46.380" v="523" actId="1076"/>
        <pc:sldMkLst>
          <pc:docMk/>
          <pc:sldMk cId="3133245052" sldId="383"/>
        </pc:sldMkLst>
        <pc:spChg chg="mod">
          <ac:chgData name="Mark McGlinchey" userId="6e11bbf3-9dcb-4b8b-b03e-52345dfdf79c" providerId="ADAL" clId="{60939A46-6B3C-41B6-8992-6BAECF9D2BD5}" dt="2023-02-08T13:07:46.380" v="523" actId="1076"/>
          <ac:spMkLst>
            <pc:docMk/>
            <pc:sldMk cId="3133245052" sldId="383"/>
            <ac:spMk id="2" creationId="{DEEFF349-81A9-4539-BE30-716AD67C9901}"/>
          </ac:spMkLst>
        </pc:spChg>
        <pc:spChg chg="mod">
          <ac:chgData name="Mark McGlinchey" userId="6e11bbf3-9dcb-4b8b-b03e-52345dfdf79c" providerId="ADAL" clId="{60939A46-6B3C-41B6-8992-6BAECF9D2BD5}" dt="2023-02-08T13:07:34.542" v="521" actId="27636"/>
          <ac:spMkLst>
            <pc:docMk/>
            <pc:sldMk cId="3133245052" sldId="383"/>
            <ac:spMk id="4" creationId="{687D7133-9D9C-6B8A-65A9-E23D30CF32F7}"/>
          </ac:spMkLst>
        </pc:spChg>
      </pc:sldChg>
      <pc:sldChg chg="modSp add mod">
        <pc:chgData name="Mark McGlinchey" userId="6e11bbf3-9dcb-4b8b-b03e-52345dfdf79c" providerId="ADAL" clId="{60939A46-6B3C-41B6-8992-6BAECF9D2BD5}" dt="2023-02-08T13:08:18.934" v="530" actId="27636"/>
        <pc:sldMkLst>
          <pc:docMk/>
          <pc:sldMk cId="1291522577" sldId="384"/>
        </pc:sldMkLst>
        <pc:spChg chg="mod">
          <ac:chgData name="Mark McGlinchey" userId="6e11bbf3-9dcb-4b8b-b03e-52345dfdf79c" providerId="ADAL" clId="{60939A46-6B3C-41B6-8992-6BAECF9D2BD5}" dt="2023-02-08T13:08:12.125" v="528" actId="1076"/>
          <ac:spMkLst>
            <pc:docMk/>
            <pc:sldMk cId="1291522577" sldId="384"/>
            <ac:spMk id="2" creationId="{DEEFF349-81A9-4539-BE30-716AD67C9901}"/>
          </ac:spMkLst>
        </pc:spChg>
        <pc:spChg chg="mod">
          <ac:chgData name="Mark McGlinchey" userId="6e11bbf3-9dcb-4b8b-b03e-52345dfdf79c" providerId="ADAL" clId="{60939A46-6B3C-41B6-8992-6BAECF9D2BD5}" dt="2023-02-08T13:08:18.934" v="530" actId="27636"/>
          <ac:spMkLst>
            <pc:docMk/>
            <pc:sldMk cId="1291522577" sldId="384"/>
            <ac:spMk id="4" creationId="{687D7133-9D9C-6B8A-65A9-E23D30CF32F7}"/>
          </ac:spMkLst>
        </pc:spChg>
      </pc:sldChg>
      <pc:sldChg chg="modSp add mod">
        <pc:chgData name="Mark McGlinchey" userId="6e11bbf3-9dcb-4b8b-b03e-52345dfdf79c" providerId="ADAL" clId="{60939A46-6B3C-41B6-8992-6BAECF9D2BD5}" dt="2023-02-08T13:08:42.708" v="536" actId="27636"/>
        <pc:sldMkLst>
          <pc:docMk/>
          <pc:sldMk cId="3448299587" sldId="385"/>
        </pc:sldMkLst>
        <pc:spChg chg="mod">
          <ac:chgData name="Mark McGlinchey" userId="6e11bbf3-9dcb-4b8b-b03e-52345dfdf79c" providerId="ADAL" clId="{60939A46-6B3C-41B6-8992-6BAECF9D2BD5}" dt="2023-02-08T13:08:34.552" v="534" actId="27636"/>
          <ac:spMkLst>
            <pc:docMk/>
            <pc:sldMk cId="3448299587" sldId="385"/>
            <ac:spMk id="2" creationId="{DEEFF349-81A9-4539-BE30-716AD67C9901}"/>
          </ac:spMkLst>
        </pc:spChg>
        <pc:spChg chg="mod">
          <ac:chgData name="Mark McGlinchey" userId="6e11bbf3-9dcb-4b8b-b03e-52345dfdf79c" providerId="ADAL" clId="{60939A46-6B3C-41B6-8992-6BAECF9D2BD5}" dt="2023-02-08T13:08:42.708" v="536" actId="27636"/>
          <ac:spMkLst>
            <pc:docMk/>
            <pc:sldMk cId="3448299587" sldId="385"/>
            <ac:spMk id="4" creationId="{687D7133-9D9C-6B8A-65A9-E23D30CF32F7}"/>
          </ac:spMkLst>
        </pc:spChg>
      </pc:sldChg>
      <pc:sldMasterChg chg="delSldLayout">
        <pc:chgData name="Mark McGlinchey" userId="6e11bbf3-9dcb-4b8b-b03e-52345dfdf79c" providerId="ADAL" clId="{60939A46-6B3C-41B6-8992-6BAECF9D2BD5}" dt="2023-02-08T12:47:45.795" v="123" actId="2696"/>
        <pc:sldMasterMkLst>
          <pc:docMk/>
          <pc:sldMasterMk cId="3821638287" sldId="2147483648"/>
        </pc:sldMasterMkLst>
        <pc:sldLayoutChg chg="del">
          <pc:chgData name="Mark McGlinchey" userId="6e11bbf3-9dcb-4b8b-b03e-52345dfdf79c" providerId="ADAL" clId="{60939A46-6B3C-41B6-8992-6BAECF9D2BD5}" dt="2023-02-08T12:47:45.795" v="123" actId="2696"/>
          <pc:sldLayoutMkLst>
            <pc:docMk/>
            <pc:sldMasterMk cId="3821638287" sldId="2147483648"/>
            <pc:sldLayoutMk cId="498894596" sldId="2147483663"/>
          </pc:sldLayoutMkLst>
        </pc:sldLayoutChg>
      </pc:sldMasterChg>
    </pc:docChg>
  </pc:docChgLst>
  <pc:docChgLst>
    <pc:chgData name="Mark McGlinchey" userId="6e11bbf3-9dcb-4b8b-b03e-52345dfdf79c" providerId="ADAL" clId="{AD10ABA9-38E3-4AE5-91FE-29E13A02354F}"/>
    <pc:docChg chg="custSel delSld modSld sldOrd">
      <pc:chgData name="Mark McGlinchey" userId="6e11bbf3-9dcb-4b8b-b03e-52345dfdf79c" providerId="ADAL" clId="{AD10ABA9-38E3-4AE5-91FE-29E13A02354F}" dt="2023-01-15T15:36:31.437" v="205" actId="27636"/>
      <pc:docMkLst>
        <pc:docMk/>
      </pc:docMkLst>
      <pc:sldChg chg="del">
        <pc:chgData name="Mark McGlinchey" userId="6e11bbf3-9dcb-4b8b-b03e-52345dfdf79c" providerId="ADAL" clId="{AD10ABA9-38E3-4AE5-91FE-29E13A02354F}" dt="2023-01-15T12:45:38.034" v="107" actId="2696"/>
        <pc:sldMkLst>
          <pc:docMk/>
          <pc:sldMk cId="3414966085" sldId="260"/>
        </pc:sldMkLst>
      </pc:sldChg>
      <pc:sldChg chg="modSp mod">
        <pc:chgData name="Mark McGlinchey" userId="6e11bbf3-9dcb-4b8b-b03e-52345dfdf79c" providerId="ADAL" clId="{AD10ABA9-38E3-4AE5-91FE-29E13A02354F}" dt="2023-01-15T15:36:17.962" v="201" actId="255"/>
        <pc:sldMkLst>
          <pc:docMk/>
          <pc:sldMk cId="2729629157" sldId="263"/>
        </pc:sldMkLst>
        <pc:spChg chg="mod">
          <ac:chgData name="Mark McGlinchey" userId="6e11bbf3-9dcb-4b8b-b03e-52345dfdf79c" providerId="ADAL" clId="{AD10ABA9-38E3-4AE5-91FE-29E13A02354F}" dt="2023-01-15T15:36:17.962" v="201" actId="255"/>
          <ac:spMkLst>
            <pc:docMk/>
            <pc:sldMk cId="2729629157" sldId="263"/>
            <ac:spMk id="3" creationId="{369F74A6-CCDA-40D2-A299-5E44A2A1B1D8}"/>
          </ac:spMkLst>
        </pc:spChg>
      </pc:sldChg>
      <pc:sldChg chg="modSp mod">
        <pc:chgData name="Mark McGlinchey" userId="6e11bbf3-9dcb-4b8b-b03e-52345dfdf79c" providerId="ADAL" clId="{AD10ABA9-38E3-4AE5-91FE-29E13A02354F}" dt="2023-01-15T12:43:25.744" v="2" actId="14100"/>
        <pc:sldMkLst>
          <pc:docMk/>
          <pc:sldMk cId="3039590940" sldId="292"/>
        </pc:sldMkLst>
        <pc:spChg chg="mod">
          <ac:chgData name="Mark McGlinchey" userId="6e11bbf3-9dcb-4b8b-b03e-52345dfdf79c" providerId="ADAL" clId="{AD10ABA9-38E3-4AE5-91FE-29E13A02354F}" dt="2023-01-15T12:43:21.343" v="1" actId="14100"/>
          <ac:spMkLst>
            <pc:docMk/>
            <pc:sldMk cId="3039590940" sldId="292"/>
            <ac:spMk id="2" creationId="{357990F9-25C8-27BA-00D9-1B28DE3D29E9}"/>
          </ac:spMkLst>
        </pc:spChg>
        <pc:spChg chg="mod">
          <ac:chgData name="Mark McGlinchey" userId="6e11bbf3-9dcb-4b8b-b03e-52345dfdf79c" providerId="ADAL" clId="{AD10ABA9-38E3-4AE5-91FE-29E13A02354F}" dt="2023-01-15T12:43:25.744" v="2" actId="14100"/>
          <ac:spMkLst>
            <pc:docMk/>
            <pc:sldMk cId="3039590940" sldId="292"/>
            <ac:spMk id="3" creationId="{3E6F3FE5-34EF-C535-10E5-3750A66E1F2A}"/>
          </ac:spMkLst>
        </pc:spChg>
        <pc:picChg chg="mod">
          <ac:chgData name="Mark McGlinchey" userId="6e11bbf3-9dcb-4b8b-b03e-52345dfdf79c" providerId="ADAL" clId="{AD10ABA9-38E3-4AE5-91FE-29E13A02354F}" dt="2023-01-15T12:43:14.444" v="0" actId="14100"/>
          <ac:picMkLst>
            <pc:docMk/>
            <pc:sldMk cId="3039590940" sldId="292"/>
            <ac:picMk id="4" creationId="{49F69C4B-AC0A-1E1F-3CCB-E18F1E9058D0}"/>
          </ac:picMkLst>
        </pc:picChg>
      </pc:sldChg>
      <pc:sldChg chg="modSp mod">
        <pc:chgData name="Mark McGlinchey" userId="6e11bbf3-9dcb-4b8b-b03e-52345dfdf79c" providerId="ADAL" clId="{AD10ABA9-38E3-4AE5-91FE-29E13A02354F}" dt="2023-01-15T12:43:39.343" v="5" actId="14100"/>
        <pc:sldMkLst>
          <pc:docMk/>
          <pc:sldMk cId="1288903496" sldId="296"/>
        </pc:sldMkLst>
        <pc:spChg chg="mod">
          <ac:chgData name="Mark McGlinchey" userId="6e11bbf3-9dcb-4b8b-b03e-52345dfdf79c" providerId="ADAL" clId="{AD10ABA9-38E3-4AE5-91FE-29E13A02354F}" dt="2023-01-15T12:43:36.351" v="4" actId="14100"/>
          <ac:spMkLst>
            <pc:docMk/>
            <pc:sldMk cId="1288903496" sldId="296"/>
            <ac:spMk id="2" creationId="{87A7C7C1-8601-F1EC-B655-E4FEFA90DBAD}"/>
          </ac:spMkLst>
        </pc:spChg>
        <pc:spChg chg="mod">
          <ac:chgData name="Mark McGlinchey" userId="6e11bbf3-9dcb-4b8b-b03e-52345dfdf79c" providerId="ADAL" clId="{AD10ABA9-38E3-4AE5-91FE-29E13A02354F}" dt="2023-01-15T12:43:39.343" v="5" actId="14100"/>
          <ac:spMkLst>
            <pc:docMk/>
            <pc:sldMk cId="1288903496" sldId="296"/>
            <ac:spMk id="3" creationId="{5C809660-C1C0-FD48-6411-5041681B0DB5}"/>
          </ac:spMkLst>
        </pc:spChg>
        <pc:picChg chg="mod">
          <ac:chgData name="Mark McGlinchey" userId="6e11bbf3-9dcb-4b8b-b03e-52345dfdf79c" providerId="ADAL" clId="{AD10ABA9-38E3-4AE5-91FE-29E13A02354F}" dt="2023-01-15T12:43:33.264" v="3" actId="14100"/>
          <ac:picMkLst>
            <pc:docMk/>
            <pc:sldMk cId="1288903496" sldId="296"/>
            <ac:picMk id="5" creationId="{E3E963FD-DD5B-1DCE-8BE7-192D2F0D6AFD}"/>
          </ac:picMkLst>
        </pc:picChg>
      </pc:sldChg>
      <pc:sldChg chg="modSp mod">
        <pc:chgData name="Mark McGlinchey" userId="6e11bbf3-9dcb-4b8b-b03e-52345dfdf79c" providerId="ADAL" clId="{AD10ABA9-38E3-4AE5-91FE-29E13A02354F}" dt="2023-01-15T15:36:31.437" v="205" actId="27636"/>
        <pc:sldMkLst>
          <pc:docMk/>
          <pc:sldMk cId="2537702471" sldId="297"/>
        </pc:sldMkLst>
        <pc:spChg chg="mod">
          <ac:chgData name="Mark McGlinchey" userId="6e11bbf3-9dcb-4b8b-b03e-52345dfdf79c" providerId="ADAL" clId="{AD10ABA9-38E3-4AE5-91FE-29E13A02354F}" dt="2023-01-15T15:36:31.437" v="205" actId="27636"/>
          <ac:spMkLst>
            <pc:docMk/>
            <pc:sldMk cId="2537702471" sldId="297"/>
            <ac:spMk id="3" creationId="{DC758640-AD3F-D07B-7F4D-4230C7CAD22E}"/>
          </ac:spMkLst>
        </pc:spChg>
      </pc:sldChg>
      <pc:sldChg chg="addSp del delDesignElem">
        <pc:chgData name="Mark McGlinchey" userId="6e11bbf3-9dcb-4b8b-b03e-52345dfdf79c" providerId="ADAL" clId="{AD10ABA9-38E3-4AE5-91FE-29E13A02354F}" dt="2023-01-15T12:44:22.297" v="7"/>
        <pc:sldMkLst>
          <pc:docMk/>
          <pc:sldMk cId="492398384" sldId="307"/>
        </pc:sldMkLst>
        <pc:spChg chg="add">
          <ac:chgData name="Mark McGlinchey" userId="6e11bbf3-9dcb-4b8b-b03e-52345dfdf79c" providerId="ADAL" clId="{AD10ABA9-38E3-4AE5-91FE-29E13A02354F}" dt="2023-01-15T12:44:22.297" v="7"/>
          <ac:spMkLst>
            <pc:docMk/>
            <pc:sldMk cId="492398384" sldId="307"/>
            <ac:spMk id="15" creationId="{A8384FB5-9ADC-4DDC-881B-597D56F5B15D}"/>
          </ac:spMkLst>
        </pc:spChg>
        <pc:spChg chg="add">
          <ac:chgData name="Mark McGlinchey" userId="6e11bbf3-9dcb-4b8b-b03e-52345dfdf79c" providerId="ADAL" clId="{AD10ABA9-38E3-4AE5-91FE-29E13A02354F}" dt="2023-01-15T12:44:22.297" v="7"/>
          <ac:spMkLst>
            <pc:docMk/>
            <pc:sldMk cId="492398384" sldId="307"/>
            <ac:spMk id="17" creationId="{91E5A9A7-95C6-4F4F-B00E-C82E07FE62EF}"/>
          </ac:spMkLst>
        </pc:spChg>
        <pc:spChg chg="add">
          <ac:chgData name="Mark McGlinchey" userId="6e11bbf3-9dcb-4b8b-b03e-52345dfdf79c" providerId="ADAL" clId="{AD10ABA9-38E3-4AE5-91FE-29E13A02354F}" dt="2023-01-15T12:44:22.297" v="7"/>
          <ac:spMkLst>
            <pc:docMk/>
            <pc:sldMk cId="492398384" sldId="307"/>
            <ac:spMk id="19" creationId="{D07DD2DE-F619-49DD-B5E7-03A290FF4ED1}"/>
          </ac:spMkLst>
        </pc:spChg>
        <pc:spChg chg="add">
          <ac:chgData name="Mark McGlinchey" userId="6e11bbf3-9dcb-4b8b-b03e-52345dfdf79c" providerId="ADAL" clId="{AD10ABA9-38E3-4AE5-91FE-29E13A02354F}" dt="2023-01-15T12:44:22.297" v="7"/>
          <ac:spMkLst>
            <pc:docMk/>
            <pc:sldMk cId="492398384" sldId="307"/>
            <ac:spMk id="21" creationId="{85149191-5F60-4A28-AAFF-039F96B0F3EC}"/>
          </ac:spMkLst>
        </pc:spChg>
        <pc:spChg chg="add">
          <ac:chgData name="Mark McGlinchey" userId="6e11bbf3-9dcb-4b8b-b03e-52345dfdf79c" providerId="ADAL" clId="{AD10ABA9-38E3-4AE5-91FE-29E13A02354F}" dt="2023-01-15T12:44:22.297" v="7"/>
          <ac:spMkLst>
            <pc:docMk/>
            <pc:sldMk cId="492398384" sldId="307"/>
            <ac:spMk id="23" creationId="{F8260ED5-17F7-4158-B241-D51DD4CF1B7E}"/>
          </ac:spMkLst>
        </pc:spChg>
      </pc:sldChg>
      <pc:sldChg chg="modSp mod ord">
        <pc:chgData name="Mark McGlinchey" userId="6e11bbf3-9dcb-4b8b-b03e-52345dfdf79c" providerId="ADAL" clId="{AD10ABA9-38E3-4AE5-91FE-29E13A02354F}" dt="2023-01-15T12:49:19.906" v="116"/>
        <pc:sldMkLst>
          <pc:docMk/>
          <pc:sldMk cId="3358918850" sldId="307"/>
        </pc:sldMkLst>
        <pc:spChg chg="mod">
          <ac:chgData name="Mark McGlinchey" userId="6e11bbf3-9dcb-4b8b-b03e-52345dfdf79c" providerId="ADAL" clId="{AD10ABA9-38E3-4AE5-91FE-29E13A02354F}" dt="2023-01-15T12:45:31.319" v="106" actId="20577"/>
          <ac:spMkLst>
            <pc:docMk/>
            <pc:sldMk cId="3358918850" sldId="307"/>
            <ac:spMk id="2" creationId="{DEEFF349-81A9-4539-BE30-716AD67C9901}"/>
          </ac:spMkLst>
        </pc:spChg>
        <pc:graphicFrameChg chg="mod">
          <ac:chgData name="Mark McGlinchey" userId="6e11bbf3-9dcb-4b8b-b03e-52345dfdf79c" providerId="ADAL" clId="{AD10ABA9-38E3-4AE5-91FE-29E13A02354F}" dt="2023-01-15T12:48:37.589" v="112"/>
          <ac:graphicFrameMkLst>
            <pc:docMk/>
            <pc:sldMk cId="3358918850" sldId="307"/>
            <ac:graphicFrameMk id="5" creationId="{259B6C83-8F52-494C-A101-9800FC4B927E}"/>
          </ac:graphicFrameMkLst>
        </pc:graphicFrameChg>
      </pc:sldChg>
    </pc:docChg>
  </pc:docChgLst>
  <pc:docChgLst>
    <pc:chgData name="Mark McGlinchey" userId="6e11bbf3-9dcb-4b8b-b03e-52345dfdf79c" providerId="ADAL" clId="{7FCC384E-6ADA-43C3-A97E-22FE48DE0E44}"/>
    <pc:docChg chg="undo custSel addSld delSld modSld sldOrd">
      <pc:chgData name="Mark McGlinchey" userId="6e11bbf3-9dcb-4b8b-b03e-52345dfdf79c" providerId="ADAL" clId="{7FCC384E-6ADA-43C3-A97E-22FE48DE0E44}" dt="2023-01-14T17:53:36.218" v="430" actId="14233"/>
      <pc:docMkLst>
        <pc:docMk/>
      </pc:docMkLst>
      <pc:sldChg chg="addSp delSp modSp">
        <pc:chgData name="Mark McGlinchey" userId="6e11bbf3-9dcb-4b8b-b03e-52345dfdf79c" providerId="ADAL" clId="{7FCC384E-6ADA-43C3-A97E-22FE48DE0E44}" dt="2023-01-14T17:26:16.092" v="86" actId="2711"/>
        <pc:sldMkLst>
          <pc:docMk/>
          <pc:sldMk cId="2848883935" sldId="256"/>
        </pc:sldMkLst>
        <pc:spChg chg="mod">
          <ac:chgData name="Mark McGlinchey" userId="6e11bbf3-9dcb-4b8b-b03e-52345dfdf79c" providerId="ADAL" clId="{7FCC384E-6ADA-43C3-A97E-22FE48DE0E44}" dt="2023-01-14T17:26:09.965" v="85" actId="2711"/>
          <ac:spMkLst>
            <pc:docMk/>
            <pc:sldMk cId="2848883935" sldId="256"/>
            <ac:spMk id="2" creationId="{606B168B-CAF8-4205-8A7C-BD366E45467F}"/>
          </ac:spMkLst>
        </pc:spChg>
        <pc:spChg chg="mod">
          <ac:chgData name="Mark McGlinchey" userId="6e11bbf3-9dcb-4b8b-b03e-52345dfdf79c" providerId="ADAL" clId="{7FCC384E-6ADA-43C3-A97E-22FE48DE0E44}" dt="2023-01-14T17:26:16.092" v="86" actId="2711"/>
          <ac:spMkLst>
            <pc:docMk/>
            <pc:sldMk cId="2848883935" sldId="256"/>
            <ac:spMk id="3" creationId="{4ADC2D4C-DB8A-4716-A71D-EFBD3BCCC6F0}"/>
          </ac:spMkLst>
        </pc:spChg>
        <pc:picChg chg="add del mod">
          <ac:chgData name="Mark McGlinchey" userId="6e11bbf3-9dcb-4b8b-b03e-52345dfdf79c" providerId="ADAL" clId="{7FCC384E-6ADA-43C3-A97E-22FE48DE0E44}" dt="2023-01-14T17:20:35.996" v="74"/>
          <ac:picMkLst>
            <pc:docMk/>
            <pc:sldMk cId="2848883935" sldId="256"/>
            <ac:picMk id="4" creationId="{D1C980E3-5A40-10D0-EFC5-641149EC14A9}"/>
          </ac:picMkLst>
        </pc:picChg>
        <pc:picChg chg="add mod">
          <ac:chgData name="Mark McGlinchey" userId="6e11bbf3-9dcb-4b8b-b03e-52345dfdf79c" providerId="ADAL" clId="{7FCC384E-6ADA-43C3-A97E-22FE48DE0E44}" dt="2023-01-14T17:21:04.024" v="77" actId="14100"/>
          <ac:picMkLst>
            <pc:docMk/>
            <pc:sldMk cId="2848883935" sldId="256"/>
            <ac:picMk id="5" creationId="{FAC1D40D-9553-0C9E-B8FC-F6AA97A2C9D6}"/>
          </ac:picMkLst>
        </pc:picChg>
      </pc:sldChg>
      <pc:sldChg chg="modSp mod">
        <pc:chgData name="Mark McGlinchey" userId="6e11bbf3-9dcb-4b8b-b03e-52345dfdf79c" providerId="ADAL" clId="{7FCC384E-6ADA-43C3-A97E-22FE48DE0E44}" dt="2023-01-14T17:37:04.310" v="91" actId="255"/>
        <pc:sldMkLst>
          <pc:docMk/>
          <pc:sldMk cId="4294822799" sldId="257"/>
        </pc:sldMkLst>
        <pc:spChg chg="mod">
          <ac:chgData name="Mark McGlinchey" userId="6e11bbf3-9dcb-4b8b-b03e-52345dfdf79c" providerId="ADAL" clId="{7FCC384E-6ADA-43C3-A97E-22FE48DE0E44}" dt="2023-01-14T17:36:48.671" v="90" actId="1076"/>
          <ac:spMkLst>
            <pc:docMk/>
            <pc:sldMk cId="4294822799" sldId="257"/>
            <ac:spMk id="2" creationId="{F889759B-45C3-4A52-8EC6-AE5022752AE9}"/>
          </ac:spMkLst>
        </pc:spChg>
        <pc:spChg chg="mod">
          <ac:chgData name="Mark McGlinchey" userId="6e11bbf3-9dcb-4b8b-b03e-52345dfdf79c" providerId="ADAL" clId="{7FCC384E-6ADA-43C3-A97E-22FE48DE0E44}" dt="2023-01-14T17:37:04.310" v="91" actId="255"/>
          <ac:spMkLst>
            <pc:docMk/>
            <pc:sldMk cId="4294822799" sldId="257"/>
            <ac:spMk id="33" creationId="{6C61C00D-FB11-425A-8880-B6165D822821}"/>
          </ac:spMkLst>
        </pc:spChg>
        <pc:graphicFrameChg chg="mod">
          <ac:chgData name="Mark McGlinchey" userId="6e11bbf3-9dcb-4b8b-b03e-52345dfdf79c" providerId="ADAL" clId="{7FCC384E-6ADA-43C3-A97E-22FE48DE0E44}" dt="2023-01-14T17:28:46.651" v="89" actId="478"/>
          <ac:graphicFrameMkLst>
            <pc:docMk/>
            <pc:sldMk cId="4294822799" sldId="257"/>
            <ac:graphicFrameMk id="52" creationId="{CC4F4FB7-BB31-F754-357C-596A497C1154}"/>
          </ac:graphicFrameMkLst>
        </pc:graphicFrameChg>
      </pc:sldChg>
      <pc:sldChg chg="addSp delSp modSp mod setBg">
        <pc:chgData name="Mark McGlinchey" userId="6e11bbf3-9dcb-4b8b-b03e-52345dfdf79c" providerId="ADAL" clId="{7FCC384E-6ADA-43C3-A97E-22FE48DE0E44}" dt="2023-01-14T17:39:01.335" v="104" actId="26606"/>
        <pc:sldMkLst>
          <pc:docMk/>
          <pc:sldMk cId="3414966085" sldId="260"/>
        </pc:sldMkLst>
        <pc:spChg chg="mod">
          <ac:chgData name="Mark McGlinchey" userId="6e11bbf3-9dcb-4b8b-b03e-52345dfdf79c" providerId="ADAL" clId="{7FCC384E-6ADA-43C3-A97E-22FE48DE0E44}" dt="2023-01-14T17:39:01.335" v="104" actId="26606"/>
          <ac:spMkLst>
            <pc:docMk/>
            <pc:sldMk cId="3414966085" sldId="260"/>
            <ac:spMk id="2" creationId="{26CFFB2E-F76F-413E-B22A-524178085AA5}"/>
          </ac:spMkLst>
        </pc:spChg>
        <pc:spChg chg="del">
          <ac:chgData name="Mark McGlinchey" userId="6e11bbf3-9dcb-4b8b-b03e-52345dfdf79c" providerId="ADAL" clId="{7FCC384E-6ADA-43C3-A97E-22FE48DE0E44}" dt="2023-01-14T17:39:01.335" v="104" actId="26606"/>
          <ac:spMkLst>
            <pc:docMk/>
            <pc:sldMk cId="3414966085" sldId="260"/>
            <ac:spMk id="3" creationId="{B6AEDB80-A047-4EB0-A83D-5C650D1E1BB0}"/>
          </ac:spMkLst>
        </pc:spChg>
        <pc:spChg chg="add">
          <ac:chgData name="Mark McGlinchey" userId="6e11bbf3-9dcb-4b8b-b03e-52345dfdf79c" providerId="ADAL" clId="{7FCC384E-6ADA-43C3-A97E-22FE48DE0E44}" dt="2023-01-14T17:39:01.335" v="104" actId="26606"/>
          <ac:spMkLst>
            <pc:docMk/>
            <pc:sldMk cId="3414966085" sldId="260"/>
            <ac:spMk id="9" creationId="{BACC6370-2D7E-4714-9D71-7542949D7D5D}"/>
          </ac:spMkLst>
        </pc:spChg>
        <pc:spChg chg="add">
          <ac:chgData name="Mark McGlinchey" userId="6e11bbf3-9dcb-4b8b-b03e-52345dfdf79c" providerId="ADAL" clId="{7FCC384E-6ADA-43C3-A97E-22FE48DE0E44}" dt="2023-01-14T17:39:01.335" v="104" actId="26606"/>
          <ac:spMkLst>
            <pc:docMk/>
            <pc:sldMk cId="3414966085" sldId="260"/>
            <ac:spMk id="11" creationId="{256B2C21-A230-48C0-8DF1-C46611373C44}"/>
          </ac:spMkLst>
        </pc:spChg>
        <pc:spChg chg="add">
          <ac:chgData name="Mark McGlinchey" userId="6e11bbf3-9dcb-4b8b-b03e-52345dfdf79c" providerId="ADAL" clId="{7FCC384E-6ADA-43C3-A97E-22FE48DE0E44}" dt="2023-01-14T17:39:01.335" v="104" actId="26606"/>
          <ac:spMkLst>
            <pc:docMk/>
            <pc:sldMk cId="3414966085" sldId="260"/>
            <ac:spMk id="13" creationId="{3847E18C-932D-4C95-AABA-FEC7C9499AD7}"/>
          </ac:spMkLst>
        </pc:spChg>
        <pc:spChg chg="add">
          <ac:chgData name="Mark McGlinchey" userId="6e11bbf3-9dcb-4b8b-b03e-52345dfdf79c" providerId="ADAL" clId="{7FCC384E-6ADA-43C3-A97E-22FE48DE0E44}" dt="2023-01-14T17:39:01.335" v="104" actId="26606"/>
          <ac:spMkLst>
            <pc:docMk/>
            <pc:sldMk cId="3414966085" sldId="260"/>
            <ac:spMk id="15" creationId="{3150CB11-0C61-439E-910F-5787759E72A0}"/>
          </ac:spMkLst>
        </pc:spChg>
        <pc:spChg chg="add">
          <ac:chgData name="Mark McGlinchey" userId="6e11bbf3-9dcb-4b8b-b03e-52345dfdf79c" providerId="ADAL" clId="{7FCC384E-6ADA-43C3-A97E-22FE48DE0E44}" dt="2023-01-14T17:39:01.335" v="104" actId="26606"/>
          <ac:spMkLst>
            <pc:docMk/>
            <pc:sldMk cId="3414966085" sldId="260"/>
            <ac:spMk id="17" creationId="{43F8A58B-5155-44CE-A5FF-7647B47D0A7A}"/>
          </ac:spMkLst>
        </pc:spChg>
        <pc:spChg chg="add">
          <ac:chgData name="Mark McGlinchey" userId="6e11bbf3-9dcb-4b8b-b03e-52345dfdf79c" providerId="ADAL" clId="{7FCC384E-6ADA-43C3-A97E-22FE48DE0E44}" dt="2023-01-14T17:39:01.335" v="104" actId="26606"/>
          <ac:spMkLst>
            <pc:docMk/>
            <pc:sldMk cId="3414966085" sldId="260"/>
            <ac:spMk id="19" creationId="{443F2ACA-E6D6-4028-82DD-F03C262D5DE6}"/>
          </ac:spMkLst>
        </pc:spChg>
        <pc:graphicFrameChg chg="add">
          <ac:chgData name="Mark McGlinchey" userId="6e11bbf3-9dcb-4b8b-b03e-52345dfdf79c" providerId="ADAL" clId="{7FCC384E-6ADA-43C3-A97E-22FE48DE0E44}" dt="2023-01-14T17:39:01.335" v="104" actId="26606"/>
          <ac:graphicFrameMkLst>
            <pc:docMk/>
            <pc:sldMk cId="3414966085" sldId="260"/>
            <ac:graphicFrameMk id="5" creationId="{FE5F97CE-A531-C3C4-5CEB-7882607D6F1A}"/>
          </ac:graphicFrameMkLst>
        </pc:graphicFrameChg>
      </pc:sldChg>
      <pc:sldChg chg="ord">
        <pc:chgData name="Mark McGlinchey" userId="6e11bbf3-9dcb-4b8b-b03e-52345dfdf79c" providerId="ADAL" clId="{7FCC384E-6ADA-43C3-A97E-22FE48DE0E44}" dt="2023-01-14T15:00:39.072" v="0"/>
        <pc:sldMkLst>
          <pc:docMk/>
          <pc:sldMk cId="3009734595" sldId="261"/>
        </pc:sldMkLst>
      </pc:sldChg>
      <pc:sldChg chg="ord">
        <pc:chgData name="Mark McGlinchey" userId="6e11bbf3-9dcb-4b8b-b03e-52345dfdf79c" providerId="ADAL" clId="{7FCC384E-6ADA-43C3-A97E-22FE48DE0E44}" dt="2023-01-14T15:00:43.176" v="1"/>
        <pc:sldMkLst>
          <pc:docMk/>
          <pc:sldMk cId="305412542" sldId="262"/>
        </pc:sldMkLst>
      </pc:sldChg>
      <pc:sldChg chg="addSp delSp modSp mod ord setBg">
        <pc:chgData name="Mark McGlinchey" userId="6e11bbf3-9dcb-4b8b-b03e-52345dfdf79c" providerId="ADAL" clId="{7FCC384E-6ADA-43C3-A97E-22FE48DE0E44}" dt="2023-01-14T17:39:20.070" v="107" actId="26606"/>
        <pc:sldMkLst>
          <pc:docMk/>
          <pc:sldMk cId="3898284161" sldId="267"/>
        </pc:sldMkLst>
        <pc:spChg chg="mod">
          <ac:chgData name="Mark McGlinchey" userId="6e11bbf3-9dcb-4b8b-b03e-52345dfdf79c" providerId="ADAL" clId="{7FCC384E-6ADA-43C3-A97E-22FE48DE0E44}" dt="2023-01-14T17:39:20.070" v="107" actId="26606"/>
          <ac:spMkLst>
            <pc:docMk/>
            <pc:sldMk cId="3898284161" sldId="267"/>
            <ac:spMk id="2" creationId="{C06B226D-8252-4B34-A58D-9237894FD0B5}"/>
          </ac:spMkLst>
        </pc:spChg>
        <pc:spChg chg="add del">
          <ac:chgData name="Mark McGlinchey" userId="6e11bbf3-9dcb-4b8b-b03e-52345dfdf79c" providerId="ADAL" clId="{7FCC384E-6ADA-43C3-A97E-22FE48DE0E44}" dt="2023-01-14T17:39:20.070" v="107" actId="26606"/>
          <ac:spMkLst>
            <pc:docMk/>
            <pc:sldMk cId="3898284161" sldId="267"/>
            <ac:spMk id="3" creationId="{11D8168D-6AE7-498B-B6EE-8B032D7B067A}"/>
          </ac:spMkLst>
        </pc:spChg>
        <pc:spChg chg="add">
          <ac:chgData name="Mark McGlinchey" userId="6e11bbf3-9dcb-4b8b-b03e-52345dfdf79c" providerId="ADAL" clId="{7FCC384E-6ADA-43C3-A97E-22FE48DE0E44}" dt="2023-01-14T17:39:20.070" v="107" actId="26606"/>
          <ac:spMkLst>
            <pc:docMk/>
            <pc:sldMk cId="3898284161" sldId="267"/>
            <ac:spMk id="8" creationId="{09588DA8-065E-4F6F-8EFD-43104AB2E0CF}"/>
          </ac:spMkLst>
        </pc:spChg>
        <pc:spChg chg="add del">
          <ac:chgData name="Mark McGlinchey" userId="6e11bbf3-9dcb-4b8b-b03e-52345dfdf79c" providerId="ADAL" clId="{7FCC384E-6ADA-43C3-A97E-22FE48DE0E44}" dt="2023-01-14T17:39:20.056" v="106" actId="26606"/>
          <ac:spMkLst>
            <pc:docMk/>
            <pc:sldMk cId="3898284161" sldId="267"/>
            <ac:spMk id="10" creationId="{2B566528-1B12-4246-9431-5C2D7D081168}"/>
          </ac:spMkLst>
        </pc:spChg>
        <pc:spChg chg="add del">
          <ac:chgData name="Mark McGlinchey" userId="6e11bbf3-9dcb-4b8b-b03e-52345dfdf79c" providerId="ADAL" clId="{7FCC384E-6ADA-43C3-A97E-22FE48DE0E44}" dt="2023-01-14T17:39:20.056" v="106" actId="26606"/>
          <ac:spMkLst>
            <pc:docMk/>
            <pc:sldMk cId="3898284161" sldId="267"/>
            <ac:spMk id="16" creationId="{D3F51FEB-38FB-4F6C-9F7B-2F2AFAB65463}"/>
          </ac:spMkLst>
        </pc:spChg>
        <pc:spChg chg="add del">
          <ac:chgData name="Mark McGlinchey" userId="6e11bbf3-9dcb-4b8b-b03e-52345dfdf79c" providerId="ADAL" clId="{7FCC384E-6ADA-43C3-A97E-22FE48DE0E44}" dt="2023-01-14T17:39:20.056" v="106" actId="26606"/>
          <ac:spMkLst>
            <pc:docMk/>
            <pc:sldMk cId="3898284161" sldId="267"/>
            <ac:spMk id="18" creationId="{1E547BA6-BAE0-43BB-A7CA-60F69CE252F0}"/>
          </ac:spMkLst>
        </pc:spChg>
        <pc:spChg chg="add">
          <ac:chgData name="Mark McGlinchey" userId="6e11bbf3-9dcb-4b8b-b03e-52345dfdf79c" providerId="ADAL" clId="{7FCC384E-6ADA-43C3-A97E-22FE48DE0E44}" dt="2023-01-14T17:39:20.070" v="107" actId="26606"/>
          <ac:spMkLst>
            <pc:docMk/>
            <pc:sldMk cId="3898284161" sldId="267"/>
            <ac:spMk id="20" creationId="{8D71EDA1-87BF-4D5D-AB79-F346FD19278A}"/>
          </ac:spMkLst>
        </pc:spChg>
        <pc:spChg chg="add">
          <ac:chgData name="Mark McGlinchey" userId="6e11bbf3-9dcb-4b8b-b03e-52345dfdf79c" providerId="ADAL" clId="{7FCC384E-6ADA-43C3-A97E-22FE48DE0E44}" dt="2023-01-14T17:39:20.070" v="107" actId="26606"/>
          <ac:spMkLst>
            <pc:docMk/>
            <pc:sldMk cId="3898284161" sldId="267"/>
            <ac:spMk id="21" creationId="{C4285719-470E-454C-AF62-8323075F1F5B}"/>
          </ac:spMkLst>
        </pc:spChg>
        <pc:spChg chg="add">
          <ac:chgData name="Mark McGlinchey" userId="6e11bbf3-9dcb-4b8b-b03e-52345dfdf79c" providerId="ADAL" clId="{7FCC384E-6ADA-43C3-A97E-22FE48DE0E44}" dt="2023-01-14T17:39:20.070" v="107" actId="26606"/>
          <ac:spMkLst>
            <pc:docMk/>
            <pc:sldMk cId="3898284161" sldId="267"/>
            <ac:spMk id="22" creationId="{CD9FE4EF-C4D8-49A0-B2FF-81D8DB7D8A24}"/>
          </ac:spMkLst>
        </pc:spChg>
        <pc:spChg chg="add">
          <ac:chgData name="Mark McGlinchey" userId="6e11bbf3-9dcb-4b8b-b03e-52345dfdf79c" providerId="ADAL" clId="{7FCC384E-6ADA-43C3-A97E-22FE48DE0E44}" dt="2023-01-14T17:39:20.070" v="107" actId="26606"/>
          <ac:spMkLst>
            <pc:docMk/>
            <pc:sldMk cId="3898284161" sldId="267"/>
            <ac:spMk id="23" creationId="{4300840D-0A0B-4512-BACA-B439D5B9C57C}"/>
          </ac:spMkLst>
        </pc:spChg>
        <pc:spChg chg="add">
          <ac:chgData name="Mark McGlinchey" userId="6e11bbf3-9dcb-4b8b-b03e-52345dfdf79c" providerId="ADAL" clId="{7FCC384E-6ADA-43C3-A97E-22FE48DE0E44}" dt="2023-01-14T17:39:20.070" v="107" actId="26606"/>
          <ac:spMkLst>
            <pc:docMk/>
            <pc:sldMk cId="3898284161" sldId="267"/>
            <ac:spMk id="24" creationId="{D2B78728-A580-49A7-84F9-6EF6F583ADE0}"/>
          </ac:spMkLst>
        </pc:spChg>
        <pc:spChg chg="add">
          <ac:chgData name="Mark McGlinchey" userId="6e11bbf3-9dcb-4b8b-b03e-52345dfdf79c" providerId="ADAL" clId="{7FCC384E-6ADA-43C3-A97E-22FE48DE0E44}" dt="2023-01-14T17:39:20.070" v="107" actId="26606"/>
          <ac:spMkLst>
            <pc:docMk/>
            <pc:sldMk cId="3898284161" sldId="267"/>
            <ac:spMk id="25" creationId="{38FAA1A1-D861-433F-88FA-1E9D6FD31D11}"/>
          </ac:spMkLst>
        </pc:spChg>
        <pc:spChg chg="add">
          <ac:chgData name="Mark McGlinchey" userId="6e11bbf3-9dcb-4b8b-b03e-52345dfdf79c" providerId="ADAL" clId="{7FCC384E-6ADA-43C3-A97E-22FE48DE0E44}" dt="2023-01-14T17:39:20.070" v="107" actId="26606"/>
          <ac:spMkLst>
            <pc:docMk/>
            <pc:sldMk cId="3898284161" sldId="267"/>
            <ac:spMk id="26" creationId="{11D8168D-6AE7-498B-B6EE-8B032D7B067A}"/>
          </ac:spMkLst>
        </pc:spChg>
        <pc:grpChg chg="add del">
          <ac:chgData name="Mark McGlinchey" userId="6e11bbf3-9dcb-4b8b-b03e-52345dfdf79c" providerId="ADAL" clId="{7FCC384E-6ADA-43C3-A97E-22FE48DE0E44}" dt="2023-01-14T17:39:20.056" v="106" actId="26606"/>
          <ac:grpSpMkLst>
            <pc:docMk/>
            <pc:sldMk cId="3898284161" sldId="267"/>
            <ac:grpSpMk id="12" creationId="{07EAA094-9CF6-4695-958A-33D9BCAA9474}"/>
          </ac:grpSpMkLst>
        </pc:grpChg>
        <pc:graphicFrameChg chg="add del">
          <ac:chgData name="Mark McGlinchey" userId="6e11bbf3-9dcb-4b8b-b03e-52345dfdf79c" providerId="ADAL" clId="{7FCC384E-6ADA-43C3-A97E-22FE48DE0E44}" dt="2023-01-14T17:39:20.056" v="106" actId="26606"/>
          <ac:graphicFrameMkLst>
            <pc:docMk/>
            <pc:sldMk cId="3898284161" sldId="267"/>
            <ac:graphicFrameMk id="5" creationId="{22257CCC-B34C-B262-BDFB-6D399159D7C4}"/>
          </ac:graphicFrameMkLst>
        </pc:graphicFrameChg>
        <pc:picChg chg="add del">
          <ac:chgData name="Mark McGlinchey" userId="6e11bbf3-9dcb-4b8b-b03e-52345dfdf79c" providerId="ADAL" clId="{7FCC384E-6ADA-43C3-A97E-22FE48DE0E44}" dt="2023-01-14T17:39:20.056" v="106" actId="26606"/>
          <ac:picMkLst>
            <pc:docMk/>
            <pc:sldMk cId="3898284161" sldId="267"/>
            <ac:picMk id="6" creationId="{B9D691C8-4B81-E0AF-A1F8-DA17452C5E8C}"/>
          </ac:picMkLst>
        </pc:picChg>
      </pc:sldChg>
      <pc:sldChg chg="ord">
        <pc:chgData name="Mark McGlinchey" userId="6e11bbf3-9dcb-4b8b-b03e-52345dfdf79c" providerId="ADAL" clId="{7FCC384E-6ADA-43C3-A97E-22FE48DE0E44}" dt="2023-01-14T15:32:28.522" v="30"/>
        <pc:sldMkLst>
          <pc:docMk/>
          <pc:sldMk cId="4204435321" sldId="268"/>
        </pc:sldMkLst>
      </pc:sldChg>
      <pc:sldChg chg="addSp delSp add del setBg">
        <pc:chgData name="Mark McGlinchey" userId="6e11bbf3-9dcb-4b8b-b03e-52345dfdf79c" providerId="ADAL" clId="{7FCC384E-6ADA-43C3-A97E-22FE48DE0E44}" dt="2023-01-14T17:20:23.934" v="72"/>
        <pc:sldMkLst>
          <pc:docMk/>
          <pc:sldMk cId="2288489900" sldId="281"/>
        </pc:sldMkLst>
        <pc:spChg chg="add del">
          <ac:chgData name="Mark McGlinchey" userId="6e11bbf3-9dcb-4b8b-b03e-52345dfdf79c" providerId="ADAL" clId="{7FCC384E-6ADA-43C3-A97E-22FE48DE0E44}" dt="2023-01-14T17:20:11.805" v="71"/>
          <ac:spMkLst>
            <pc:docMk/>
            <pc:sldMk cId="2288489900" sldId="281"/>
            <ac:spMk id="6224" creationId="{E49CC64F-7275-4E33-961B-0C5CDC439875}"/>
          </ac:spMkLst>
        </pc:spChg>
      </pc:sldChg>
      <pc:sldChg chg="modSp">
        <pc:chgData name="Mark McGlinchey" userId="6e11bbf3-9dcb-4b8b-b03e-52345dfdf79c" providerId="ADAL" clId="{7FCC384E-6ADA-43C3-A97E-22FE48DE0E44}" dt="2023-01-14T17:38:39.304" v="103" actId="208"/>
        <pc:sldMkLst>
          <pc:docMk/>
          <pc:sldMk cId="3457202264" sldId="286"/>
        </pc:sldMkLst>
        <pc:graphicFrameChg chg="mod">
          <ac:chgData name="Mark McGlinchey" userId="6e11bbf3-9dcb-4b8b-b03e-52345dfdf79c" providerId="ADAL" clId="{7FCC384E-6ADA-43C3-A97E-22FE48DE0E44}" dt="2023-01-14T17:38:39.304" v="103" actId="208"/>
          <ac:graphicFrameMkLst>
            <pc:docMk/>
            <pc:sldMk cId="3457202264" sldId="286"/>
            <ac:graphicFrameMk id="5" creationId="{C245AAAE-4A80-1A32-7F48-3C3D59B1F983}"/>
          </ac:graphicFrameMkLst>
        </pc:graphicFrameChg>
      </pc:sldChg>
      <pc:sldChg chg="addSp delSp modSp">
        <pc:chgData name="Mark McGlinchey" userId="6e11bbf3-9dcb-4b8b-b03e-52345dfdf79c" providerId="ADAL" clId="{7FCC384E-6ADA-43C3-A97E-22FE48DE0E44}" dt="2023-01-14T15:08:50.344" v="26" actId="767"/>
        <pc:sldMkLst>
          <pc:docMk/>
          <pc:sldMk cId="1029644306" sldId="287"/>
        </pc:sldMkLst>
        <pc:spChg chg="mod">
          <ac:chgData name="Mark McGlinchey" userId="6e11bbf3-9dcb-4b8b-b03e-52345dfdf79c" providerId="ADAL" clId="{7FCC384E-6ADA-43C3-A97E-22FE48DE0E44}" dt="2023-01-14T15:04:16.327" v="11" actId="14100"/>
          <ac:spMkLst>
            <pc:docMk/>
            <pc:sldMk cId="1029644306" sldId="287"/>
            <ac:spMk id="3" creationId="{C2EC5D1C-329D-3475-E4F8-A7AFC72CFAF8}"/>
          </ac:spMkLst>
        </pc:spChg>
        <pc:spChg chg="add mod">
          <ac:chgData name="Mark McGlinchey" userId="6e11bbf3-9dcb-4b8b-b03e-52345dfdf79c" providerId="ADAL" clId="{7FCC384E-6ADA-43C3-A97E-22FE48DE0E44}" dt="2023-01-14T15:08:50.344" v="26" actId="767"/>
          <ac:spMkLst>
            <pc:docMk/>
            <pc:sldMk cId="1029644306" sldId="287"/>
            <ac:spMk id="9" creationId="{BA6A697F-9457-DF48-30F2-EECF30061888}"/>
          </ac:spMkLst>
        </pc:spChg>
        <pc:picChg chg="add mod">
          <ac:chgData name="Mark McGlinchey" userId="6e11bbf3-9dcb-4b8b-b03e-52345dfdf79c" providerId="ADAL" clId="{7FCC384E-6ADA-43C3-A97E-22FE48DE0E44}" dt="2023-01-14T15:05:50.355" v="22" actId="14100"/>
          <ac:picMkLst>
            <pc:docMk/>
            <pc:sldMk cId="1029644306" sldId="287"/>
            <ac:picMk id="4" creationId="{ABF0C0C5-FB58-B065-C49C-6A068FE0A635}"/>
          </ac:picMkLst>
        </pc:picChg>
        <pc:picChg chg="add">
          <ac:chgData name="Mark McGlinchey" userId="6e11bbf3-9dcb-4b8b-b03e-52345dfdf79c" providerId="ADAL" clId="{7FCC384E-6ADA-43C3-A97E-22FE48DE0E44}" dt="2023-01-14T15:05:53.402" v="24"/>
          <ac:picMkLst>
            <pc:docMk/>
            <pc:sldMk cId="1029644306" sldId="287"/>
            <ac:picMk id="5" creationId="{537BF932-55E2-A9AA-304F-A7BA8EF1113D}"/>
          </ac:picMkLst>
        </pc:picChg>
        <pc:picChg chg="add">
          <ac:chgData name="Mark McGlinchey" userId="6e11bbf3-9dcb-4b8b-b03e-52345dfdf79c" providerId="ADAL" clId="{7FCC384E-6ADA-43C3-A97E-22FE48DE0E44}" dt="2023-01-14T15:07:57.283" v="25"/>
          <ac:picMkLst>
            <pc:docMk/>
            <pc:sldMk cId="1029644306" sldId="287"/>
            <ac:picMk id="6" creationId="{32061DBD-2DE6-1205-84C8-5B228C686387}"/>
          </ac:picMkLst>
        </pc:picChg>
        <pc:picChg chg="add del mod">
          <ac:chgData name="Mark McGlinchey" userId="6e11bbf3-9dcb-4b8b-b03e-52345dfdf79c" providerId="ADAL" clId="{7FCC384E-6ADA-43C3-A97E-22FE48DE0E44}" dt="2023-01-14T15:03:59.825" v="6"/>
          <ac:picMkLst>
            <pc:docMk/>
            <pc:sldMk cId="1029644306" sldId="287"/>
            <ac:picMk id="1026" creationId="{DCF37FF4-B8DA-DD70-FDB6-43606B427A99}"/>
          </ac:picMkLst>
        </pc:picChg>
        <pc:picChg chg="add del">
          <ac:chgData name="Mark McGlinchey" userId="6e11bbf3-9dcb-4b8b-b03e-52345dfdf79c" providerId="ADAL" clId="{7FCC384E-6ADA-43C3-A97E-22FE48DE0E44}" dt="2023-01-14T15:04:08.806" v="8"/>
          <ac:picMkLst>
            <pc:docMk/>
            <pc:sldMk cId="1029644306" sldId="287"/>
            <ac:picMk id="1028" creationId="{A45F4509-EDDF-1093-F475-0FC041CB15C4}"/>
          </ac:picMkLst>
        </pc:picChg>
        <pc:picChg chg="add del mod">
          <ac:chgData name="Mark McGlinchey" userId="6e11bbf3-9dcb-4b8b-b03e-52345dfdf79c" providerId="ADAL" clId="{7FCC384E-6ADA-43C3-A97E-22FE48DE0E44}" dt="2023-01-14T15:04:17.271" v="12"/>
          <ac:picMkLst>
            <pc:docMk/>
            <pc:sldMk cId="1029644306" sldId="287"/>
            <ac:picMk id="1030" creationId="{BEC1F174-6A05-EDDE-36B8-D0E91F7DD6C2}"/>
          </ac:picMkLst>
        </pc:picChg>
        <pc:picChg chg="add del mod">
          <ac:chgData name="Mark McGlinchey" userId="6e11bbf3-9dcb-4b8b-b03e-52345dfdf79c" providerId="ADAL" clId="{7FCC384E-6ADA-43C3-A97E-22FE48DE0E44}" dt="2023-01-14T15:05:50.831" v="23"/>
          <ac:picMkLst>
            <pc:docMk/>
            <pc:sldMk cId="1029644306" sldId="287"/>
            <ac:picMk id="1032" creationId="{5D30D621-DB1F-EFEC-662C-7616EC97E300}"/>
          </ac:picMkLst>
        </pc:picChg>
      </pc:sldChg>
      <pc:sldChg chg="addSp modSp">
        <pc:chgData name="Mark McGlinchey" userId="6e11bbf3-9dcb-4b8b-b03e-52345dfdf79c" providerId="ADAL" clId="{7FCC384E-6ADA-43C3-A97E-22FE48DE0E44}" dt="2023-01-14T15:12:04.255" v="29"/>
        <pc:sldMkLst>
          <pc:docMk/>
          <pc:sldMk cId="1116180256" sldId="288"/>
        </pc:sldMkLst>
        <pc:spChg chg="add mod">
          <ac:chgData name="Mark McGlinchey" userId="6e11bbf3-9dcb-4b8b-b03e-52345dfdf79c" providerId="ADAL" clId="{7FCC384E-6ADA-43C3-A97E-22FE48DE0E44}" dt="2023-01-14T15:10:55.025" v="28" actId="767"/>
          <ac:spMkLst>
            <pc:docMk/>
            <pc:sldMk cId="1116180256" sldId="288"/>
            <ac:spMk id="5" creationId="{30FDC185-E128-91F1-2791-65582D441181}"/>
          </ac:spMkLst>
        </pc:spChg>
        <pc:picChg chg="add">
          <ac:chgData name="Mark McGlinchey" userId="6e11bbf3-9dcb-4b8b-b03e-52345dfdf79c" providerId="ADAL" clId="{7FCC384E-6ADA-43C3-A97E-22FE48DE0E44}" dt="2023-01-14T15:10:42.416" v="27"/>
          <ac:picMkLst>
            <pc:docMk/>
            <pc:sldMk cId="1116180256" sldId="288"/>
            <ac:picMk id="4" creationId="{24991DAC-8B84-30EC-D7E8-6235EB658E9B}"/>
          </ac:picMkLst>
        </pc:picChg>
        <pc:picChg chg="add">
          <ac:chgData name="Mark McGlinchey" userId="6e11bbf3-9dcb-4b8b-b03e-52345dfdf79c" providerId="ADAL" clId="{7FCC384E-6ADA-43C3-A97E-22FE48DE0E44}" dt="2023-01-14T15:12:04.255" v="29"/>
          <ac:picMkLst>
            <pc:docMk/>
            <pc:sldMk cId="1116180256" sldId="288"/>
            <ac:picMk id="6" creationId="{6A2CAAE5-0032-8A6E-277C-D4E6DCC6BD60}"/>
          </ac:picMkLst>
        </pc:picChg>
      </pc:sldChg>
      <pc:sldChg chg="addSp delSp modSp mod setBg">
        <pc:chgData name="Mark McGlinchey" userId="6e11bbf3-9dcb-4b8b-b03e-52345dfdf79c" providerId="ADAL" clId="{7FCC384E-6ADA-43C3-A97E-22FE48DE0E44}" dt="2023-01-14T17:41:48.042" v="131" actId="26606"/>
        <pc:sldMkLst>
          <pc:docMk/>
          <pc:sldMk cId="3537871976" sldId="289"/>
        </pc:sldMkLst>
        <pc:spChg chg="mod">
          <ac:chgData name="Mark McGlinchey" userId="6e11bbf3-9dcb-4b8b-b03e-52345dfdf79c" providerId="ADAL" clId="{7FCC384E-6ADA-43C3-A97E-22FE48DE0E44}" dt="2023-01-14T17:41:48.042" v="131" actId="26606"/>
          <ac:spMkLst>
            <pc:docMk/>
            <pc:sldMk cId="3537871976" sldId="289"/>
            <ac:spMk id="2" creationId="{687340DA-CCDA-8D94-464B-DC172938BBAA}"/>
          </ac:spMkLst>
        </pc:spChg>
        <pc:spChg chg="add del">
          <ac:chgData name="Mark McGlinchey" userId="6e11bbf3-9dcb-4b8b-b03e-52345dfdf79c" providerId="ADAL" clId="{7FCC384E-6ADA-43C3-A97E-22FE48DE0E44}" dt="2023-01-14T17:41:48.042" v="131" actId="26606"/>
          <ac:spMkLst>
            <pc:docMk/>
            <pc:sldMk cId="3537871976" sldId="289"/>
            <ac:spMk id="3" creationId="{18D591D1-35A8-62D6-492A-582E0800479C}"/>
          </ac:spMkLst>
        </pc:spChg>
        <pc:spChg chg="add del">
          <ac:chgData name="Mark McGlinchey" userId="6e11bbf3-9dcb-4b8b-b03e-52345dfdf79c" providerId="ADAL" clId="{7FCC384E-6ADA-43C3-A97E-22FE48DE0E44}" dt="2023-01-14T17:41:48.030" v="130" actId="26606"/>
          <ac:spMkLst>
            <pc:docMk/>
            <pc:sldMk cId="3537871976" sldId="289"/>
            <ac:spMk id="6" creationId="{BACC6370-2D7E-4714-9D71-7542949D7D5D}"/>
          </ac:spMkLst>
        </pc:spChg>
        <pc:spChg chg="add del">
          <ac:chgData name="Mark McGlinchey" userId="6e11bbf3-9dcb-4b8b-b03e-52345dfdf79c" providerId="ADAL" clId="{7FCC384E-6ADA-43C3-A97E-22FE48DE0E44}" dt="2023-01-14T17:41:48.030" v="130" actId="26606"/>
          <ac:spMkLst>
            <pc:docMk/>
            <pc:sldMk cId="3537871976" sldId="289"/>
            <ac:spMk id="7" creationId="{256B2C21-A230-48C0-8DF1-C46611373C44}"/>
          </ac:spMkLst>
        </pc:spChg>
        <pc:spChg chg="add del">
          <ac:chgData name="Mark McGlinchey" userId="6e11bbf3-9dcb-4b8b-b03e-52345dfdf79c" providerId="ADAL" clId="{7FCC384E-6ADA-43C3-A97E-22FE48DE0E44}" dt="2023-01-14T17:41:48.030" v="130" actId="26606"/>
          <ac:spMkLst>
            <pc:docMk/>
            <pc:sldMk cId="3537871976" sldId="289"/>
            <ac:spMk id="8" creationId="{3847E18C-932D-4C95-AABA-FEC7C9499AD7}"/>
          </ac:spMkLst>
        </pc:spChg>
        <pc:spChg chg="add del">
          <ac:chgData name="Mark McGlinchey" userId="6e11bbf3-9dcb-4b8b-b03e-52345dfdf79c" providerId="ADAL" clId="{7FCC384E-6ADA-43C3-A97E-22FE48DE0E44}" dt="2023-01-14T17:41:30.898" v="126" actId="26606"/>
          <ac:spMkLst>
            <pc:docMk/>
            <pc:sldMk cId="3537871976" sldId="289"/>
            <ac:spMk id="9" creationId="{BACC6370-2D7E-4714-9D71-7542949D7D5D}"/>
          </ac:spMkLst>
        </pc:spChg>
        <pc:spChg chg="add del">
          <ac:chgData name="Mark McGlinchey" userId="6e11bbf3-9dcb-4b8b-b03e-52345dfdf79c" providerId="ADAL" clId="{7FCC384E-6ADA-43C3-A97E-22FE48DE0E44}" dt="2023-01-14T17:41:48.030" v="130" actId="26606"/>
          <ac:spMkLst>
            <pc:docMk/>
            <pc:sldMk cId="3537871976" sldId="289"/>
            <ac:spMk id="10" creationId="{3150CB11-0C61-439E-910F-5787759E72A0}"/>
          </ac:spMkLst>
        </pc:spChg>
        <pc:spChg chg="add del">
          <ac:chgData name="Mark McGlinchey" userId="6e11bbf3-9dcb-4b8b-b03e-52345dfdf79c" providerId="ADAL" clId="{7FCC384E-6ADA-43C3-A97E-22FE48DE0E44}" dt="2023-01-14T17:41:30.898" v="126" actId="26606"/>
          <ac:spMkLst>
            <pc:docMk/>
            <pc:sldMk cId="3537871976" sldId="289"/>
            <ac:spMk id="11" creationId="{256B2C21-A230-48C0-8DF1-C46611373C44}"/>
          </ac:spMkLst>
        </pc:spChg>
        <pc:spChg chg="add del">
          <ac:chgData name="Mark McGlinchey" userId="6e11bbf3-9dcb-4b8b-b03e-52345dfdf79c" providerId="ADAL" clId="{7FCC384E-6ADA-43C3-A97E-22FE48DE0E44}" dt="2023-01-14T17:41:48.030" v="130" actId="26606"/>
          <ac:spMkLst>
            <pc:docMk/>
            <pc:sldMk cId="3537871976" sldId="289"/>
            <ac:spMk id="12" creationId="{43F8A58B-5155-44CE-A5FF-7647B47D0A7A}"/>
          </ac:spMkLst>
        </pc:spChg>
        <pc:spChg chg="add del">
          <ac:chgData name="Mark McGlinchey" userId="6e11bbf3-9dcb-4b8b-b03e-52345dfdf79c" providerId="ADAL" clId="{7FCC384E-6ADA-43C3-A97E-22FE48DE0E44}" dt="2023-01-14T17:41:30.898" v="126" actId="26606"/>
          <ac:spMkLst>
            <pc:docMk/>
            <pc:sldMk cId="3537871976" sldId="289"/>
            <ac:spMk id="13" creationId="{3847E18C-932D-4C95-AABA-FEC7C9499AD7}"/>
          </ac:spMkLst>
        </pc:spChg>
        <pc:spChg chg="add del">
          <ac:chgData name="Mark McGlinchey" userId="6e11bbf3-9dcb-4b8b-b03e-52345dfdf79c" providerId="ADAL" clId="{7FCC384E-6ADA-43C3-A97E-22FE48DE0E44}" dt="2023-01-14T17:41:48.030" v="130" actId="26606"/>
          <ac:spMkLst>
            <pc:docMk/>
            <pc:sldMk cId="3537871976" sldId="289"/>
            <ac:spMk id="14" creationId="{443F2ACA-E6D6-4028-82DD-F03C262D5DE6}"/>
          </ac:spMkLst>
        </pc:spChg>
        <pc:spChg chg="add del">
          <ac:chgData name="Mark McGlinchey" userId="6e11bbf3-9dcb-4b8b-b03e-52345dfdf79c" providerId="ADAL" clId="{7FCC384E-6ADA-43C3-A97E-22FE48DE0E44}" dt="2023-01-14T17:41:30.898" v="126" actId="26606"/>
          <ac:spMkLst>
            <pc:docMk/>
            <pc:sldMk cId="3537871976" sldId="289"/>
            <ac:spMk id="15" creationId="{3150CB11-0C61-439E-910F-5787759E72A0}"/>
          </ac:spMkLst>
        </pc:spChg>
        <pc:spChg chg="add del">
          <ac:chgData name="Mark McGlinchey" userId="6e11bbf3-9dcb-4b8b-b03e-52345dfdf79c" providerId="ADAL" clId="{7FCC384E-6ADA-43C3-A97E-22FE48DE0E44}" dt="2023-01-14T17:41:30.898" v="126" actId="26606"/>
          <ac:spMkLst>
            <pc:docMk/>
            <pc:sldMk cId="3537871976" sldId="289"/>
            <ac:spMk id="17" creationId="{43F8A58B-5155-44CE-A5FF-7647B47D0A7A}"/>
          </ac:spMkLst>
        </pc:spChg>
        <pc:spChg chg="add">
          <ac:chgData name="Mark McGlinchey" userId="6e11bbf3-9dcb-4b8b-b03e-52345dfdf79c" providerId="ADAL" clId="{7FCC384E-6ADA-43C3-A97E-22FE48DE0E44}" dt="2023-01-14T17:41:48.042" v="131" actId="26606"/>
          <ac:spMkLst>
            <pc:docMk/>
            <pc:sldMk cId="3537871976" sldId="289"/>
            <ac:spMk id="18" creationId="{1B15ED52-F352-441B-82BF-E0EA34836D08}"/>
          </ac:spMkLst>
        </pc:spChg>
        <pc:spChg chg="add del">
          <ac:chgData name="Mark McGlinchey" userId="6e11bbf3-9dcb-4b8b-b03e-52345dfdf79c" providerId="ADAL" clId="{7FCC384E-6ADA-43C3-A97E-22FE48DE0E44}" dt="2023-01-14T17:41:30.898" v="126" actId="26606"/>
          <ac:spMkLst>
            <pc:docMk/>
            <pc:sldMk cId="3537871976" sldId="289"/>
            <ac:spMk id="19" creationId="{443F2ACA-E6D6-4028-82DD-F03C262D5DE6}"/>
          </ac:spMkLst>
        </pc:spChg>
        <pc:spChg chg="add">
          <ac:chgData name="Mark McGlinchey" userId="6e11bbf3-9dcb-4b8b-b03e-52345dfdf79c" providerId="ADAL" clId="{7FCC384E-6ADA-43C3-A97E-22FE48DE0E44}" dt="2023-01-14T17:41:48.042" v="131" actId="26606"/>
          <ac:spMkLst>
            <pc:docMk/>
            <pc:sldMk cId="3537871976" sldId="289"/>
            <ac:spMk id="20" creationId="{3B2E3793-BFE6-45A2-9B7B-E18844431C99}"/>
          </ac:spMkLst>
        </pc:spChg>
        <pc:spChg chg="add">
          <ac:chgData name="Mark McGlinchey" userId="6e11bbf3-9dcb-4b8b-b03e-52345dfdf79c" providerId="ADAL" clId="{7FCC384E-6ADA-43C3-A97E-22FE48DE0E44}" dt="2023-01-14T17:41:48.042" v="131" actId="26606"/>
          <ac:spMkLst>
            <pc:docMk/>
            <pc:sldMk cId="3537871976" sldId="289"/>
            <ac:spMk id="21" creationId="{BC4C4868-CB8F-4AF9-9CDB-8108F2C19B67}"/>
          </ac:spMkLst>
        </pc:spChg>
        <pc:spChg chg="add">
          <ac:chgData name="Mark McGlinchey" userId="6e11bbf3-9dcb-4b8b-b03e-52345dfdf79c" providerId="ADAL" clId="{7FCC384E-6ADA-43C3-A97E-22FE48DE0E44}" dt="2023-01-14T17:41:48.042" v="131" actId="26606"/>
          <ac:spMkLst>
            <pc:docMk/>
            <pc:sldMk cId="3537871976" sldId="289"/>
            <ac:spMk id="22" creationId="{375E0459-6403-40CD-989D-56A4407CA12E}"/>
          </ac:spMkLst>
        </pc:spChg>
        <pc:spChg chg="add">
          <ac:chgData name="Mark McGlinchey" userId="6e11bbf3-9dcb-4b8b-b03e-52345dfdf79c" providerId="ADAL" clId="{7FCC384E-6ADA-43C3-A97E-22FE48DE0E44}" dt="2023-01-14T17:41:48.042" v="131" actId="26606"/>
          <ac:spMkLst>
            <pc:docMk/>
            <pc:sldMk cId="3537871976" sldId="289"/>
            <ac:spMk id="23" creationId="{53E5B1A8-3AC9-4BD1-9BBC-78CA94F2D1BA}"/>
          </ac:spMkLst>
        </pc:spChg>
        <pc:spChg chg="add">
          <ac:chgData name="Mark McGlinchey" userId="6e11bbf3-9dcb-4b8b-b03e-52345dfdf79c" providerId="ADAL" clId="{7FCC384E-6ADA-43C3-A97E-22FE48DE0E44}" dt="2023-01-14T17:41:48.042" v="131" actId="26606"/>
          <ac:spMkLst>
            <pc:docMk/>
            <pc:sldMk cId="3537871976" sldId="289"/>
            <ac:spMk id="24" creationId="{18D591D1-35A8-62D6-492A-582E0800479C}"/>
          </ac:spMkLst>
        </pc:spChg>
        <pc:graphicFrameChg chg="add del">
          <ac:chgData name="Mark McGlinchey" userId="6e11bbf3-9dcb-4b8b-b03e-52345dfdf79c" providerId="ADAL" clId="{7FCC384E-6ADA-43C3-A97E-22FE48DE0E44}" dt="2023-01-14T17:41:30.898" v="126" actId="26606"/>
          <ac:graphicFrameMkLst>
            <pc:docMk/>
            <pc:sldMk cId="3537871976" sldId="289"/>
            <ac:graphicFrameMk id="5" creationId="{24F809B2-1300-2B9B-058B-FD06794084D9}"/>
          </ac:graphicFrameMkLst>
        </pc:graphicFrameChg>
        <pc:graphicFrameChg chg="add del">
          <ac:chgData name="Mark McGlinchey" userId="6e11bbf3-9dcb-4b8b-b03e-52345dfdf79c" providerId="ADAL" clId="{7FCC384E-6ADA-43C3-A97E-22FE48DE0E44}" dt="2023-01-14T17:41:48.030" v="130" actId="26606"/>
          <ac:graphicFrameMkLst>
            <pc:docMk/>
            <pc:sldMk cId="3537871976" sldId="289"/>
            <ac:graphicFrameMk id="16" creationId="{8481C828-B8FA-D883-D427-A615676ACED7}"/>
          </ac:graphicFrameMkLst>
        </pc:graphicFrameChg>
      </pc:sldChg>
      <pc:sldChg chg="addSp delSp modSp del mod setBg">
        <pc:chgData name="Mark McGlinchey" userId="6e11bbf3-9dcb-4b8b-b03e-52345dfdf79c" providerId="ADAL" clId="{7FCC384E-6ADA-43C3-A97E-22FE48DE0E44}" dt="2023-01-14T17:53:14.358" v="425" actId="2696"/>
        <pc:sldMkLst>
          <pc:docMk/>
          <pc:sldMk cId="1365606951" sldId="290"/>
        </pc:sldMkLst>
        <pc:spChg chg="mod">
          <ac:chgData name="Mark McGlinchey" userId="6e11bbf3-9dcb-4b8b-b03e-52345dfdf79c" providerId="ADAL" clId="{7FCC384E-6ADA-43C3-A97E-22FE48DE0E44}" dt="2023-01-14T17:41:37.067" v="128" actId="26606"/>
          <ac:spMkLst>
            <pc:docMk/>
            <pc:sldMk cId="1365606951" sldId="290"/>
            <ac:spMk id="2" creationId="{E980317C-0E49-CD7E-EF43-97BCE8BD49DF}"/>
          </ac:spMkLst>
        </pc:spChg>
        <pc:spChg chg="add del mod">
          <ac:chgData name="Mark McGlinchey" userId="6e11bbf3-9dcb-4b8b-b03e-52345dfdf79c" providerId="ADAL" clId="{7FCC384E-6ADA-43C3-A97E-22FE48DE0E44}" dt="2023-01-14T17:41:37.067" v="128" actId="26606"/>
          <ac:spMkLst>
            <pc:docMk/>
            <pc:sldMk cId="1365606951" sldId="290"/>
            <ac:spMk id="3" creationId="{884B2761-CFC2-E7C5-7657-EC1E967C1DBE}"/>
          </ac:spMkLst>
        </pc:spChg>
        <pc:spChg chg="add">
          <ac:chgData name="Mark McGlinchey" userId="6e11bbf3-9dcb-4b8b-b03e-52345dfdf79c" providerId="ADAL" clId="{7FCC384E-6ADA-43C3-A97E-22FE48DE0E44}" dt="2023-01-14T17:41:37.067" v="128" actId="26606"/>
          <ac:spMkLst>
            <pc:docMk/>
            <pc:sldMk cId="1365606951" sldId="290"/>
            <ac:spMk id="8" creationId="{09588DA8-065E-4F6F-8EFD-43104AB2E0CF}"/>
          </ac:spMkLst>
        </pc:spChg>
        <pc:spChg chg="add del">
          <ac:chgData name="Mark McGlinchey" userId="6e11bbf3-9dcb-4b8b-b03e-52345dfdf79c" providerId="ADAL" clId="{7FCC384E-6ADA-43C3-A97E-22FE48DE0E44}" dt="2023-01-14T17:41:31.419" v="127" actId="26606"/>
          <ac:spMkLst>
            <pc:docMk/>
            <pc:sldMk cId="1365606951" sldId="290"/>
            <ac:spMk id="9" creationId="{BACC6370-2D7E-4714-9D71-7542949D7D5D}"/>
          </ac:spMkLst>
        </pc:spChg>
        <pc:spChg chg="add">
          <ac:chgData name="Mark McGlinchey" userId="6e11bbf3-9dcb-4b8b-b03e-52345dfdf79c" providerId="ADAL" clId="{7FCC384E-6ADA-43C3-A97E-22FE48DE0E44}" dt="2023-01-14T17:41:37.067" v="128" actId="26606"/>
          <ac:spMkLst>
            <pc:docMk/>
            <pc:sldMk cId="1365606951" sldId="290"/>
            <ac:spMk id="10" creationId="{C4285719-470E-454C-AF62-8323075F1F5B}"/>
          </ac:spMkLst>
        </pc:spChg>
        <pc:spChg chg="add del">
          <ac:chgData name="Mark McGlinchey" userId="6e11bbf3-9dcb-4b8b-b03e-52345dfdf79c" providerId="ADAL" clId="{7FCC384E-6ADA-43C3-A97E-22FE48DE0E44}" dt="2023-01-14T17:41:31.419" v="127" actId="26606"/>
          <ac:spMkLst>
            <pc:docMk/>
            <pc:sldMk cId="1365606951" sldId="290"/>
            <ac:spMk id="11" creationId="{256B2C21-A230-48C0-8DF1-C46611373C44}"/>
          </ac:spMkLst>
        </pc:spChg>
        <pc:spChg chg="add">
          <ac:chgData name="Mark McGlinchey" userId="6e11bbf3-9dcb-4b8b-b03e-52345dfdf79c" providerId="ADAL" clId="{7FCC384E-6ADA-43C3-A97E-22FE48DE0E44}" dt="2023-01-14T17:41:37.067" v="128" actId="26606"/>
          <ac:spMkLst>
            <pc:docMk/>
            <pc:sldMk cId="1365606951" sldId="290"/>
            <ac:spMk id="12" creationId="{CD9FE4EF-C4D8-49A0-B2FF-81D8DB7D8A24}"/>
          </ac:spMkLst>
        </pc:spChg>
        <pc:spChg chg="add del">
          <ac:chgData name="Mark McGlinchey" userId="6e11bbf3-9dcb-4b8b-b03e-52345dfdf79c" providerId="ADAL" clId="{7FCC384E-6ADA-43C3-A97E-22FE48DE0E44}" dt="2023-01-14T17:41:31.419" v="127" actId="26606"/>
          <ac:spMkLst>
            <pc:docMk/>
            <pc:sldMk cId="1365606951" sldId="290"/>
            <ac:spMk id="13" creationId="{3847E18C-932D-4C95-AABA-FEC7C9499AD7}"/>
          </ac:spMkLst>
        </pc:spChg>
        <pc:spChg chg="add">
          <ac:chgData name="Mark McGlinchey" userId="6e11bbf3-9dcb-4b8b-b03e-52345dfdf79c" providerId="ADAL" clId="{7FCC384E-6ADA-43C3-A97E-22FE48DE0E44}" dt="2023-01-14T17:41:37.067" v="128" actId="26606"/>
          <ac:spMkLst>
            <pc:docMk/>
            <pc:sldMk cId="1365606951" sldId="290"/>
            <ac:spMk id="14" creationId="{4300840D-0A0B-4512-BACA-B439D5B9C57C}"/>
          </ac:spMkLst>
        </pc:spChg>
        <pc:spChg chg="add del">
          <ac:chgData name="Mark McGlinchey" userId="6e11bbf3-9dcb-4b8b-b03e-52345dfdf79c" providerId="ADAL" clId="{7FCC384E-6ADA-43C3-A97E-22FE48DE0E44}" dt="2023-01-14T17:41:31.419" v="127" actId="26606"/>
          <ac:spMkLst>
            <pc:docMk/>
            <pc:sldMk cId="1365606951" sldId="290"/>
            <ac:spMk id="15" creationId="{3150CB11-0C61-439E-910F-5787759E72A0}"/>
          </ac:spMkLst>
        </pc:spChg>
        <pc:spChg chg="add">
          <ac:chgData name="Mark McGlinchey" userId="6e11bbf3-9dcb-4b8b-b03e-52345dfdf79c" providerId="ADAL" clId="{7FCC384E-6ADA-43C3-A97E-22FE48DE0E44}" dt="2023-01-14T17:41:37.067" v="128" actId="26606"/>
          <ac:spMkLst>
            <pc:docMk/>
            <pc:sldMk cId="1365606951" sldId="290"/>
            <ac:spMk id="16" creationId="{D2B78728-A580-49A7-84F9-6EF6F583ADE0}"/>
          </ac:spMkLst>
        </pc:spChg>
        <pc:spChg chg="add del">
          <ac:chgData name="Mark McGlinchey" userId="6e11bbf3-9dcb-4b8b-b03e-52345dfdf79c" providerId="ADAL" clId="{7FCC384E-6ADA-43C3-A97E-22FE48DE0E44}" dt="2023-01-14T17:41:31.419" v="127" actId="26606"/>
          <ac:spMkLst>
            <pc:docMk/>
            <pc:sldMk cId="1365606951" sldId="290"/>
            <ac:spMk id="17" creationId="{43F8A58B-5155-44CE-A5FF-7647B47D0A7A}"/>
          </ac:spMkLst>
        </pc:spChg>
        <pc:spChg chg="add">
          <ac:chgData name="Mark McGlinchey" userId="6e11bbf3-9dcb-4b8b-b03e-52345dfdf79c" providerId="ADAL" clId="{7FCC384E-6ADA-43C3-A97E-22FE48DE0E44}" dt="2023-01-14T17:41:37.067" v="128" actId="26606"/>
          <ac:spMkLst>
            <pc:docMk/>
            <pc:sldMk cId="1365606951" sldId="290"/>
            <ac:spMk id="18" creationId="{38FAA1A1-D861-433F-88FA-1E9D6FD31D11}"/>
          </ac:spMkLst>
        </pc:spChg>
        <pc:spChg chg="add del">
          <ac:chgData name="Mark McGlinchey" userId="6e11bbf3-9dcb-4b8b-b03e-52345dfdf79c" providerId="ADAL" clId="{7FCC384E-6ADA-43C3-A97E-22FE48DE0E44}" dt="2023-01-14T17:41:31.419" v="127" actId="26606"/>
          <ac:spMkLst>
            <pc:docMk/>
            <pc:sldMk cId="1365606951" sldId="290"/>
            <ac:spMk id="19" creationId="{443F2ACA-E6D6-4028-82DD-F03C262D5DE6}"/>
          </ac:spMkLst>
        </pc:spChg>
        <pc:spChg chg="add">
          <ac:chgData name="Mark McGlinchey" userId="6e11bbf3-9dcb-4b8b-b03e-52345dfdf79c" providerId="ADAL" clId="{7FCC384E-6ADA-43C3-A97E-22FE48DE0E44}" dt="2023-01-14T17:41:37.067" v="128" actId="26606"/>
          <ac:spMkLst>
            <pc:docMk/>
            <pc:sldMk cId="1365606951" sldId="290"/>
            <ac:spMk id="20" creationId="{8D71EDA1-87BF-4D5D-AB79-F346FD19278A}"/>
          </ac:spMkLst>
        </pc:spChg>
        <pc:graphicFrameChg chg="add del">
          <ac:chgData name="Mark McGlinchey" userId="6e11bbf3-9dcb-4b8b-b03e-52345dfdf79c" providerId="ADAL" clId="{7FCC384E-6ADA-43C3-A97E-22FE48DE0E44}" dt="2023-01-14T17:41:31.419" v="127" actId="26606"/>
          <ac:graphicFrameMkLst>
            <pc:docMk/>
            <pc:sldMk cId="1365606951" sldId="290"/>
            <ac:graphicFrameMk id="5" creationId="{9667448E-A93B-5FDB-78ED-F26B12D96B7C}"/>
          </ac:graphicFrameMkLst>
        </pc:graphicFrameChg>
        <pc:picChg chg="del">
          <ac:chgData name="Mark McGlinchey" userId="6e11bbf3-9dcb-4b8b-b03e-52345dfdf79c" providerId="ADAL" clId="{7FCC384E-6ADA-43C3-A97E-22FE48DE0E44}" dt="2023-01-14T17:46:47.758" v="159" actId="478"/>
          <ac:picMkLst>
            <pc:docMk/>
            <pc:sldMk cId="1365606951" sldId="290"/>
            <ac:picMk id="4" creationId="{7DC6DA49-EADB-5CD4-2727-67DB8C52BFA0}"/>
          </ac:picMkLst>
        </pc:picChg>
      </pc:sldChg>
      <pc:sldChg chg="addSp modSp mod ord setBg">
        <pc:chgData name="Mark McGlinchey" userId="6e11bbf3-9dcb-4b8b-b03e-52345dfdf79c" providerId="ADAL" clId="{7FCC384E-6ADA-43C3-A97E-22FE48DE0E44}" dt="2023-01-14T17:40:14.546" v="111" actId="26606"/>
        <pc:sldMkLst>
          <pc:docMk/>
          <pc:sldMk cId="657226337" sldId="291"/>
        </pc:sldMkLst>
        <pc:spChg chg="mod">
          <ac:chgData name="Mark McGlinchey" userId="6e11bbf3-9dcb-4b8b-b03e-52345dfdf79c" providerId="ADAL" clId="{7FCC384E-6ADA-43C3-A97E-22FE48DE0E44}" dt="2023-01-14T17:40:14.546" v="111" actId="26606"/>
          <ac:spMkLst>
            <pc:docMk/>
            <pc:sldMk cId="657226337" sldId="291"/>
            <ac:spMk id="2" creationId="{8A4E3037-0A8F-AE29-8C79-0356751E8A61}"/>
          </ac:spMkLst>
        </pc:spChg>
        <pc:spChg chg="mod">
          <ac:chgData name="Mark McGlinchey" userId="6e11bbf3-9dcb-4b8b-b03e-52345dfdf79c" providerId="ADAL" clId="{7FCC384E-6ADA-43C3-A97E-22FE48DE0E44}" dt="2023-01-14T17:40:14.546" v="111" actId="26606"/>
          <ac:spMkLst>
            <pc:docMk/>
            <pc:sldMk cId="657226337" sldId="291"/>
            <ac:spMk id="3" creationId="{057ACCA0-3DAF-511C-A6DD-8526797C3CB2}"/>
          </ac:spMkLst>
        </pc:spChg>
        <pc:spChg chg="add">
          <ac:chgData name="Mark McGlinchey" userId="6e11bbf3-9dcb-4b8b-b03e-52345dfdf79c" providerId="ADAL" clId="{7FCC384E-6ADA-43C3-A97E-22FE48DE0E44}" dt="2023-01-14T17:40:14.546" v="111" actId="26606"/>
          <ac:spMkLst>
            <pc:docMk/>
            <pc:sldMk cId="657226337" sldId="291"/>
            <ac:spMk id="8" creationId="{09588DA8-065E-4F6F-8EFD-43104AB2E0CF}"/>
          </ac:spMkLst>
        </pc:spChg>
        <pc:spChg chg="add">
          <ac:chgData name="Mark McGlinchey" userId="6e11bbf3-9dcb-4b8b-b03e-52345dfdf79c" providerId="ADAL" clId="{7FCC384E-6ADA-43C3-A97E-22FE48DE0E44}" dt="2023-01-14T17:40:14.546" v="111" actId="26606"/>
          <ac:spMkLst>
            <pc:docMk/>
            <pc:sldMk cId="657226337" sldId="291"/>
            <ac:spMk id="10" creationId="{C4285719-470E-454C-AF62-8323075F1F5B}"/>
          </ac:spMkLst>
        </pc:spChg>
        <pc:spChg chg="add">
          <ac:chgData name="Mark McGlinchey" userId="6e11bbf3-9dcb-4b8b-b03e-52345dfdf79c" providerId="ADAL" clId="{7FCC384E-6ADA-43C3-A97E-22FE48DE0E44}" dt="2023-01-14T17:40:14.546" v="111" actId="26606"/>
          <ac:spMkLst>
            <pc:docMk/>
            <pc:sldMk cId="657226337" sldId="291"/>
            <ac:spMk id="12" creationId="{CD9FE4EF-C4D8-49A0-B2FF-81D8DB7D8A24}"/>
          </ac:spMkLst>
        </pc:spChg>
        <pc:spChg chg="add">
          <ac:chgData name="Mark McGlinchey" userId="6e11bbf3-9dcb-4b8b-b03e-52345dfdf79c" providerId="ADAL" clId="{7FCC384E-6ADA-43C3-A97E-22FE48DE0E44}" dt="2023-01-14T17:40:14.546" v="111" actId="26606"/>
          <ac:spMkLst>
            <pc:docMk/>
            <pc:sldMk cId="657226337" sldId="291"/>
            <ac:spMk id="14" creationId="{4300840D-0A0B-4512-BACA-B439D5B9C57C}"/>
          </ac:spMkLst>
        </pc:spChg>
        <pc:spChg chg="add">
          <ac:chgData name="Mark McGlinchey" userId="6e11bbf3-9dcb-4b8b-b03e-52345dfdf79c" providerId="ADAL" clId="{7FCC384E-6ADA-43C3-A97E-22FE48DE0E44}" dt="2023-01-14T17:40:14.546" v="111" actId="26606"/>
          <ac:spMkLst>
            <pc:docMk/>
            <pc:sldMk cId="657226337" sldId="291"/>
            <ac:spMk id="16" creationId="{D2B78728-A580-49A7-84F9-6EF6F583ADE0}"/>
          </ac:spMkLst>
        </pc:spChg>
        <pc:spChg chg="add">
          <ac:chgData name="Mark McGlinchey" userId="6e11bbf3-9dcb-4b8b-b03e-52345dfdf79c" providerId="ADAL" clId="{7FCC384E-6ADA-43C3-A97E-22FE48DE0E44}" dt="2023-01-14T17:40:14.546" v="111" actId="26606"/>
          <ac:spMkLst>
            <pc:docMk/>
            <pc:sldMk cId="657226337" sldId="291"/>
            <ac:spMk id="18" creationId="{38FAA1A1-D861-433F-88FA-1E9D6FD31D11}"/>
          </ac:spMkLst>
        </pc:spChg>
        <pc:spChg chg="add">
          <ac:chgData name="Mark McGlinchey" userId="6e11bbf3-9dcb-4b8b-b03e-52345dfdf79c" providerId="ADAL" clId="{7FCC384E-6ADA-43C3-A97E-22FE48DE0E44}" dt="2023-01-14T17:40:14.546" v="111" actId="26606"/>
          <ac:spMkLst>
            <pc:docMk/>
            <pc:sldMk cId="657226337" sldId="291"/>
            <ac:spMk id="20" creationId="{8D71EDA1-87BF-4D5D-AB79-F346FD19278A}"/>
          </ac:spMkLst>
        </pc:spChg>
      </pc:sldChg>
      <pc:sldChg chg="addSp delSp modSp mod setBg">
        <pc:chgData name="Mark McGlinchey" userId="6e11bbf3-9dcb-4b8b-b03e-52345dfdf79c" providerId="ADAL" clId="{7FCC384E-6ADA-43C3-A97E-22FE48DE0E44}" dt="2023-01-14T17:43:01.481" v="142" actId="26606"/>
        <pc:sldMkLst>
          <pc:docMk/>
          <pc:sldMk cId="3039590940" sldId="292"/>
        </pc:sldMkLst>
        <pc:spChg chg="mod ord">
          <ac:chgData name="Mark McGlinchey" userId="6e11bbf3-9dcb-4b8b-b03e-52345dfdf79c" providerId="ADAL" clId="{7FCC384E-6ADA-43C3-A97E-22FE48DE0E44}" dt="2023-01-14T17:43:01.481" v="142" actId="26606"/>
          <ac:spMkLst>
            <pc:docMk/>
            <pc:sldMk cId="3039590940" sldId="292"/>
            <ac:spMk id="2" creationId="{357990F9-25C8-27BA-00D9-1B28DE3D29E9}"/>
          </ac:spMkLst>
        </pc:spChg>
        <pc:spChg chg="mod ord">
          <ac:chgData name="Mark McGlinchey" userId="6e11bbf3-9dcb-4b8b-b03e-52345dfdf79c" providerId="ADAL" clId="{7FCC384E-6ADA-43C3-A97E-22FE48DE0E44}" dt="2023-01-14T17:43:01.481" v="142" actId="26606"/>
          <ac:spMkLst>
            <pc:docMk/>
            <pc:sldMk cId="3039590940" sldId="292"/>
            <ac:spMk id="3" creationId="{3E6F3FE5-34EF-C535-10E5-3750A66E1F2A}"/>
          </ac:spMkLst>
        </pc:spChg>
        <pc:spChg chg="add del">
          <ac:chgData name="Mark McGlinchey" userId="6e11bbf3-9dcb-4b8b-b03e-52345dfdf79c" providerId="ADAL" clId="{7FCC384E-6ADA-43C3-A97E-22FE48DE0E44}" dt="2023-01-14T17:42:44.635" v="138" actId="26606"/>
          <ac:spMkLst>
            <pc:docMk/>
            <pc:sldMk cId="3039590940" sldId="292"/>
            <ac:spMk id="9" creationId="{3AFE8227-C443-417B-BA91-520EB1EF4559}"/>
          </ac:spMkLst>
        </pc:spChg>
        <pc:spChg chg="add del">
          <ac:chgData name="Mark McGlinchey" userId="6e11bbf3-9dcb-4b8b-b03e-52345dfdf79c" providerId="ADAL" clId="{7FCC384E-6ADA-43C3-A97E-22FE48DE0E44}" dt="2023-01-14T17:42:44.635" v="138" actId="26606"/>
          <ac:spMkLst>
            <pc:docMk/>
            <pc:sldMk cId="3039590940" sldId="292"/>
            <ac:spMk id="11" creationId="{907741FC-B544-4A6E-B831-6789D042333D}"/>
          </ac:spMkLst>
        </pc:spChg>
        <pc:spChg chg="add del">
          <ac:chgData name="Mark McGlinchey" userId="6e11bbf3-9dcb-4b8b-b03e-52345dfdf79c" providerId="ADAL" clId="{7FCC384E-6ADA-43C3-A97E-22FE48DE0E44}" dt="2023-01-14T17:42:44.635" v="138" actId="26606"/>
          <ac:spMkLst>
            <pc:docMk/>
            <pc:sldMk cId="3039590940" sldId="292"/>
            <ac:spMk id="13" creationId="{3F0BE7ED-7814-4273-B18A-F26CC0380380}"/>
          </ac:spMkLst>
        </pc:spChg>
        <pc:spChg chg="add del">
          <ac:chgData name="Mark McGlinchey" userId="6e11bbf3-9dcb-4b8b-b03e-52345dfdf79c" providerId="ADAL" clId="{7FCC384E-6ADA-43C3-A97E-22FE48DE0E44}" dt="2023-01-14T17:42:41.742" v="135" actId="26606"/>
          <ac:spMkLst>
            <pc:docMk/>
            <pc:sldMk cId="3039590940" sldId="292"/>
            <ac:spMk id="18" creationId="{2E17E911-875F-4DE5-8699-99D9F1805A5D}"/>
          </ac:spMkLst>
        </pc:spChg>
        <pc:spChg chg="add del">
          <ac:chgData name="Mark McGlinchey" userId="6e11bbf3-9dcb-4b8b-b03e-52345dfdf79c" providerId="ADAL" clId="{7FCC384E-6ADA-43C3-A97E-22FE48DE0E44}" dt="2023-01-14T17:42:41.742" v="135" actId="26606"/>
          <ac:spMkLst>
            <pc:docMk/>
            <pc:sldMk cId="3039590940" sldId="292"/>
            <ac:spMk id="20" creationId="{CD9FE4EF-C4D8-49A0-B2FF-81D8DB7D8A24}"/>
          </ac:spMkLst>
        </pc:spChg>
        <pc:spChg chg="add del">
          <ac:chgData name="Mark McGlinchey" userId="6e11bbf3-9dcb-4b8b-b03e-52345dfdf79c" providerId="ADAL" clId="{7FCC384E-6ADA-43C3-A97E-22FE48DE0E44}" dt="2023-01-14T17:42:41.742" v="135" actId="26606"/>
          <ac:spMkLst>
            <pc:docMk/>
            <pc:sldMk cId="3039590940" sldId="292"/>
            <ac:spMk id="22" creationId="{4300840D-0A0B-4512-BACA-B439D5B9C57C}"/>
          </ac:spMkLst>
        </pc:spChg>
        <pc:spChg chg="add del">
          <ac:chgData name="Mark McGlinchey" userId="6e11bbf3-9dcb-4b8b-b03e-52345dfdf79c" providerId="ADAL" clId="{7FCC384E-6ADA-43C3-A97E-22FE48DE0E44}" dt="2023-01-14T17:42:41.742" v="135" actId="26606"/>
          <ac:spMkLst>
            <pc:docMk/>
            <pc:sldMk cId="3039590940" sldId="292"/>
            <ac:spMk id="24" creationId="{D2B78728-A580-49A7-84F9-6EF6F583ADE0}"/>
          </ac:spMkLst>
        </pc:spChg>
        <pc:spChg chg="add del">
          <ac:chgData name="Mark McGlinchey" userId="6e11bbf3-9dcb-4b8b-b03e-52345dfdf79c" providerId="ADAL" clId="{7FCC384E-6ADA-43C3-A97E-22FE48DE0E44}" dt="2023-01-14T17:42:41.742" v="135" actId="26606"/>
          <ac:spMkLst>
            <pc:docMk/>
            <pc:sldMk cId="3039590940" sldId="292"/>
            <ac:spMk id="26" creationId="{38FAA1A1-D861-433F-88FA-1E9D6FD31D11}"/>
          </ac:spMkLst>
        </pc:spChg>
        <pc:spChg chg="add del">
          <ac:chgData name="Mark McGlinchey" userId="6e11bbf3-9dcb-4b8b-b03e-52345dfdf79c" providerId="ADAL" clId="{7FCC384E-6ADA-43C3-A97E-22FE48DE0E44}" dt="2023-01-14T17:42:41.742" v="135" actId="26606"/>
          <ac:spMkLst>
            <pc:docMk/>
            <pc:sldMk cId="3039590940" sldId="292"/>
            <ac:spMk id="28" creationId="{8D71EDA1-87BF-4D5D-AB79-F346FD19278A}"/>
          </ac:spMkLst>
        </pc:spChg>
        <pc:spChg chg="add del">
          <ac:chgData name="Mark McGlinchey" userId="6e11bbf3-9dcb-4b8b-b03e-52345dfdf79c" providerId="ADAL" clId="{7FCC384E-6ADA-43C3-A97E-22FE48DE0E44}" dt="2023-01-14T17:42:44.629" v="137" actId="26606"/>
          <ac:spMkLst>
            <pc:docMk/>
            <pc:sldMk cId="3039590940" sldId="292"/>
            <ac:spMk id="30" creationId="{3AFE8227-C443-417B-BA91-520EB1EF4559}"/>
          </ac:spMkLst>
        </pc:spChg>
        <pc:spChg chg="add del">
          <ac:chgData name="Mark McGlinchey" userId="6e11bbf3-9dcb-4b8b-b03e-52345dfdf79c" providerId="ADAL" clId="{7FCC384E-6ADA-43C3-A97E-22FE48DE0E44}" dt="2023-01-14T17:42:44.629" v="137" actId="26606"/>
          <ac:spMkLst>
            <pc:docMk/>
            <pc:sldMk cId="3039590940" sldId="292"/>
            <ac:spMk id="31" creationId="{907741FC-B544-4A6E-B831-6789D042333D}"/>
          </ac:spMkLst>
        </pc:spChg>
        <pc:spChg chg="add del">
          <ac:chgData name="Mark McGlinchey" userId="6e11bbf3-9dcb-4b8b-b03e-52345dfdf79c" providerId="ADAL" clId="{7FCC384E-6ADA-43C3-A97E-22FE48DE0E44}" dt="2023-01-14T17:42:44.629" v="137" actId="26606"/>
          <ac:spMkLst>
            <pc:docMk/>
            <pc:sldMk cId="3039590940" sldId="292"/>
            <ac:spMk id="32" creationId="{3F0BE7ED-7814-4273-B18A-F26CC0380380}"/>
          </ac:spMkLst>
        </pc:spChg>
        <pc:spChg chg="add del">
          <ac:chgData name="Mark McGlinchey" userId="6e11bbf3-9dcb-4b8b-b03e-52345dfdf79c" providerId="ADAL" clId="{7FCC384E-6ADA-43C3-A97E-22FE48DE0E44}" dt="2023-01-14T17:43:01.481" v="142" actId="26606"/>
          <ac:spMkLst>
            <pc:docMk/>
            <pc:sldMk cId="3039590940" sldId="292"/>
            <ac:spMk id="34" creationId="{04812C46-200A-4DEB-A05E-3ED6C68C2387}"/>
          </ac:spMkLst>
        </pc:spChg>
        <pc:spChg chg="add del">
          <ac:chgData name="Mark McGlinchey" userId="6e11bbf3-9dcb-4b8b-b03e-52345dfdf79c" providerId="ADAL" clId="{7FCC384E-6ADA-43C3-A97E-22FE48DE0E44}" dt="2023-01-14T17:43:01.481" v="142" actId="26606"/>
          <ac:spMkLst>
            <pc:docMk/>
            <pc:sldMk cId="3039590940" sldId="292"/>
            <ac:spMk id="35" creationId="{D1EA859B-E555-4109-94F3-6700E046E008}"/>
          </ac:spMkLst>
        </pc:spChg>
        <pc:spChg chg="add">
          <ac:chgData name="Mark McGlinchey" userId="6e11bbf3-9dcb-4b8b-b03e-52345dfdf79c" providerId="ADAL" clId="{7FCC384E-6ADA-43C3-A97E-22FE48DE0E44}" dt="2023-01-14T17:43:01.481" v="142" actId="26606"/>
          <ac:spMkLst>
            <pc:docMk/>
            <pc:sldMk cId="3039590940" sldId="292"/>
            <ac:spMk id="40" creationId="{3AFE8227-C443-417B-BA91-520EB1EF4559}"/>
          </ac:spMkLst>
        </pc:spChg>
        <pc:spChg chg="add">
          <ac:chgData name="Mark McGlinchey" userId="6e11bbf3-9dcb-4b8b-b03e-52345dfdf79c" providerId="ADAL" clId="{7FCC384E-6ADA-43C3-A97E-22FE48DE0E44}" dt="2023-01-14T17:43:01.481" v="142" actId="26606"/>
          <ac:spMkLst>
            <pc:docMk/>
            <pc:sldMk cId="3039590940" sldId="292"/>
            <ac:spMk id="42" creationId="{907741FC-B544-4A6E-B831-6789D042333D}"/>
          </ac:spMkLst>
        </pc:spChg>
        <pc:spChg chg="add">
          <ac:chgData name="Mark McGlinchey" userId="6e11bbf3-9dcb-4b8b-b03e-52345dfdf79c" providerId="ADAL" clId="{7FCC384E-6ADA-43C3-A97E-22FE48DE0E44}" dt="2023-01-14T17:43:01.481" v="142" actId="26606"/>
          <ac:spMkLst>
            <pc:docMk/>
            <pc:sldMk cId="3039590940" sldId="292"/>
            <ac:spMk id="44" creationId="{3F0BE7ED-7814-4273-B18A-F26CC0380380}"/>
          </ac:spMkLst>
        </pc:spChg>
        <pc:picChg chg="add mod ord">
          <ac:chgData name="Mark McGlinchey" userId="6e11bbf3-9dcb-4b8b-b03e-52345dfdf79c" providerId="ADAL" clId="{7FCC384E-6ADA-43C3-A97E-22FE48DE0E44}" dt="2023-01-14T17:43:01.481" v="142" actId="26606"/>
          <ac:picMkLst>
            <pc:docMk/>
            <pc:sldMk cId="3039590940" sldId="292"/>
            <ac:picMk id="4" creationId="{49F69C4B-AC0A-1E1F-3CCB-E18F1E9058D0}"/>
          </ac:picMkLst>
        </pc:picChg>
      </pc:sldChg>
      <pc:sldChg chg="addSp modSp mod setBg">
        <pc:chgData name="Mark McGlinchey" userId="6e11bbf3-9dcb-4b8b-b03e-52345dfdf79c" providerId="ADAL" clId="{7FCC384E-6ADA-43C3-A97E-22FE48DE0E44}" dt="2023-01-14T17:39:38.035" v="108" actId="26606"/>
        <pc:sldMkLst>
          <pc:docMk/>
          <pc:sldMk cId="4284428868" sldId="293"/>
        </pc:sldMkLst>
        <pc:spChg chg="mod">
          <ac:chgData name="Mark McGlinchey" userId="6e11bbf3-9dcb-4b8b-b03e-52345dfdf79c" providerId="ADAL" clId="{7FCC384E-6ADA-43C3-A97E-22FE48DE0E44}" dt="2023-01-14T17:39:38.035" v="108" actId="26606"/>
          <ac:spMkLst>
            <pc:docMk/>
            <pc:sldMk cId="4284428868" sldId="293"/>
            <ac:spMk id="2" creationId="{F36047D1-F0AB-7837-985F-763B24E06750}"/>
          </ac:spMkLst>
        </pc:spChg>
        <pc:spChg chg="mod">
          <ac:chgData name="Mark McGlinchey" userId="6e11bbf3-9dcb-4b8b-b03e-52345dfdf79c" providerId="ADAL" clId="{7FCC384E-6ADA-43C3-A97E-22FE48DE0E44}" dt="2023-01-14T17:39:38.035" v="108" actId="26606"/>
          <ac:spMkLst>
            <pc:docMk/>
            <pc:sldMk cId="4284428868" sldId="293"/>
            <ac:spMk id="3" creationId="{0A8E2949-E500-C05C-B8B2-4015A9F6CB07}"/>
          </ac:spMkLst>
        </pc:spChg>
        <pc:spChg chg="add">
          <ac:chgData name="Mark McGlinchey" userId="6e11bbf3-9dcb-4b8b-b03e-52345dfdf79c" providerId="ADAL" clId="{7FCC384E-6ADA-43C3-A97E-22FE48DE0E44}" dt="2023-01-14T17:39:38.035" v="108" actId="26606"/>
          <ac:spMkLst>
            <pc:docMk/>
            <pc:sldMk cId="4284428868" sldId="293"/>
            <ac:spMk id="8" creationId="{09588DA8-065E-4F6F-8EFD-43104AB2E0CF}"/>
          </ac:spMkLst>
        </pc:spChg>
        <pc:spChg chg="add">
          <ac:chgData name="Mark McGlinchey" userId="6e11bbf3-9dcb-4b8b-b03e-52345dfdf79c" providerId="ADAL" clId="{7FCC384E-6ADA-43C3-A97E-22FE48DE0E44}" dt="2023-01-14T17:39:38.035" v="108" actId="26606"/>
          <ac:spMkLst>
            <pc:docMk/>
            <pc:sldMk cId="4284428868" sldId="293"/>
            <ac:spMk id="10" creationId="{C4285719-470E-454C-AF62-8323075F1F5B}"/>
          </ac:spMkLst>
        </pc:spChg>
        <pc:spChg chg="add">
          <ac:chgData name="Mark McGlinchey" userId="6e11bbf3-9dcb-4b8b-b03e-52345dfdf79c" providerId="ADAL" clId="{7FCC384E-6ADA-43C3-A97E-22FE48DE0E44}" dt="2023-01-14T17:39:38.035" v="108" actId="26606"/>
          <ac:spMkLst>
            <pc:docMk/>
            <pc:sldMk cId="4284428868" sldId="293"/>
            <ac:spMk id="12" creationId="{CD9FE4EF-C4D8-49A0-B2FF-81D8DB7D8A24}"/>
          </ac:spMkLst>
        </pc:spChg>
        <pc:spChg chg="add">
          <ac:chgData name="Mark McGlinchey" userId="6e11bbf3-9dcb-4b8b-b03e-52345dfdf79c" providerId="ADAL" clId="{7FCC384E-6ADA-43C3-A97E-22FE48DE0E44}" dt="2023-01-14T17:39:38.035" v="108" actId="26606"/>
          <ac:spMkLst>
            <pc:docMk/>
            <pc:sldMk cId="4284428868" sldId="293"/>
            <ac:spMk id="14" creationId="{4300840D-0A0B-4512-BACA-B439D5B9C57C}"/>
          </ac:spMkLst>
        </pc:spChg>
        <pc:spChg chg="add">
          <ac:chgData name="Mark McGlinchey" userId="6e11bbf3-9dcb-4b8b-b03e-52345dfdf79c" providerId="ADAL" clId="{7FCC384E-6ADA-43C3-A97E-22FE48DE0E44}" dt="2023-01-14T17:39:38.035" v="108" actId="26606"/>
          <ac:spMkLst>
            <pc:docMk/>
            <pc:sldMk cId="4284428868" sldId="293"/>
            <ac:spMk id="16" creationId="{D2B78728-A580-49A7-84F9-6EF6F583ADE0}"/>
          </ac:spMkLst>
        </pc:spChg>
        <pc:spChg chg="add">
          <ac:chgData name="Mark McGlinchey" userId="6e11bbf3-9dcb-4b8b-b03e-52345dfdf79c" providerId="ADAL" clId="{7FCC384E-6ADA-43C3-A97E-22FE48DE0E44}" dt="2023-01-14T17:39:38.035" v="108" actId="26606"/>
          <ac:spMkLst>
            <pc:docMk/>
            <pc:sldMk cId="4284428868" sldId="293"/>
            <ac:spMk id="18" creationId="{38FAA1A1-D861-433F-88FA-1E9D6FD31D11}"/>
          </ac:spMkLst>
        </pc:spChg>
        <pc:spChg chg="add">
          <ac:chgData name="Mark McGlinchey" userId="6e11bbf3-9dcb-4b8b-b03e-52345dfdf79c" providerId="ADAL" clId="{7FCC384E-6ADA-43C3-A97E-22FE48DE0E44}" dt="2023-01-14T17:39:38.035" v="108" actId="26606"/>
          <ac:spMkLst>
            <pc:docMk/>
            <pc:sldMk cId="4284428868" sldId="293"/>
            <ac:spMk id="20" creationId="{8D71EDA1-87BF-4D5D-AB79-F346FD19278A}"/>
          </ac:spMkLst>
        </pc:spChg>
      </pc:sldChg>
      <pc:sldChg chg="addSp delSp modSp mod setBg">
        <pc:chgData name="Mark McGlinchey" userId="6e11bbf3-9dcb-4b8b-b03e-52345dfdf79c" providerId="ADAL" clId="{7FCC384E-6ADA-43C3-A97E-22FE48DE0E44}" dt="2023-01-14T17:44:00.622" v="153" actId="1076"/>
        <pc:sldMkLst>
          <pc:docMk/>
          <pc:sldMk cId="4210164021" sldId="294"/>
        </pc:sldMkLst>
        <pc:spChg chg="mod">
          <ac:chgData name="Mark McGlinchey" userId="6e11bbf3-9dcb-4b8b-b03e-52345dfdf79c" providerId="ADAL" clId="{7FCC384E-6ADA-43C3-A97E-22FE48DE0E44}" dt="2023-01-14T17:44:00.622" v="153" actId="1076"/>
          <ac:spMkLst>
            <pc:docMk/>
            <pc:sldMk cId="4210164021" sldId="294"/>
            <ac:spMk id="2" creationId="{9F0B81D2-6745-BD46-7F88-D7820C07D17F}"/>
          </ac:spMkLst>
        </pc:spChg>
        <pc:spChg chg="mod">
          <ac:chgData name="Mark McGlinchey" userId="6e11bbf3-9dcb-4b8b-b03e-52345dfdf79c" providerId="ADAL" clId="{7FCC384E-6ADA-43C3-A97E-22FE48DE0E44}" dt="2023-01-14T17:43:33.846" v="147" actId="14100"/>
          <ac:spMkLst>
            <pc:docMk/>
            <pc:sldMk cId="4210164021" sldId="294"/>
            <ac:spMk id="3" creationId="{A842D924-AAAA-7A15-B387-696DF03AB875}"/>
          </ac:spMkLst>
        </pc:spChg>
        <pc:spChg chg="add del">
          <ac:chgData name="Mark McGlinchey" userId="6e11bbf3-9dcb-4b8b-b03e-52345dfdf79c" providerId="ADAL" clId="{7FCC384E-6ADA-43C3-A97E-22FE48DE0E44}" dt="2023-01-14T17:40:58.728" v="116" actId="26606"/>
          <ac:spMkLst>
            <pc:docMk/>
            <pc:sldMk cId="4210164021" sldId="294"/>
            <ac:spMk id="11" creationId="{C4285719-470E-454C-AF62-8323075F1F5B}"/>
          </ac:spMkLst>
        </pc:spChg>
        <pc:spChg chg="add del">
          <ac:chgData name="Mark McGlinchey" userId="6e11bbf3-9dcb-4b8b-b03e-52345dfdf79c" providerId="ADAL" clId="{7FCC384E-6ADA-43C3-A97E-22FE48DE0E44}" dt="2023-01-14T17:40:58.728" v="116" actId="26606"/>
          <ac:spMkLst>
            <pc:docMk/>
            <pc:sldMk cId="4210164021" sldId="294"/>
            <ac:spMk id="13" creationId="{CD9FE4EF-C4D8-49A0-B2FF-81D8DB7D8A24}"/>
          </ac:spMkLst>
        </pc:spChg>
        <pc:spChg chg="add del">
          <ac:chgData name="Mark McGlinchey" userId="6e11bbf3-9dcb-4b8b-b03e-52345dfdf79c" providerId="ADAL" clId="{7FCC384E-6ADA-43C3-A97E-22FE48DE0E44}" dt="2023-01-14T17:40:58.728" v="116" actId="26606"/>
          <ac:spMkLst>
            <pc:docMk/>
            <pc:sldMk cId="4210164021" sldId="294"/>
            <ac:spMk id="15" creationId="{4300840D-0A0B-4512-BACA-B439D5B9C57C}"/>
          </ac:spMkLst>
        </pc:spChg>
        <pc:spChg chg="add del">
          <ac:chgData name="Mark McGlinchey" userId="6e11bbf3-9dcb-4b8b-b03e-52345dfdf79c" providerId="ADAL" clId="{7FCC384E-6ADA-43C3-A97E-22FE48DE0E44}" dt="2023-01-14T17:40:58.728" v="116" actId="26606"/>
          <ac:spMkLst>
            <pc:docMk/>
            <pc:sldMk cId="4210164021" sldId="294"/>
            <ac:spMk id="17" creationId="{D2B78728-A580-49A7-84F9-6EF6F583ADE0}"/>
          </ac:spMkLst>
        </pc:spChg>
        <pc:spChg chg="add del">
          <ac:chgData name="Mark McGlinchey" userId="6e11bbf3-9dcb-4b8b-b03e-52345dfdf79c" providerId="ADAL" clId="{7FCC384E-6ADA-43C3-A97E-22FE48DE0E44}" dt="2023-01-14T17:40:58.728" v="116" actId="26606"/>
          <ac:spMkLst>
            <pc:docMk/>
            <pc:sldMk cId="4210164021" sldId="294"/>
            <ac:spMk id="19" creationId="{38FAA1A1-D861-433F-88FA-1E9D6FD31D11}"/>
          </ac:spMkLst>
        </pc:spChg>
        <pc:spChg chg="add del">
          <ac:chgData name="Mark McGlinchey" userId="6e11bbf3-9dcb-4b8b-b03e-52345dfdf79c" providerId="ADAL" clId="{7FCC384E-6ADA-43C3-A97E-22FE48DE0E44}" dt="2023-01-14T17:40:58.728" v="116" actId="26606"/>
          <ac:spMkLst>
            <pc:docMk/>
            <pc:sldMk cId="4210164021" sldId="294"/>
            <ac:spMk id="21" creationId="{8D71EDA1-87BF-4D5D-AB79-F346FD19278A}"/>
          </ac:spMkLst>
        </pc:spChg>
        <pc:spChg chg="add del">
          <ac:chgData name="Mark McGlinchey" userId="6e11bbf3-9dcb-4b8b-b03e-52345dfdf79c" providerId="ADAL" clId="{7FCC384E-6ADA-43C3-A97E-22FE48DE0E44}" dt="2023-01-14T17:41:00.041" v="118" actId="26606"/>
          <ac:spMkLst>
            <pc:docMk/>
            <pc:sldMk cId="4210164021" sldId="294"/>
            <ac:spMk id="23" creationId="{2E17E911-875F-4DE5-8699-99D9F1805A5D}"/>
          </ac:spMkLst>
        </pc:spChg>
        <pc:spChg chg="add del">
          <ac:chgData name="Mark McGlinchey" userId="6e11bbf3-9dcb-4b8b-b03e-52345dfdf79c" providerId="ADAL" clId="{7FCC384E-6ADA-43C3-A97E-22FE48DE0E44}" dt="2023-01-14T17:41:00.041" v="118" actId="26606"/>
          <ac:spMkLst>
            <pc:docMk/>
            <pc:sldMk cId="4210164021" sldId="294"/>
            <ac:spMk id="24" creationId="{CD9FE4EF-C4D8-49A0-B2FF-81D8DB7D8A24}"/>
          </ac:spMkLst>
        </pc:spChg>
        <pc:spChg chg="add del">
          <ac:chgData name="Mark McGlinchey" userId="6e11bbf3-9dcb-4b8b-b03e-52345dfdf79c" providerId="ADAL" clId="{7FCC384E-6ADA-43C3-A97E-22FE48DE0E44}" dt="2023-01-14T17:41:00.041" v="118" actId="26606"/>
          <ac:spMkLst>
            <pc:docMk/>
            <pc:sldMk cId="4210164021" sldId="294"/>
            <ac:spMk id="25" creationId="{4300840D-0A0B-4512-BACA-B439D5B9C57C}"/>
          </ac:spMkLst>
        </pc:spChg>
        <pc:spChg chg="add del">
          <ac:chgData name="Mark McGlinchey" userId="6e11bbf3-9dcb-4b8b-b03e-52345dfdf79c" providerId="ADAL" clId="{7FCC384E-6ADA-43C3-A97E-22FE48DE0E44}" dt="2023-01-14T17:41:00.041" v="118" actId="26606"/>
          <ac:spMkLst>
            <pc:docMk/>
            <pc:sldMk cId="4210164021" sldId="294"/>
            <ac:spMk id="26" creationId="{D2B78728-A580-49A7-84F9-6EF6F583ADE0}"/>
          </ac:spMkLst>
        </pc:spChg>
        <pc:spChg chg="add del">
          <ac:chgData name="Mark McGlinchey" userId="6e11bbf3-9dcb-4b8b-b03e-52345dfdf79c" providerId="ADAL" clId="{7FCC384E-6ADA-43C3-A97E-22FE48DE0E44}" dt="2023-01-14T17:41:00.041" v="118" actId="26606"/>
          <ac:spMkLst>
            <pc:docMk/>
            <pc:sldMk cId="4210164021" sldId="294"/>
            <ac:spMk id="27" creationId="{38FAA1A1-D861-433F-88FA-1E9D6FD31D11}"/>
          </ac:spMkLst>
        </pc:spChg>
        <pc:spChg chg="add del">
          <ac:chgData name="Mark McGlinchey" userId="6e11bbf3-9dcb-4b8b-b03e-52345dfdf79c" providerId="ADAL" clId="{7FCC384E-6ADA-43C3-A97E-22FE48DE0E44}" dt="2023-01-14T17:41:00.041" v="118" actId="26606"/>
          <ac:spMkLst>
            <pc:docMk/>
            <pc:sldMk cId="4210164021" sldId="294"/>
            <ac:spMk id="28" creationId="{8D71EDA1-87BF-4D5D-AB79-F346FD19278A}"/>
          </ac:spMkLst>
        </pc:spChg>
        <pc:spChg chg="add del">
          <ac:chgData name="Mark McGlinchey" userId="6e11bbf3-9dcb-4b8b-b03e-52345dfdf79c" providerId="ADAL" clId="{7FCC384E-6ADA-43C3-A97E-22FE48DE0E44}" dt="2023-01-14T17:41:01.304" v="120" actId="26606"/>
          <ac:spMkLst>
            <pc:docMk/>
            <pc:sldMk cId="4210164021" sldId="294"/>
            <ac:spMk id="30" creationId="{C4285719-470E-454C-AF62-8323075F1F5B}"/>
          </ac:spMkLst>
        </pc:spChg>
        <pc:spChg chg="add del">
          <ac:chgData name="Mark McGlinchey" userId="6e11bbf3-9dcb-4b8b-b03e-52345dfdf79c" providerId="ADAL" clId="{7FCC384E-6ADA-43C3-A97E-22FE48DE0E44}" dt="2023-01-14T17:41:01.304" v="120" actId="26606"/>
          <ac:spMkLst>
            <pc:docMk/>
            <pc:sldMk cId="4210164021" sldId="294"/>
            <ac:spMk id="31" creationId="{CD9FE4EF-C4D8-49A0-B2FF-81D8DB7D8A24}"/>
          </ac:spMkLst>
        </pc:spChg>
        <pc:spChg chg="add del">
          <ac:chgData name="Mark McGlinchey" userId="6e11bbf3-9dcb-4b8b-b03e-52345dfdf79c" providerId="ADAL" clId="{7FCC384E-6ADA-43C3-A97E-22FE48DE0E44}" dt="2023-01-14T17:41:01.304" v="120" actId="26606"/>
          <ac:spMkLst>
            <pc:docMk/>
            <pc:sldMk cId="4210164021" sldId="294"/>
            <ac:spMk id="32" creationId="{4300840D-0A0B-4512-BACA-B439D5B9C57C}"/>
          </ac:spMkLst>
        </pc:spChg>
        <pc:spChg chg="add del">
          <ac:chgData name="Mark McGlinchey" userId="6e11bbf3-9dcb-4b8b-b03e-52345dfdf79c" providerId="ADAL" clId="{7FCC384E-6ADA-43C3-A97E-22FE48DE0E44}" dt="2023-01-14T17:41:01.304" v="120" actId="26606"/>
          <ac:spMkLst>
            <pc:docMk/>
            <pc:sldMk cId="4210164021" sldId="294"/>
            <ac:spMk id="33" creationId="{D2B78728-A580-49A7-84F9-6EF6F583ADE0}"/>
          </ac:spMkLst>
        </pc:spChg>
        <pc:spChg chg="add del">
          <ac:chgData name="Mark McGlinchey" userId="6e11bbf3-9dcb-4b8b-b03e-52345dfdf79c" providerId="ADAL" clId="{7FCC384E-6ADA-43C3-A97E-22FE48DE0E44}" dt="2023-01-14T17:41:01.304" v="120" actId="26606"/>
          <ac:spMkLst>
            <pc:docMk/>
            <pc:sldMk cId="4210164021" sldId="294"/>
            <ac:spMk id="34" creationId="{38FAA1A1-D861-433F-88FA-1E9D6FD31D11}"/>
          </ac:spMkLst>
        </pc:spChg>
        <pc:spChg chg="add del">
          <ac:chgData name="Mark McGlinchey" userId="6e11bbf3-9dcb-4b8b-b03e-52345dfdf79c" providerId="ADAL" clId="{7FCC384E-6ADA-43C3-A97E-22FE48DE0E44}" dt="2023-01-14T17:41:01.304" v="120" actId="26606"/>
          <ac:spMkLst>
            <pc:docMk/>
            <pc:sldMk cId="4210164021" sldId="294"/>
            <ac:spMk id="35" creationId="{8D71EDA1-87BF-4D5D-AB79-F346FD19278A}"/>
          </ac:spMkLst>
        </pc:spChg>
        <pc:spChg chg="add del">
          <ac:chgData name="Mark McGlinchey" userId="6e11bbf3-9dcb-4b8b-b03e-52345dfdf79c" providerId="ADAL" clId="{7FCC384E-6ADA-43C3-A97E-22FE48DE0E44}" dt="2023-01-14T17:41:02.825" v="122" actId="26606"/>
          <ac:spMkLst>
            <pc:docMk/>
            <pc:sldMk cId="4210164021" sldId="294"/>
            <ac:spMk id="37" creationId="{2E17E911-875F-4DE5-8699-99D9F1805A5D}"/>
          </ac:spMkLst>
        </pc:spChg>
        <pc:spChg chg="add del">
          <ac:chgData name="Mark McGlinchey" userId="6e11bbf3-9dcb-4b8b-b03e-52345dfdf79c" providerId="ADAL" clId="{7FCC384E-6ADA-43C3-A97E-22FE48DE0E44}" dt="2023-01-14T17:41:02.825" v="122" actId="26606"/>
          <ac:spMkLst>
            <pc:docMk/>
            <pc:sldMk cId="4210164021" sldId="294"/>
            <ac:spMk id="38" creationId="{CD9FE4EF-C4D8-49A0-B2FF-81D8DB7D8A24}"/>
          </ac:spMkLst>
        </pc:spChg>
        <pc:spChg chg="add del">
          <ac:chgData name="Mark McGlinchey" userId="6e11bbf3-9dcb-4b8b-b03e-52345dfdf79c" providerId="ADAL" clId="{7FCC384E-6ADA-43C3-A97E-22FE48DE0E44}" dt="2023-01-14T17:41:02.825" v="122" actId="26606"/>
          <ac:spMkLst>
            <pc:docMk/>
            <pc:sldMk cId="4210164021" sldId="294"/>
            <ac:spMk id="39" creationId="{4300840D-0A0B-4512-BACA-B439D5B9C57C}"/>
          </ac:spMkLst>
        </pc:spChg>
        <pc:spChg chg="add del">
          <ac:chgData name="Mark McGlinchey" userId="6e11bbf3-9dcb-4b8b-b03e-52345dfdf79c" providerId="ADAL" clId="{7FCC384E-6ADA-43C3-A97E-22FE48DE0E44}" dt="2023-01-14T17:41:02.825" v="122" actId="26606"/>
          <ac:spMkLst>
            <pc:docMk/>
            <pc:sldMk cId="4210164021" sldId="294"/>
            <ac:spMk id="40" creationId="{D2B78728-A580-49A7-84F9-6EF6F583ADE0}"/>
          </ac:spMkLst>
        </pc:spChg>
        <pc:spChg chg="add del">
          <ac:chgData name="Mark McGlinchey" userId="6e11bbf3-9dcb-4b8b-b03e-52345dfdf79c" providerId="ADAL" clId="{7FCC384E-6ADA-43C3-A97E-22FE48DE0E44}" dt="2023-01-14T17:41:02.825" v="122" actId="26606"/>
          <ac:spMkLst>
            <pc:docMk/>
            <pc:sldMk cId="4210164021" sldId="294"/>
            <ac:spMk id="41" creationId="{38FAA1A1-D861-433F-88FA-1E9D6FD31D11}"/>
          </ac:spMkLst>
        </pc:spChg>
        <pc:spChg chg="add del">
          <ac:chgData name="Mark McGlinchey" userId="6e11bbf3-9dcb-4b8b-b03e-52345dfdf79c" providerId="ADAL" clId="{7FCC384E-6ADA-43C3-A97E-22FE48DE0E44}" dt="2023-01-14T17:41:02.825" v="122" actId="26606"/>
          <ac:spMkLst>
            <pc:docMk/>
            <pc:sldMk cId="4210164021" sldId="294"/>
            <ac:spMk id="42" creationId="{8D71EDA1-87BF-4D5D-AB79-F346FD19278A}"/>
          </ac:spMkLst>
        </pc:spChg>
        <pc:spChg chg="add">
          <ac:chgData name="Mark McGlinchey" userId="6e11bbf3-9dcb-4b8b-b03e-52345dfdf79c" providerId="ADAL" clId="{7FCC384E-6ADA-43C3-A97E-22FE48DE0E44}" dt="2023-01-14T17:41:02.838" v="123" actId="26606"/>
          <ac:spMkLst>
            <pc:docMk/>
            <pc:sldMk cId="4210164021" sldId="294"/>
            <ac:spMk id="44" creationId="{C4285719-470E-454C-AF62-8323075F1F5B}"/>
          </ac:spMkLst>
        </pc:spChg>
        <pc:spChg chg="add">
          <ac:chgData name="Mark McGlinchey" userId="6e11bbf3-9dcb-4b8b-b03e-52345dfdf79c" providerId="ADAL" clId="{7FCC384E-6ADA-43C3-A97E-22FE48DE0E44}" dt="2023-01-14T17:41:02.838" v="123" actId="26606"/>
          <ac:spMkLst>
            <pc:docMk/>
            <pc:sldMk cId="4210164021" sldId="294"/>
            <ac:spMk id="45" creationId="{CD9FE4EF-C4D8-49A0-B2FF-81D8DB7D8A24}"/>
          </ac:spMkLst>
        </pc:spChg>
        <pc:spChg chg="add">
          <ac:chgData name="Mark McGlinchey" userId="6e11bbf3-9dcb-4b8b-b03e-52345dfdf79c" providerId="ADAL" clId="{7FCC384E-6ADA-43C3-A97E-22FE48DE0E44}" dt="2023-01-14T17:41:02.838" v="123" actId="26606"/>
          <ac:spMkLst>
            <pc:docMk/>
            <pc:sldMk cId="4210164021" sldId="294"/>
            <ac:spMk id="46" creationId="{4300840D-0A0B-4512-BACA-B439D5B9C57C}"/>
          </ac:spMkLst>
        </pc:spChg>
        <pc:spChg chg="add">
          <ac:chgData name="Mark McGlinchey" userId="6e11bbf3-9dcb-4b8b-b03e-52345dfdf79c" providerId="ADAL" clId="{7FCC384E-6ADA-43C3-A97E-22FE48DE0E44}" dt="2023-01-14T17:41:02.838" v="123" actId="26606"/>
          <ac:spMkLst>
            <pc:docMk/>
            <pc:sldMk cId="4210164021" sldId="294"/>
            <ac:spMk id="47" creationId="{D2B78728-A580-49A7-84F9-6EF6F583ADE0}"/>
          </ac:spMkLst>
        </pc:spChg>
        <pc:spChg chg="add">
          <ac:chgData name="Mark McGlinchey" userId="6e11bbf3-9dcb-4b8b-b03e-52345dfdf79c" providerId="ADAL" clId="{7FCC384E-6ADA-43C3-A97E-22FE48DE0E44}" dt="2023-01-14T17:41:02.838" v="123" actId="26606"/>
          <ac:spMkLst>
            <pc:docMk/>
            <pc:sldMk cId="4210164021" sldId="294"/>
            <ac:spMk id="48" creationId="{38FAA1A1-D861-433F-88FA-1E9D6FD31D11}"/>
          </ac:spMkLst>
        </pc:spChg>
        <pc:spChg chg="add">
          <ac:chgData name="Mark McGlinchey" userId="6e11bbf3-9dcb-4b8b-b03e-52345dfdf79c" providerId="ADAL" clId="{7FCC384E-6ADA-43C3-A97E-22FE48DE0E44}" dt="2023-01-14T17:41:02.838" v="123" actId="26606"/>
          <ac:spMkLst>
            <pc:docMk/>
            <pc:sldMk cId="4210164021" sldId="294"/>
            <ac:spMk id="49" creationId="{8D71EDA1-87BF-4D5D-AB79-F346FD19278A}"/>
          </ac:spMkLst>
        </pc:spChg>
        <pc:picChg chg="add mod">
          <ac:chgData name="Mark McGlinchey" userId="6e11bbf3-9dcb-4b8b-b03e-52345dfdf79c" providerId="ADAL" clId="{7FCC384E-6ADA-43C3-A97E-22FE48DE0E44}" dt="2023-01-14T17:43:44.133" v="150" actId="1076"/>
          <ac:picMkLst>
            <pc:docMk/>
            <pc:sldMk cId="4210164021" sldId="294"/>
            <ac:picMk id="6" creationId="{A4AAE61E-2024-78AA-0870-1BEEBEEC9B8E}"/>
          </ac:picMkLst>
        </pc:picChg>
      </pc:sldChg>
      <pc:sldChg chg="addSp delSp modSp mod setBg">
        <pc:chgData name="Mark McGlinchey" userId="6e11bbf3-9dcb-4b8b-b03e-52345dfdf79c" providerId="ADAL" clId="{7FCC384E-6ADA-43C3-A97E-22FE48DE0E44}" dt="2023-01-14T17:44:22.790" v="157" actId="1076"/>
        <pc:sldMkLst>
          <pc:docMk/>
          <pc:sldMk cId="2381968814" sldId="295"/>
        </pc:sldMkLst>
        <pc:spChg chg="mod">
          <ac:chgData name="Mark McGlinchey" userId="6e11bbf3-9dcb-4b8b-b03e-52345dfdf79c" providerId="ADAL" clId="{7FCC384E-6ADA-43C3-A97E-22FE48DE0E44}" dt="2023-01-14T17:44:22.790" v="157" actId="1076"/>
          <ac:spMkLst>
            <pc:docMk/>
            <pc:sldMk cId="2381968814" sldId="295"/>
            <ac:spMk id="2" creationId="{4CE20CE8-3934-2117-73F6-BC7863C2B206}"/>
          </ac:spMkLst>
        </pc:spChg>
        <pc:spChg chg="mod">
          <ac:chgData name="Mark McGlinchey" userId="6e11bbf3-9dcb-4b8b-b03e-52345dfdf79c" providerId="ADAL" clId="{7FCC384E-6ADA-43C3-A97E-22FE48DE0E44}" dt="2023-01-14T17:40:50.809" v="114" actId="26606"/>
          <ac:spMkLst>
            <pc:docMk/>
            <pc:sldMk cId="2381968814" sldId="295"/>
            <ac:spMk id="3" creationId="{DC7DEE90-980C-14EB-CAC8-8400BC6A0C14}"/>
          </ac:spMkLst>
        </pc:spChg>
        <pc:spChg chg="add del">
          <ac:chgData name="Mark McGlinchey" userId="6e11bbf3-9dcb-4b8b-b03e-52345dfdf79c" providerId="ADAL" clId="{7FCC384E-6ADA-43C3-A97E-22FE48DE0E44}" dt="2023-01-14T17:42:16.022" v="132" actId="26606"/>
          <ac:spMkLst>
            <pc:docMk/>
            <pc:sldMk cId="2381968814" sldId="295"/>
            <ac:spMk id="14" creationId="{B712E947-0734-45F9-9C4F-41114EC3A33E}"/>
          </ac:spMkLst>
        </pc:spChg>
        <pc:spChg chg="add del">
          <ac:chgData name="Mark McGlinchey" userId="6e11bbf3-9dcb-4b8b-b03e-52345dfdf79c" providerId="ADAL" clId="{7FCC384E-6ADA-43C3-A97E-22FE48DE0E44}" dt="2023-01-14T17:42:16.022" v="132" actId="26606"/>
          <ac:spMkLst>
            <pc:docMk/>
            <pc:sldMk cId="2381968814" sldId="295"/>
            <ac:spMk id="16" creationId="{4C6B5652-C661-4C58-B937-F0F490F7FCB2}"/>
          </ac:spMkLst>
        </pc:spChg>
        <pc:spChg chg="add del">
          <ac:chgData name="Mark McGlinchey" userId="6e11bbf3-9dcb-4b8b-b03e-52345dfdf79c" providerId="ADAL" clId="{7FCC384E-6ADA-43C3-A97E-22FE48DE0E44}" dt="2023-01-14T17:42:16.022" v="132" actId="26606"/>
          <ac:spMkLst>
            <pc:docMk/>
            <pc:sldMk cId="2381968814" sldId="295"/>
            <ac:spMk id="18" creationId="{0B936867-6407-43FB-9DE6-1B0879D0CB31}"/>
          </ac:spMkLst>
        </pc:spChg>
        <pc:spChg chg="add del">
          <ac:chgData name="Mark McGlinchey" userId="6e11bbf3-9dcb-4b8b-b03e-52345dfdf79c" providerId="ADAL" clId="{7FCC384E-6ADA-43C3-A97E-22FE48DE0E44}" dt="2023-01-14T17:42:16.022" v="132" actId="26606"/>
          <ac:spMkLst>
            <pc:docMk/>
            <pc:sldMk cId="2381968814" sldId="295"/>
            <ac:spMk id="20" creationId="{ACD0B258-678B-4A8C-894F-848AF24A1922}"/>
          </ac:spMkLst>
        </pc:spChg>
        <pc:spChg chg="add del">
          <ac:chgData name="Mark McGlinchey" userId="6e11bbf3-9dcb-4b8b-b03e-52345dfdf79c" providerId="ADAL" clId="{7FCC384E-6ADA-43C3-A97E-22FE48DE0E44}" dt="2023-01-14T17:42:16.022" v="132" actId="26606"/>
          <ac:spMkLst>
            <pc:docMk/>
            <pc:sldMk cId="2381968814" sldId="295"/>
            <ac:spMk id="22" creationId="{C8D58395-74AF-401A-AF2F-76B6FCF71DFE}"/>
          </ac:spMkLst>
        </pc:spChg>
        <pc:spChg chg="add del">
          <ac:chgData name="Mark McGlinchey" userId="6e11bbf3-9dcb-4b8b-b03e-52345dfdf79c" providerId="ADAL" clId="{7FCC384E-6ADA-43C3-A97E-22FE48DE0E44}" dt="2023-01-14T17:42:16.022" v="132" actId="26606"/>
          <ac:spMkLst>
            <pc:docMk/>
            <pc:sldMk cId="2381968814" sldId="295"/>
            <ac:spMk id="24" creationId="{2F003F3F-F118-41D2-AA3F-74DB0D1970BB}"/>
          </ac:spMkLst>
        </pc:spChg>
        <pc:spChg chg="add">
          <ac:chgData name="Mark McGlinchey" userId="6e11bbf3-9dcb-4b8b-b03e-52345dfdf79c" providerId="ADAL" clId="{7FCC384E-6ADA-43C3-A97E-22FE48DE0E44}" dt="2023-01-14T17:42:16.022" v="132" actId="26606"/>
          <ac:spMkLst>
            <pc:docMk/>
            <pc:sldMk cId="2381968814" sldId="295"/>
            <ac:spMk id="29" creationId="{B712E947-0734-45F9-9C4F-41114EC3A33E}"/>
          </ac:spMkLst>
        </pc:spChg>
        <pc:spChg chg="add">
          <ac:chgData name="Mark McGlinchey" userId="6e11bbf3-9dcb-4b8b-b03e-52345dfdf79c" providerId="ADAL" clId="{7FCC384E-6ADA-43C3-A97E-22FE48DE0E44}" dt="2023-01-14T17:42:16.022" v="132" actId="26606"/>
          <ac:spMkLst>
            <pc:docMk/>
            <pc:sldMk cId="2381968814" sldId="295"/>
            <ac:spMk id="31" creationId="{4C6B5652-C661-4C58-B937-F0F490F7FCB2}"/>
          </ac:spMkLst>
        </pc:spChg>
        <pc:spChg chg="add">
          <ac:chgData name="Mark McGlinchey" userId="6e11bbf3-9dcb-4b8b-b03e-52345dfdf79c" providerId="ADAL" clId="{7FCC384E-6ADA-43C3-A97E-22FE48DE0E44}" dt="2023-01-14T17:42:16.022" v="132" actId="26606"/>
          <ac:spMkLst>
            <pc:docMk/>
            <pc:sldMk cId="2381968814" sldId="295"/>
            <ac:spMk id="33" creationId="{0B936867-6407-43FB-9DE6-1B0879D0CB31}"/>
          </ac:spMkLst>
        </pc:spChg>
        <pc:spChg chg="add">
          <ac:chgData name="Mark McGlinchey" userId="6e11bbf3-9dcb-4b8b-b03e-52345dfdf79c" providerId="ADAL" clId="{7FCC384E-6ADA-43C3-A97E-22FE48DE0E44}" dt="2023-01-14T17:42:16.022" v="132" actId="26606"/>
          <ac:spMkLst>
            <pc:docMk/>
            <pc:sldMk cId="2381968814" sldId="295"/>
            <ac:spMk id="35" creationId="{ACD0B258-678B-4A8C-894F-848AF24A1922}"/>
          </ac:spMkLst>
        </pc:spChg>
        <pc:spChg chg="add">
          <ac:chgData name="Mark McGlinchey" userId="6e11bbf3-9dcb-4b8b-b03e-52345dfdf79c" providerId="ADAL" clId="{7FCC384E-6ADA-43C3-A97E-22FE48DE0E44}" dt="2023-01-14T17:42:16.022" v="132" actId="26606"/>
          <ac:spMkLst>
            <pc:docMk/>
            <pc:sldMk cId="2381968814" sldId="295"/>
            <ac:spMk id="37" creationId="{C8D58395-74AF-401A-AF2F-76B6FCF71DFE}"/>
          </ac:spMkLst>
        </pc:spChg>
        <pc:spChg chg="add">
          <ac:chgData name="Mark McGlinchey" userId="6e11bbf3-9dcb-4b8b-b03e-52345dfdf79c" providerId="ADAL" clId="{7FCC384E-6ADA-43C3-A97E-22FE48DE0E44}" dt="2023-01-14T17:42:16.022" v="132" actId="26606"/>
          <ac:spMkLst>
            <pc:docMk/>
            <pc:sldMk cId="2381968814" sldId="295"/>
            <ac:spMk id="39" creationId="{2F003F3F-F118-41D2-AA3F-74DB0D1970BB}"/>
          </ac:spMkLst>
        </pc:spChg>
        <pc:picChg chg="mod ord">
          <ac:chgData name="Mark McGlinchey" userId="6e11bbf3-9dcb-4b8b-b03e-52345dfdf79c" providerId="ADAL" clId="{7FCC384E-6ADA-43C3-A97E-22FE48DE0E44}" dt="2023-01-14T17:42:16.022" v="132" actId="26606"/>
          <ac:picMkLst>
            <pc:docMk/>
            <pc:sldMk cId="2381968814" sldId="295"/>
            <ac:picMk id="7" creationId="{8FAEAF2F-3626-0408-2A4F-FC5588843BD3}"/>
          </ac:picMkLst>
        </pc:picChg>
        <pc:picChg chg="mod ord">
          <ac:chgData name="Mark McGlinchey" userId="6e11bbf3-9dcb-4b8b-b03e-52345dfdf79c" providerId="ADAL" clId="{7FCC384E-6ADA-43C3-A97E-22FE48DE0E44}" dt="2023-01-14T17:42:16.022" v="132" actId="26606"/>
          <ac:picMkLst>
            <pc:docMk/>
            <pc:sldMk cId="2381968814" sldId="295"/>
            <ac:picMk id="9" creationId="{B263130A-5E36-06C5-4284-38C3C8258F3E}"/>
          </ac:picMkLst>
        </pc:picChg>
      </pc:sldChg>
      <pc:sldChg chg="addSp delSp modSp mod setBg">
        <pc:chgData name="Mark McGlinchey" userId="6e11bbf3-9dcb-4b8b-b03e-52345dfdf79c" providerId="ADAL" clId="{7FCC384E-6ADA-43C3-A97E-22FE48DE0E44}" dt="2023-01-14T17:42:55.719" v="141" actId="26606"/>
        <pc:sldMkLst>
          <pc:docMk/>
          <pc:sldMk cId="1288903496" sldId="296"/>
        </pc:sldMkLst>
        <pc:spChg chg="mod">
          <ac:chgData name="Mark McGlinchey" userId="6e11bbf3-9dcb-4b8b-b03e-52345dfdf79c" providerId="ADAL" clId="{7FCC384E-6ADA-43C3-A97E-22FE48DE0E44}" dt="2023-01-14T17:42:55.719" v="141" actId="26606"/>
          <ac:spMkLst>
            <pc:docMk/>
            <pc:sldMk cId="1288903496" sldId="296"/>
            <ac:spMk id="2" creationId="{87A7C7C1-8601-F1EC-B655-E4FEFA90DBAD}"/>
          </ac:spMkLst>
        </pc:spChg>
        <pc:spChg chg="mod ord">
          <ac:chgData name="Mark McGlinchey" userId="6e11bbf3-9dcb-4b8b-b03e-52345dfdf79c" providerId="ADAL" clId="{7FCC384E-6ADA-43C3-A97E-22FE48DE0E44}" dt="2023-01-14T17:42:55.719" v="141" actId="26606"/>
          <ac:spMkLst>
            <pc:docMk/>
            <pc:sldMk cId="1288903496" sldId="296"/>
            <ac:spMk id="3" creationId="{5C809660-C1C0-FD48-6411-5041681B0DB5}"/>
          </ac:spMkLst>
        </pc:spChg>
        <pc:spChg chg="add del">
          <ac:chgData name="Mark McGlinchey" userId="6e11bbf3-9dcb-4b8b-b03e-52345dfdf79c" providerId="ADAL" clId="{7FCC384E-6ADA-43C3-A97E-22FE48DE0E44}" dt="2023-01-14T17:42:32.745" v="133" actId="26606"/>
          <ac:spMkLst>
            <pc:docMk/>
            <pc:sldMk cId="1288903496" sldId="296"/>
            <ac:spMk id="10" creationId="{3AFE8227-C443-417B-BA91-520EB1EF4559}"/>
          </ac:spMkLst>
        </pc:spChg>
        <pc:spChg chg="add del">
          <ac:chgData name="Mark McGlinchey" userId="6e11bbf3-9dcb-4b8b-b03e-52345dfdf79c" providerId="ADAL" clId="{7FCC384E-6ADA-43C3-A97E-22FE48DE0E44}" dt="2023-01-14T17:42:32.745" v="133" actId="26606"/>
          <ac:spMkLst>
            <pc:docMk/>
            <pc:sldMk cId="1288903496" sldId="296"/>
            <ac:spMk id="12" creationId="{907741FC-B544-4A6E-B831-6789D042333D}"/>
          </ac:spMkLst>
        </pc:spChg>
        <pc:spChg chg="add del">
          <ac:chgData name="Mark McGlinchey" userId="6e11bbf3-9dcb-4b8b-b03e-52345dfdf79c" providerId="ADAL" clId="{7FCC384E-6ADA-43C3-A97E-22FE48DE0E44}" dt="2023-01-14T17:42:32.745" v="133" actId="26606"/>
          <ac:spMkLst>
            <pc:docMk/>
            <pc:sldMk cId="1288903496" sldId="296"/>
            <ac:spMk id="14" creationId="{3F0BE7ED-7814-4273-B18A-F26CC0380380}"/>
          </ac:spMkLst>
        </pc:spChg>
        <pc:spChg chg="add del">
          <ac:chgData name="Mark McGlinchey" userId="6e11bbf3-9dcb-4b8b-b03e-52345dfdf79c" providerId="ADAL" clId="{7FCC384E-6ADA-43C3-A97E-22FE48DE0E44}" dt="2023-01-14T17:42:55.719" v="141" actId="26606"/>
          <ac:spMkLst>
            <pc:docMk/>
            <pc:sldMk cId="1288903496" sldId="296"/>
            <ac:spMk id="19" creationId="{C4285719-470E-454C-AF62-8323075F1F5B}"/>
          </ac:spMkLst>
        </pc:spChg>
        <pc:spChg chg="add del">
          <ac:chgData name="Mark McGlinchey" userId="6e11bbf3-9dcb-4b8b-b03e-52345dfdf79c" providerId="ADAL" clId="{7FCC384E-6ADA-43C3-A97E-22FE48DE0E44}" dt="2023-01-14T17:42:55.719" v="141" actId="26606"/>
          <ac:spMkLst>
            <pc:docMk/>
            <pc:sldMk cId="1288903496" sldId="296"/>
            <ac:spMk id="21" creationId="{CD9FE4EF-C4D8-49A0-B2FF-81D8DB7D8A24}"/>
          </ac:spMkLst>
        </pc:spChg>
        <pc:spChg chg="add del">
          <ac:chgData name="Mark McGlinchey" userId="6e11bbf3-9dcb-4b8b-b03e-52345dfdf79c" providerId="ADAL" clId="{7FCC384E-6ADA-43C3-A97E-22FE48DE0E44}" dt="2023-01-14T17:42:55.719" v="141" actId="26606"/>
          <ac:spMkLst>
            <pc:docMk/>
            <pc:sldMk cId="1288903496" sldId="296"/>
            <ac:spMk id="23" creationId="{4300840D-0A0B-4512-BACA-B439D5B9C57C}"/>
          </ac:spMkLst>
        </pc:spChg>
        <pc:spChg chg="add del">
          <ac:chgData name="Mark McGlinchey" userId="6e11bbf3-9dcb-4b8b-b03e-52345dfdf79c" providerId="ADAL" clId="{7FCC384E-6ADA-43C3-A97E-22FE48DE0E44}" dt="2023-01-14T17:42:55.719" v="141" actId="26606"/>
          <ac:spMkLst>
            <pc:docMk/>
            <pc:sldMk cId="1288903496" sldId="296"/>
            <ac:spMk id="25" creationId="{D2B78728-A580-49A7-84F9-6EF6F583ADE0}"/>
          </ac:spMkLst>
        </pc:spChg>
        <pc:spChg chg="add del">
          <ac:chgData name="Mark McGlinchey" userId="6e11bbf3-9dcb-4b8b-b03e-52345dfdf79c" providerId="ADAL" clId="{7FCC384E-6ADA-43C3-A97E-22FE48DE0E44}" dt="2023-01-14T17:42:55.719" v="141" actId="26606"/>
          <ac:spMkLst>
            <pc:docMk/>
            <pc:sldMk cId="1288903496" sldId="296"/>
            <ac:spMk id="27" creationId="{38FAA1A1-D861-433F-88FA-1E9D6FD31D11}"/>
          </ac:spMkLst>
        </pc:spChg>
        <pc:spChg chg="add del">
          <ac:chgData name="Mark McGlinchey" userId="6e11bbf3-9dcb-4b8b-b03e-52345dfdf79c" providerId="ADAL" clId="{7FCC384E-6ADA-43C3-A97E-22FE48DE0E44}" dt="2023-01-14T17:42:55.719" v="141" actId="26606"/>
          <ac:spMkLst>
            <pc:docMk/>
            <pc:sldMk cId="1288903496" sldId="296"/>
            <ac:spMk id="29" creationId="{8D71EDA1-87BF-4D5D-AB79-F346FD19278A}"/>
          </ac:spMkLst>
        </pc:spChg>
        <pc:spChg chg="add del">
          <ac:chgData name="Mark McGlinchey" userId="6e11bbf3-9dcb-4b8b-b03e-52345dfdf79c" providerId="ADAL" clId="{7FCC384E-6ADA-43C3-A97E-22FE48DE0E44}" dt="2023-01-14T17:42:55.710" v="140" actId="26606"/>
          <ac:spMkLst>
            <pc:docMk/>
            <pc:sldMk cId="1288903496" sldId="296"/>
            <ac:spMk id="34" creationId="{8181FC64-B306-4821-98E2-780662EFC486}"/>
          </ac:spMkLst>
        </pc:spChg>
        <pc:spChg chg="add del">
          <ac:chgData name="Mark McGlinchey" userId="6e11bbf3-9dcb-4b8b-b03e-52345dfdf79c" providerId="ADAL" clId="{7FCC384E-6ADA-43C3-A97E-22FE48DE0E44}" dt="2023-01-14T17:42:55.710" v="140" actId="26606"/>
          <ac:spMkLst>
            <pc:docMk/>
            <pc:sldMk cId="1288903496" sldId="296"/>
            <ac:spMk id="36" creationId="{5871FC61-DD4E-47D4-81FD-8A7E7D12B371}"/>
          </ac:spMkLst>
        </pc:spChg>
        <pc:spChg chg="add del">
          <ac:chgData name="Mark McGlinchey" userId="6e11bbf3-9dcb-4b8b-b03e-52345dfdf79c" providerId="ADAL" clId="{7FCC384E-6ADA-43C3-A97E-22FE48DE0E44}" dt="2023-01-14T17:42:55.710" v="140" actId="26606"/>
          <ac:spMkLst>
            <pc:docMk/>
            <pc:sldMk cId="1288903496" sldId="296"/>
            <ac:spMk id="38" creationId="{F9EC3F91-A75C-4F74-867E-E4C28C13546B}"/>
          </ac:spMkLst>
        </pc:spChg>
        <pc:spChg chg="add del">
          <ac:chgData name="Mark McGlinchey" userId="6e11bbf3-9dcb-4b8b-b03e-52345dfdf79c" providerId="ADAL" clId="{7FCC384E-6ADA-43C3-A97E-22FE48DE0E44}" dt="2023-01-14T17:42:55.710" v="140" actId="26606"/>
          <ac:spMkLst>
            <pc:docMk/>
            <pc:sldMk cId="1288903496" sldId="296"/>
            <ac:spMk id="40" creationId="{829A1E2C-5AC8-40FC-99E9-832069D39792}"/>
          </ac:spMkLst>
        </pc:spChg>
        <pc:spChg chg="add">
          <ac:chgData name="Mark McGlinchey" userId="6e11bbf3-9dcb-4b8b-b03e-52345dfdf79c" providerId="ADAL" clId="{7FCC384E-6ADA-43C3-A97E-22FE48DE0E44}" dt="2023-01-14T17:42:55.719" v="141" actId="26606"/>
          <ac:spMkLst>
            <pc:docMk/>
            <pc:sldMk cId="1288903496" sldId="296"/>
            <ac:spMk id="42" creationId="{3AFE8227-C443-417B-BA91-520EB1EF4559}"/>
          </ac:spMkLst>
        </pc:spChg>
        <pc:spChg chg="add">
          <ac:chgData name="Mark McGlinchey" userId="6e11bbf3-9dcb-4b8b-b03e-52345dfdf79c" providerId="ADAL" clId="{7FCC384E-6ADA-43C3-A97E-22FE48DE0E44}" dt="2023-01-14T17:42:55.719" v="141" actId="26606"/>
          <ac:spMkLst>
            <pc:docMk/>
            <pc:sldMk cId="1288903496" sldId="296"/>
            <ac:spMk id="43" creationId="{907741FC-B544-4A6E-B831-6789D042333D}"/>
          </ac:spMkLst>
        </pc:spChg>
        <pc:spChg chg="add">
          <ac:chgData name="Mark McGlinchey" userId="6e11bbf3-9dcb-4b8b-b03e-52345dfdf79c" providerId="ADAL" clId="{7FCC384E-6ADA-43C3-A97E-22FE48DE0E44}" dt="2023-01-14T17:42:55.719" v="141" actId="26606"/>
          <ac:spMkLst>
            <pc:docMk/>
            <pc:sldMk cId="1288903496" sldId="296"/>
            <ac:spMk id="44" creationId="{3F0BE7ED-7814-4273-B18A-F26CC0380380}"/>
          </ac:spMkLst>
        </pc:spChg>
        <pc:picChg chg="add mod">
          <ac:chgData name="Mark McGlinchey" userId="6e11bbf3-9dcb-4b8b-b03e-52345dfdf79c" providerId="ADAL" clId="{7FCC384E-6ADA-43C3-A97E-22FE48DE0E44}" dt="2023-01-14T16:05:23.454" v="34"/>
          <ac:picMkLst>
            <pc:docMk/>
            <pc:sldMk cId="1288903496" sldId="296"/>
            <ac:picMk id="4" creationId="{19A1DF68-28B1-FD65-D9B5-F345E934DC35}"/>
          </ac:picMkLst>
        </pc:picChg>
        <pc:picChg chg="add mod ord">
          <ac:chgData name="Mark McGlinchey" userId="6e11bbf3-9dcb-4b8b-b03e-52345dfdf79c" providerId="ADAL" clId="{7FCC384E-6ADA-43C3-A97E-22FE48DE0E44}" dt="2023-01-14T17:42:55.719" v="141" actId="26606"/>
          <ac:picMkLst>
            <pc:docMk/>
            <pc:sldMk cId="1288903496" sldId="296"/>
            <ac:picMk id="5" creationId="{E3E963FD-DD5B-1DCE-8BE7-192D2F0D6AFD}"/>
          </ac:picMkLst>
        </pc:picChg>
        <pc:picChg chg="add mod">
          <ac:chgData name="Mark McGlinchey" userId="6e11bbf3-9dcb-4b8b-b03e-52345dfdf79c" providerId="ADAL" clId="{7FCC384E-6ADA-43C3-A97E-22FE48DE0E44}" dt="2023-01-14T16:05:42.074" v="36"/>
          <ac:picMkLst>
            <pc:docMk/>
            <pc:sldMk cId="1288903496" sldId="296"/>
            <ac:picMk id="6" creationId="{5C42B9E5-6C67-BDA3-CD0E-EC572FE6AEAA}"/>
          </ac:picMkLst>
        </pc:picChg>
        <pc:picChg chg="add mod">
          <ac:chgData name="Mark McGlinchey" userId="6e11bbf3-9dcb-4b8b-b03e-52345dfdf79c" providerId="ADAL" clId="{7FCC384E-6ADA-43C3-A97E-22FE48DE0E44}" dt="2023-01-14T16:05:51.601" v="37"/>
          <ac:picMkLst>
            <pc:docMk/>
            <pc:sldMk cId="1288903496" sldId="296"/>
            <ac:picMk id="7" creationId="{1DBF142C-A184-8813-5BF3-B222257C4DE7}"/>
          </ac:picMkLst>
        </pc:picChg>
      </pc:sldChg>
      <pc:sldChg chg="addSp modSp">
        <pc:chgData name="Mark McGlinchey" userId="6e11bbf3-9dcb-4b8b-b03e-52345dfdf79c" providerId="ADAL" clId="{7FCC384E-6ADA-43C3-A97E-22FE48DE0E44}" dt="2023-01-14T16:24:56.052" v="67" actId="1076"/>
        <pc:sldMkLst>
          <pc:docMk/>
          <pc:sldMk cId="3390042330" sldId="298"/>
        </pc:sldMkLst>
        <pc:picChg chg="add mod">
          <ac:chgData name="Mark McGlinchey" userId="6e11bbf3-9dcb-4b8b-b03e-52345dfdf79c" providerId="ADAL" clId="{7FCC384E-6ADA-43C3-A97E-22FE48DE0E44}" dt="2023-01-14T16:24:19.428" v="61" actId="1076"/>
          <ac:picMkLst>
            <pc:docMk/>
            <pc:sldMk cId="3390042330" sldId="298"/>
            <ac:picMk id="4" creationId="{8B4A8FBD-758C-6E25-EC83-CC1A5EB568B9}"/>
          </ac:picMkLst>
        </pc:picChg>
        <pc:picChg chg="add mod">
          <ac:chgData name="Mark McGlinchey" userId="6e11bbf3-9dcb-4b8b-b03e-52345dfdf79c" providerId="ADAL" clId="{7FCC384E-6ADA-43C3-A97E-22FE48DE0E44}" dt="2023-01-14T16:24:37.484" v="64" actId="1076"/>
          <ac:picMkLst>
            <pc:docMk/>
            <pc:sldMk cId="3390042330" sldId="298"/>
            <ac:picMk id="5" creationId="{230BB6D4-7B72-DE18-77F1-347BBFC547FD}"/>
          </ac:picMkLst>
        </pc:picChg>
        <pc:picChg chg="add mod">
          <ac:chgData name="Mark McGlinchey" userId="6e11bbf3-9dcb-4b8b-b03e-52345dfdf79c" providerId="ADAL" clId="{7FCC384E-6ADA-43C3-A97E-22FE48DE0E44}" dt="2023-01-14T16:24:56.052" v="67" actId="1076"/>
          <ac:picMkLst>
            <pc:docMk/>
            <pc:sldMk cId="3390042330" sldId="298"/>
            <ac:picMk id="10" creationId="{E478CB1F-8F5D-2F3A-7A5F-2CFB81576517}"/>
          </ac:picMkLst>
        </pc:picChg>
      </pc:sldChg>
      <pc:sldChg chg="addSp modSp mod setBg">
        <pc:chgData name="Mark McGlinchey" userId="6e11bbf3-9dcb-4b8b-b03e-52345dfdf79c" providerId="ADAL" clId="{7FCC384E-6ADA-43C3-A97E-22FE48DE0E44}" dt="2023-01-14T17:39:55.033" v="110" actId="26606"/>
        <pc:sldMkLst>
          <pc:docMk/>
          <pc:sldMk cId="447069789" sldId="299"/>
        </pc:sldMkLst>
        <pc:spChg chg="mod">
          <ac:chgData name="Mark McGlinchey" userId="6e11bbf3-9dcb-4b8b-b03e-52345dfdf79c" providerId="ADAL" clId="{7FCC384E-6ADA-43C3-A97E-22FE48DE0E44}" dt="2023-01-14T17:39:55.033" v="110" actId="26606"/>
          <ac:spMkLst>
            <pc:docMk/>
            <pc:sldMk cId="447069789" sldId="299"/>
            <ac:spMk id="2" creationId="{A08169B5-FD60-9B59-DAB8-84DBB96DFC93}"/>
          </ac:spMkLst>
        </pc:spChg>
        <pc:spChg chg="add">
          <ac:chgData name="Mark McGlinchey" userId="6e11bbf3-9dcb-4b8b-b03e-52345dfdf79c" providerId="ADAL" clId="{7FCC384E-6ADA-43C3-A97E-22FE48DE0E44}" dt="2023-01-14T17:39:55.033" v="110" actId="26606"/>
          <ac:spMkLst>
            <pc:docMk/>
            <pc:sldMk cId="447069789" sldId="299"/>
            <ac:spMk id="9" creationId="{BACC6370-2D7E-4714-9D71-7542949D7D5D}"/>
          </ac:spMkLst>
        </pc:spChg>
        <pc:spChg chg="add">
          <ac:chgData name="Mark McGlinchey" userId="6e11bbf3-9dcb-4b8b-b03e-52345dfdf79c" providerId="ADAL" clId="{7FCC384E-6ADA-43C3-A97E-22FE48DE0E44}" dt="2023-01-14T17:39:55.033" v="110" actId="26606"/>
          <ac:spMkLst>
            <pc:docMk/>
            <pc:sldMk cId="447069789" sldId="299"/>
            <ac:spMk id="11" creationId="{F68B3F68-107C-434F-AA38-110D5EA91B85}"/>
          </ac:spMkLst>
        </pc:spChg>
        <pc:spChg chg="add">
          <ac:chgData name="Mark McGlinchey" userId="6e11bbf3-9dcb-4b8b-b03e-52345dfdf79c" providerId="ADAL" clId="{7FCC384E-6ADA-43C3-A97E-22FE48DE0E44}" dt="2023-01-14T17:39:55.033" v="110" actId="26606"/>
          <ac:spMkLst>
            <pc:docMk/>
            <pc:sldMk cId="447069789" sldId="299"/>
            <ac:spMk id="13" creationId="{AAD0DBB9-1A4B-4391-81D4-CB19F9AB918A}"/>
          </ac:spMkLst>
        </pc:spChg>
        <pc:spChg chg="add">
          <ac:chgData name="Mark McGlinchey" userId="6e11bbf3-9dcb-4b8b-b03e-52345dfdf79c" providerId="ADAL" clId="{7FCC384E-6ADA-43C3-A97E-22FE48DE0E44}" dt="2023-01-14T17:39:55.033" v="110" actId="26606"/>
          <ac:spMkLst>
            <pc:docMk/>
            <pc:sldMk cId="447069789" sldId="299"/>
            <ac:spMk id="15" creationId="{063BBA22-50EA-4C4D-BE05-F1CE4E63AA56}"/>
          </ac:spMkLst>
        </pc:spChg>
        <pc:graphicFrameChg chg="mod modGraphic">
          <ac:chgData name="Mark McGlinchey" userId="6e11bbf3-9dcb-4b8b-b03e-52345dfdf79c" providerId="ADAL" clId="{7FCC384E-6ADA-43C3-A97E-22FE48DE0E44}" dt="2023-01-14T17:39:55.033" v="110" actId="26606"/>
          <ac:graphicFrameMkLst>
            <pc:docMk/>
            <pc:sldMk cId="447069789" sldId="299"/>
            <ac:graphicFrameMk id="4" creationId="{F47D876C-4D6E-EE67-6E42-A1A7F3F47F97}"/>
          </ac:graphicFrameMkLst>
        </pc:graphicFrameChg>
      </pc:sldChg>
      <pc:sldChg chg="addSp modSp mod setBg">
        <pc:chgData name="Mark McGlinchey" userId="6e11bbf3-9dcb-4b8b-b03e-52345dfdf79c" providerId="ADAL" clId="{7FCC384E-6ADA-43C3-A97E-22FE48DE0E44}" dt="2023-01-14T17:39:51.209" v="109" actId="26606"/>
        <pc:sldMkLst>
          <pc:docMk/>
          <pc:sldMk cId="927631097" sldId="301"/>
        </pc:sldMkLst>
        <pc:spChg chg="mod">
          <ac:chgData name="Mark McGlinchey" userId="6e11bbf3-9dcb-4b8b-b03e-52345dfdf79c" providerId="ADAL" clId="{7FCC384E-6ADA-43C3-A97E-22FE48DE0E44}" dt="2023-01-14T17:39:51.209" v="109" actId="26606"/>
          <ac:spMkLst>
            <pc:docMk/>
            <pc:sldMk cId="927631097" sldId="301"/>
            <ac:spMk id="2" creationId="{810D58C3-6DF2-4007-9E51-17FF7E2DF0B0}"/>
          </ac:spMkLst>
        </pc:spChg>
        <pc:spChg chg="add">
          <ac:chgData name="Mark McGlinchey" userId="6e11bbf3-9dcb-4b8b-b03e-52345dfdf79c" providerId="ADAL" clId="{7FCC384E-6ADA-43C3-A97E-22FE48DE0E44}" dt="2023-01-14T17:39:51.209" v="109" actId="26606"/>
          <ac:spMkLst>
            <pc:docMk/>
            <pc:sldMk cId="927631097" sldId="301"/>
            <ac:spMk id="10" creationId="{BACC6370-2D7E-4714-9D71-7542949D7D5D}"/>
          </ac:spMkLst>
        </pc:spChg>
        <pc:spChg chg="add">
          <ac:chgData name="Mark McGlinchey" userId="6e11bbf3-9dcb-4b8b-b03e-52345dfdf79c" providerId="ADAL" clId="{7FCC384E-6ADA-43C3-A97E-22FE48DE0E44}" dt="2023-01-14T17:39:51.209" v="109" actId="26606"/>
          <ac:spMkLst>
            <pc:docMk/>
            <pc:sldMk cId="927631097" sldId="301"/>
            <ac:spMk id="12" creationId="{F68B3F68-107C-434F-AA38-110D5EA91B85}"/>
          </ac:spMkLst>
        </pc:spChg>
        <pc:spChg chg="add">
          <ac:chgData name="Mark McGlinchey" userId="6e11bbf3-9dcb-4b8b-b03e-52345dfdf79c" providerId="ADAL" clId="{7FCC384E-6ADA-43C3-A97E-22FE48DE0E44}" dt="2023-01-14T17:39:51.209" v="109" actId="26606"/>
          <ac:spMkLst>
            <pc:docMk/>
            <pc:sldMk cId="927631097" sldId="301"/>
            <ac:spMk id="14" creationId="{AAD0DBB9-1A4B-4391-81D4-CB19F9AB918A}"/>
          </ac:spMkLst>
        </pc:spChg>
        <pc:spChg chg="add">
          <ac:chgData name="Mark McGlinchey" userId="6e11bbf3-9dcb-4b8b-b03e-52345dfdf79c" providerId="ADAL" clId="{7FCC384E-6ADA-43C3-A97E-22FE48DE0E44}" dt="2023-01-14T17:39:51.209" v="109" actId="26606"/>
          <ac:spMkLst>
            <pc:docMk/>
            <pc:sldMk cId="927631097" sldId="301"/>
            <ac:spMk id="16" creationId="{063BBA22-50EA-4C4D-BE05-F1CE4E63AA56}"/>
          </ac:spMkLst>
        </pc:spChg>
        <pc:graphicFrameChg chg="mod modGraphic">
          <ac:chgData name="Mark McGlinchey" userId="6e11bbf3-9dcb-4b8b-b03e-52345dfdf79c" providerId="ADAL" clId="{7FCC384E-6ADA-43C3-A97E-22FE48DE0E44}" dt="2023-01-14T17:39:51.209" v="109" actId="26606"/>
          <ac:graphicFrameMkLst>
            <pc:docMk/>
            <pc:sldMk cId="927631097" sldId="301"/>
            <ac:graphicFrameMk id="5" creationId="{09336ED0-C48E-EF3A-137D-60843F89ED61}"/>
          </ac:graphicFrameMkLst>
        </pc:graphicFrameChg>
      </pc:sldChg>
      <pc:sldChg chg="del delDesignElem">
        <pc:chgData name="Mark McGlinchey" userId="6e11bbf3-9dcb-4b8b-b03e-52345dfdf79c" providerId="ADAL" clId="{7FCC384E-6ADA-43C3-A97E-22FE48DE0E44}" dt="2023-01-14T17:47:02.437" v="161" actId="2696"/>
        <pc:sldMkLst>
          <pc:docMk/>
          <pc:sldMk cId="2990285754" sldId="302"/>
        </pc:sldMkLst>
      </pc:sldChg>
      <pc:sldChg chg="addSp delSp modSp mod">
        <pc:chgData name="Mark McGlinchey" userId="6e11bbf3-9dcb-4b8b-b03e-52345dfdf79c" providerId="ADAL" clId="{7FCC384E-6ADA-43C3-A97E-22FE48DE0E44}" dt="2023-01-14T17:53:36.218" v="430" actId="14233"/>
        <pc:sldMkLst>
          <pc:docMk/>
          <pc:sldMk cId="1744331082" sldId="303"/>
        </pc:sldMkLst>
        <pc:spChg chg="mod">
          <ac:chgData name="Mark McGlinchey" userId="6e11bbf3-9dcb-4b8b-b03e-52345dfdf79c" providerId="ADAL" clId="{7FCC384E-6ADA-43C3-A97E-22FE48DE0E44}" dt="2023-01-14T17:47:34.527" v="204" actId="122"/>
          <ac:spMkLst>
            <pc:docMk/>
            <pc:sldMk cId="1744331082" sldId="303"/>
            <ac:spMk id="2" creationId="{DEEFF349-81A9-4539-BE30-716AD67C9901}"/>
          </ac:spMkLst>
        </pc:spChg>
        <pc:spChg chg="del">
          <ac:chgData name="Mark McGlinchey" userId="6e11bbf3-9dcb-4b8b-b03e-52345dfdf79c" providerId="ADAL" clId="{7FCC384E-6ADA-43C3-A97E-22FE48DE0E44}" dt="2023-01-14T17:46:53.155" v="160" actId="26606"/>
          <ac:spMkLst>
            <pc:docMk/>
            <pc:sldMk cId="1744331082" sldId="303"/>
            <ac:spMk id="10" creationId="{46C2E80F-49A6-4372-B103-219D417A55ED}"/>
          </ac:spMkLst>
        </pc:spChg>
        <pc:spChg chg="add">
          <ac:chgData name="Mark McGlinchey" userId="6e11bbf3-9dcb-4b8b-b03e-52345dfdf79c" providerId="ADAL" clId="{7FCC384E-6ADA-43C3-A97E-22FE48DE0E44}" dt="2023-01-14T17:46:53.155" v="160" actId="26606"/>
          <ac:spMkLst>
            <pc:docMk/>
            <pc:sldMk cId="1744331082" sldId="303"/>
            <ac:spMk id="15" creationId="{A8384FB5-9ADC-4DDC-881B-597D56F5B15D}"/>
          </ac:spMkLst>
        </pc:spChg>
        <pc:spChg chg="add">
          <ac:chgData name="Mark McGlinchey" userId="6e11bbf3-9dcb-4b8b-b03e-52345dfdf79c" providerId="ADAL" clId="{7FCC384E-6ADA-43C3-A97E-22FE48DE0E44}" dt="2023-01-14T17:46:53.155" v="160" actId="26606"/>
          <ac:spMkLst>
            <pc:docMk/>
            <pc:sldMk cId="1744331082" sldId="303"/>
            <ac:spMk id="17" creationId="{91E5A9A7-95C6-4F4F-B00E-C82E07FE62EF}"/>
          </ac:spMkLst>
        </pc:spChg>
        <pc:spChg chg="add">
          <ac:chgData name="Mark McGlinchey" userId="6e11bbf3-9dcb-4b8b-b03e-52345dfdf79c" providerId="ADAL" clId="{7FCC384E-6ADA-43C3-A97E-22FE48DE0E44}" dt="2023-01-14T17:46:53.155" v="160" actId="26606"/>
          <ac:spMkLst>
            <pc:docMk/>
            <pc:sldMk cId="1744331082" sldId="303"/>
            <ac:spMk id="19" creationId="{D07DD2DE-F619-49DD-B5E7-03A290FF4ED1}"/>
          </ac:spMkLst>
        </pc:spChg>
        <pc:spChg chg="add">
          <ac:chgData name="Mark McGlinchey" userId="6e11bbf3-9dcb-4b8b-b03e-52345dfdf79c" providerId="ADAL" clId="{7FCC384E-6ADA-43C3-A97E-22FE48DE0E44}" dt="2023-01-14T17:46:53.155" v="160" actId="26606"/>
          <ac:spMkLst>
            <pc:docMk/>
            <pc:sldMk cId="1744331082" sldId="303"/>
            <ac:spMk id="21" creationId="{85149191-5F60-4A28-AAFF-039F96B0F3EC}"/>
          </ac:spMkLst>
        </pc:spChg>
        <pc:spChg chg="add">
          <ac:chgData name="Mark McGlinchey" userId="6e11bbf3-9dcb-4b8b-b03e-52345dfdf79c" providerId="ADAL" clId="{7FCC384E-6ADA-43C3-A97E-22FE48DE0E44}" dt="2023-01-14T17:46:53.155" v="160" actId="26606"/>
          <ac:spMkLst>
            <pc:docMk/>
            <pc:sldMk cId="1744331082" sldId="303"/>
            <ac:spMk id="23" creationId="{F8260ED5-17F7-4158-B241-D51DD4CF1B7E}"/>
          </ac:spMkLst>
        </pc:spChg>
        <pc:graphicFrameChg chg="mod">
          <ac:chgData name="Mark McGlinchey" userId="6e11bbf3-9dcb-4b8b-b03e-52345dfdf79c" providerId="ADAL" clId="{7FCC384E-6ADA-43C3-A97E-22FE48DE0E44}" dt="2023-01-14T17:53:36.218" v="430" actId="14233"/>
          <ac:graphicFrameMkLst>
            <pc:docMk/>
            <pc:sldMk cId="1744331082" sldId="303"/>
            <ac:graphicFrameMk id="5" creationId="{259B6C83-8F52-494C-A101-9800FC4B927E}"/>
          </ac:graphicFrameMkLst>
        </pc:graphicFrameChg>
      </pc:sldChg>
    </pc:docChg>
  </pc:docChgLst>
  <pc:docChgLst>
    <pc:chgData name="Mark McGlinchey" userId="6e11bbf3-9dcb-4b8b-b03e-52345dfdf79c" providerId="ADAL" clId="{F02EC894-185D-4327-ADC2-20641CF545DC}"/>
    <pc:docChg chg="undo custSel addSld delSld modSld">
      <pc:chgData name="Mark McGlinchey" userId="6e11bbf3-9dcb-4b8b-b03e-52345dfdf79c" providerId="ADAL" clId="{F02EC894-185D-4327-ADC2-20641CF545DC}" dt="2023-01-16T18:05:07.029" v="732" actId="14100"/>
      <pc:docMkLst>
        <pc:docMk/>
      </pc:docMkLst>
      <pc:sldChg chg="modSp">
        <pc:chgData name="Mark McGlinchey" userId="6e11bbf3-9dcb-4b8b-b03e-52345dfdf79c" providerId="ADAL" clId="{F02EC894-185D-4327-ADC2-20641CF545DC}" dt="2023-01-16T17:51:46.492" v="64" actId="122"/>
        <pc:sldMkLst>
          <pc:docMk/>
          <pc:sldMk cId="2848883935" sldId="256"/>
        </pc:sldMkLst>
        <pc:spChg chg="mod">
          <ac:chgData name="Mark McGlinchey" userId="6e11bbf3-9dcb-4b8b-b03e-52345dfdf79c" providerId="ADAL" clId="{F02EC894-185D-4327-ADC2-20641CF545DC}" dt="2023-01-16T17:51:46.492" v="64" actId="122"/>
          <ac:spMkLst>
            <pc:docMk/>
            <pc:sldMk cId="2848883935" sldId="256"/>
            <ac:spMk id="2" creationId="{606B168B-CAF8-4205-8A7C-BD366E45467F}"/>
          </ac:spMkLst>
        </pc:spChg>
      </pc:sldChg>
      <pc:sldChg chg="modSp mod">
        <pc:chgData name="Mark McGlinchey" userId="6e11bbf3-9dcb-4b8b-b03e-52345dfdf79c" providerId="ADAL" clId="{F02EC894-185D-4327-ADC2-20641CF545DC}" dt="2023-01-16T17:42:59.209" v="0" actId="255"/>
        <pc:sldMkLst>
          <pc:docMk/>
          <pc:sldMk cId="4294822799" sldId="257"/>
        </pc:sldMkLst>
        <pc:spChg chg="mod">
          <ac:chgData name="Mark McGlinchey" userId="6e11bbf3-9dcb-4b8b-b03e-52345dfdf79c" providerId="ADAL" clId="{F02EC894-185D-4327-ADC2-20641CF545DC}" dt="2023-01-16T17:42:59.209" v="0" actId="255"/>
          <ac:spMkLst>
            <pc:docMk/>
            <pc:sldMk cId="4294822799" sldId="257"/>
            <ac:spMk id="33" creationId="{6C61C00D-FB11-425A-8880-B6165D822821}"/>
          </ac:spMkLst>
        </pc:spChg>
      </pc:sldChg>
      <pc:sldChg chg="modSp mod">
        <pc:chgData name="Mark McGlinchey" userId="6e11bbf3-9dcb-4b8b-b03e-52345dfdf79c" providerId="ADAL" clId="{F02EC894-185D-4327-ADC2-20641CF545DC}" dt="2023-01-16T17:56:21.963" v="210" actId="27636"/>
        <pc:sldMkLst>
          <pc:docMk/>
          <pc:sldMk cId="2729629157" sldId="263"/>
        </pc:sldMkLst>
        <pc:spChg chg="mod">
          <ac:chgData name="Mark McGlinchey" userId="6e11bbf3-9dcb-4b8b-b03e-52345dfdf79c" providerId="ADAL" clId="{F02EC894-185D-4327-ADC2-20641CF545DC}" dt="2023-01-16T17:56:21.963" v="210" actId="27636"/>
          <ac:spMkLst>
            <pc:docMk/>
            <pc:sldMk cId="2729629157" sldId="263"/>
            <ac:spMk id="3" creationId="{369F74A6-CCDA-40D2-A299-5E44A2A1B1D8}"/>
          </ac:spMkLst>
        </pc:spChg>
      </pc:sldChg>
      <pc:sldChg chg="modSp mod">
        <pc:chgData name="Mark McGlinchey" userId="6e11bbf3-9dcb-4b8b-b03e-52345dfdf79c" providerId="ADAL" clId="{F02EC894-185D-4327-ADC2-20641CF545DC}" dt="2023-01-16T17:47:50.674" v="17" actId="122"/>
        <pc:sldMkLst>
          <pc:docMk/>
          <pc:sldMk cId="2364256882" sldId="264"/>
        </pc:sldMkLst>
        <pc:spChg chg="mod">
          <ac:chgData name="Mark McGlinchey" userId="6e11bbf3-9dcb-4b8b-b03e-52345dfdf79c" providerId="ADAL" clId="{F02EC894-185D-4327-ADC2-20641CF545DC}" dt="2023-01-16T17:47:50.674" v="17" actId="122"/>
          <ac:spMkLst>
            <pc:docMk/>
            <pc:sldMk cId="2364256882" sldId="264"/>
            <ac:spMk id="2" creationId="{F123BE86-2991-4F81-98AC-A0BFDEF99635}"/>
          </ac:spMkLst>
        </pc:spChg>
      </pc:sldChg>
      <pc:sldChg chg="modNotesTx">
        <pc:chgData name="Mark McGlinchey" userId="6e11bbf3-9dcb-4b8b-b03e-52345dfdf79c" providerId="ADAL" clId="{F02EC894-185D-4327-ADC2-20641CF545DC}" dt="2023-01-16T17:45:31.174" v="1" actId="20577"/>
        <pc:sldMkLst>
          <pc:docMk/>
          <pc:sldMk cId="3839395886" sldId="265"/>
        </pc:sldMkLst>
      </pc:sldChg>
      <pc:sldChg chg="modSp mod">
        <pc:chgData name="Mark McGlinchey" userId="6e11bbf3-9dcb-4b8b-b03e-52345dfdf79c" providerId="ADAL" clId="{F02EC894-185D-4327-ADC2-20641CF545DC}" dt="2023-01-16T17:47:56.376" v="18" actId="122"/>
        <pc:sldMkLst>
          <pc:docMk/>
          <pc:sldMk cId="3898284161" sldId="267"/>
        </pc:sldMkLst>
        <pc:spChg chg="mod">
          <ac:chgData name="Mark McGlinchey" userId="6e11bbf3-9dcb-4b8b-b03e-52345dfdf79c" providerId="ADAL" clId="{F02EC894-185D-4327-ADC2-20641CF545DC}" dt="2023-01-16T17:47:56.376" v="18" actId="122"/>
          <ac:spMkLst>
            <pc:docMk/>
            <pc:sldMk cId="3898284161" sldId="267"/>
            <ac:spMk id="2" creationId="{C06B226D-8252-4B34-A58D-9237894FD0B5}"/>
          </ac:spMkLst>
        </pc:spChg>
        <pc:spChg chg="mod">
          <ac:chgData name="Mark McGlinchey" userId="6e11bbf3-9dcb-4b8b-b03e-52345dfdf79c" providerId="ADAL" clId="{F02EC894-185D-4327-ADC2-20641CF545DC}" dt="2023-01-16T17:47:37.135" v="16" actId="255"/>
          <ac:spMkLst>
            <pc:docMk/>
            <pc:sldMk cId="3898284161" sldId="267"/>
            <ac:spMk id="26" creationId="{11D8168D-6AE7-498B-B6EE-8B032D7B067A}"/>
          </ac:spMkLst>
        </pc:spChg>
      </pc:sldChg>
      <pc:sldChg chg="modSp mod">
        <pc:chgData name="Mark McGlinchey" userId="6e11bbf3-9dcb-4b8b-b03e-52345dfdf79c" providerId="ADAL" clId="{F02EC894-185D-4327-ADC2-20641CF545DC}" dt="2023-01-16T17:48:21.643" v="26" actId="255"/>
        <pc:sldMkLst>
          <pc:docMk/>
          <pc:sldMk cId="3537871976" sldId="289"/>
        </pc:sldMkLst>
        <pc:spChg chg="mod">
          <ac:chgData name="Mark McGlinchey" userId="6e11bbf3-9dcb-4b8b-b03e-52345dfdf79c" providerId="ADAL" clId="{F02EC894-185D-4327-ADC2-20641CF545DC}" dt="2023-01-16T17:48:21.643" v="26" actId="255"/>
          <ac:spMkLst>
            <pc:docMk/>
            <pc:sldMk cId="3537871976" sldId="289"/>
            <ac:spMk id="24" creationId="{18D591D1-35A8-62D6-492A-582E0800479C}"/>
          </ac:spMkLst>
        </pc:spChg>
      </pc:sldChg>
      <pc:sldChg chg="modSp mod">
        <pc:chgData name="Mark McGlinchey" userId="6e11bbf3-9dcb-4b8b-b03e-52345dfdf79c" providerId="ADAL" clId="{F02EC894-185D-4327-ADC2-20641CF545DC}" dt="2023-01-16T17:50:37.284" v="49" actId="255"/>
        <pc:sldMkLst>
          <pc:docMk/>
          <pc:sldMk cId="657226337" sldId="291"/>
        </pc:sldMkLst>
        <pc:spChg chg="mod">
          <ac:chgData name="Mark McGlinchey" userId="6e11bbf3-9dcb-4b8b-b03e-52345dfdf79c" providerId="ADAL" clId="{F02EC894-185D-4327-ADC2-20641CF545DC}" dt="2023-01-16T17:50:33.739" v="48" actId="122"/>
          <ac:spMkLst>
            <pc:docMk/>
            <pc:sldMk cId="657226337" sldId="291"/>
            <ac:spMk id="2" creationId="{8A4E3037-0A8F-AE29-8C79-0356751E8A61}"/>
          </ac:spMkLst>
        </pc:spChg>
        <pc:spChg chg="mod">
          <ac:chgData name="Mark McGlinchey" userId="6e11bbf3-9dcb-4b8b-b03e-52345dfdf79c" providerId="ADAL" clId="{F02EC894-185D-4327-ADC2-20641CF545DC}" dt="2023-01-16T17:50:37.284" v="49" actId="255"/>
          <ac:spMkLst>
            <pc:docMk/>
            <pc:sldMk cId="657226337" sldId="291"/>
            <ac:spMk id="3" creationId="{057ACCA0-3DAF-511C-A6DD-8526797C3CB2}"/>
          </ac:spMkLst>
        </pc:spChg>
      </pc:sldChg>
      <pc:sldChg chg="modSp mod">
        <pc:chgData name="Mark McGlinchey" userId="6e11bbf3-9dcb-4b8b-b03e-52345dfdf79c" providerId="ADAL" clId="{F02EC894-185D-4327-ADC2-20641CF545DC}" dt="2023-01-16T17:48:29.434" v="27" actId="255"/>
        <pc:sldMkLst>
          <pc:docMk/>
          <pc:sldMk cId="4284428868" sldId="293"/>
        </pc:sldMkLst>
        <pc:spChg chg="mod">
          <ac:chgData name="Mark McGlinchey" userId="6e11bbf3-9dcb-4b8b-b03e-52345dfdf79c" providerId="ADAL" clId="{F02EC894-185D-4327-ADC2-20641CF545DC}" dt="2023-01-16T17:48:15.794" v="25" actId="14100"/>
          <ac:spMkLst>
            <pc:docMk/>
            <pc:sldMk cId="4284428868" sldId="293"/>
            <ac:spMk id="2" creationId="{F36047D1-F0AB-7837-985F-763B24E06750}"/>
          </ac:spMkLst>
        </pc:spChg>
        <pc:spChg chg="mod">
          <ac:chgData name="Mark McGlinchey" userId="6e11bbf3-9dcb-4b8b-b03e-52345dfdf79c" providerId="ADAL" clId="{F02EC894-185D-4327-ADC2-20641CF545DC}" dt="2023-01-16T17:48:29.434" v="27" actId="255"/>
          <ac:spMkLst>
            <pc:docMk/>
            <pc:sldMk cId="4284428868" sldId="293"/>
            <ac:spMk id="3" creationId="{0A8E2949-E500-C05C-B8B2-4015A9F6CB07}"/>
          </ac:spMkLst>
        </pc:spChg>
      </pc:sldChg>
      <pc:sldChg chg="modSp mod">
        <pc:chgData name="Mark McGlinchey" userId="6e11bbf3-9dcb-4b8b-b03e-52345dfdf79c" providerId="ADAL" clId="{F02EC894-185D-4327-ADC2-20641CF545DC}" dt="2023-01-16T17:49:14.591" v="32" actId="14100"/>
        <pc:sldMkLst>
          <pc:docMk/>
          <pc:sldMk cId="2381968814" sldId="295"/>
        </pc:sldMkLst>
        <pc:spChg chg="mod">
          <ac:chgData name="Mark McGlinchey" userId="6e11bbf3-9dcb-4b8b-b03e-52345dfdf79c" providerId="ADAL" clId="{F02EC894-185D-4327-ADC2-20641CF545DC}" dt="2023-01-16T17:49:14.591" v="32" actId="14100"/>
          <ac:spMkLst>
            <pc:docMk/>
            <pc:sldMk cId="2381968814" sldId="295"/>
            <ac:spMk id="3" creationId="{DC7DEE90-980C-14EB-CAC8-8400BC6A0C14}"/>
          </ac:spMkLst>
        </pc:spChg>
        <pc:picChg chg="mod">
          <ac:chgData name="Mark McGlinchey" userId="6e11bbf3-9dcb-4b8b-b03e-52345dfdf79c" providerId="ADAL" clId="{F02EC894-185D-4327-ADC2-20641CF545DC}" dt="2023-01-16T17:49:07.112" v="30" actId="1076"/>
          <ac:picMkLst>
            <pc:docMk/>
            <pc:sldMk cId="2381968814" sldId="295"/>
            <ac:picMk id="7" creationId="{8FAEAF2F-3626-0408-2A4F-FC5588843BD3}"/>
          </ac:picMkLst>
        </pc:picChg>
        <pc:picChg chg="mod">
          <ac:chgData name="Mark McGlinchey" userId="6e11bbf3-9dcb-4b8b-b03e-52345dfdf79c" providerId="ADAL" clId="{F02EC894-185D-4327-ADC2-20641CF545DC}" dt="2023-01-16T17:49:09.368" v="31" actId="1076"/>
          <ac:picMkLst>
            <pc:docMk/>
            <pc:sldMk cId="2381968814" sldId="295"/>
            <ac:picMk id="9" creationId="{B263130A-5E36-06C5-4284-38C3C8258F3E}"/>
          </ac:picMkLst>
        </pc:picChg>
      </pc:sldChg>
      <pc:sldChg chg="modSp mod">
        <pc:chgData name="Mark McGlinchey" userId="6e11bbf3-9dcb-4b8b-b03e-52345dfdf79c" providerId="ADAL" clId="{F02EC894-185D-4327-ADC2-20641CF545DC}" dt="2023-01-16T17:49:28.608" v="35" actId="1076"/>
        <pc:sldMkLst>
          <pc:docMk/>
          <pc:sldMk cId="1288903496" sldId="296"/>
        </pc:sldMkLst>
        <pc:spChg chg="mod">
          <ac:chgData name="Mark McGlinchey" userId="6e11bbf3-9dcb-4b8b-b03e-52345dfdf79c" providerId="ADAL" clId="{F02EC894-185D-4327-ADC2-20641CF545DC}" dt="2023-01-16T17:49:25.573" v="34" actId="14100"/>
          <ac:spMkLst>
            <pc:docMk/>
            <pc:sldMk cId="1288903496" sldId="296"/>
            <ac:spMk id="2" creationId="{87A7C7C1-8601-F1EC-B655-E4FEFA90DBAD}"/>
          </ac:spMkLst>
        </pc:spChg>
        <pc:spChg chg="mod">
          <ac:chgData name="Mark McGlinchey" userId="6e11bbf3-9dcb-4b8b-b03e-52345dfdf79c" providerId="ADAL" clId="{F02EC894-185D-4327-ADC2-20641CF545DC}" dt="2023-01-16T17:49:28.608" v="35" actId="1076"/>
          <ac:spMkLst>
            <pc:docMk/>
            <pc:sldMk cId="1288903496" sldId="296"/>
            <ac:spMk id="3" creationId="{5C809660-C1C0-FD48-6411-5041681B0DB5}"/>
          </ac:spMkLst>
        </pc:spChg>
      </pc:sldChg>
      <pc:sldChg chg="del">
        <pc:chgData name="Mark McGlinchey" userId="6e11bbf3-9dcb-4b8b-b03e-52345dfdf79c" providerId="ADAL" clId="{F02EC894-185D-4327-ADC2-20641CF545DC}" dt="2023-01-16T17:51:01.620" v="54" actId="2696"/>
        <pc:sldMkLst>
          <pc:docMk/>
          <pc:sldMk cId="2537702471" sldId="297"/>
        </pc:sldMkLst>
      </pc:sldChg>
      <pc:sldChg chg="modSp mod">
        <pc:chgData name="Mark McGlinchey" userId="6e11bbf3-9dcb-4b8b-b03e-52345dfdf79c" providerId="ADAL" clId="{F02EC894-185D-4327-ADC2-20641CF545DC}" dt="2023-01-16T17:49:48.017" v="39" actId="255"/>
        <pc:sldMkLst>
          <pc:docMk/>
          <pc:sldMk cId="3390042330" sldId="298"/>
        </pc:sldMkLst>
        <pc:spChg chg="mod">
          <ac:chgData name="Mark McGlinchey" userId="6e11bbf3-9dcb-4b8b-b03e-52345dfdf79c" providerId="ADAL" clId="{F02EC894-185D-4327-ADC2-20641CF545DC}" dt="2023-01-16T17:49:39.192" v="37" actId="14100"/>
          <ac:spMkLst>
            <pc:docMk/>
            <pc:sldMk cId="3390042330" sldId="298"/>
            <ac:spMk id="2" creationId="{947DCB2A-3050-2474-0489-6CF7FDE0BB2A}"/>
          </ac:spMkLst>
        </pc:spChg>
        <pc:spChg chg="mod">
          <ac:chgData name="Mark McGlinchey" userId="6e11bbf3-9dcb-4b8b-b03e-52345dfdf79c" providerId="ADAL" clId="{F02EC894-185D-4327-ADC2-20641CF545DC}" dt="2023-01-16T17:49:48.017" v="39" actId="255"/>
          <ac:spMkLst>
            <pc:docMk/>
            <pc:sldMk cId="3390042330" sldId="298"/>
            <ac:spMk id="3" creationId="{E287AD97-9162-A05E-D0D3-1ECCFDAAA39D}"/>
          </ac:spMkLst>
        </pc:spChg>
      </pc:sldChg>
      <pc:sldChg chg="modSp mod">
        <pc:chgData name="Mark McGlinchey" userId="6e11bbf3-9dcb-4b8b-b03e-52345dfdf79c" providerId="ADAL" clId="{F02EC894-185D-4327-ADC2-20641CF545DC}" dt="2023-01-16T17:53:26.800" v="105" actId="20577"/>
        <pc:sldMkLst>
          <pc:docMk/>
          <pc:sldMk cId="927631097" sldId="301"/>
        </pc:sldMkLst>
        <pc:graphicFrameChg chg="modGraphic">
          <ac:chgData name="Mark McGlinchey" userId="6e11bbf3-9dcb-4b8b-b03e-52345dfdf79c" providerId="ADAL" clId="{F02EC894-185D-4327-ADC2-20641CF545DC}" dt="2023-01-16T17:53:26.800" v="105" actId="20577"/>
          <ac:graphicFrameMkLst>
            <pc:docMk/>
            <pc:sldMk cId="927631097" sldId="301"/>
            <ac:graphicFrameMk id="5" creationId="{09336ED0-C48E-EF3A-137D-60843F89ED61}"/>
          </ac:graphicFrameMkLst>
        </pc:graphicFrameChg>
      </pc:sldChg>
      <pc:sldChg chg="modSp mod">
        <pc:chgData name="Mark McGlinchey" userId="6e11bbf3-9dcb-4b8b-b03e-52345dfdf79c" providerId="ADAL" clId="{F02EC894-185D-4327-ADC2-20641CF545DC}" dt="2023-01-16T17:50:07.267" v="44" actId="255"/>
        <pc:sldMkLst>
          <pc:docMk/>
          <pc:sldMk cId="1064012873" sldId="304"/>
        </pc:sldMkLst>
        <pc:spChg chg="mod">
          <ac:chgData name="Mark McGlinchey" userId="6e11bbf3-9dcb-4b8b-b03e-52345dfdf79c" providerId="ADAL" clId="{F02EC894-185D-4327-ADC2-20641CF545DC}" dt="2023-01-16T17:50:07.267" v="44" actId="255"/>
          <ac:spMkLst>
            <pc:docMk/>
            <pc:sldMk cId="1064012873" sldId="304"/>
            <ac:spMk id="3" creationId="{E287AD97-9162-A05E-D0D3-1ECCFDAAA39D}"/>
          </ac:spMkLst>
        </pc:spChg>
      </pc:sldChg>
      <pc:sldChg chg="modSp mod">
        <pc:chgData name="Mark McGlinchey" userId="6e11bbf3-9dcb-4b8b-b03e-52345dfdf79c" providerId="ADAL" clId="{F02EC894-185D-4327-ADC2-20641CF545DC}" dt="2023-01-16T17:50:20.930" v="47" actId="20577"/>
        <pc:sldMkLst>
          <pc:docMk/>
          <pc:sldMk cId="925879507" sldId="306"/>
        </pc:sldMkLst>
        <pc:spChg chg="mod">
          <ac:chgData name="Mark McGlinchey" userId="6e11bbf3-9dcb-4b8b-b03e-52345dfdf79c" providerId="ADAL" clId="{F02EC894-185D-4327-ADC2-20641CF545DC}" dt="2023-01-16T17:50:20.930" v="47" actId="20577"/>
          <ac:spMkLst>
            <pc:docMk/>
            <pc:sldMk cId="925879507" sldId="306"/>
            <ac:spMk id="3" creationId="{057ACCA0-3DAF-511C-A6DD-8526797C3CB2}"/>
          </ac:spMkLst>
        </pc:spChg>
      </pc:sldChg>
      <pc:sldChg chg="addSp delSp modSp add del mod modNotesTx">
        <pc:chgData name="Mark McGlinchey" userId="6e11bbf3-9dcb-4b8b-b03e-52345dfdf79c" providerId="ADAL" clId="{F02EC894-185D-4327-ADC2-20641CF545DC}" dt="2023-01-16T17:47:26.271" v="15" actId="207"/>
        <pc:sldMkLst>
          <pc:docMk/>
          <pc:sldMk cId="4274713730" sldId="308"/>
        </pc:sldMkLst>
        <pc:spChg chg="add mod">
          <ac:chgData name="Mark McGlinchey" userId="6e11bbf3-9dcb-4b8b-b03e-52345dfdf79c" providerId="ADAL" clId="{F02EC894-185D-4327-ADC2-20641CF545DC}" dt="2023-01-16T17:47:26.271" v="15" actId="207"/>
          <ac:spMkLst>
            <pc:docMk/>
            <pc:sldMk cId="4274713730" sldId="308"/>
            <ac:spMk id="4" creationId="{3A19B59F-440E-2741-3737-DF74BE327BE6}"/>
          </ac:spMkLst>
        </pc:spChg>
        <pc:picChg chg="add mod">
          <ac:chgData name="Mark McGlinchey" userId="6e11bbf3-9dcb-4b8b-b03e-52345dfdf79c" providerId="ADAL" clId="{F02EC894-185D-4327-ADC2-20641CF545DC}" dt="2023-01-16T17:47:08.958" v="11" actId="1076"/>
          <ac:picMkLst>
            <pc:docMk/>
            <pc:sldMk cId="4274713730" sldId="308"/>
            <ac:picMk id="3" creationId="{4B66486C-4707-2B55-F344-4B87E20CB9BD}"/>
          </ac:picMkLst>
        </pc:picChg>
        <pc:picChg chg="del">
          <ac:chgData name="Mark McGlinchey" userId="6e11bbf3-9dcb-4b8b-b03e-52345dfdf79c" providerId="ADAL" clId="{F02EC894-185D-4327-ADC2-20641CF545DC}" dt="2023-01-16T17:46:10.029" v="6" actId="478"/>
          <ac:picMkLst>
            <pc:docMk/>
            <pc:sldMk cId="4274713730" sldId="308"/>
            <ac:picMk id="5" creationId="{537BF932-55E2-A9AA-304F-A7BA8EF1113D}"/>
          </ac:picMkLst>
        </pc:picChg>
        <pc:picChg chg="del">
          <ac:chgData name="Mark McGlinchey" userId="6e11bbf3-9dcb-4b8b-b03e-52345dfdf79c" providerId="ADAL" clId="{F02EC894-185D-4327-ADC2-20641CF545DC}" dt="2023-01-16T17:46:08.817" v="5" actId="478"/>
          <ac:picMkLst>
            <pc:docMk/>
            <pc:sldMk cId="4274713730" sldId="308"/>
            <ac:picMk id="6" creationId="{32061DBD-2DE6-1205-84C8-5B228C686387}"/>
          </ac:picMkLst>
        </pc:picChg>
      </pc:sldChg>
      <pc:sldChg chg="addSp delSp add del setBg delDesignElem">
        <pc:chgData name="Mark McGlinchey" userId="6e11bbf3-9dcb-4b8b-b03e-52345dfdf79c" providerId="ADAL" clId="{F02EC894-185D-4327-ADC2-20641CF545DC}" dt="2023-01-16T17:53:10.617" v="104"/>
        <pc:sldMkLst>
          <pc:docMk/>
          <pc:sldMk cId="1815466752" sldId="309"/>
        </pc:sldMkLst>
        <pc:spChg chg="add del">
          <ac:chgData name="Mark McGlinchey" userId="6e11bbf3-9dcb-4b8b-b03e-52345dfdf79c" providerId="ADAL" clId="{F02EC894-185D-4327-ADC2-20641CF545DC}" dt="2023-01-16T17:53:10.617" v="104"/>
          <ac:spMkLst>
            <pc:docMk/>
            <pc:sldMk cId="1815466752" sldId="309"/>
            <ac:spMk id="15" creationId="{A8384FB5-9ADC-4DDC-881B-597D56F5B15D}"/>
          </ac:spMkLst>
        </pc:spChg>
        <pc:spChg chg="add del">
          <ac:chgData name="Mark McGlinchey" userId="6e11bbf3-9dcb-4b8b-b03e-52345dfdf79c" providerId="ADAL" clId="{F02EC894-185D-4327-ADC2-20641CF545DC}" dt="2023-01-16T17:53:10.617" v="104"/>
          <ac:spMkLst>
            <pc:docMk/>
            <pc:sldMk cId="1815466752" sldId="309"/>
            <ac:spMk id="17" creationId="{91E5A9A7-95C6-4F4F-B00E-C82E07FE62EF}"/>
          </ac:spMkLst>
        </pc:spChg>
        <pc:spChg chg="add del">
          <ac:chgData name="Mark McGlinchey" userId="6e11bbf3-9dcb-4b8b-b03e-52345dfdf79c" providerId="ADAL" clId="{F02EC894-185D-4327-ADC2-20641CF545DC}" dt="2023-01-16T17:53:10.617" v="104"/>
          <ac:spMkLst>
            <pc:docMk/>
            <pc:sldMk cId="1815466752" sldId="309"/>
            <ac:spMk id="19" creationId="{D07DD2DE-F619-49DD-B5E7-03A290FF4ED1}"/>
          </ac:spMkLst>
        </pc:spChg>
        <pc:spChg chg="add del">
          <ac:chgData name="Mark McGlinchey" userId="6e11bbf3-9dcb-4b8b-b03e-52345dfdf79c" providerId="ADAL" clId="{F02EC894-185D-4327-ADC2-20641CF545DC}" dt="2023-01-16T17:53:10.617" v="104"/>
          <ac:spMkLst>
            <pc:docMk/>
            <pc:sldMk cId="1815466752" sldId="309"/>
            <ac:spMk id="21" creationId="{85149191-5F60-4A28-AAFF-039F96B0F3EC}"/>
          </ac:spMkLst>
        </pc:spChg>
        <pc:spChg chg="add del">
          <ac:chgData name="Mark McGlinchey" userId="6e11bbf3-9dcb-4b8b-b03e-52345dfdf79c" providerId="ADAL" clId="{F02EC894-185D-4327-ADC2-20641CF545DC}" dt="2023-01-16T17:53:10.617" v="104"/>
          <ac:spMkLst>
            <pc:docMk/>
            <pc:sldMk cId="1815466752" sldId="309"/>
            <ac:spMk id="23" creationId="{F8260ED5-17F7-4158-B241-D51DD4CF1B7E}"/>
          </ac:spMkLst>
        </pc:spChg>
      </pc:sldChg>
      <pc:sldChg chg="addSp delSp modSp add mod">
        <pc:chgData name="Mark McGlinchey" userId="6e11bbf3-9dcb-4b8b-b03e-52345dfdf79c" providerId="ADAL" clId="{F02EC894-185D-4327-ADC2-20641CF545DC}" dt="2023-01-16T18:05:07.029" v="732" actId="14100"/>
        <pc:sldMkLst>
          <pc:docMk/>
          <pc:sldMk cId="3361390299" sldId="309"/>
        </pc:sldMkLst>
        <pc:spChg chg="mod">
          <ac:chgData name="Mark McGlinchey" userId="6e11bbf3-9dcb-4b8b-b03e-52345dfdf79c" providerId="ADAL" clId="{F02EC894-185D-4327-ADC2-20641CF545DC}" dt="2023-01-16T17:54:04.022" v="137" actId="122"/>
          <ac:spMkLst>
            <pc:docMk/>
            <pc:sldMk cId="3361390299" sldId="309"/>
            <ac:spMk id="2" creationId="{9F0B81D2-6745-BD46-7F88-D7820C07D17F}"/>
          </ac:spMkLst>
        </pc:spChg>
        <pc:spChg chg="mod">
          <ac:chgData name="Mark McGlinchey" userId="6e11bbf3-9dcb-4b8b-b03e-52345dfdf79c" providerId="ADAL" clId="{F02EC894-185D-4327-ADC2-20641CF545DC}" dt="2023-01-16T18:04:51.482" v="731" actId="20577"/>
          <ac:spMkLst>
            <pc:docMk/>
            <pc:sldMk cId="3361390299" sldId="309"/>
            <ac:spMk id="3" creationId="{A842D924-AAAA-7A15-B387-696DF03AB875}"/>
          </ac:spMkLst>
        </pc:spChg>
        <pc:picChg chg="add mod modCrop">
          <ac:chgData name="Mark McGlinchey" userId="6e11bbf3-9dcb-4b8b-b03e-52345dfdf79c" providerId="ADAL" clId="{F02EC894-185D-4327-ADC2-20641CF545DC}" dt="2023-01-16T18:05:07.029" v="732" actId="14100"/>
          <ac:picMkLst>
            <pc:docMk/>
            <pc:sldMk cId="3361390299" sldId="309"/>
            <ac:picMk id="4" creationId="{7C792D49-77E5-88D1-EFDF-F93E1BEAF694}"/>
          </ac:picMkLst>
        </pc:picChg>
        <pc:picChg chg="del">
          <ac:chgData name="Mark McGlinchey" userId="6e11bbf3-9dcb-4b8b-b03e-52345dfdf79c" providerId="ADAL" clId="{F02EC894-185D-4327-ADC2-20641CF545DC}" dt="2023-01-16T17:55:03.839" v="138" actId="478"/>
          <ac:picMkLst>
            <pc:docMk/>
            <pc:sldMk cId="3361390299" sldId="309"/>
            <ac:picMk id="6" creationId="{A4AAE61E-2024-78AA-0870-1BEEBEEC9B8E}"/>
          </ac:picMkLst>
        </pc:picChg>
      </pc:sldChg>
      <pc:sldChg chg="modSp add mod">
        <pc:chgData name="Mark McGlinchey" userId="6e11bbf3-9dcb-4b8b-b03e-52345dfdf79c" providerId="ADAL" clId="{F02EC894-185D-4327-ADC2-20641CF545DC}" dt="2023-01-16T17:56:28.199" v="214" actId="20577"/>
        <pc:sldMkLst>
          <pc:docMk/>
          <pc:sldMk cId="570805025" sldId="310"/>
        </pc:sldMkLst>
        <pc:spChg chg="mod">
          <ac:chgData name="Mark McGlinchey" userId="6e11bbf3-9dcb-4b8b-b03e-52345dfdf79c" providerId="ADAL" clId="{F02EC894-185D-4327-ADC2-20641CF545DC}" dt="2023-01-16T17:56:28.199" v="214" actId="20577"/>
          <ac:spMkLst>
            <pc:docMk/>
            <pc:sldMk cId="570805025" sldId="310"/>
            <ac:spMk id="3" creationId="{369F74A6-CCDA-40D2-A299-5E44A2A1B1D8}"/>
          </ac:spMkLst>
        </pc:spChg>
      </pc:sldChg>
    </pc:docChg>
  </pc:docChgLst>
  <pc:docChgLst>
    <pc:chgData name="Mark McGlinchey" userId="6e11bbf3-9dcb-4b8b-b03e-52345dfdf79c" providerId="ADAL" clId="{F1B50BD8-67B2-4298-BE62-84906E257862}"/>
    <pc:docChg chg="undo custSel addSld delSld modSld">
      <pc:chgData name="Mark McGlinchey" userId="6e11bbf3-9dcb-4b8b-b03e-52345dfdf79c" providerId="ADAL" clId="{F1B50BD8-67B2-4298-BE62-84906E257862}" dt="2023-02-13T15:27:23.099" v="887" actId="478"/>
      <pc:docMkLst>
        <pc:docMk/>
      </pc:docMkLst>
      <pc:sldChg chg="modAnim">
        <pc:chgData name="Mark McGlinchey" userId="6e11bbf3-9dcb-4b8b-b03e-52345dfdf79c" providerId="ADAL" clId="{F1B50BD8-67B2-4298-BE62-84906E257862}" dt="2023-02-13T15:26:35.378" v="882"/>
        <pc:sldMkLst>
          <pc:docMk/>
          <pc:sldMk cId="2848883935" sldId="256"/>
        </pc:sldMkLst>
      </pc:sldChg>
      <pc:sldChg chg="delSp modSp mod">
        <pc:chgData name="Mark McGlinchey" userId="6e11bbf3-9dcb-4b8b-b03e-52345dfdf79c" providerId="ADAL" clId="{F1B50BD8-67B2-4298-BE62-84906E257862}" dt="2023-02-13T15:27:20.301" v="886" actId="478"/>
        <pc:sldMkLst>
          <pc:docMk/>
          <pc:sldMk cId="924118483" sldId="273"/>
        </pc:sldMkLst>
        <pc:spChg chg="mod">
          <ac:chgData name="Mark McGlinchey" userId="6e11bbf3-9dcb-4b8b-b03e-52345dfdf79c" providerId="ADAL" clId="{F1B50BD8-67B2-4298-BE62-84906E257862}" dt="2023-02-13T15:23:18.348" v="875" actId="115"/>
          <ac:spMkLst>
            <pc:docMk/>
            <pc:sldMk cId="924118483" sldId="273"/>
            <ac:spMk id="5" creationId="{6CFEBC38-2750-430F-8AA0-91B18563A7B6}"/>
          </ac:spMkLst>
        </pc:spChg>
        <pc:spChg chg="del">
          <ac:chgData name="Mark McGlinchey" userId="6e11bbf3-9dcb-4b8b-b03e-52345dfdf79c" providerId="ADAL" clId="{F1B50BD8-67B2-4298-BE62-84906E257862}" dt="2023-02-13T15:27:20.301" v="886" actId="478"/>
          <ac:spMkLst>
            <pc:docMk/>
            <pc:sldMk cId="924118483" sldId="273"/>
            <ac:spMk id="6" creationId="{E35FF012-BB17-44E4-AB8D-AAA447C61E84}"/>
          </ac:spMkLst>
        </pc:spChg>
      </pc:sldChg>
      <pc:sldChg chg="addSp modSp add mod modNotesTx">
        <pc:chgData name="Mark McGlinchey" userId="6e11bbf3-9dcb-4b8b-b03e-52345dfdf79c" providerId="ADAL" clId="{F1B50BD8-67B2-4298-BE62-84906E257862}" dt="2023-02-13T15:15:24.592" v="805"/>
        <pc:sldMkLst>
          <pc:docMk/>
          <pc:sldMk cId="1033684928" sldId="309"/>
        </pc:sldMkLst>
        <pc:spChg chg="mod">
          <ac:chgData name="Mark McGlinchey" userId="6e11bbf3-9dcb-4b8b-b03e-52345dfdf79c" providerId="ADAL" clId="{F1B50BD8-67B2-4298-BE62-84906E257862}" dt="2023-02-13T15:10:47.828" v="585" actId="20577"/>
          <ac:spMkLst>
            <pc:docMk/>
            <pc:sldMk cId="1033684928" sldId="309"/>
            <ac:spMk id="2" creationId="{DEEFF349-81A9-4539-BE30-716AD67C9901}"/>
          </ac:spMkLst>
        </pc:spChg>
        <pc:spChg chg="add mod">
          <ac:chgData name="Mark McGlinchey" userId="6e11bbf3-9dcb-4b8b-b03e-52345dfdf79c" providerId="ADAL" clId="{F1B50BD8-67B2-4298-BE62-84906E257862}" dt="2023-02-13T15:13:57.318" v="802" actId="20577"/>
          <ac:spMkLst>
            <pc:docMk/>
            <pc:sldMk cId="1033684928" sldId="309"/>
            <ac:spMk id="3" creationId="{A7169290-ABF9-8D74-0340-ED71BB18F633}"/>
          </ac:spMkLst>
        </pc:spChg>
        <pc:graphicFrameChg chg="mod">
          <ac:chgData name="Mark McGlinchey" userId="6e11bbf3-9dcb-4b8b-b03e-52345dfdf79c" providerId="ADAL" clId="{F1B50BD8-67B2-4298-BE62-84906E257862}" dt="2023-02-13T15:15:24.592" v="805"/>
          <ac:graphicFrameMkLst>
            <pc:docMk/>
            <pc:sldMk cId="1033684928" sldId="309"/>
            <ac:graphicFrameMk id="5" creationId="{259B6C83-8F52-494C-A101-9800FC4B927E}"/>
          </ac:graphicFrameMkLst>
        </pc:graphicFrameChg>
      </pc:sldChg>
      <pc:sldChg chg="delSp mod">
        <pc:chgData name="Mark McGlinchey" userId="6e11bbf3-9dcb-4b8b-b03e-52345dfdf79c" providerId="ADAL" clId="{F1B50BD8-67B2-4298-BE62-84906E257862}" dt="2023-02-13T15:27:09.379" v="884" actId="478"/>
        <pc:sldMkLst>
          <pc:docMk/>
          <pc:sldMk cId="3269301239" sldId="340"/>
        </pc:sldMkLst>
        <pc:spChg chg="del">
          <ac:chgData name="Mark McGlinchey" userId="6e11bbf3-9dcb-4b8b-b03e-52345dfdf79c" providerId="ADAL" clId="{F1B50BD8-67B2-4298-BE62-84906E257862}" dt="2023-02-13T15:27:09.379" v="884" actId="478"/>
          <ac:spMkLst>
            <pc:docMk/>
            <pc:sldMk cId="3269301239" sldId="340"/>
            <ac:spMk id="4" creationId="{C422A729-D4BB-4B54-B65A-3E270F1B144C}"/>
          </ac:spMkLst>
        </pc:spChg>
      </pc:sldChg>
      <pc:sldChg chg="delSp mod">
        <pc:chgData name="Mark McGlinchey" userId="6e11bbf3-9dcb-4b8b-b03e-52345dfdf79c" providerId="ADAL" clId="{F1B50BD8-67B2-4298-BE62-84906E257862}" dt="2023-02-13T15:27:04.669" v="883" actId="478"/>
        <pc:sldMkLst>
          <pc:docMk/>
          <pc:sldMk cId="1160977674" sldId="344"/>
        </pc:sldMkLst>
        <pc:spChg chg="del">
          <ac:chgData name="Mark McGlinchey" userId="6e11bbf3-9dcb-4b8b-b03e-52345dfdf79c" providerId="ADAL" clId="{F1B50BD8-67B2-4298-BE62-84906E257862}" dt="2023-02-13T15:27:04.669" v="883" actId="478"/>
          <ac:spMkLst>
            <pc:docMk/>
            <pc:sldMk cId="1160977674" sldId="344"/>
            <ac:spMk id="4" creationId="{C422A729-D4BB-4B54-B65A-3E270F1B144C}"/>
          </ac:spMkLst>
        </pc:spChg>
      </pc:sldChg>
      <pc:sldChg chg="addSp delSp modSp del mod">
        <pc:chgData name="Mark McGlinchey" userId="6e11bbf3-9dcb-4b8b-b03e-52345dfdf79c" providerId="ADAL" clId="{F1B50BD8-67B2-4298-BE62-84906E257862}" dt="2023-02-13T15:08:58.654" v="540" actId="2696"/>
        <pc:sldMkLst>
          <pc:docMk/>
          <pc:sldMk cId="2306367850" sldId="348"/>
        </pc:sldMkLst>
        <pc:spChg chg="mod">
          <ac:chgData name="Mark McGlinchey" userId="6e11bbf3-9dcb-4b8b-b03e-52345dfdf79c" providerId="ADAL" clId="{F1B50BD8-67B2-4298-BE62-84906E257862}" dt="2023-02-13T15:03:24.020" v="41" actId="26606"/>
          <ac:spMkLst>
            <pc:docMk/>
            <pc:sldMk cId="2306367850" sldId="348"/>
            <ac:spMk id="5" creationId="{988230A8-A5DC-46F7-BD93-CF72D61064DC}"/>
          </ac:spMkLst>
        </pc:spChg>
        <pc:spChg chg="add del">
          <ac:chgData name="Mark McGlinchey" userId="6e11bbf3-9dcb-4b8b-b03e-52345dfdf79c" providerId="ADAL" clId="{F1B50BD8-67B2-4298-BE62-84906E257862}" dt="2023-02-13T15:03:24.054" v="42" actId="26606"/>
          <ac:spMkLst>
            <pc:docMk/>
            <pc:sldMk cId="2306367850" sldId="348"/>
            <ac:spMk id="12" creationId="{BACC6370-2D7E-4714-9D71-7542949D7D5D}"/>
          </ac:spMkLst>
        </pc:spChg>
        <pc:spChg chg="add del">
          <ac:chgData name="Mark McGlinchey" userId="6e11bbf3-9dcb-4b8b-b03e-52345dfdf79c" providerId="ADAL" clId="{F1B50BD8-67B2-4298-BE62-84906E257862}" dt="2023-02-13T15:03:24.054" v="42" actId="26606"/>
          <ac:spMkLst>
            <pc:docMk/>
            <pc:sldMk cId="2306367850" sldId="348"/>
            <ac:spMk id="14" creationId="{256B2C21-A230-48C0-8DF1-C46611373C44}"/>
          </ac:spMkLst>
        </pc:spChg>
        <pc:spChg chg="add del">
          <ac:chgData name="Mark McGlinchey" userId="6e11bbf3-9dcb-4b8b-b03e-52345dfdf79c" providerId="ADAL" clId="{F1B50BD8-67B2-4298-BE62-84906E257862}" dt="2023-02-13T15:03:24.054" v="42" actId="26606"/>
          <ac:spMkLst>
            <pc:docMk/>
            <pc:sldMk cId="2306367850" sldId="348"/>
            <ac:spMk id="16" creationId="{3847E18C-932D-4C95-AABA-FEC7C9499AD7}"/>
          </ac:spMkLst>
        </pc:spChg>
        <pc:spChg chg="add del">
          <ac:chgData name="Mark McGlinchey" userId="6e11bbf3-9dcb-4b8b-b03e-52345dfdf79c" providerId="ADAL" clId="{F1B50BD8-67B2-4298-BE62-84906E257862}" dt="2023-02-13T15:03:24.054" v="42" actId="26606"/>
          <ac:spMkLst>
            <pc:docMk/>
            <pc:sldMk cId="2306367850" sldId="348"/>
            <ac:spMk id="18" creationId="{3150CB11-0C61-439E-910F-5787759E72A0}"/>
          </ac:spMkLst>
        </pc:spChg>
        <pc:spChg chg="add del">
          <ac:chgData name="Mark McGlinchey" userId="6e11bbf3-9dcb-4b8b-b03e-52345dfdf79c" providerId="ADAL" clId="{F1B50BD8-67B2-4298-BE62-84906E257862}" dt="2023-02-13T15:03:24.054" v="42" actId="26606"/>
          <ac:spMkLst>
            <pc:docMk/>
            <pc:sldMk cId="2306367850" sldId="348"/>
            <ac:spMk id="20" creationId="{43F8A58B-5155-44CE-A5FF-7647B47D0A7A}"/>
          </ac:spMkLst>
        </pc:spChg>
        <pc:spChg chg="add del">
          <ac:chgData name="Mark McGlinchey" userId="6e11bbf3-9dcb-4b8b-b03e-52345dfdf79c" providerId="ADAL" clId="{F1B50BD8-67B2-4298-BE62-84906E257862}" dt="2023-02-13T15:03:24.054" v="42" actId="26606"/>
          <ac:spMkLst>
            <pc:docMk/>
            <pc:sldMk cId="2306367850" sldId="348"/>
            <ac:spMk id="22" creationId="{443F2ACA-E6D6-4028-82DD-F03C262D5DE6}"/>
          </ac:spMkLst>
        </pc:spChg>
        <pc:spChg chg="add del">
          <ac:chgData name="Mark McGlinchey" userId="6e11bbf3-9dcb-4b8b-b03e-52345dfdf79c" providerId="ADAL" clId="{F1B50BD8-67B2-4298-BE62-84906E257862}" dt="2023-02-13T15:03:24.020" v="41" actId="26606"/>
          <ac:spMkLst>
            <pc:docMk/>
            <pc:sldMk cId="2306367850" sldId="348"/>
            <ac:spMk id="27" creationId="{BACC6370-2D7E-4714-9D71-7542949D7D5D}"/>
          </ac:spMkLst>
        </pc:spChg>
        <pc:spChg chg="add del">
          <ac:chgData name="Mark McGlinchey" userId="6e11bbf3-9dcb-4b8b-b03e-52345dfdf79c" providerId="ADAL" clId="{F1B50BD8-67B2-4298-BE62-84906E257862}" dt="2023-02-13T15:03:24.020" v="41" actId="26606"/>
          <ac:spMkLst>
            <pc:docMk/>
            <pc:sldMk cId="2306367850" sldId="348"/>
            <ac:spMk id="29" creationId="{F68B3F68-107C-434F-AA38-110D5EA91B85}"/>
          </ac:spMkLst>
        </pc:spChg>
        <pc:spChg chg="add del">
          <ac:chgData name="Mark McGlinchey" userId="6e11bbf3-9dcb-4b8b-b03e-52345dfdf79c" providerId="ADAL" clId="{F1B50BD8-67B2-4298-BE62-84906E257862}" dt="2023-02-13T15:03:24.020" v="41" actId="26606"/>
          <ac:spMkLst>
            <pc:docMk/>
            <pc:sldMk cId="2306367850" sldId="348"/>
            <ac:spMk id="31" creationId="{AAD0DBB9-1A4B-4391-81D4-CB19F9AB918A}"/>
          </ac:spMkLst>
        </pc:spChg>
        <pc:spChg chg="add del">
          <ac:chgData name="Mark McGlinchey" userId="6e11bbf3-9dcb-4b8b-b03e-52345dfdf79c" providerId="ADAL" clId="{F1B50BD8-67B2-4298-BE62-84906E257862}" dt="2023-02-13T15:03:24.020" v="41" actId="26606"/>
          <ac:spMkLst>
            <pc:docMk/>
            <pc:sldMk cId="2306367850" sldId="348"/>
            <ac:spMk id="33" creationId="{063BBA22-50EA-4C4D-BE05-F1CE4E63AA56}"/>
          </ac:spMkLst>
        </pc:spChg>
        <pc:spChg chg="add">
          <ac:chgData name="Mark McGlinchey" userId="6e11bbf3-9dcb-4b8b-b03e-52345dfdf79c" providerId="ADAL" clId="{F1B50BD8-67B2-4298-BE62-84906E257862}" dt="2023-02-13T15:03:24.054" v="42" actId="26606"/>
          <ac:spMkLst>
            <pc:docMk/>
            <pc:sldMk cId="2306367850" sldId="348"/>
            <ac:spMk id="35" creationId="{BACC6370-2D7E-4714-9D71-7542949D7D5D}"/>
          </ac:spMkLst>
        </pc:spChg>
        <pc:spChg chg="add">
          <ac:chgData name="Mark McGlinchey" userId="6e11bbf3-9dcb-4b8b-b03e-52345dfdf79c" providerId="ADAL" clId="{F1B50BD8-67B2-4298-BE62-84906E257862}" dt="2023-02-13T15:03:24.054" v="42" actId="26606"/>
          <ac:spMkLst>
            <pc:docMk/>
            <pc:sldMk cId="2306367850" sldId="348"/>
            <ac:spMk id="36" creationId="{256B2C21-A230-48C0-8DF1-C46611373C44}"/>
          </ac:spMkLst>
        </pc:spChg>
        <pc:spChg chg="add">
          <ac:chgData name="Mark McGlinchey" userId="6e11bbf3-9dcb-4b8b-b03e-52345dfdf79c" providerId="ADAL" clId="{F1B50BD8-67B2-4298-BE62-84906E257862}" dt="2023-02-13T15:03:24.054" v="42" actId="26606"/>
          <ac:spMkLst>
            <pc:docMk/>
            <pc:sldMk cId="2306367850" sldId="348"/>
            <ac:spMk id="37" creationId="{3847E18C-932D-4C95-AABA-FEC7C9499AD7}"/>
          </ac:spMkLst>
        </pc:spChg>
        <pc:spChg chg="add">
          <ac:chgData name="Mark McGlinchey" userId="6e11bbf3-9dcb-4b8b-b03e-52345dfdf79c" providerId="ADAL" clId="{F1B50BD8-67B2-4298-BE62-84906E257862}" dt="2023-02-13T15:03:24.054" v="42" actId="26606"/>
          <ac:spMkLst>
            <pc:docMk/>
            <pc:sldMk cId="2306367850" sldId="348"/>
            <ac:spMk id="38" creationId="{3150CB11-0C61-439E-910F-5787759E72A0}"/>
          </ac:spMkLst>
        </pc:spChg>
        <pc:spChg chg="add">
          <ac:chgData name="Mark McGlinchey" userId="6e11bbf3-9dcb-4b8b-b03e-52345dfdf79c" providerId="ADAL" clId="{F1B50BD8-67B2-4298-BE62-84906E257862}" dt="2023-02-13T15:03:24.054" v="42" actId="26606"/>
          <ac:spMkLst>
            <pc:docMk/>
            <pc:sldMk cId="2306367850" sldId="348"/>
            <ac:spMk id="39" creationId="{43F8A58B-5155-44CE-A5FF-7647B47D0A7A}"/>
          </ac:spMkLst>
        </pc:spChg>
        <pc:spChg chg="add">
          <ac:chgData name="Mark McGlinchey" userId="6e11bbf3-9dcb-4b8b-b03e-52345dfdf79c" providerId="ADAL" clId="{F1B50BD8-67B2-4298-BE62-84906E257862}" dt="2023-02-13T15:03:24.054" v="42" actId="26606"/>
          <ac:spMkLst>
            <pc:docMk/>
            <pc:sldMk cId="2306367850" sldId="348"/>
            <ac:spMk id="40" creationId="{443F2ACA-E6D6-4028-82DD-F03C262D5DE6}"/>
          </ac:spMkLst>
        </pc:spChg>
        <pc:graphicFrameChg chg="mod modGraphic">
          <ac:chgData name="Mark McGlinchey" userId="6e11bbf3-9dcb-4b8b-b03e-52345dfdf79c" providerId="ADAL" clId="{F1B50BD8-67B2-4298-BE62-84906E257862}" dt="2023-02-13T15:03:24.054" v="42" actId="26606"/>
          <ac:graphicFrameMkLst>
            <pc:docMk/>
            <pc:sldMk cId="2306367850" sldId="348"/>
            <ac:graphicFrameMk id="8" creationId="{482DD5C8-6291-8756-AF84-015757C26497}"/>
          </ac:graphicFrameMkLst>
        </pc:graphicFrameChg>
      </pc:sldChg>
      <pc:sldChg chg="modSp del mod">
        <pc:chgData name="Mark McGlinchey" userId="6e11bbf3-9dcb-4b8b-b03e-52345dfdf79c" providerId="ADAL" clId="{F1B50BD8-67B2-4298-BE62-84906E257862}" dt="2023-02-13T15:20:23.345" v="815" actId="2696"/>
        <pc:sldMkLst>
          <pc:docMk/>
          <pc:sldMk cId="4294611614" sldId="349"/>
        </pc:sldMkLst>
        <pc:spChg chg="mod">
          <ac:chgData name="Mark McGlinchey" userId="6e11bbf3-9dcb-4b8b-b03e-52345dfdf79c" providerId="ADAL" clId="{F1B50BD8-67B2-4298-BE62-84906E257862}" dt="2023-02-13T15:19:57.631" v="808" actId="20577"/>
          <ac:spMkLst>
            <pc:docMk/>
            <pc:sldMk cId="4294611614" sldId="349"/>
            <ac:spMk id="4" creationId="{0138BC63-4131-48D0-8A4F-4E2D2900E786}"/>
          </ac:spMkLst>
        </pc:spChg>
      </pc:sldChg>
      <pc:sldChg chg="modSp mod">
        <pc:chgData name="Mark McGlinchey" userId="6e11bbf3-9dcb-4b8b-b03e-52345dfdf79c" providerId="ADAL" clId="{F1B50BD8-67B2-4298-BE62-84906E257862}" dt="2023-02-13T15:22:58.289" v="871" actId="1076"/>
        <pc:sldMkLst>
          <pc:docMk/>
          <pc:sldMk cId="4114633549" sldId="350"/>
        </pc:sldMkLst>
        <pc:spChg chg="mod">
          <ac:chgData name="Mark McGlinchey" userId="6e11bbf3-9dcb-4b8b-b03e-52345dfdf79c" providerId="ADAL" clId="{F1B50BD8-67B2-4298-BE62-84906E257862}" dt="2023-02-13T15:20:00.707" v="809" actId="20577"/>
          <ac:spMkLst>
            <pc:docMk/>
            <pc:sldMk cId="4114633549" sldId="350"/>
            <ac:spMk id="4" creationId="{0138BC63-4131-48D0-8A4F-4E2D2900E786}"/>
          </ac:spMkLst>
        </pc:spChg>
        <pc:picChg chg="mod">
          <ac:chgData name="Mark McGlinchey" userId="6e11bbf3-9dcb-4b8b-b03e-52345dfdf79c" providerId="ADAL" clId="{F1B50BD8-67B2-4298-BE62-84906E257862}" dt="2023-02-13T15:22:58.289" v="871" actId="1076"/>
          <ac:picMkLst>
            <pc:docMk/>
            <pc:sldMk cId="4114633549" sldId="350"/>
            <ac:picMk id="3" creationId="{269B7D32-3588-CF4B-81EE-4E3B3128EEBD}"/>
          </ac:picMkLst>
        </pc:picChg>
      </pc:sldChg>
      <pc:sldChg chg="modSp mod">
        <pc:chgData name="Mark McGlinchey" userId="6e11bbf3-9dcb-4b8b-b03e-52345dfdf79c" providerId="ADAL" clId="{F1B50BD8-67B2-4298-BE62-84906E257862}" dt="2023-02-13T15:02:49.634" v="39" actId="20577"/>
        <pc:sldMkLst>
          <pc:docMk/>
          <pc:sldMk cId="4260856935" sldId="378"/>
        </pc:sldMkLst>
        <pc:spChg chg="mod">
          <ac:chgData name="Mark McGlinchey" userId="6e11bbf3-9dcb-4b8b-b03e-52345dfdf79c" providerId="ADAL" clId="{F1B50BD8-67B2-4298-BE62-84906E257862}" dt="2023-02-13T15:02:49.634" v="39" actId="20577"/>
          <ac:spMkLst>
            <pc:docMk/>
            <pc:sldMk cId="4260856935" sldId="378"/>
            <ac:spMk id="24" creationId="{18D591D1-35A8-62D6-492A-582E0800479C}"/>
          </ac:spMkLst>
        </pc:spChg>
      </pc:sldChg>
      <pc:sldChg chg="delSp mod">
        <pc:chgData name="Mark McGlinchey" userId="6e11bbf3-9dcb-4b8b-b03e-52345dfdf79c" providerId="ADAL" clId="{F1B50BD8-67B2-4298-BE62-84906E257862}" dt="2023-02-13T15:27:13.934" v="885" actId="478"/>
        <pc:sldMkLst>
          <pc:docMk/>
          <pc:sldMk cId="1214240903" sldId="381"/>
        </pc:sldMkLst>
        <pc:spChg chg="del">
          <ac:chgData name="Mark McGlinchey" userId="6e11bbf3-9dcb-4b8b-b03e-52345dfdf79c" providerId="ADAL" clId="{F1B50BD8-67B2-4298-BE62-84906E257862}" dt="2023-02-13T15:27:13.934" v="885" actId="478"/>
          <ac:spMkLst>
            <pc:docMk/>
            <pc:sldMk cId="1214240903" sldId="381"/>
            <ac:spMk id="4" creationId="{C422A729-D4BB-4B54-B65A-3E270F1B144C}"/>
          </ac:spMkLst>
        </pc:spChg>
      </pc:sldChg>
      <pc:sldChg chg="delSp mod">
        <pc:chgData name="Mark McGlinchey" userId="6e11bbf3-9dcb-4b8b-b03e-52345dfdf79c" providerId="ADAL" clId="{F1B50BD8-67B2-4298-BE62-84906E257862}" dt="2023-02-13T15:27:23.099" v="887" actId="478"/>
        <pc:sldMkLst>
          <pc:docMk/>
          <pc:sldMk cId="724053854" sldId="386"/>
        </pc:sldMkLst>
        <pc:spChg chg="del">
          <ac:chgData name="Mark McGlinchey" userId="6e11bbf3-9dcb-4b8b-b03e-52345dfdf79c" providerId="ADAL" clId="{F1B50BD8-67B2-4298-BE62-84906E257862}" dt="2023-02-13T15:27:23.099" v="887" actId="478"/>
          <ac:spMkLst>
            <pc:docMk/>
            <pc:sldMk cId="724053854" sldId="386"/>
            <ac:spMk id="6" creationId="{E35FF012-BB17-44E4-AB8D-AAA447C61E84}"/>
          </ac:spMkLst>
        </pc:spChg>
      </pc:sldChg>
      <pc:sldChg chg="modSp add del mod">
        <pc:chgData name="Mark McGlinchey" userId="6e11bbf3-9dcb-4b8b-b03e-52345dfdf79c" providerId="ADAL" clId="{F1B50BD8-67B2-4298-BE62-84906E257862}" dt="2023-02-13T15:23:39.113" v="876" actId="2696"/>
        <pc:sldMkLst>
          <pc:docMk/>
          <pc:sldMk cId="3424792793" sldId="387"/>
        </pc:sldMkLst>
        <pc:spChg chg="mod">
          <ac:chgData name="Mark McGlinchey" userId="6e11bbf3-9dcb-4b8b-b03e-52345dfdf79c" providerId="ADAL" clId="{F1B50BD8-67B2-4298-BE62-84906E257862}" dt="2023-02-13T15:04:15.322" v="84" actId="20577"/>
          <ac:spMkLst>
            <pc:docMk/>
            <pc:sldMk cId="3424792793" sldId="387"/>
            <ac:spMk id="2" creationId="{687340DA-CCDA-8D94-464B-DC172938BBAA}"/>
          </ac:spMkLst>
        </pc:spChg>
        <pc:spChg chg="mod">
          <ac:chgData name="Mark McGlinchey" userId="6e11bbf3-9dcb-4b8b-b03e-52345dfdf79c" providerId="ADAL" clId="{F1B50BD8-67B2-4298-BE62-84906E257862}" dt="2023-02-13T15:08:14.261" v="539" actId="27636"/>
          <ac:spMkLst>
            <pc:docMk/>
            <pc:sldMk cId="3424792793" sldId="387"/>
            <ac:spMk id="24" creationId="{18D591D1-35A8-62D6-492A-582E0800479C}"/>
          </ac:spMkLst>
        </pc:spChg>
      </pc:sldChg>
      <pc:sldChg chg="new del">
        <pc:chgData name="Mark McGlinchey" userId="6e11bbf3-9dcb-4b8b-b03e-52345dfdf79c" providerId="ADAL" clId="{F1B50BD8-67B2-4298-BE62-84906E257862}" dt="2023-02-13T15:20:23.345" v="815" actId="2696"/>
        <pc:sldMkLst>
          <pc:docMk/>
          <pc:sldMk cId="694403686" sldId="388"/>
        </pc:sldMkLst>
      </pc:sldChg>
      <pc:sldChg chg="new del">
        <pc:chgData name="Mark McGlinchey" userId="6e11bbf3-9dcb-4b8b-b03e-52345dfdf79c" providerId="ADAL" clId="{F1B50BD8-67B2-4298-BE62-84906E257862}" dt="2023-02-13T15:20:23.345" v="815" actId="2696"/>
        <pc:sldMkLst>
          <pc:docMk/>
          <pc:sldMk cId="3930317045" sldId="389"/>
        </pc:sldMkLst>
      </pc:sldChg>
      <pc:sldChg chg="addSp delSp modSp add mod delAnim modAnim">
        <pc:chgData name="Mark McGlinchey" userId="6e11bbf3-9dcb-4b8b-b03e-52345dfdf79c" providerId="ADAL" clId="{F1B50BD8-67B2-4298-BE62-84906E257862}" dt="2023-02-13T15:22:26.722" v="861" actId="1076"/>
        <pc:sldMkLst>
          <pc:docMk/>
          <pc:sldMk cId="22035910" sldId="390"/>
        </pc:sldMkLst>
        <pc:picChg chg="del">
          <ac:chgData name="Mark McGlinchey" userId="6e11bbf3-9dcb-4b8b-b03e-52345dfdf79c" providerId="ADAL" clId="{F1B50BD8-67B2-4298-BE62-84906E257862}" dt="2023-02-13T15:20:44.205" v="816" actId="478"/>
          <ac:picMkLst>
            <pc:docMk/>
            <pc:sldMk cId="22035910" sldId="390"/>
            <ac:picMk id="2" creationId="{25019293-6439-3648-B1EB-E772CCE38254}"/>
          </ac:picMkLst>
        </pc:picChg>
        <pc:picChg chg="add mod">
          <ac:chgData name="Mark McGlinchey" userId="6e11bbf3-9dcb-4b8b-b03e-52345dfdf79c" providerId="ADAL" clId="{F1B50BD8-67B2-4298-BE62-84906E257862}" dt="2023-02-13T15:22:26.722" v="861" actId="1076"/>
          <ac:picMkLst>
            <pc:docMk/>
            <pc:sldMk cId="22035910" sldId="390"/>
            <ac:picMk id="3" creationId="{58D7AE5B-2FBE-1381-B4A9-AD1274433E38}"/>
          </ac:picMkLst>
        </pc:picChg>
      </pc:sldChg>
      <pc:sldChg chg="add del setBg">
        <pc:chgData name="Mark McGlinchey" userId="6e11bbf3-9dcb-4b8b-b03e-52345dfdf79c" providerId="ADAL" clId="{F1B50BD8-67B2-4298-BE62-84906E257862}" dt="2023-02-13T15:20:10.972" v="813"/>
        <pc:sldMkLst>
          <pc:docMk/>
          <pc:sldMk cId="202816240" sldId="390"/>
        </pc:sldMkLst>
      </pc:sldChg>
      <pc:sldChg chg="modSp mod">
        <pc:chgData name="Mark McGlinchey" userId="6e11bbf3-9dcb-4b8b-b03e-52345dfdf79c" providerId="ADAL" clId="{F1B50BD8-67B2-4298-BE62-84906E257862}" dt="2023-02-13T15:24:46.244" v="878" actId="1076"/>
        <pc:sldMkLst>
          <pc:docMk/>
          <pc:sldMk cId="1559193294" sldId="391"/>
        </pc:sldMkLst>
        <pc:picChg chg="mod">
          <ac:chgData name="Mark McGlinchey" userId="6e11bbf3-9dcb-4b8b-b03e-52345dfdf79c" providerId="ADAL" clId="{F1B50BD8-67B2-4298-BE62-84906E257862}" dt="2023-02-13T15:24:46.244" v="878" actId="1076"/>
          <ac:picMkLst>
            <pc:docMk/>
            <pc:sldMk cId="1559193294" sldId="391"/>
            <ac:picMk id="2" creationId="{25019293-6439-3648-B1EB-E772CCE38254}"/>
          </ac:picMkLst>
        </pc:picChg>
      </pc:sldChg>
      <pc:sldChg chg="add del setBg">
        <pc:chgData name="Mark McGlinchey" userId="6e11bbf3-9dcb-4b8b-b03e-52345dfdf79c" providerId="ADAL" clId="{F1B50BD8-67B2-4298-BE62-84906E257862}" dt="2023-02-13T15:20:10.595" v="812"/>
        <pc:sldMkLst>
          <pc:docMk/>
          <pc:sldMk cId="2119828767" sldId="391"/>
        </pc:sldMkLst>
      </pc:sldChg>
      <pc:sldChg chg="addSp delSp modSp add mod delAnim modAnim">
        <pc:chgData name="Mark McGlinchey" userId="6e11bbf3-9dcb-4b8b-b03e-52345dfdf79c" providerId="ADAL" clId="{F1B50BD8-67B2-4298-BE62-84906E257862}" dt="2023-02-13T15:22:23.169" v="860" actId="1076"/>
        <pc:sldMkLst>
          <pc:docMk/>
          <pc:sldMk cId="648833775" sldId="392"/>
        </pc:sldMkLst>
        <pc:picChg chg="add mod">
          <ac:chgData name="Mark McGlinchey" userId="6e11bbf3-9dcb-4b8b-b03e-52345dfdf79c" providerId="ADAL" clId="{F1B50BD8-67B2-4298-BE62-84906E257862}" dt="2023-02-13T15:22:23.169" v="860" actId="1076"/>
          <ac:picMkLst>
            <pc:docMk/>
            <pc:sldMk cId="648833775" sldId="392"/>
            <ac:picMk id="2" creationId="{96F0FA19-0C8A-460D-6D21-4807C54DD9D0}"/>
          </ac:picMkLst>
        </pc:picChg>
        <pc:picChg chg="del">
          <ac:chgData name="Mark McGlinchey" userId="6e11bbf3-9dcb-4b8b-b03e-52345dfdf79c" providerId="ADAL" clId="{F1B50BD8-67B2-4298-BE62-84906E257862}" dt="2023-02-13T15:21:33.987" v="822" actId="478"/>
          <ac:picMkLst>
            <pc:docMk/>
            <pc:sldMk cId="648833775" sldId="392"/>
            <ac:picMk id="3" creationId="{58D7AE5B-2FBE-1381-B4A9-AD1274433E38}"/>
          </ac:picMkLst>
        </pc:picChg>
      </pc:sldChg>
    </pc:docChg>
  </pc:docChgLst>
  <pc:docChgLst>
    <pc:chgData name="Mark McGlinchey" userId="6e11bbf3-9dcb-4b8b-b03e-52345dfdf79c" providerId="ADAL" clId="{2DFCC41C-6773-4DAA-BEFC-5ADE1521E49A}"/>
    <pc:docChg chg="custSel modSld">
      <pc:chgData name="Mark McGlinchey" userId="6e11bbf3-9dcb-4b8b-b03e-52345dfdf79c" providerId="ADAL" clId="{2DFCC41C-6773-4DAA-BEFC-5ADE1521E49A}" dt="2024-02-19T15:11:05.478" v="495" actId="20577"/>
      <pc:docMkLst>
        <pc:docMk/>
      </pc:docMkLst>
      <pc:sldChg chg="modSp mod">
        <pc:chgData name="Mark McGlinchey" userId="6e11bbf3-9dcb-4b8b-b03e-52345dfdf79c" providerId="ADAL" clId="{2DFCC41C-6773-4DAA-BEFC-5ADE1521E49A}" dt="2024-02-19T15:09:50.770" v="418" actId="1076"/>
        <pc:sldMkLst>
          <pc:docMk/>
          <pc:sldMk cId="2848883935" sldId="256"/>
        </pc:sldMkLst>
        <pc:spChg chg="mod">
          <ac:chgData name="Mark McGlinchey" userId="6e11bbf3-9dcb-4b8b-b03e-52345dfdf79c" providerId="ADAL" clId="{2DFCC41C-6773-4DAA-BEFC-5ADE1521E49A}" dt="2024-02-19T15:09:50.770" v="418" actId="1076"/>
          <ac:spMkLst>
            <pc:docMk/>
            <pc:sldMk cId="2848883935" sldId="256"/>
            <ac:spMk id="2" creationId="{606B168B-CAF8-4205-8A7C-BD366E45467F}"/>
          </ac:spMkLst>
        </pc:spChg>
        <pc:spChg chg="mod">
          <ac:chgData name="Mark McGlinchey" userId="6e11bbf3-9dcb-4b8b-b03e-52345dfdf79c" providerId="ADAL" clId="{2DFCC41C-6773-4DAA-BEFC-5ADE1521E49A}" dt="2024-02-19T15:09:46.330" v="417" actId="255"/>
          <ac:spMkLst>
            <pc:docMk/>
            <pc:sldMk cId="2848883935" sldId="256"/>
            <ac:spMk id="3" creationId="{4ADC2D4C-DB8A-4716-A71D-EFBD3BCCC6F0}"/>
          </ac:spMkLst>
        </pc:spChg>
      </pc:sldChg>
      <pc:sldChg chg="modSp mod">
        <pc:chgData name="Mark McGlinchey" userId="6e11bbf3-9dcb-4b8b-b03e-52345dfdf79c" providerId="ADAL" clId="{2DFCC41C-6773-4DAA-BEFC-5ADE1521E49A}" dt="2024-02-19T14:53:10.808" v="25" actId="20577"/>
        <pc:sldMkLst>
          <pc:docMk/>
          <pc:sldMk cId="3358918850" sldId="307"/>
        </pc:sldMkLst>
        <pc:spChg chg="mod">
          <ac:chgData name="Mark McGlinchey" userId="6e11bbf3-9dcb-4b8b-b03e-52345dfdf79c" providerId="ADAL" clId="{2DFCC41C-6773-4DAA-BEFC-5ADE1521E49A}" dt="2024-02-19T14:53:10.808" v="25" actId="20577"/>
          <ac:spMkLst>
            <pc:docMk/>
            <pc:sldMk cId="3358918850" sldId="307"/>
            <ac:spMk id="2" creationId="{DEEFF349-81A9-4539-BE30-716AD67C9901}"/>
          </ac:spMkLst>
        </pc:spChg>
      </pc:sldChg>
      <pc:sldChg chg="modSp mod">
        <pc:chgData name="Mark McGlinchey" userId="6e11bbf3-9dcb-4b8b-b03e-52345dfdf79c" providerId="ADAL" clId="{2DFCC41C-6773-4DAA-BEFC-5ADE1521E49A}" dt="2024-02-19T14:59:11.384" v="148" actId="20577"/>
        <pc:sldMkLst>
          <pc:docMk/>
          <pc:sldMk cId="1033684928" sldId="309"/>
        </pc:sldMkLst>
        <pc:spChg chg="mod">
          <ac:chgData name="Mark McGlinchey" userId="6e11bbf3-9dcb-4b8b-b03e-52345dfdf79c" providerId="ADAL" clId="{2DFCC41C-6773-4DAA-BEFC-5ADE1521E49A}" dt="2024-02-19T14:59:11.384" v="148" actId="20577"/>
          <ac:spMkLst>
            <pc:docMk/>
            <pc:sldMk cId="1033684928" sldId="309"/>
            <ac:spMk id="2" creationId="{DEEFF349-81A9-4539-BE30-716AD67C9901}"/>
          </ac:spMkLst>
        </pc:spChg>
      </pc:sldChg>
      <pc:sldChg chg="modSp mod">
        <pc:chgData name="Mark McGlinchey" userId="6e11bbf3-9dcb-4b8b-b03e-52345dfdf79c" providerId="ADAL" clId="{2DFCC41C-6773-4DAA-BEFC-5ADE1521E49A}" dt="2024-02-19T15:11:05.478" v="495" actId="20577"/>
        <pc:sldMkLst>
          <pc:docMk/>
          <pc:sldMk cId="3269301239" sldId="340"/>
        </pc:sldMkLst>
        <pc:spChg chg="mod">
          <ac:chgData name="Mark McGlinchey" userId="6e11bbf3-9dcb-4b8b-b03e-52345dfdf79c" providerId="ADAL" clId="{2DFCC41C-6773-4DAA-BEFC-5ADE1521E49A}" dt="2024-02-19T14:52:46.961" v="23" actId="122"/>
          <ac:spMkLst>
            <pc:docMk/>
            <pc:sldMk cId="3269301239" sldId="340"/>
            <ac:spMk id="5" creationId="{988230A8-A5DC-46F7-BD93-CF72D61064DC}"/>
          </ac:spMkLst>
        </pc:spChg>
        <pc:spChg chg="mod">
          <ac:chgData name="Mark McGlinchey" userId="6e11bbf3-9dcb-4b8b-b03e-52345dfdf79c" providerId="ADAL" clId="{2DFCC41C-6773-4DAA-BEFC-5ADE1521E49A}" dt="2024-02-19T15:11:05.478" v="495" actId="20577"/>
          <ac:spMkLst>
            <pc:docMk/>
            <pc:sldMk cId="3269301239" sldId="340"/>
            <ac:spMk id="6" creationId="{2782F415-4827-490D-94EB-8850245FA8C1}"/>
          </ac:spMkLst>
        </pc:spChg>
        <pc:picChg chg="mod">
          <ac:chgData name="Mark McGlinchey" userId="6e11bbf3-9dcb-4b8b-b03e-52345dfdf79c" providerId="ADAL" clId="{2DFCC41C-6773-4DAA-BEFC-5ADE1521E49A}" dt="2024-02-19T15:10:13.371" v="423" actId="1076"/>
          <ac:picMkLst>
            <pc:docMk/>
            <pc:sldMk cId="3269301239" sldId="340"/>
            <ac:picMk id="3" creationId="{676F253E-CF27-1D95-61ED-955F64D5AD8D}"/>
          </ac:picMkLst>
        </pc:picChg>
      </pc:sldChg>
      <pc:sldChg chg="modSp mod">
        <pc:chgData name="Mark McGlinchey" userId="6e11bbf3-9dcb-4b8b-b03e-52345dfdf79c" providerId="ADAL" clId="{2DFCC41C-6773-4DAA-BEFC-5ADE1521E49A}" dt="2024-02-19T14:53:57.913" v="67" actId="14100"/>
        <pc:sldMkLst>
          <pc:docMk/>
          <pc:sldMk cId="1160977674" sldId="344"/>
        </pc:sldMkLst>
        <pc:spChg chg="mod">
          <ac:chgData name="Mark McGlinchey" userId="6e11bbf3-9dcb-4b8b-b03e-52345dfdf79c" providerId="ADAL" clId="{2DFCC41C-6773-4DAA-BEFC-5ADE1521E49A}" dt="2024-02-19T14:53:57.913" v="67" actId="14100"/>
          <ac:spMkLst>
            <pc:docMk/>
            <pc:sldMk cId="1160977674" sldId="344"/>
            <ac:spMk id="5" creationId="{988230A8-A5DC-46F7-BD93-CF72D61064DC}"/>
          </ac:spMkLst>
        </pc:spChg>
      </pc:sldChg>
      <pc:sldChg chg="modSp mod">
        <pc:chgData name="Mark McGlinchey" userId="6e11bbf3-9dcb-4b8b-b03e-52345dfdf79c" providerId="ADAL" clId="{2DFCC41C-6773-4DAA-BEFC-5ADE1521E49A}" dt="2024-02-19T14:52:12.489" v="19" actId="14100"/>
        <pc:sldMkLst>
          <pc:docMk/>
          <pc:sldMk cId="4260856935" sldId="378"/>
        </pc:sldMkLst>
        <pc:spChg chg="mod">
          <ac:chgData name="Mark McGlinchey" userId="6e11bbf3-9dcb-4b8b-b03e-52345dfdf79c" providerId="ADAL" clId="{2DFCC41C-6773-4DAA-BEFC-5ADE1521E49A}" dt="2024-02-19T14:52:12.489" v="19" actId="14100"/>
          <ac:spMkLst>
            <pc:docMk/>
            <pc:sldMk cId="4260856935" sldId="378"/>
            <ac:spMk id="24" creationId="{18D591D1-35A8-62D6-492A-582E0800479C}"/>
          </ac:spMkLst>
        </pc:spChg>
      </pc:sldChg>
      <pc:sldChg chg="modSp mod">
        <pc:chgData name="Mark McGlinchey" userId="6e11bbf3-9dcb-4b8b-b03e-52345dfdf79c" providerId="ADAL" clId="{2DFCC41C-6773-4DAA-BEFC-5ADE1521E49A}" dt="2024-02-19T14:54:34.892" v="134" actId="255"/>
        <pc:sldMkLst>
          <pc:docMk/>
          <pc:sldMk cId="1214240903" sldId="381"/>
        </pc:sldMkLst>
        <pc:spChg chg="mod">
          <ac:chgData name="Mark McGlinchey" userId="6e11bbf3-9dcb-4b8b-b03e-52345dfdf79c" providerId="ADAL" clId="{2DFCC41C-6773-4DAA-BEFC-5ADE1521E49A}" dt="2024-02-19T14:54:34.892" v="134" actId="255"/>
          <ac:spMkLst>
            <pc:docMk/>
            <pc:sldMk cId="1214240903" sldId="381"/>
            <ac:spMk id="5" creationId="{988230A8-A5DC-46F7-BD93-CF72D61064DC}"/>
          </ac:spMkLst>
        </pc:spChg>
      </pc:sldChg>
      <pc:sldChg chg="modSp mod">
        <pc:chgData name="Mark McGlinchey" userId="6e11bbf3-9dcb-4b8b-b03e-52345dfdf79c" providerId="ADAL" clId="{2DFCC41C-6773-4DAA-BEFC-5ADE1521E49A}" dt="2024-02-19T14:55:13.152" v="136" actId="27636"/>
        <pc:sldMkLst>
          <pc:docMk/>
          <pc:sldMk cId="793253567" sldId="382"/>
        </pc:sldMkLst>
        <pc:spChg chg="mod">
          <ac:chgData name="Mark McGlinchey" userId="6e11bbf3-9dcb-4b8b-b03e-52345dfdf79c" providerId="ADAL" clId="{2DFCC41C-6773-4DAA-BEFC-5ADE1521E49A}" dt="2024-02-19T14:55:13.152" v="136" actId="27636"/>
          <ac:spMkLst>
            <pc:docMk/>
            <pc:sldMk cId="793253567" sldId="382"/>
            <ac:spMk id="4" creationId="{687D7133-9D9C-6B8A-65A9-E23D30CF32F7}"/>
          </ac:spMkLst>
        </pc:spChg>
      </pc:sldChg>
      <pc:sldChg chg="modSp mod">
        <pc:chgData name="Mark McGlinchey" userId="6e11bbf3-9dcb-4b8b-b03e-52345dfdf79c" providerId="ADAL" clId="{2DFCC41C-6773-4DAA-BEFC-5ADE1521E49A}" dt="2024-02-19T15:09:15.196" v="413" actId="20577"/>
        <pc:sldMkLst>
          <pc:docMk/>
          <pc:sldMk cId="3133245052" sldId="383"/>
        </pc:sldMkLst>
        <pc:spChg chg="mod">
          <ac:chgData name="Mark McGlinchey" userId="6e11bbf3-9dcb-4b8b-b03e-52345dfdf79c" providerId="ADAL" clId="{2DFCC41C-6773-4DAA-BEFC-5ADE1521E49A}" dt="2024-02-19T14:59:30.980" v="157" actId="20577"/>
          <ac:spMkLst>
            <pc:docMk/>
            <pc:sldMk cId="3133245052" sldId="383"/>
            <ac:spMk id="2" creationId="{DEEFF349-81A9-4539-BE30-716AD67C9901}"/>
          </ac:spMkLst>
        </pc:spChg>
        <pc:spChg chg="mod">
          <ac:chgData name="Mark McGlinchey" userId="6e11bbf3-9dcb-4b8b-b03e-52345dfdf79c" providerId="ADAL" clId="{2DFCC41C-6773-4DAA-BEFC-5ADE1521E49A}" dt="2024-02-19T15:09:15.196" v="413" actId="20577"/>
          <ac:spMkLst>
            <pc:docMk/>
            <pc:sldMk cId="3133245052" sldId="383"/>
            <ac:spMk id="4" creationId="{687D7133-9D9C-6B8A-65A9-E23D30CF32F7}"/>
          </ac:spMkLst>
        </pc:spChg>
      </pc:sldChg>
      <pc:sldChg chg="modSp mod">
        <pc:chgData name="Mark McGlinchey" userId="6e11bbf3-9dcb-4b8b-b03e-52345dfdf79c" providerId="ADAL" clId="{2DFCC41C-6773-4DAA-BEFC-5ADE1521E49A}" dt="2024-02-19T14:54:25.526" v="131" actId="6549"/>
        <pc:sldMkLst>
          <pc:docMk/>
          <pc:sldMk cId="1291522577" sldId="384"/>
        </pc:sldMkLst>
        <pc:spChg chg="mod">
          <ac:chgData name="Mark McGlinchey" userId="6e11bbf3-9dcb-4b8b-b03e-52345dfdf79c" providerId="ADAL" clId="{2DFCC41C-6773-4DAA-BEFC-5ADE1521E49A}" dt="2024-02-19T14:54:25.526" v="131" actId="6549"/>
          <ac:spMkLst>
            <pc:docMk/>
            <pc:sldMk cId="1291522577" sldId="384"/>
            <ac:spMk id="2" creationId="{DEEFF349-81A9-4539-BE30-716AD67C9901}"/>
          </ac:spMkLst>
        </pc:spChg>
      </pc:sldChg>
      <pc:sldChg chg="modSp mod">
        <pc:chgData name="Mark McGlinchey" userId="6e11bbf3-9dcb-4b8b-b03e-52345dfdf79c" providerId="ADAL" clId="{2DFCC41C-6773-4DAA-BEFC-5ADE1521E49A}" dt="2024-02-19T14:59:06.450" v="147" actId="20577"/>
        <pc:sldMkLst>
          <pc:docMk/>
          <pc:sldMk cId="3448299587" sldId="385"/>
        </pc:sldMkLst>
        <pc:spChg chg="mod">
          <ac:chgData name="Mark McGlinchey" userId="6e11bbf3-9dcb-4b8b-b03e-52345dfdf79c" providerId="ADAL" clId="{2DFCC41C-6773-4DAA-BEFC-5ADE1521E49A}" dt="2024-02-19T14:59:06.450" v="147" actId="20577"/>
          <ac:spMkLst>
            <pc:docMk/>
            <pc:sldMk cId="3448299587" sldId="385"/>
            <ac:spMk id="2" creationId="{DEEFF349-81A9-4539-BE30-716AD67C9901}"/>
          </ac:spMkLst>
        </pc:spChg>
      </pc:sldChg>
      <pc:sldChg chg="modSp mod">
        <pc:chgData name="Mark McGlinchey" userId="6e11bbf3-9dcb-4b8b-b03e-52345dfdf79c" providerId="ADAL" clId="{2DFCC41C-6773-4DAA-BEFC-5ADE1521E49A}" dt="2024-02-19T14:55:49.797" v="142" actId="20577"/>
        <pc:sldMkLst>
          <pc:docMk/>
          <pc:sldMk cId="724053854" sldId="386"/>
        </pc:sldMkLst>
        <pc:spChg chg="mod">
          <ac:chgData name="Mark McGlinchey" userId="6e11bbf3-9dcb-4b8b-b03e-52345dfdf79c" providerId="ADAL" clId="{2DFCC41C-6773-4DAA-BEFC-5ADE1521E49A}" dt="2024-02-19T14:55:49.797" v="142" actId="20577"/>
          <ac:spMkLst>
            <pc:docMk/>
            <pc:sldMk cId="724053854" sldId="386"/>
            <ac:spMk id="5" creationId="{6CFEBC38-2750-430F-8AA0-91B18563A7B6}"/>
          </ac:spMkLst>
        </pc:spChg>
      </pc:sldChg>
      <pc:sldChg chg="modSp mod">
        <pc:chgData name="Mark McGlinchey" userId="6e11bbf3-9dcb-4b8b-b03e-52345dfdf79c" providerId="ADAL" clId="{2DFCC41C-6773-4DAA-BEFC-5ADE1521E49A}" dt="2024-02-19T14:51:47.364" v="18" actId="20577"/>
        <pc:sldMkLst>
          <pc:docMk/>
          <pc:sldMk cId="4181047012" sldId="393"/>
        </pc:sldMkLst>
        <pc:spChg chg="mod">
          <ac:chgData name="Mark McGlinchey" userId="6e11bbf3-9dcb-4b8b-b03e-52345dfdf79c" providerId="ADAL" clId="{2DFCC41C-6773-4DAA-BEFC-5ADE1521E49A}" dt="2024-02-19T14:51:47.364" v="18" actId="20577"/>
          <ac:spMkLst>
            <pc:docMk/>
            <pc:sldMk cId="4181047012" sldId="393"/>
            <ac:spMk id="24" creationId="{18D591D1-35A8-62D6-492A-582E0800479C}"/>
          </ac:spMkLst>
        </pc:spChg>
      </pc:sldChg>
      <pc:sldChg chg="modSp mod">
        <pc:chgData name="Mark McGlinchey" userId="6e11bbf3-9dcb-4b8b-b03e-52345dfdf79c" providerId="ADAL" clId="{2DFCC41C-6773-4DAA-BEFC-5ADE1521E49A}" dt="2024-02-19T14:58:57.038" v="143" actId="20577"/>
        <pc:sldMkLst>
          <pc:docMk/>
          <pc:sldMk cId="107513969" sldId="395"/>
        </pc:sldMkLst>
        <pc:spChg chg="mod">
          <ac:chgData name="Mark McGlinchey" userId="6e11bbf3-9dcb-4b8b-b03e-52345dfdf79c" providerId="ADAL" clId="{2DFCC41C-6773-4DAA-BEFC-5ADE1521E49A}" dt="2024-02-19T14:58:57.038" v="143" actId="20577"/>
          <ac:spMkLst>
            <pc:docMk/>
            <pc:sldMk cId="107513969" sldId="395"/>
            <ac:spMk id="2" creationId="{DEEFF349-81A9-4539-BE30-716AD67C9901}"/>
          </ac:spMkLst>
        </pc:spChg>
      </pc:sldChg>
      <pc:sldChg chg="modSp mod">
        <pc:chgData name="Mark McGlinchey" userId="6e11bbf3-9dcb-4b8b-b03e-52345dfdf79c" providerId="ADAL" clId="{2DFCC41C-6773-4DAA-BEFC-5ADE1521E49A}" dt="2024-02-19T15:00:41.716" v="257" actId="20577"/>
        <pc:sldMkLst>
          <pc:docMk/>
          <pc:sldMk cId="3920104855" sldId="396"/>
        </pc:sldMkLst>
        <pc:spChg chg="mod">
          <ac:chgData name="Mark McGlinchey" userId="6e11bbf3-9dcb-4b8b-b03e-52345dfdf79c" providerId="ADAL" clId="{2DFCC41C-6773-4DAA-BEFC-5ADE1521E49A}" dt="2024-02-19T14:53:13.365" v="26" actId="20577"/>
          <ac:spMkLst>
            <pc:docMk/>
            <pc:sldMk cId="3920104855" sldId="396"/>
            <ac:spMk id="2" creationId="{DEEFF349-81A9-4539-BE30-716AD67C9901}"/>
          </ac:spMkLst>
        </pc:spChg>
        <pc:spChg chg="mod">
          <ac:chgData name="Mark McGlinchey" userId="6e11bbf3-9dcb-4b8b-b03e-52345dfdf79c" providerId="ADAL" clId="{2DFCC41C-6773-4DAA-BEFC-5ADE1521E49A}" dt="2024-02-19T15:00:41.716" v="257" actId="20577"/>
          <ac:spMkLst>
            <pc:docMk/>
            <pc:sldMk cId="3920104855" sldId="396"/>
            <ac:spMk id="4" creationId="{687D7133-9D9C-6B8A-65A9-E23D30CF32F7}"/>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68FBE1-6893-424C-A811-821A1B6D4E45}"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CDEB7752-E585-4D5B-888F-C8C792A70A83}">
      <dgm:prSet custT="1"/>
      <dgm:spPr/>
      <dgm:t>
        <a:bodyPr/>
        <a:lstStyle/>
        <a:p>
          <a:pPr>
            <a:lnSpc>
              <a:spcPct val="100000"/>
            </a:lnSpc>
          </a:pPr>
          <a:r>
            <a:rPr lang="en-US" sz="2400" dirty="0"/>
            <a:t>Likely impairments</a:t>
          </a:r>
        </a:p>
      </dgm:t>
    </dgm:pt>
    <dgm:pt modelId="{E4FF274C-1CA8-4EFD-A6F8-7553E63AFF51}" type="parTrans" cxnId="{A1B752AF-210B-4636-BFC7-9B6B35A03F91}">
      <dgm:prSet/>
      <dgm:spPr/>
      <dgm:t>
        <a:bodyPr/>
        <a:lstStyle/>
        <a:p>
          <a:endParaRPr lang="en-US"/>
        </a:p>
      </dgm:t>
    </dgm:pt>
    <dgm:pt modelId="{83D22A0C-BEE5-49F8-A66A-84177F0AB8A1}" type="sibTrans" cxnId="{A1B752AF-210B-4636-BFC7-9B6B35A03F91}">
      <dgm:prSet/>
      <dgm:spPr/>
      <dgm:t>
        <a:bodyPr/>
        <a:lstStyle/>
        <a:p>
          <a:endParaRPr lang="en-US"/>
        </a:p>
      </dgm:t>
    </dgm:pt>
    <dgm:pt modelId="{424C62B0-6EA1-4BD6-AC9D-FF496115BA3F}">
      <dgm:prSet custT="1"/>
      <dgm:spPr/>
      <dgm:t>
        <a:bodyPr/>
        <a:lstStyle/>
        <a:p>
          <a:pPr>
            <a:lnSpc>
              <a:spcPct val="100000"/>
            </a:lnSpc>
          </a:pPr>
          <a:r>
            <a:rPr lang="en-US" sz="2400" dirty="0"/>
            <a:t>Dosage including starting position</a:t>
          </a:r>
        </a:p>
      </dgm:t>
    </dgm:pt>
    <dgm:pt modelId="{E12734C0-B9B0-4785-86D0-5CF40FAEFFB6}" type="parTrans" cxnId="{CFCFA61C-456E-4331-9EA1-ED35DBE45D5D}">
      <dgm:prSet/>
      <dgm:spPr/>
      <dgm:t>
        <a:bodyPr/>
        <a:lstStyle/>
        <a:p>
          <a:endParaRPr lang="en-US"/>
        </a:p>
      </dgm:t>
    </dgm:pt>
    <dgm:pt modelId="{9CE1A0D2-0308-40D8-A28B-589E22E302CB}" type="sibTrans" cxnId="{CFCFA61C-456E-4331-9EA1-ED35DBE45D5D}">
      <dgm:prSet/>
      <dgm:spPr/>
      <dgm:t>
        <a:bodyPr/>
        <a:lstStyle/>
        <a:p>
          <a:endParaRPr lang="en-US"/>
        </a:p>
      </dgm:t>
    </dgm:pt>
    <dgm:pt modelId="{26BC310B-C98F-4C5F-9F7A-19C97F304102}">
      <dgm:prSet custT="1"/>
      <dgm:spPr/>
      <dgm:t>
        <a:bodyPr/>
        <a:lstStyle/>
        <a:p>
          <a:pPr>
            <a:lnSpc>
              <a:spcPct val="100000"/>
            </a:lnSpc>
          </a:pPr>
          <a:r>
            <a:rPr lang="en-US" sz="2400" dirty="0"/>
            <a:t>Ways to progress/regress treatment</a:t>
          </a:r>
        </a:p>
      </dgm:t>
    </dgm:pt>
    <dgm:pt modelId="{FE137874-93E4-470D-99C4-2FAEC96B7D09}" type="parTrans" cxnId="{C66F09D0-EA3A-4E44-B55F-9C778A999276}">
      <dgm:prSet/>
      <dgm:spPr/>
      <dgm:t>
        <a:bodyPr/>
        <a:lstStyle/>
        <a:p>
          <a:endParaRPr lang="en-US"/>
        </a:p>
      </dgm:t>
    </dgm:pt>
    <dgm:pt modelId="{5321581D-753F-4C4D-A38D-9EC72618AC0F}" type="sibTrans" cxnId="{C66F09D0-EA3A-4E44-B55F-9C778A999276}">
      <dgm:prSet/>
      <dgm:spPr/>
      <dgm:t>
        <a:bodyPr/>
        <a:lstStyle/>
        <a:p>
          <a:endParaRPr lang="en-US"/>
        </a:p>
      </dgm:t>
    </dgm:pt>
    <dgm:pt modelId="{54732161-C56E-43D6-9927-B43FBCFC845C}">
      <dgm:prSet custT="1"/>
      <dgm:spPr/>
      <dgm:t>
        <a:bodyPr/>
        <a:lstStyle/>
        <a:p>
          <a:pPr>
            <a:lnSpc>
              <a:spcPct val="100000"/>
            </a:lnSpc>
          </a:pPr>
          <a:r>
            <a:rPr lang="en-GB" sz="2400" dirty="0"/>
            <a:t>Outcome measurement</a:t>
          </a:r>
          <a:endParaRPr lang="en-US" sz="2400" dirty="0"/>
        </a:p>
      </dgm:t>
    </dgm:pt>
    <dgm:pt modelId="{6B250E2A-BC37-494B-BBD8-168C5346E717}" type="parTrans" cxnId="{7B136CB6-8E77-4766-9381-23A8C5542856}">
      <dgm:prSet/>
      <dgm:spPr/>
      <dgm:t>
        <a:bodyPr/>
        <a:lstStyle/>
        <a:p>
          <a:endParaRPr lang="en-US"/>
        </a:p>
      </dgm:t>
    </dgm:pt>
    <dgm:pt modelId="{362696B3-3778-4916-B4F7-B574D3A8620E}" type="sibTrans" cxnId="{7B136CB6-8E77-4766-9381-23A8C5542856}">
      <dgm:prSet/>
      <dgm:spPr/>
      <dgm:t>
        <a:bodyPr/>
        <a:lstStyle/>
        <a:p>
          <a:endParaRPr lang="en-US"/>
        </a:p>
      </dgm:t>
    </dgm:pt>
    <dgm:pt modelId="{4A3925B0-83E1-4586-A6DA-F912C4ABADC3}">
      <dgm:prSet custT="1"/>
      <dgm:spPr/>
      <dgm:t>
        <a:bodyPr/>
        <a:lstStyle/>
        <a:p>
          <a:pPr>
            <a:lnSpc>
              <a:spcPct val="100000"/>
            </a:lnSpc>
          </a:pPr>
          <a:endParaRPr lang="en-US" sz="2400" dirty="0"/>
        </a:p>
      </dgm:t>
    </dgm:pt>
    <dgm:pt modelId="{1BF97C82-AFE8-49DC-B400-2D612685C3BE}" type="sibTrans" cxnId="{464EC210-6273-4D08-8D11-D42E15A547A5}">
      <dgm:prSet/>
      <dgm:spPr/>
      <dgm:t>
        <a:bodyPr/>
        <a:lstStyle/>
        <a:p>
          <a:endParaRPr lang="en-US"/>
        </a:p>
      </dgm:t>
    </dgm:pt>
    <dgm:pt modelId="{ED39F059-FC30-489B-A124-96075E68ACC8}" type="parTrans" cxnId="{464EC210-6273-4D08-8D11-D42E15A547A5}">
      <dgm:prSet/>
      <dgm:spPr/>
      <dgm:t>
        <a:bodyPr/>
        <a:lstStyle/>
        <a:p>
          <a:endParaRPr lang="en-US"/>
        </a:p>
      </dgm:t>
    </dgm:pt>
    <dgm:pt modelId="{463B2605-0646-4D78-9EFC-F9D288BBEEEB}" type="pres">
      <dgm:prSet presAssocID="{6568FBE1-6893-424C-A811-821A1B6D4E45}" presName="root" presStyleCnt="0">
        <dgm:presLayoutVars>
          <dgm:dir/>
          <dgm:resizeHandles val="exact"/>
        </dgm:presLayoutVars>
      </dgm:prSet>
      <dgm:spPr/>
    </dgm:pt>
    <dgm:pt modelId="{2D940B06-C4DA-43D2-AE98-C0C6C2447CCA}" type="pres">
      <dgm:prSet presAssocID="{CDEB7752-E585-4D5B-888F-C8C792A70A83}" presName="compNode" presStyleCnt="0"/>
      <dgm:spPr/>
    </dgm:pt>
    <dgm:pt modelId="{2D565765-4C35-4C7D-AD77-5FAD6C906538}" type="pres">
      <dgm:prSet presAssocID="{CDEB7752-E585-4D5B-888F-C8C792A70A83}" presName="bgRect" presStyleLbl="bgShp" presStyleIdx="0" presStyleCnt="4" custLinFactNeighborX="4032" custLinFactNeighborY="-5637"/>
      <dgm:spPr>
        <a:solidFill>
          <a:schemeClr val="accent1">
            <a:lumMod val="20000"/>
            <a:lumOff val="80000"/>
          </a:schemeClr>
        </a:solidFill>
      </dgm:spPr>
    </dgm:pt>
    <dgm:pt modelId="{81535162-711A-4C6A-817D-AF457E5D253C}" type="pres">
      <dgm:prSet presAssocID="{CDEB7752-E585-4D5B-888F-C8C792A70A8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an with cane with solid fill"/>
        </a:ext>
      </dgm:extLst>
    </dgm:pt>
    <dgm:pt modelId="{275E9222-A38E-4B54-82A2-089289C910E5}" type="pres">
      <dgm:prSet presAssocID="{CDEB7752-E585-4D5B-888F-C8C792A70A83}" presName="spaceRect" presStyleCnt="0"/>
      <dgm:spPr/>
    </dgm:pt>
    <dgm:pt modelId="{A2640F47-9111-4CB9-979B-014AACBCF886}" type="pres">
      <dgm:prSet presAssocID="{CDEB7752-E585-4D5B-888F-C8C792A70A83}" presName="parTx" presStyleLbl="revTx" presStyleIdx="0" presStyleCnt="5">
        <dgm:presLayoutVars>
          <dgm:chMax val="0"/>
          <dgm:chPref val="0"/>
        </dgm:presLayoutVars>
      </dgm:prSet>
      <dgm:spPr/>
    </dgm:pt>
    <dgm:pt modelId="{E51D57E5-5935-44B4-949B-AE749B4A4C0D}" type="pres">
      <dgm:prSet presAssocID="{83D22A0C-BEE5-49F8-A66A-84177F0AB8A1}" presName="sibTrans" presStyleCnt="0"/>
      <dgm:spPr/>
    </dgm:pt>
    <dgm:pt modelId="{7F0303CA-6D8E-4F9F-BC93-A8EE721DB1D9}" type="pres">
      <dgm:prSet presAssocID="{424C62B0-6EA1-4BD6-AC9D-FF496115BA3F}" presName="compNode" presStyleCnt="0"/>
      <dgm:spPr/>
    </dgm:pt>
    <dgm:pt modelId="{C33C35B9-A69A-4B3A-A518-C3BE9900A0FC}" type="pres">
      <dgm:prSet presAssocID="{424C62B0-6EA1-4BD6-AC9D-FF496115BA3F}" presName="bgRect" presStyleLbl="bgShp" presStyleIdx="1" presStyleCnt="4"/>
      <dgm:spPr>
        <a:solidFill>
          <a:schemeClr val="accent1">
            <a:lumMod val="20000"/>
            <a:lumOff val="80000"/>
          </a:schemeClr>
        </a:solidFill>
      </dgm:spPr>
    </dgm:pt>
    <dgm:pt modelId="{974F0C83-C542-4682-B39D-61AF943C2A92}" type="pres">
      <dgm:prSet presAssocID="{424C62B0-6EA1-4BD6-AC9D-FF496115BA3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rawl with solid fill"/>
        </a:ext>
      </dgm:extLst>
    </dgm:pt>
    <dgm:pt modelId="{F7AB4F52-A768-4B27-AEF8-A996B1F9B0B5}" type="pres">
      <dgm:prSet presAssocID="{424C62B0-6EA1-4BD6-AC9D-FF496115BA3F}" presName="spaceRect" presStyleCnt="0"/>
      <dgm:spPr/>
    </dgm:pt>
    <dgm:pt modelId="{A45F074F-5816-42F0-A638-DF40285630A6}" type="pres">
      <dgm:prSet presAssocID="{424C62B0-6EA1-4BD6-AC9D-FF496115BA3F}" presName="parTx" presStyleLbl="revTx" presStyleIdx="1" presStyleCnt="5">
        <dgm:presLayoutVars>
          <dgm:chMax val="0"/>
          <dgm:chPref val="0"/>
        </dgm:presLayoutVars>
      </dgm:prSet>
      <dgm:spPr/>
    </dgm:pt>
    <dgm:pt modelId="{81863842-55EB-4F76-8BC4-BB0430AF61C6}" type="pres">
      <dgm:prSet presAssocID="{9CE1A0D2-0308-40D8-A28B-589E22E302CB}" presName="sibTrans" presStyleCnt="0"/>
      <dgm:spPr/>
    </dgm:pt>
    <dgm:pt modelId="{A282150B-2384-43B3-AF54-ECD88A3AC266}" type="pres">
      <dgm:prSet presAssocID="{26BC310B-C98F-4C5F-9F7A-19C97F304102}" presName="compNode" presStyleCnt="0"/>
      <dgm:spPr/>
    </dgm:pt>
    <dgm:pt modelId="{1A30D7EA-8420-48E4-83CA-AEC2BB5E6627}" type="pres">
      <dgm:prSet presAssocID="{26BC310B-C98F-4C5F-9F7A-19C97F304102}" presName="bgRect" presStyleLbl="bgShp" presStyleIdx="2" presStyleCnt="4"/>
      <dgm:spPr>
        <a:solidFill>
          <a:schemeClr val="accent1">
            <a:lumMod val="20000"/>
            <a:lumOff val="80000"/>
          </a:schemeClr>
        </a:solidFill>
        <a:ln>
          <a:solidFill>
            <a:schemeClr val="accent1">
              <a:lumMod val="20000"/>
              <a:lumOff val="80000"/>
            </a:schemeClr>
          </a:solidFill>
        </a:ln>
      </dgm:spPr>
    </dgm:pt>
    <dgm:pt modelId="{FF2805F4-52B7-42C3-B370-EB9BBBC45B8D}" type="pres">
      <dgm:prSet presAssocID="{26BC310B-C98F-4C5F-9F7A-19C97F30410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ort with solid fill"/>
        </a:ext>
      </dgm:extLst>
    </dgm:pt>
    <dgm:pt modelId="{38AD8FA5-086B-4DAF-89E1-481AD6CA9587}" type="pres">
      <dgm:prSet presAssocID="{26BC310B-C98F-4C5F-9F7A-19C97F304102}" presName="spaceRect" presStyleCnt="0"/>
      <dgm:spPr/>
    </dgm:pt>
    <dgm:pt modelId="{4ABFDA1C-C22B-45A1-B4A5-2E033AA70E03}" type="pres">
      <dgm:prSet presAssocID="{26BC310B-C98F-4C5F-9F7A-19C97F304102}" presName="parTx" presStyleLbl="revTx" presStyleIdx="2" presStyleCnt="5">
        <dgm:presLayoutVars>
          <dgm:chMax val="0"/>
          <dgm:chPref val="0"/>
        </dgm:presLayoutVars>
      </dgm:prSet>
      <dgm:spPr/>
    </dgm:pt>
    <dgm:pt modelId="{90D167A9-D381-4A5C-8C26-DC59A6882838}" type="pres">
      <dgm:prSet presAssocID="{5321581D-753F-4C4D-A38D-9EC72618AC0F}" presName="sibTrans" presStyleCnt="0"/>
      <dgm:spPr/>
    </dgm:pt>
    <dgm:pt modelId="{B4B24548-803A-40B2-8855-18289E23DB07}" type="pres">
      <dgm:prSet presAssocID="{54732161-C56E-43D6-9927-B43FBCFC845C}" presName="compNode" presStyleCnt="0"/>
      <dgm:spPr/>
    </dgm:pt>
    <dgm:pt modelId="{6690F4A3-70D8-4F45-9AC5-DFED0906B17D}" type="pres">
      <dgm:prSet presAssocID="{54732161-C56E-43D6-9927-B43FBCFC845C}" presName="bgRect" presStyleLbl="bgShp" presStyleIdx="3" presStyleCnt="4" custLinFactNeighborX="413" custLinFactNeighborY="434"/>
      <dgm:spPr>
        <a:solidFill>
          <a:schemeClr val="accent1">
            <a:lumMod val="20000"/>
            <a:lumOff val="80000"/>
          </a:schemeClr>
        </a:solidFill>
        <a:ln>
          <a:solidFill>
            <a:schemeClr val="accent1">
              <a:lumMod val="20000"/>
              <a:lumOff val="80000"/>
            </a:schemeClr>
          </a:solidFill>
        </a:ln>
      </dgm:spPr>
    </dgm:pt>
    <dgm:pt modelId="{9AF7F62D-99D7-45DB-95A6-C921B5D7D7D7}" type="pres">
      <dgm:prSet presAssocID="{54732161-C56E-43D6-9927-B43FBCFC845C}"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Clipboard with solid fill"/>
        </a:ext>
      </dgm:extLst>
    </dgm:pt>
    <dgm:pt modelId="{978C1FF5-6F14-43A6-A338-9EFCC60BCDCE}" type="pres">
      <dgm:prSet presAssocID="{54732161-C56E-43D6-9927-B43FBCFC845C}" presName="spaceRect" presStyleCnt="0"/>
      <dgm:spPr/>
    </dgm:pt>
    <dgm:pt modelId="{72259768-EC27-4D83-B081-B4F1CEF1DE05}" type="pres">
      <dgm:prSet presAssocID="{54732161-C56E-43D6-9927-B43FBCFC845C}" presName="parTx" presStyleLbl="revTx" presStyleIdx="3" presStyleCnt="5" custScaleX="150965" custLinFactNeighborX="19758" custLinFactNeighborY="8409">
        <dgm:presLayoutVars>
          <dgm:chMax val="0"/>
          <dgm:chPref val="0"/>
        </dgm:presLayoutVars>
      </dgm:prSet>
      <dgm:spPr/>
    </dgm:pt>
    <dgm:pt modelId="{D952EF51-4EBE-487E-B7EC-E4E580E9DE72}" type="pres">
      <dgm:prSet presAssocID="{54732161-C56E-43D6-9927-B43FBCFC845C}" presName="desTx" presStyleLbl="revTx" presStyleIdx="4" presStyleCnt="5">
        <dgm:presLayoutVars/>
      </dgm:prSet>
      <dgm:spPr/>
    </dgm:pt>
  </dgm:ptLst>
  <dgm:cxnLst>
    <dgm:cxn modelId="{6FB13F06-CD03-4703-ADEE-ADD2BBA5C2BC}" type="presOf" srcId="{26BC310B-C98F-4C5F-9F7A-19C97F304102}" destId="{4ABFDA1C-C22B-45A1-B4A5-2E033AA70E03}" srcOrd="0" destOrd="0" presId="urn:microsoft.com/office/officeart/2018/2/layout/IconVerticalSolidList"/>
    <dgm:cxn modelId="{464EC210-6273-4D08-8D11-D42E15A547A5}" srcId="{54732161-C56E-43D6-9927-B43FBCFC845C}" destId="{4A3925B0-83E1-4586-A6DA-F912C4ABADC3}" srcOrd="0" destOrd="0" parTransId="{ED39F059-FC30-489B-A124-96075E68ACC8}" sibTransId="{1BF97C82-AFE8-49DC-B400-2D612685C3BE}"/>
    <dgm:cxn modelId="{CFCFA61C-456E-4331-9EA1-ED35DBE45D5D}" srcId="{6568FBE1-6893-424C-A811-821A1B6D4E45}" destId="{424C62B0-6EA1-4BD6-AC9D-FF496115BA3F}" srcOrd="1" destOrd="0" parTransId="{E12734C0-B9B0-4785-86D0-5CF40FAEFFB6}" sibTransId="{9CE1A0D2-0308-40D8-A28B-589E22E302CB}"/>
    <dgm:cxn modelId="{0882692B-1908-4A0E-A456-626BF07C7B89}" type="presOf" srcId="{4A3925B0-83E1-4586-A6DA-F912C4ABADC3}" destId="{D952EF51-4EBE-487E-B7EC-E4E580E9DE72}" srcOrd="0" destOrd="0" presId="urn:microsoft.com/office/officeart/2018/2/layout/IconVerticalSolidList"/>
    <dgm:cxn modelId="{4525DA47-75D9-467D-B1EE-5CD88EB4D4A3}" type="presOf" srcId="{54732161-C56E-43D6-9927-B43FBCFC845C}" destId="{72259768-EC27-4D83-B081-B4F1CEF1DE05}" srcOrd="0" destOrd="0" presId="urn:microsoft.com/office/officeart/2018/2/layout/IconVerticalSolidList"/>
    <dgm:cxn modelId="{1F63AF89-77E1-4AEC-A17C-65AE68C348E2}" type="presOf" srcId="{424C62B0-6EA1-4BD6-AC9D-FF496115BA3F}" destId="{A45F074F-5816-42F0-A638-DF40285630A6}" srcOrd="0" destOrd="0" presId="urn:microsoft.com/office/officeart/2018/2/layout/IconVerticalSolidList"/>
    <dgm:cxn modelId="{4E47989D-AD67-495C-8DE9-705FB0546ADD}" type="presOf" srcId="{6568FBE1-6893-424C-A811-821A1B6D4E45}" destId="{463B2605-0646-4D78-9EFC-F9D288BBEEEB}" srcOrd="0" destOrd="0" presId="urn:microsoft.com/office/officeart/2018/2/layout/IconVerticalSolidList"/>
    <dgm:cxn modelId="{A1B752AF-210B-4636-BFC7-9B6B35A03F91}" srcId="{6568FBE1-6893-424C-A811-821A1B6D4E45}" destId="{CDEB7752-E585-4D5B-888F-C8C792A70A83}" srcOrd="0" destOrd="0" parTransId="{E4FF274C-1CA8-4EFD-A6F8-7553E63AFF51}" sibTransId="{83D22A0C-BEE5-49F8-A66A-84177F0AB8A1}"/>
    <dgm:cxn modelId="{7B136CB6-8E77-4766-9381-23A8C5542856}" srcId="{6568FBE1-6893-424C-A811-821A1B6D4E45}" destId="{54732161-C56E-43D6-9927-B43FBCFC845C}" srcOrd="3" destOrd="0" parTransId="{6B250E2A-BC37-494B-BBD8-168C5346E717}" sibTransId="{362696B3-3778-4916-B4F7-B574D3A8620E}"/>
    <dgm:cxn modelId="{6F5CE1CC-ED5A-42FB-92CD-C479B2C5968D}" type="presOf" srcId="{CDEB7752-E585-4D5B-888F-C8C792A70A83}" destId="{A2640F47-9111-4CB9-979B-014AACBCF886}" srcOrd="0" destOrd="0" presId="urn:microsoft.com/office/officeart/2018/2/layout/IconVerticalSolidList"/>
    <dgm:cxn modelId="{C66F09D0-EA3A-4E44-B55F-9C778A999276}" srcId="{6568FBE1-6893-424C-A811-821A1B6D4E45}" destId="{26BC310B-C98F-4C5F-9F7A-19C97F304102}" srcOrd="2" destOrd="0" parTransId="{FE137874-93E4-470D-99C4-2FAEC96B7D09}" sibTransId="{5321581D-753F-4C4D-A38D-9EC72618AC0F}"/>
    <dgm:cxn modelId="{AA373FF3-2464-4885-9EB2-1D5A834F61FA}" type="presParOf" srcId="{463B2605-0646-4D78-9EFC-F9D288BBEEEB}" destId="{2D940B06-C4DA-43D2-AE98-C0C6C2447CCA}" srcOrd="0" destOrd="0" presId="urn:microsoft.com/office/officeart/2018/2/layout/IconVerticalSolidList"/>
    <dgm:cxn modelId="{14B79A5F-0BE5-4280-89DA-2F545E4A2AF3}" type="presParOf" srcId="{2D940B06-C4DA-43D2-AE98-C0C6C2447CCA}" destId="{2D565765-4C35-4C7D-AD77-5FAD6C906538}" srcOrd="0" destOrd="0" presId="urn:microsoft.com/office/officeart/2018/2/layout/IconVerticalSolidList"/>
    <dgm:cxn modelId="{A9456B47-6360-41E6-B6CD-C838B33598C7}" type="presParOf" srcId="{2D940B06-C4DA-43D2-AE98-C0C6C2447CCA}" destId="{81535162-711A-4C6A-817D-AF457E5D253C}" srcOrd="1" destOrd="0" presId="urn:microsoft.com/office/officeart/2018/2/layout/IconVerticalSolidList"/>
    <dgm:cxn modelId="{41D70094-C15C-4DD9-A318-4FF301BCF06A}" type="presParOf" srcId="{2D940B06-C4DA-43D2-AE98-C0C6C2447CCA}" destId="{275E9222-A38E-4B54-82A2-089289C910E5}" srcOrd="2" destOrd="0" presId="urn:microsoft.com/office/officeart/2018/2/layout/IconVerticalSolidList"/>
    <dgm:cxn modelId="{09339950-AFE5-47B6-A9C0-ED1E8351A059}" type="presParOf" srcId="{2D940B06-C4DA-43D2-AE98-C0C6C2447CCA}" destId="{A2640F47-9111-4CB9-979B-014AACBCF886}" srcOrd="3" destOrd="0" presId="urn:microsoft.com/office/officeart/2018/2/layout/IconVerticalSolidList"/>
    <dgm:cxn modelId="{5D8FC3DC-1028-41A9-BC67-DE9E8332E384}" type="presParOf" srcId="{463B2605-0646-4D78-9EFC-F9D288BBEEEB}" destId="{E51D57E5-5935-44B4-949B-AE749B4A4C0D}" srcOrd="1" destOrd="0" presId="urn:microsoft.com/office/officeart/2018/2/layout/IconVerticalSolidList"/>
    <dgm:cxn modelId="{85739709-6545-4FEE-B69E-2B4623B134D8}" type="presParOf" srcId="{463B2605-0646-4D78-9EFC-F9D288BBEEEB}" destId="{7F0303CA-6D8E-4F9F-BC93-A8EE721DB1D9}" srcOrd="2" destOrd="0" presId="urn:microsoft.com/office/officeart/2018/2/layout/IconVerticalSolidList"/>
    <dgm:cxn modelId="{50BE8C86-D645-4639-BE34-DC762805F9DE}" type="presParOf" srcId="{7F0303CA-6D8E-4F9F-BC93-A8EE721DB1D9}" destId="{C33C35B9-A69A-4B3A-A518-C3BE9900A0FC}" srcOrd="0" destOrd="0" presId="urn:microsoft.com/office/officeart/2018/2/layout/IconVerticalSolidList"/>
    <dgm:cxn modelId="{D4F4A2E1-A7F1-48C7-A23D-F8245626DE40}" type="presParOf" srcId="{7F0303CA-6D8E-4F9F-BC93-A8EE721DB1D9}" destId="{974F0C83-C542-4682-B39D-61AF943C2A92}" srcOrd="1" destOrd="0" presId="urn:microsoft.com/office/officeart/2018/2/layout/IconVerticalSolidList"/>
    <dgm:cxn modelId="{1D3EDCCF-7FE6-47E1-84B4-864B530EF2D6}" type="presParOf" srcId="{7F0303CA-6D8E-4F9F-BC93-A8EE721DB1D9}" destId="{F7AB4F52-A768-4B27-AEF8-A996B1F9B0B5}" srcOrd="2" destOrd="0" presId="urn:microsoft.com/office/officeart/2018/2/layout/IconVerticalSolidList"/>
    <dgm:cxn modelId="{24DA9B7F-175B-4912-BFFC-5808BEFFE67A}" type="presParOf" srcId="{7F0303CA-6D8E-4F9F-BC93-A8EE721DB1D9}" destId="{A45F074F-5816-42F0-A638-DF40285630A6}" srcOrd="3" destOrd="0" presId="urn:microsoft.com/office/officeart/2018/2/layout/IconVerticalSolidList"/>
    <dgm:cxn modelId="{174A59F8-7AB8-44A3-AD78-2877F69F53FF}" type="presParOf" srcId="{463B2605-0646-4D78-9EFC-F9D288BBEEEB}" destId="{81863842-55EB-4F76-8BC4-BB0430AF61C6}" srcOrd="3" destOrd="0" presId="urn:microsoft.com/office/officeart/2018/2/layout/IconVerticalSolidList"/>
    <dgm:cxn modelId="{27875C61-9B40-4482-A674-6877AE15CDAD}" type="presParOf" srcId="{463B2605-0646-4D78-9EFC-F9D288BBEEEB}" destId="{A282150B-2384-43B3-AF54-ECD88A3AC266}" srcOrd="4" destOrd="0" presId="urn:microsoft.com/office/officeart/2018/2/layout/IconVerticalSolidList"/>
    <dgm:cxn modelId="{18E5E43D-1EB7-405D-BD77-F546B4ED0B39}" type="presParOf" srcId="{A282150B-2384-43B3-AF54-ECD88A3AC266}" destId="{1A30D7EA-8420-48E4-83CA-AEC2BB5E6627}" srcOrd="0" destOrd="0" presId="urn:microsoft.com/office/officeart/2018/2/layout/IconVerticalSolidList"/>
    <dgm:cxn modelId="{EC6E3B0E-24C8-4A7F-B5BD-AFE79FFAFB9B}" type="presParOf" srcId="{A282150B-2384-43B3-AF54-ECD88A3AC266}" destId="{FF2805F4-52B7-42C3-B370-EB9BBBC45B8D}" srcOrd="1" destOrd="0" presId="urn:microsoft.com/office/officeart/2018/2/layout/IconVerticalSolidList"/>
    <dgm:cxn modelId="{14FA25EB-B31E-42A5-BF33-1F7C483F8890}" type="presParOf" srcId="{A282150B-2384-43B3-AF54-ECD88A3AC266}" destId="{38AD8FA5-086B-4DAF-89E1-481AD6CA9587}" srcOrd="2" destOrd="0" presId="urn:microsoft.com/office/officeart/2018/2/layout/IconVerticalSolidList"/>
    <dgm:cxn modelId="{38361745-1D0E-4C9E-8480-7B374B80ED87}" type="presParOf" srcId="{A282150B-2384-43B3-AF54-ECD88A3AC266}" destId="{4ABFDA1C-C22B-45A1-B4A5-2E033AA70E03}" srcOrd="3" destOrd="0" presId="urn:microsoft.com/office/officeart/2018/2/layout/IconVerticalSolidList"/>
    <dgm:cxn modelId="{4E9CC840-E6F6-49FA-82F8-E771CFF7D8BE}" type="presParOf" srcId="{463B2605-0646-4D78-9EFC-F9D288BBEEEB}" destId="{90D167A9-D381-4A5C-8C26-DC59A6882838}" srcOrd="5" destOrd="0" presId="urn:microsoft.com/office/officeart/2018/2/layout/IconVerticalSolidList"/>
    <dgm:cxn modelId="{AD32E129-2A3F-4353-BF6E-52DDBBFEF6D9}" type="presParOf" srcId="{463B2605-0646-4D78-9EFC-F9D288BBEEEB}" destId="{B4B24548-803A-40B2-8855-18289E23DB07}" srcOrd="6" destOrd="0" presId="urn:microsoft.com/office/officeart/2018/2/layout/IconVerticalSolidList"/>
    <dgm:cxn modelId="{D45234E8-178F-4C12-9E50-2B28726C290E}" type="presParOf" srcId="{B4B24548-803A-40B2-8855-18289E23DB07}" destId="{6690F4A3-70D8-4F45-9AC5-DFED0906B17D}" srcOrd="0" destOrd="0" presId="urn:microsoft.com/office/officeart/2018/2/layout/IconVerticalSolidList"/>
    <dgm:cxn modelId="{B599F6E7-24D0-40B5-BB7A-D0A3E88AD1FD}" type="presParOf" srcId="{B4B24548-803A-40B2-8855-18289E23DB07}" destId="{9AF7F62D-99D7-45DB-95A6-C921B5D7D7D7}" srcOrd="1" destOrd="0" presId="urn:microsoft.com/office/officeart/2018/2/layout/IconVerticalSolidList"/>
    <dgm:cxn modelId="{7FC3930B-65C9-4B29-9072-02896E98DC34}" type="presParOf" srcId="{B4B24548-803A-40B2-8855-18289E23DB07}" destId="{978C1FF5-6F14-43A6-A338-9EFCC60BCDCE}" srcOrd="2" destOrd="0" presId="urn:microsoft.com/office/officeart/2018/2/layout/IconVerticalSolidList"/>
    <dgm:cxn modelId="{80157A1F-5437-4015-B561-740CC1D88314}" type="presParOf" srcId="{B4B24548-803A-40B2-8855-18289E23DB07}" destId="{72259768-EC27-4D83-B081-B4F1CEF1DE05}" srcOrd="3" destOrd="0" presId="urn:microsoft.com/office/officeart/2018/2/layout/IconVerticalSolidList"/>
    <dgm:cxn modelId="{A814EAA6-5580-48D1-8254-EFA713A3406A}" type="presParOf" srcId="{B4B24548-803A-40B2-8855-18289E23DB07}" destId="{D952EF51-4EBE-487E-B7EC-E4E580E9DE72}"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65765-4C35-4C7D-AD77-5FAD6C906538}">
      <dsp:nvSpPr>
        <dsp:cNvPr id="0" name=""/>
        <dsp:cNvSpPr/>
      </dsp:nvSpPr>
      <dsp:spPr>
        <a:xfrm>
          <a:off x="0" y="0"/>
          <a:ext cx="6135198" cy="947305"/>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81535162-711A-4C6A-817D-AF457E5D253C}">
      <dsp:nvSpPr>
        <dsp:cNvPr id="0" name=""/>
        <dsp:cNvSpPr/>
      </dsp:nvSpPr>
      <dsp:spPr>
        <a:xfrm>
          <a:off x="286559" y="215012"/>
          <a:ext cx="521018" cy="5210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640F47-9111-4CB9-979B-014AACBCF886}">
      <dsp:nvSpPr>
        <dsp:cNvPr id="0" name=""/>
        <dsp:cNvSpPr/>
      </dsp:nvSpPr>
      <dsp:spPr>
        <a:xfrm>
          <a:off x="1094138" y="1869"/>
          <a:ext cx="5041059" cy="94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57" tIns="100257" rIns="100257" bIns="100257" numCol="1" spcCol="1270" anchor="ctr" anchorCtr="0">
          <a:noAutofit/>
        </a:bodyPr>
        <a:lstStyle/>
        <a:p>
          <a:pPr marL="0" lvl="0" indent="0" algn="l" defTabSz="1066800">
            <a:lnSpc>
              <a:spcPct val="100000"/>
            </a:lnSpc>
            <a:spcBef>
              <a:spcPct val="0"/>
            </a:spcBef>
            <a:spcAft>
              <a:spcPct val="35000"/>
            </a:spcAft>
            <a:buNone/>
          </a:pPr>
          <a:r>
            <a:rPr lang="en-US" sz="2400" kern="1200" dirty="0"/>
            <a:t>Likely impairments</a:t>
          </a:r>
        </a:p>
      </dsp:txBody>
      <dsp:txXfrm>
        <a:off x="1094138" y="1869"/>
        <a:ext cx="5041059" cy="947305"/>
      </dsp:txXfrm>
    </dsp:sp>
    <dsp:sp modelId="{C33C35B9-A69A-4B3A-A518-C3BE9900A0FC}">
      <dsp:nvSpPr>
        <dsp:cNvPr id="0" name=""/>
        <dsp:cNvSpPr/>
      </dsp:nvSpPr>
      <dsp:spPr>
        <a:xfrm>
          <a:off x="0" y="1186001"/>
          <a:ext cx="6135198" cy="947305"/>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974F0C83-C542-4682-B39D-61AF943C2A92}">
      <dsp:nvSpPr>
        <dsp:cNvPr id="0" name=""/>
        <dsp:cNvSpPr/>
      </dsp:nvSpPr>
      <dsp:spPr>
        <a:xfrm>
          <a:off x="286559" y="1399144"/>
          <a:ext cx="521018" cy="5210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45F074F-5816-42F0-A638-DF40285630A6}">
      <dsp:nvSpPr>
        <dsp:cNvPr id="0" name=""/>
        <dsp:cNvSpPr/>
      </dsp:nvSpPr>
      <dsp:spPr>
        <a:xfrm>
          <a:off x="1094138" y="1186001"/>
          <a:ext cx="5041059" cy="94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57" tIns="100257" rIns="100257" bIns="100257" numCol="1" spcCol="1270" anchor="ctr" anchorCtr="0">
          <a:noAutofit/>
        </a:bodyPr>
        <a:lstStyle/>
        <a:p>
          <a:pPr marL="0" lvl="0" indent="0" algn="l" defTabSz="1066800">
            <a:lnSpc>
              <a:spcPct val="100000"/>
            </a:lnSpc>
            <a:spcBef>
              <a:spcPct val="0"/>
            </a:spcBef>
            <a:spcAft>
              <a:spcPct val="35000"/>
            </a:spcAft>
            <a:buNone/>
          </a:pPr>
          <a:r>
            <a:rPr lang="en-US" sz="2400" kern="1200" dirty="0"/>
            <a:t>Dosage including starting position</a:t>
          </a:r>
        </a:p>
      </dsp:txBody>
      <dsp:txXfrm>
        <a:off x="1094138" y="1186001"/>
        <a:ext cx="5041059" cy="947305"/>
      </dsp:txXfrm>
    </dsp:sp>
    <dsp:sp modelId="{1A30D7EA-8420-48E4-83CA-AEC2BB5E6627}">
      <dsp:nvSpPr>
        <dsp:cNvPr id="0" name=""/>
        <dsp:cNvSpPr/>
      </dsp:nvSpPr>
      <dsp:spPr>
        <a:xfrm>
          <a:off x="0" y="2370133"/>
          <a:ext cx="6135198" cy="947305"/>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FF2805F4-52B7-42C3-B370-EB9BBBC45B8D}">
      <dsp:nvSpPr>
        <dsp:cNvPr id="0" name=""/>
        <dsp:cNvSpPr/>
      </dsp:nvSpPr>
      <dsp:spPr>
        <a:xfrm>
          <a:off x="286559" y="2583276"/>
          <a:ext cx="521018" cy="5210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ABFDA1C-C22B-45A1-B4A5-2E033AA70E03}">
      <dsp:nvSpPr>
        <dsp:cNvPr id="0" name=""/>
        <dsp:cNvSpPr/>
      </dsp:nvSpPr>
      <dsp:spPr>
        <a:xfrm>
          <a:off x="1094138" y="2370133"/>
          <a:ext cx="5041059" cy="94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57" tIns="100257" rIns="100257" bIns="100257" numCol="1" spcCol="1270" anchor="ctr" anchorCtr="0">
          <a:noAutofit/>
        </a:bodyPr>
        <a:lstStyle/>
        <a:p>
          <a:pPr marL="0" lvl="0" indent="0" algn="l" defTabSz="1066800">
            <a:lnSpc>
              <a:spcPct val="100000"/>
            </a:lnSpc>
            <a:spcBef>
              <a:spcPct val="0"/>
            </a:spcBef>
            <a:spcAft>
              <a:spcPct val="35000"/>
            </a:spcAft>
            <a:buNone/>
          </a:pPr>
          <a:r>
            <a:rPr lang="en-US" sz="2400" kern="1200" dirty="0"/>
            <a:t>Ways to progress/regress treatment</a:t>
          </a:r>
        </a:p>
      </dsp:txBody>
      <dsp:txXfrm>
        <a:off x="1094138" y="2370133"/>
        <a:ext cx="5041059" cy="947305"/>
      </dsp:txXfrm>
    </dsp:sp>
    <dsp:sp modelId="{6690F4A3-70D8-4F45-9AC5-DFED0906B17D}">
      <dsp:nvSpPr>
        <dsp:cNvPr id="0" name=""/>
        <dsp:cNvSpPr/>
      </dsp:nvSpPr>
      <dsp:spPr>
        <a:xfrm>
          <a:off x="0" y="3556134"/>
          <a:ext cx="6135198" cy="947305"/>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9AF7F62D-99D7-45DB-95A6-C921B5D7D7D7}">
      <dsp:nvSpPr>
        <dsp:cNvPr id="0" name=""/>
        <dsp:cNvSpPr/>
      </dsp:nvSpPr>
      <dsp:spPr>
        <a:xfrm>
          <a:off x="286559" y="3767409"/>
          <a:ext cx="521018" cy="52101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2259768-EC27-4D83-B081-B4F1CEF1DE05}">
      <dsp:nvSpPr>
        <dsp:cNvPr id="0" name=""/>
        <dsp:cNvSpPr/>
      </dsp:nvSpPr>
      <dsp:spPr>
        <a:xfrm>
          <a:off x="936093" y="3556134"/>
          <a:ext cx="4167900" cy="94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57" tIns="100257" rIns="100257" bIns="100257" numCol="1" spcCol="1270" anchor="ctr" anchorCtr="0">
          <a:noAutofit/>
        </a:bodyPr>
        <a:lstStyle/>
        <a:p>
          <a:pPr marL="0" lvl="0" indent="0" algn="l" defTabSz="1066800">
            <a:lnSpc>
              <a:spcPct val="100000"/>
            </a:lnSpc>
            <a:spcBef>
              <a:spcPct val="0"/>
            </a:spcBef>
            <a:spcAft>
              <a:spcPct val="35000"/>
            </a:spcAft>
            <a:buNone/>
          </a:pPr>
          <a:r>
            <a:rPr lang="en-GB" sz="2400" kern="1200" dirty="0"/>
            <a:t>Outcome measurement</a:t>
          </a:r>
          <a:endParaRPr lang="en-US" sz="2400" kern="1200" dirty="0"/>
        </a:p>
      </dsp:txBody>
      <dsp:txXfrm>
        <a:off x="936093" y="3556134"/>
        <a:ext cx="4167900" cy="947305"/>
      </dsp:txXfrm>
    </dsp:sp>
    <dsp:sp modelId="{D952EF51-4EBE-487E-B7EC-E4E580E9DE72}">
      <dsp:nvSpPr>
        <dsp:cNvPr id="0" name=""/>
        <dsp:cNvSpPr/>
      </dsp:nvSpPr>
      <dsp:spPr>
        <a:xfrm>
          <a:off x="3854977" y="3554265"/>
          <a:ext cx="2280220" cy="947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57" tIns="100257" rIns="100257" bIns="100257" numCol="1" spcCol="1270" anchor="ctr" anchorCtr="0">
          <a:noAutofit/>
        </a:bodyPr>
        <a:lstStyle/>
        <a:p>
          <a:pPr marL="0" lvl="0" indent="0" algn="l" defTabSz="1066800">
            <a:lnSpc>
              <a:spcPct val="100000"/>
            </a:lnSpc>
            <a:spcBef>
              <a:spcPct val="0"/>
            </a:spcBef>
            <a:spcAft>
              <a:spcPct val="35000"/>
            </a:spcAft>
            <a:buNone/>
          </a:pPr>
          <a:endParaRPr lang="en-US" sz="2400" kern="1200" dirty="0"/>
        </a:p>
      </dsp:txBody>
      <dsp:txXfrm>
        <a:off x="3854977" y="3554265"/>
        <a:ext cx="2280220" cy="9473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51565-86FC-42C9-8F99-915DAB9F5704}" type="datetimeFigureOut">
              <a:rPr lang="en-GB" smtClean="0"/>
              <a:t>11/11/2024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B58701-4C76-445D-A6E6-51AE2F03030C}" type="slidenum">
              <a:rPr lang="en-GB" smtClean="0"/>
              <a:t>‹#›</a:t>
            </a:fld>
            <a:endParaRPr lang="en-GB" dirty="0"/>
          </a:p>
        </p:txBody>
      </p:sp>
    </p:spTree>
    <p:extLst>
      <p:ext uri="{BB962C8B-B14F-4D97-AF65-F5344CB8AC3E}">
        <p14:creationId xmlns:p14="http://schemas.microsoft.com/office/powerpoint/2010/main" val="2406749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sz="1200" b="0" i="0" u="none" strike="noStrike" baseline="0" dirty="0">
              <a:solidFill>
                <a:srgbClr val="000000"/>
              </a:solidFill>
              <a:latin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EF46B9-707A-4129-8080-C71567EAFB0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7182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9B86-5DF7-4B5B-A8C5-7A4A21CB67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8C9043-6C20-4FC7-AB1A-F9CBE07D2A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6CBE862-1444-4B4B-AA75-3C6261BAD4AA}"/>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5" name="Footer Placeholder 4">
            <a:extLst>
              <a:ext uri="{FF2B5EF4-FFF2-40B4-BE49-F238E27FC236}">
                <a16:creationId xmlns:a16="http://schemas.microsoft.com/office/drawing/2014/main" id="{5AF32250-2855-477E-AB1A-2BAEB21ABEE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9F2B9AC-12C7-47BF-890E-5BF4363B4349}"/>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175587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2AFF-B711-488A-BCEB-85D22F79BD0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B092D2D-15F6-4D38-85DD-D14B4622A35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263D68-1369-42AB-A0B9-F9A4349A03F8}"/>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5" name="Footer Placeholder 4">
            <a:extLst>
              <a:ext uri="{FF2B5EF4-FFF2-40B4-BE49-F238E27FC236}">
                <a16:creationId xmlns:a16="http://schemas.microsoft.com/office/drawing/2014/main" id="{30F1499A-493D-46FA-B476-80E2DB58225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E7990BF-E3A8-4EF9-9624-89F858EC7CF4}"/>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3000635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AA0F-B11C-4E84-9D3A-093DE27BBE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2F2DF41-FAC5-4E26-A881-2F4BDD16E5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80BA7B-4FB2-4EB0-898F-74440B13DE92}"/>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5" name="Footer Placeholder 4">
            <a:extLst>
              <a:ext uri="{FF2B5EF4-FFF2-40B4-BE49-F238E27FC236}">
                <a16:creationId xmlns:a16="http://schemas.microsoft.com/office/drawing/2014/main" id="{125BD792-ABEF-4322-AE2C-C628CC54DC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9145989-CCBC-4F46-934F-499885DDC3A3}"/>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20960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0BDA-ABF4-4F75-ADA2-BC3D189AA88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C587151-3C1E-4960-B83A-E15EDD506EC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8F6BDBE-C6EC-4236-8B2B-6C501BF2918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9072E73-151E-4130-BA5A-5826AA683243}"/>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6" name="Footer Placeholder 5">
            <a:extLst>
              <a:ext uri="{FF2B5EF4-FFF2-40B4-BE49-F238E27FC236}">
                <a16:creationId xmlns:a16="http://schemas.microsoft.com/office/drawing/2014/main" id="{7303F0A2-5A16-4F6E-8DF7-BFD797F94BC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10BE4F-7EAF-4470-93E5-AFF173ADEA6B}"/>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403881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DB45-8F58-4C94-A818-FCA38110F6A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704F831-3D07-498E-8E0F-CD8325CA6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3C4B162-DEE6-4A6B-AF28-39C681B93D8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7D0BAF6-4D33-4C1E-832E-9117A57F9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EF04854-572A-4333-BF0C-6680EF7273D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3191E4A-B06B-4A64-A27E-043477A16C30}"/>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8" name="Footer Placeholder 7">
            <a:extLst>
              <a:ext uri="{FF2B5EF4-FFF2-40B4-BE49-F238E27FC236}">
                <a16:creationId xmlns:a16="http://schemas.microsoft.com/office/drawing/2014/main" id="{66BF10B5-064E-4B98-A598-2C3C35C9A95E}"/>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B05136D4-8F94-4E94-BA89-6B275208391A}"/>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3940224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2703-D15D-44BD-9B4C-BD2FDCEDE81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D2675A7-AD53-4F5C-9F91-75074F75F3C9}"/>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4" name="Footer Placeholder 3">
            <a:extLst>
              <a:ext uri="{FF2B5EF4-FFF2-40B4-BE49-F238E27FC236}">
                <a16:creationId xmlns:a16="http://schemas.microsoft.com/office/drawing/2014/main" id="{474702FC-FA41-4DA0-B1EF-6F56118293F3}"/>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0040EC0A-D229-4F55-94E0-824B3209A043}"/>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2463488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36C8A-87F4-446A-9875-B33884419C07}"/>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3" name="Footer Placeholder 2">
            <a:extLst>
              <a:ext uri="{FF2B5EF4-FFF2-40B4-BE49-F238E27FC236}">
                <a16:creationId xmlns:a16="http://schemas.microsoft.com/office/drawing/2014/main" id="{92A0A143-4D49-40DC-A2F6-92D66D97434A}"/>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DD3FED5A-C73D-4F4B-8C17-DE7F65301534}"/>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318227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36E87-5C49-4E0A-B529-C9EE1F3092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DCE2B19-1D35-47BE-885D-671D6EFFF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CD0E429-66DC-4357-BA5A-2A8305D11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B31FD7-6073-4835-AFE4-C71B7B05DBDA}"/>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6" name="Footer Placeholder 5">
            <a:extLst>
              <a:ext uri="{FF2B5EF4-FFF2-40B4-BE49-F238E27FC236}">
                <a16:creationId xmlns:a16="http://schemas.microsoft.com/office/drawing/2014/main" id="{1DD308EF-9156-420E-9005-37EF36F4F9DA}"/>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EC280BA-C79C-463B-AB48-65CDF1233724}"/>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323799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01A8E-3101-41EF-8633-1149D0E67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20014E7-16E8-42EB-9F82-05BB1D1917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185D341-5255-436C-BAE4-FEBE5BE03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21A4581-4132-45FA-8AC7-7141FD5282F3}"/>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6" name="Footer Placeholder 5">
            <a:extLst>
              <a:ext uri="{FF2B5EF4-FFF2-40B4-BE49-F238E27FC236}">
                <a16:creationId xmlns:a16="http://schemas.microsoft.com/office/drawing/2014/main" id="{E6701491-4A7F-44C1-B4E3-CFA0264A636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6275852-2D45-4EB6-AFF5-F41BAE77ECBC}"/>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3822075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89003-8169-40EF-9C76-D7645316694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C628448-595D-4650-B677-C09A0AA3725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E01EEF-A857-4A58-92E7-6C314EB696F8}"/>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5" name="Footer Placeholder 4">
            <a:extLst>
              <a:ext uri="{FF2B5EF4-FFF2-40B4-BE49-F238E27FC236}">
                <a16:creationId xmlns:a16="http://schemas.microsoft.com/office/drawing/2014/main" id="{9923E830-27EB-4F0E-B49F-A9F02A6B8CB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103D475-F319-4861-84D0-10BA7673A31C}"/>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2797654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D13543-238A-486A-94B5-339F849B4F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12AF97-8586-458F-8D9E-15FB7AD3F40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0E0EB1-4FD5-4000-9AED-C1A55B61FE60}"/>
              </a:ext>
            </a:extLst>
          </p:cNvPr>
          <p:cNvSpPr>
            <a:spLocks noGrp="1"/>
          </p:cNvSpPr>
          <p:nvPr>
            <p:ph type="dt" sz="half" idx="10"/>
          </p:nvPr>
        </p:nvSpPr>
        <p:spPr/>
        <p:txBody>
          <a:bodyPr/>
          <a:lstStyle/>
          <a:p>
            <a:fld id="{B2D66AE5-F36B-4080-B1A6-622E7E800F63}" type="datetimeFigureOut">
              <a:rPr lang="en-GB" smtClean="0"/>
              <a:t>11/11/2024</a:t>
            </a:fld>
            <a:endParaRPr lang="en-GB" dirty="0"/>
          </a:p>
        </p:txBody>
      </p:sp>
      <p:sp>
        <p:nvSpPr>
          <p:cNvPr id="5" name="Footer Placeholder 4">
            <a:extLst>
              <a:ext uri="{FF2B5EF4-FFF2-40B4-BE49-F238E27FC236}">
                <a16:creationId xmlns:a16="http://schemas.microsoft.com/office/drawing/2014/main" id="{497C2A49-3A51-406A-930A-B18E63B8EA1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E66AE04-4AFC-43A3-8BF9-195AE4A583E6}"/>
              </a:ext>
            </a:extLst>
          </p:cNvPr>
          <p:cNvSpPr>
            <a:spLocks noGrp="1"/>
          </p:cNvSpPr>
          <p:nvPr>
            <p:ph type="sldNum" sz="quarter" idx="12"/>
          </p:nvPr>
        </p:nvSpPr>
        <p:spPr/>
        <p:txBody>
          <a:bodyPr/>
          <a:lstStyle/>
          <a:p>
            <a:fld id="{A136ED65-8D80-4590-B08C-F8D20D75058E}" type="slidenum">
              <a:rPr lang="en-GB" smtClean="0"/>
              <a:t>‹#›</a:t>
            </a:fld>
            <a:endParaRPr lang="en-GB" dirty="0"/>
          </a:p>
        </p:txBody>
      </p:sp>
    </p:spTree>
    <p:extLst>
      <p:ext uri="{BB962C8B-B14F-4D97-AF65-F5344CB8AC3E}">
        <p14:creationId xmlns:p14="http://schemas.microsoft.com/office/powerpoint/2010/main" val="2089034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Content-One Column">
    <p:bg>
      <p:bgPr>
        <a:solidFill>
          <a:srgbClr val="E5EAE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0" y="179999"/>
            <a:ext cx="11232000" cy="729217"/>
          </a:xfrm>
        </p:spPr>
        <p:txBody>
          <a:bodyPr/>
          <a:lstStyle>
            <a:lvl1pPr>
              <a:defRPr/>
            </a:lvl1pPr>
          </a:lstStyle>
          <a:p>
            <a:r>
              <a:rPr lang="en-US" dirty="0"/>
              <a:t>Click to edit Slide Title</a:t>
            </a:r>
          </a:p>
        </p:txBody>
      </p:sp>
      <p:sp>
        <p:nvSpPr>
          <p:cNvPr id="3" name="Content Placeholder 2"/>
          <p:cNvSpPr>
            <a:spLocks noGrp="1"/>
          </p:cNvSpPr>
          <p:nvPr>
            <p:ph idx="1" hasCustomPrompt="1"/>
          </p:nvPr>
        </p:nvSpPr>
        <p:spPr/>
        <p:txBody>
          <a:bodyPr>
            <a:normAutofit/>
          </a:bodyPr>
          <a:lstStyle>
            <a:lvl1pPr marL="342900" indent="-342900" algn="l" defTabSz="457200" rtl="0" eaLnBrk="1" latinLnBrk="0" hangingPunct="1">
              <a:lnSpc>
                <a:spcPct val="100000"/>
              </a:lnSpc>
              <a:spcBef>
                <a:spcPts val="0"/>
              </a:spcBef>
              <a:buClr>
                <a:srgbClr val="0A2D50"/>
              </a:buClr>
              <a:buFont typeface="Arial"/>
              <a:buChar char="•"/>
              <a:defRPr lang="en-US" sz="2000" b="0" i="0" kern="1200" dirty="0" smtClean="0">
                <a:solidFill>
                  <a:schemeClr val="tx1"/>
                </a:solidFill>
                <a:latin typeface="Calibri" panose="020F0502020204030204" pitchFamily="34" charset="0"/>
                <a:ea typeface="+mn-ea"/>
                <a:cs typeface="Calibri" panose="020F0502020204030204" pitchFamily="34" charset="0"/>
              </a:defRPr>
            </a:lvl1pPr>
            <a:lvl2pPr marL="342900" indent="-342900" algn="l" defTabSz="457200" rtl="0" eaLnBrk="1" latinLnBrk="0" hangingPunct="1">
              <a:lnSpc>
                <a:spcPct val="100000"/>
              </a:lnSpc>
              <a:spcBef>
                <a:spcPts val="0"/>
              </a:spcBef>
              <a:buClr>
                <a:srgbClr val="0A2D50"/>
              </a:buClr>
              <a:buFont typeface="Arial"/>
              <a:buChar char="•"/>
              <a:defRPr lang="en-US" sz="2000" b="0" i="0" kern="1200" dirty="0" smtClean="0">
                <a:solidFill>
                  <a:schemeClr val="tx1"/>
                </a:solidFill>
                <a:latin typeface="Calibri" panose="020F0502020204030204" pitchFamily="34" charset="0"/>
                <a:ea typeface="+mn-ea"/>
                <a:cs typeface="Calibri" panose="020F0502020204030204" pitchFamily="34" charset="0"/>
              </a:defRPr>
            </a:lvl2pPr>
            <a:lvl3pPr marL="268715"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3pPr>
            <a:lvl4pPr marL="537429" indent="-268715" algn="l" defTabSz="457200" rtl="0" eaLnBrk="1" latinLnBrk="0" hangingPunct="1">
              <a:lnSpc>
                <a:spcPct val="100000"/>
              </a:lnSpc>
              <a:spcBef>
                <a:spcPts val="0"/>
              </a:spcBef>
              <a:buClr>
                <a:srgbClr val="0A2D50"/>
              </a:buClr>
              <a:buFont typeface="Arial"/>
              <a:buChar char="•"/>
              <a:defRPr lang="en-US" sz="2000" b="0" i="0" kern="1200" dirty="0" smtClean="0">
                <a:solidFill>
                  <a:schemeClr val="tx1"/>
                </a:solidFill>
                <a:latin typeface="Calibri" panose="020F0502020204030204" pitchFamily="34" charset="0"/>
                <a:ea typeface="+mn-ea"/>
                <a:cs typeface="Calibri" panose="020F0502020204030204" pitchFamily="34" charset="0"/>
              </a:defRPr>
            </a:lvl4pPr>
            <a:lvl5pPr marL="806144" indent="-268715" algn="l" defTabSz="457200" rtl="0" eaLnBrk="1" latinLnBrk="0" hangingPunct="1">
              <a:lnSpc>
                <a:spcPct val="100000"/>
              </a:lnSpc>
              <a:spcBef>
                <a:spcPts val="0"/>
              </a:spcBef>
              <a:buClr>
                <a:srgbClr val="0A2D50"/>
              </a:buClr>
              <a:buFont typeface="Arial"/>
              <a:buChar char="•"/>
              <a:defRPr lang="en-US" sz="2000" b="0" i="0" kern="1200" dirty="0" smtClean="0">
                <a:solidFill>
                  <a:schemeClr val="tx1"/>
                </a:solidFill>
                <a:latin typeface="Calibri" panose="020F0502020204030204" pitchFamily="34" charset="0"/>
                <a:ea typeface="+mn-ea"/>
                <a:cs typeface="Calibri" panose="020F0502020204030204" pitchFamily="34" charset="0"/>
              </a:defRPr>
            </a:lvl5pPr>
            <a:lvl6pPr marL="2286000" indent="0">
              <a:buNone/>
              <a:defRPr/>
            </a:lvl6pPr>
          </a:lstStyle>
          <a:p>
            <a:r>
              <a:rPr lang="en-US" dirty="0"/>
              <a:t>First level bullet point (indent x0)</a:t>
            </a:r>
          </a:p>
          <a:p>
            <a:pPr lvl="3"/>
            <a:r>
              <a:rPr lang="en-US" dirty="0"/>
              <a:t>Second level bullet point (indent x1)</a:t>
            </a:r>
          </a:p>
          <a:p>
            <a:pPr lvl="4"/>
            <a:r>
              <a:rPr lang="en-US" dirty="0"/>
              <a:t>Third level bullet point (indent x2)</a:t>
            </a:r>
          </a:p>
          <a:p>
            <a:pPr lvl="1"/>
            <a:endParaRPr lang="en-US" dirty="0"/>
          </a:p>
        </p:txBody>
      </p:sp>
      <p:cxnSp>
        <p:nvCxnSpPr>
          <p:cNvPr id="8" name="Straight Connector 7">
            <a:extLst>
              <a:ext uri="{C183D7F6-B498-43B3-948B-1728B52AA6E4}">
                <adec:decorative xmlns:adec="http://schemas.microsoft.com/office/drawing/2017/decorative" val="1"/>
              </a:ext>
            </a:extLst>
          </p:cNvPr>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C499E8A-945E-40C1-A9D1-96DA096457EB}"/>
              </a:ext>
            </a:extLst>
          </p:cNvPr>
          <p:cNvSpPr>
            <a:spLocks noGrp="1"/>
          </p:cNvSpPr>
          <p:nvPr>
            <p:ph type="sldNum" sz="quarter" idx="4"/>
          </p:nvPr>
        </p:nvSpPr>
        <p:spPr>
          <a:xfrm>
            <a:off x="11125200" y="6567158"/>
            <a:ext cx="637125" cy="290841"/>
          </a:xfrm>
          <a:prstGeom prst="rect">
            <a:avLst/>
          </a:prstGeom>
        </p:spPr>
        <p:txBody>
          <a:bodyPr vert="horz" lIns="91440" tIns="0" rIns="0" bIns="0" rtlCol="0" anchor="t" anchorCtr="0"/>
          <a:lstStyle>
            <a:defPPr>
              <a:defRPr lang="en-US"/>
            </a:defPPr>
            <a:lvl1pPr marL="0" algn="r" defTabSz="457200" rtl="0" eaLnBrk="1" latinLnBrk="0" hangingPunct="1">
              <a:lnSpc>
                <a:spcPct val="100000"/>
              </a:lnSpc>
              <a:defRPr sz="1200" kern="1200">
                <a:solidFill>
                  <a:srgbClr val="0A2E4F"/>
                </a:solidFill>
                <a:latin typeface="Georgia"/>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latin typeface="Calibri" panose="020F0502020204030204" pitchFamily="34" charset="0"/>
                <a:cs typeface="Calibri" panose="020F0502020204030204" pitchFamily="34" charset="0"/>
              </a:rPr>
              <a:t> </a:t>
            </a:r>
            <a:fld id="{8A04D54F-FA85-F344-8424-FB00D2AE8D01}" type="slidenum">
              <a:rPr lang="en-US" smtClean="0">
                <a:latin typeface="Calibri" panose="020F0502020204030204" pitchFamily="34" charset="0"/>
                <a:cs typeface="Calibri" panose="020F0502020204030204" pitchFamily="34" charset="0"/>
              </a:rPr>
              <a:p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397629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Content-Two Columns-Text-Bullets">
    <p:bg>
      <p:bgPr>
        <a:solidFill>
          <a:srgbClr val="E5EAE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Two columns – text and bullets [Click to edit Slide Title]</a:t>
            </a:r>
          </a:p>
        </p:txBody>
      </p:sp>
      <p:sp>
        <p:nvSpPr>
          <p:cNvPr id="3" name="Content Placeholder 2"/>
          <p:cNvSpPr>
            <a:spLocks noGrp="1"/>
          </p:cNvSpPr>
          <p:nvPr>
            <p:ph sz="half" idx="1" hasCustomPrompt="1"/>
          </p:nvPr>
        </p:nvSpPr>
        <p:spPr>
          <a:xfrm>
            <a:off x="480000" y="1088721"/>
            <a:ext cx="5376000" cy="4860560"/>
          </a:xfrm>
        </p:spPr>
        <p:txBody>
          <a:bodyPr>
            <a:normAutofit/>
          </a:bodyPr>
          <a:lstStyle>
            <a:lvl1pPr marL="0" indent="0">
              <a:lnSpc>
                <a:spcPct val="100000"/>
              </a:lnSpc>
              <a:buNone/>
              <a:defRPr sz="2000" b="1" i="0">
                <a:solidFill>
                  <a:srgbClr val="0A2D50"/>
                </a:solidFill>
                <a:latin typeface="Calibri" panose="020F0502020204030204" pitchFamily="34" charset="0"/>
                <a:cs typeface="Calibri" panose="020F0502020204030204" pitchFamily="34" charset="0"/>
              </a:defRPr>
            </a:lvl1pPr>
            <a:lvl2pPr marL="0" indent="0">
              <a:lnSpc>
                <a:spcPct val="100000"/>
              </a:lnSpc>
              <a:buNone/>
              <a:defRPr sz="2000"/>
            </a:lvl2pPr>
            <a:lvl3pPr marL="268715" indent="-268715">
              <a:lnSpc>
                <a:spcPct val="100000"/>
              </a:lnSpc>
              <a:defRPr sz="2000"/>
            </a:lvl3pPr>
            <a:lvl4pPr marL="537429" indent="-268715">
              <a:lnSpc>
                <a:spcPct val="100000"/>
              </a:lnSpc>
              <a:defRPr sz="2000"/>
            </a:lvl4pPr>
            <a:lvl5pPr marL="806144" indent="-268715">
              <a:lnSpc>
                <a:spcPct val="100000"/>
              </a:lnSpc>
              <a:defRPr sz="2000"/>
            </a:lvl5pPr>
            <a:lvl6pPr>
              <a:defRPr sz="1792"/>
            </a:lvl6pPr>
            <a:lvl7pPr>
              <a:defRPr sz="1792"/>
            </a:lvl7pPr>
            <a:lvl8pPr>
              <a:defRPr sz="1792"/>
            </a:lvl8pPr>
            <a:lvl9pPr>
              <a:defRPr sz="1792"/>
            </a:lvl9pPr>
          </a:lstStyle>
          <a:p>
            <a:pPr marL="0" indent="0">
              <a:buNone/>
            </a:pPr>
            <a:r>
              <a:rPr lang="en-US" dirty="0"/>
              <a:t>First line of text/heading/intro would go here, remove bullet (indent x0)</a:t>
            </a:r>
          </a:p>
          <a:p>
            <a:pPr lvl="1"/>
            <a:r>
              <a:rPr lang="en-US" dirty="0"/>
              <a:t>Second line of text would go here (remove bullet, indent x1)</a:t>
            </a:r>
          </a:p>
          <a:p>
            <a:pPr lvl="2"/>
            <a:r>
              <a:rPr lang="en-US" dirty="0"/>
              <a:t>First level bullet point (indent x2)</a:t>
            </a:r>
          </a:p>
          <a:p>
            <a:pPr lvl="3"/>
            <a:r>
              <a:rPr lang="en-US" dirty="0"/>
              <a:t>Second level bullet point (indent x3)</a:t>
            </a:r>
          </a:p>
          <a:p>
            <a:pPr lvl="4"/>
            <a:r>
              <a:rPr lang="en-US" dirty="0"/>
              <a:t>Third level bullet point (indent x4)</a:t>
            </a:r>
          </a:p>
          <a:p>
            <a:endParaRPr lang="en-US" dirty="0"/>
          </a:p>
        </p:txBody>
      </p:sp>
      <p:sp>
        <p:nvSpPr>
          <p:cNvPr id="4" name="Content Placeholder 3"/>
          <p:cNvSpPr>
            <a:spLocks noGrp="1"/>
          </p:cNvSpPr>
          <p:nvPr>
            <p:ph sz="half" idx="2" hasCustomPrompt="1"/>
          </p:nvPr>
        </p:nvSpPr>
        <p:spPr>
          <a:xfrm>
            <a:off x="6336000" y="1088721"/>
            <a:ext cx="5376000" cy="4860560"/>
          </a:xfrm>
        </p:spPr>
        <p:txBody>
          <a:bodyPr>
            <a:normAutofit/>
          </a:bodyPr>
          <a:lstStyle>
            <a:lvl1pPr marL="0" indent="0">
              <a:lnSpc>
                <a:spcPct val="100000"/>
              </a:lnSpc>
              <a:buNone/>
              <a:defRPr sz="2000" b="1" i="0">
                <a:solidFill>
                  <a:srgbClr val="0A2D50"/>
                </a:solidFill>
                <a:latin typeface="Calibri" panose="020F0502020204030204" pitchFamily="34" charset="0"/>
                <a:cs typeface="Calibri" panose="020F0502020204030204" pitchFamily="34" charset="0"/>
              </a:defRPr>
            </a:lvl1pPr>
            <a:lvl2pPr marL="0" indent="0">
              <a:lnSpc>
                <a:spcPct val="100000"/>
              </a:lnSpc>
              <a:buNone/>
              <a:defRPr sz="2000"/>
            </a:lvl2pPr>
            <a:lvl3pPr marL="268715" indent="-268715">
              <a:lnSpc>
                <a:spcPct val="100000"/>
              </a:lnSpc>
              <a:defRPr sz="2000"/>
            </a:lvl3pPr>
            <a:lvl4pPr marL="537429" indent="-268715">
              <a:lnSpc>
                <a:spcPct val="100000"/>
              </a:lnSpc>
              <a:defRPr sz="2000"/>
            </a:lvl4pPr>
            <a:lvl5pPr marL="806144" indent="-268715">
              <a:lnSpc>
                <a:spcPct val="100000"/>
              </a:lnSpc>
              <a:defRPr sz="2000"/>
            </a:lvl5pPr>
            <a:lvl6pPr>
              <a:defRPr sz="1792"/>
            </a:lvl6pPr>
            <a:lvl7pPr>
              <a:defRPr sz="1792"/>
            </a:lvl7pPr>
            <a:lvl8pPr>
              <a:defRPr sz="1792"/>
            </a:lvl8pPr>
            <a:lvl9pPr>
              <a:defRPr sz="1792"/>
            </a:lvl9pPr>
          </a:lstStyle>
          <a:p>
            <a:r>
              <a:rPr lang="en-US" dirty="0"/>
              <a:t>First line of text/heading/intro would go here, remove bullet (indent x0)</a:t>
            </a:r>
          </a:p>
          <a:p>
            <a:pPr lvl="1"/>
            <a:r>
              <a:rPr lang="en-US" dirty="0"/>
              <a:t>Second line of text would go here (remove bullet, indent x1)</a:t>
            </a:r>
          </a:p>
          <a:p>
            <a:pPr lvl="2"/>
            <a:r>
              <a:rPr lang="en-US" dirty="0"/>
              <a:t>First level bullet point (indent x2)</a:t>
            </a:r>
          </a:p>
          <a:p>
            <a:pPr lvl="3"/>
            <a:r>
              <a:rPr lang="en-US" dirty="0"/>
              <a:t>Second level bullet point (indent x3)</a:t>
            </a:r>
          </a:p>
          <a:p>
            <a:pPr lvl="4"/>
            <a:r>
              <a:rPr lang="en-US" dirty="0"/>
              <a:t>Third level bullet point (indent x4)</a:t>
            </a:r>
          </a:p>
          <a:p>
            <a:endParaRPr lang="en-US" dirty="0"/>
          </a:p>
        </p:txBody>
      </p:sp>
      <p:cxnSp>
        <p:nvCxnSpPr>
          <p:cNvPr id="12" name="Straight Connector 11">
            <a:extLst>
              <a:ext uri="{C183D7F6-B498-43B3-948B-1728B52AA6E4}">
                <adec:decorative xmlns:adec="http://schemas.microsoft.com/office/drawing/2017/decorative" val="1"/>
              </a:ext>
            </a:extLst>
          </p:cNvPr>
          <p:cNvCxnSpPr/>
          <p:nvPr userDrawn="1"/>
        </p:nvCxnSpPr>
        <p:spPr>
          <a:xfrm>
            <a:off x="480001"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C8EA8290-F320-46AA-BFCB-B1250C20B0C4}"/>
              </a:ext>
            </a:extLst>
          </p:cNvPr>
          <p:cNvSpPr>
            <a:spLocks noGrp="1"/>
          </p:cNvSpPr>
          <p:nvPr>
            <p:ph type="sldNum" sz="quarter" idx="4"/>
          </p:nvPr>
        </p:nvSpPr>
        <p:spPr>
          <a:xfrm>
            <a:off x="11125200" y="6567160"/>
            <a:ext cx="637125" cy="290840"/>
          </a:xfrm>
          <a:prstGeom prst="rect">
            <a:avLst/>
          </a:prstGeom>
        </p:spPr>
        <p:txBody>
          <a:bodyPr vert="horz" lIns="91440" tIns="0" rIns="0" bIns="0" rtlCol="0" anchor="t" anchorCtr="0"/>
          <a:lstStyle>
            <a:defPPr>
              <a:defRPr lang="en-US"/>
            </a:defPPr>
            <a:lvl1pPr marL="0" algn="r" defTabSz="457200" rtl="0" eaLnBrk="1" latinLnBrk="0" hangingPunct="1">
              <a:lnSpc>
                <a:spcPct val="100000"/>
              </a:lnSpc>
              <a:defRPr sz="1200" kern="1200">
                <a:solidFill>
                  <a:srgbClr val="0A2E4F"/>
                </a:solidFill>
                <a:latin typeface="Georgia"/>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latin typeface="Calibri" panose="020F0502020204030204" pitchFamily="34" charset="0"/>
                <a:cs typeface="Calibri" panose="020F0502020204030204" pitchFamily="34" charset="0"/>
              </a:rPr>
              <a:t> </a:t>
            </a:r>
            <a:fld id="{8A04D54F-FA85-F344-8424-FB00D2AE8D01}" type="slidenum">
              <a:rPr lang="en-US" smtClean="0">
                <a:latin typeface="Calibri" panose="020F0502020204030204" pitchFamily="34" charset="0"/>
                <a:cs typeface="Calibri" panose="020F0502020204030204" pitchFamily="34" charset="0"/>
              </a:rPr>
              <a:p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816400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ference List-Grey">
    <p:bg>
      <p:bgPr>
        <a:solidFill>
          <a:srgbClr val="E5EAE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rgbClr val="0A2E4F"/>
                </a:solidFill>
              </a:defRPr>
            </a:lvl1pPr>
          </a:lstStyle>
          <a:p>
            <a:r>
              <a:rPr lang="en-GB" dirty="0"/>
              <a:t>Reference List </a:t>
            </a:r>
            <a:r>
              <a:rPr lang="en-US" dirty="0"/>
              <a:t>[Click to edit Slide Title]</a:t>
            </a:r>
          </a:p>
        </p:txBody>
      </p:sp>
      <p:sp>
        <p:nvSpPr>
          <p:cNvPr id="3" name="Content Placeholder 2"/>
          <p:cNvSpPr>
            <a:spLocks noGrp="1"/>
          </p:cNvSpPr>
          <p:nvPr>
            <p:ph idx="1" hasCustomPrompt="1"/>
          </p:nvPr>
        </p:nvSpPr>
        <p:spPr>
          <a:xfrm>
            <a:off x="480000" y="1449220"/>
            <a:ext cx="11232000" cy="4951580"/>
          </a:xfrm>
        </p:spPr>
        <p:txBody>
          <a:bodyPr>
            <a:normAutofit/>
          </a:bodyPr>
          <a:lstStyle>
            <a:lvl1pPr marL="0" marR="0" indent="0" algn="l" defTabSz="457200" rtl="0" eaLnBrk="1" fontAlgn="auto" latinLnBrk="0" hangingPunct="1">
              <a:lnSpc>
                <a:spcPct val="100000"/>
              </a:lnSpc>
              <a:spcBef>
                <a:spcPts val="0"/>
              </a:spcBef>
              <a:spcAft>
                <a:spcPts val="0"/>
              </a:spcAft>
              <a:buClr>
                <a:schemeClr val="bg1"/>
              </a:buClr>
              <a:buSzTx/>
              <a:buFont typeface="Arial"/>
              <a:buNone/>
              <a:tabLst/>
              <a:defRPr lang="en-US" sz="1600" b="0" i="0" kern="1200">
                <a:solidFill>
                  <a:srgbClr val="0A2E4F"/>
                </a:solidFill>
                <a:latin typeface="Calibri" panose="020F0502020204030204" pitchFamily="34" charset="0"/>
                <a:ea typeface="+mn-ea"/>
                <a:cs typeface="Calibri" panose="020F0502020204030204" pitchFamily="34" charset="0"/>
              </a:defRPr>
            </a:lvl1pPr>
            <a:lvl2pPr marL="342900" indent="-342900"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2pPr>
            <a:lvl3pPr marL="268715"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3pPr>
            <a:lvl4pPr marL="537429"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4pPr>
            <a:lvl5pPr marL="806144" indent="-268715" algn="l" defTabSz="457200" rtl="0" eaLnBrk="1" latinLnBrk="0" hangingPunct="1">
              <a:lnSpc>
                <a:spcPct val="120000"/>
              </a:lnSpc>
              <a:spcBef>
                <a:spcPts val="0"/>
              </a:spcBef>
              <a:buClr>
                <a:srgbClr val="0A2D50"/>
              </a:buClr>
              <a:buFont typeface="Arial"/>
              <a:buChar char="•"/>
              <a:defRPr lang="en-US" sz="2000" kern="1200" dirty="0" smtClean="0">
                <a:solidFill>
                  <a:schemeClr val="tx1"/>
                </a:solidFill>
                <a:latin typeface="Georgia"/>
                <a:ea typeface="+mn-ea"/>
                <a:cs typeface="Georgia"/>
              </a:defRPr>
            </a:lvl5pPr>
            <a:lvl6pPr marL="2286000" indent="0">
              <a:buNone/>
              <a:defRPr/>
            </a:lvl6pPr>
          </a:lstStyle>
          <a:p>
            <a:r>
              <a:rPr lang="en-US" dirty="0"/>
              <a:t>First reference</a:t>
            </a:r>
          </a:p>
          <a:p>
            <a:endParaRPr lang="en-US" dirty="0"/>
          </a:p>
          <a:p>
            <a:pPr marL="0" marR="0" lvl="0" indent="0" algn="l" defTabSz="457200" rtl="0" eaLnBrk="1" fontAlgn="auto" latinLnBrk="0" hangingPunct="1">
              <a:lnSpc>
                <a:spcPct val="100000"/>
              </a:lnSpc>
              <a:spcBef>
                <a:spcPts val="0"/>
              </a:spcBef>
              <a:spcAft>
                <a:spcPts val="0"/>
              </a:spcAft>
              <a:buClr>
                <a:schemeClr val="bg1"/>
              </a:buClr>
              <a:buSzTx/>
              <a:buFont typeface="Arial"/>
              <a:buNone/>
              <a:tabLst/>
              <a:defRPr/>
            </a:pPr>
            <a:r>
              <a:rPr lang="en-US" dirty="0"/>
              <a:t>Second reference</a:t>
            </a:r>
          </a:p>
          <a:p>
            <a:pPr marL="0" marR="0" lvl="0" indent="0" algn="l" defTabSz="457200" rtl="0" eaLnBrk="1" fontAlgn="auto" latinLnBrk="0" hangingPunct="1">
              <a:lnSpc>
                <a:spcPct val="100000"/>
              </a:lnSpc>
              <a:spcBef>
                <a:spcPts val="0"/>
              </a:spcBef>
              <a:spcAft>
                <a:spcPts val="0"/>
              </a:spcAft>
              <a:buClr>
                <a:schemeClr val="bg1"/>
              </a:buClr>
              <a:buSzTx/>
              <a:buFont typeface="Arial"/>
              <a:buNone/>
              <a:tabLst/>
              <a:defRPr/>
            </a:pPr>
            <a:endParaRPr lang="en-US" dirty="0"/>
          </a:p>
          <a:p>
            <a:pPr marL="0" marR="0" lvl="0" indent="0" algn="l" defTabSz="457200" rtl="0" eaLnBrk="1" fontAlgn="auto" latinLnBrk="0" hangingPunct="1">
              <a:lnSpc>
                <a:spcPct val="100000"/>
              </a:lnSpc>
              <a:spcBef>
                <a:spcPts val="0"/>
              </a:spcBef>
              <a:spcAft>
                <a:spcPts val="0"/>
              </a:spcAft>
              <a:buClr>
                <a:schemeClr val="bg1"/>
              </a:buClr>
              <a:buSzTx/>
              <a:buFont typeface="Arial"/>
              <a:buNone/>
              <a:tabLst/>
              <a:defRPr/>
            </a:pPr>
            <a:r>
              <a:rPr lang="en-US" dirty="0"/>
              <a:t>Third reference</a:t>
            </a:r>
          </a:p>
          <a:p>
            <a:endParaRPr lang="en-US" dirty="0"/>
          </a:p>
        </p:txBody>
      </p:sp>
      <p:cxnSp>
        <p:nvCxnSpPr>
          <p:cNvPr id="8" name="Straight Connector 7">
            <a:extLst>
              <a:ext uri="{C183D7F6-B498-43B3-948B-1728B52AA6E4}">
                <adec:decorative xmlns:adec="http://schemas.microsoft.com/office/drawing/2017/decorative" val="1"/>
              </a:ext>
            </a:extLst>
          </p:cNvPr>
          <p:cNvCxnSpPr/>
          <p:nvPr userDrawn="1"/>
        </p:nvCxnSpPr>
        <p:spPr>
          <a:xfrm>
            <a:off x="480001" y="909220"/>
            <a:ext cx="11232000" cy="0"/>
          </a:xfrm>
          <a:prstGeom prst="line">
            <a:avLst/>
          </a:prstGeom>
          <a:ln w="19050">
            <a:solidFill>
              <a:srgbClr val="0A2E4F"/>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6079B3BC-1F92-46DD-92FF-2BB65AAC8A3D}"/>
              </a:ext>
            </a:extLst>
          </p:cNvPr>
          <p:cNvSpPr>
            <a:spLocks noGrp="1"/>
          </p:cNvSpPr>
          <p:nvPr>
            <p:ph type="sldNum" sz="quarter" idx="4"/>
          </p:nvPr>
        </p:nvSpPr>
        <p:spPr>
          <a:xfrm>
            <a:off x="11125200" y="6567160"/>
            <a:ext cx="637125" cy="290840"/>
          </a:xfrm>
          <a:prstGeom prst="rect">
            <a:avLst/>
          </a:prstGeom>
        </p:spPr>
        <p:txBody>
          <a:bodyPr vert="horz" lIns="91440" tIns="0" rIns="0" bIns="0" rtlCol="0" anchor="t" anchorCtr="0"/>
          <a:lstStyle>
            <a:defPPr>
              <a:defRPr lang="en-US"/>
            </a:defPPr>
            <a:lvl1pPr marL="0" algn="r" defTabSz="457200" rtl="0" eaLnBrk="1" latinLnBrk="0" hangingPunct="1">
              <a:lnSpc>
                <a:spcPct val="100000"/>
              </a:lnSpc>
              <a:defRPr sz="1200" kern="1200">
                <a:solidFill>
                  <a:srgbClr val="0A2E4F"/>
                </a:solidFill>
                <a:latin typeface="Georgia"/>
                <a:ea typeface="+mn-ea"/>
                <a:cs typeface="Georgi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latin typeface="Calibri" panose="020F0502020204030204" pitchFamily="34" charset="0"/>
                <a:cs typeface="Calibri" panose="020F0502020204030204" pitchFamily="34" charset="0"/>
              </a:rPr>
              <a:t> </a:t>
            </a:r>
            <a:fld id="{8A04D54F-FA85-F344-8424-FB00D2AE8D01}" type="slidenum">
              <a:rPr lang="en-US" smtClean="0">
                <a:latin typeface="Calibri" panose="020F0502020204030204" pitchFamily="34" charset="0"/>
                <a:cs typeface="Calibri" panose="020F0502020204030204" pitchFamily="34" charset="0"/>
              </a:rPr>
              <a:p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530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AD453F-3EC5-4877-BAA4-F5D5F4D5D7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338EDD-F3BC-4A1C-881F-F8B9120DC8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A5F576-7ED6-4D41-A618-39B16D2D61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D66AE5-F36B-4080-B1A6-622E7E800F63}" type="datetimeFigureOut">
              <a:rPr lang="en-GB" smtClean="0"/>
              <a:t>11/11/2024</a:t>
            </a:fld>
            <a:endParaRPr lang="en-GB" dirty="0"/>
          </a:p>
        </p:txBody>
      </p:sp>
      <p:sp>
        <p:nvSpPr>
          <p:cNvPr id="5" name="Footer Placeholder 4">
            <a:extLst>
              <a:ext uri="{FF2B5EF4-FFF2-40B4-BE49-F238E27FC236}">
                <a16:creationId xmlns:a16="http://schemas.microsoft.com/office/drawing/2014/main" id="{D7E3B1FE-3A10-4C83-9125-E10A35F93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489A79D7-A342-454F-B9BC-0C4E0F882B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36ED65-8D80-4590-B08C-F8D20D75058E}" type="slidenum">
              <a:rPr lang="en-GB" smtClean="0"/>
              <a:t>‹#›</a:t>
            </a:fld>
            <a:endParaRPr lang="en-GB" dirty="0"/>
          </a:p>
        </p:txBody>
      </p:sp>
    </p:spTree>
    <p:extLst>
      <p:ext uri="{BB962C8B-B14F-4D97-AF65-F5344CB8AC3E}">
        <p14:creationId xmlns:p14="http://schemas.microsoft.com/office/powerpoint/2010/main" val="3821638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avi"/><Relationship Id="rId1" Type="http://schemas.microsoft.com/office/2007/relationships/media" Target="../media/media1.avi"/><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2.AVI"/><Relationship Id="rId1" Type="http://schemas.microsoft.com/office/2007/relationships/media" Target="../media/media2.AVI"/><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3.avi"/><Relationship Id="rId1" Type="http://schemas.microsoft.com/office/2007/relationships/media" Target="../media/media3.avi"/><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4.avi"/><Relationship Id="rId1" Type="http://schemas.microsoft.com/office/2007/relationships/media" Target="../media/media4.avi"/><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hyperlink" Target="http://www.strokeguideline.org/"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168B-CAF8-4205-8A7C-BD366E45467F}"/>
              </a:ext>
            </a:extLst>
          </p:cNvPr>
          <p:cNvSpPr>
            <a:spLocks noGrp="1"/>
          </p:cNvSpPr>
          <p:nvPr>
            <p:ph type="ctrTitle"/>
          </p:nvPr>
        </p:nvSpPr>
        <p:spPr>
          <a:xfrm>
            <a:off x="7281939" y="1861752"/>
            <a:ext cx="4087306" cy="1759753"/>
          </a:xfrm>
        </p:spPr>
        <p:txBody>
          <a:bodyPr anchor="b">
            <a:normAutofit/>
          </a:bodyPr>
          <a:lstStyle/>
          <a:p>
            <a:r>
              <a:rPr lang="en-GB" sz="4800" dirty="0">
                <a:latin typeface="+mn-lt"/>
                <a:cs typeface="Arial" panose="020B0604020202020204" pitchFamily="34" charset="0"/>
              </a:rPr>
              <a:t>Retraining Mobility</a:t>
            </a:r>
          </a:p>
        </p:txBody>
      </p:sp>
      <p:sp>
        <p:nvSpPr>
          <p:cNvPr id="3" name="Subtitle 2">
            <a:extLst>
              <a:ext uri="{FF2B5EF4-FFF2-40B4-BE49-F238E27FC236}">
                <a16:creationId xmlns:a16="http://schemas.microsoft.com/office/drawing/2014/main" id="{4ADC2D4C-DB8A-4716-A71D-EFBD3BCCC6F0}"/>
              </a:ext>
            </a:extLst>
          </p:cNvPr>
          <p:cNvSpPr>
            <a:spLocks noGrp="1"/>
          </p:cNvSpPr>
          <p:nvPr>
            <p:ph type="subTitle" idx="1"/>
          </p:nvPr>
        </p:nvSpPr>
        <p:spPr>
          <a:xfrm>
            <a:off x="6689558" y="4410651"/>
            <a:ext cx="5272069" cy="1394725"/>
          </a:xfrm>
        </p:spPr>
        <p:txBody>
          <a:bodyPr anchor="t">
            <a:noAutofit/>
          </a:bodyPr>
          <a:lstStyle/>
          <a:p>
            <a:r>
              <a:rPr lang="en-GB" sz="2200" dirty="0">
                <a:cs typeface="Arial" panose="020B0604020202020204" pitchFamily="34" charset="0"/>
              </a:rPr>
              <a:t>Dr Mark McGlinchey</a:t>
            </a:r>
          </a:p>
          <a:p>
            <a:r>
              <a:rPr lang="en-GB" sz="2200" dirty="0">
                <a:cs typeface="Arial" panose="020B0604020202020204" pitchFamily="34" charset="0"/>
              </a:rPr>
              <a:t>Consultant Physiotherapist</a:t>
            </a:r>
          </a:p>
          <a:p>
            <a:r>
              <a:rPr lang="en-GB" sz="2200" dirty="0">
                <a:cs typeface="Arial" panose="020B0604020202020204" pitchFamily="34" charset="0"/>
              </a:rPr>
              <a:t>Guy’s and St Thomas’ NHS Foundation Trust</a:t>
            </a:r>
          </a:p>
        </p:txBody>
      </p:sp>
      <p:sp>
        <p:nvSpPr>
          <p:cNvPr id="1048" name="Freeform: Shape 1047">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2" descr="Body Weight Support Treadmill Training Body Weight Support System Propel Physiotherapy Etobicoke">
            <a:extLst>
              <a:ext uri="{FF2B5EF4-FFF2-40B4-BE49-F238E27FC236}">
                <a16:creationId xmlns:a16="http://schemas.microsoft.com/office/drawing/2014/main" id="{0734E7DA-6444-DBB3-1304-8A8B52495C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1589" b="-1"/>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88393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660041" y="1709692"/>
            <a:ext cx="2880828" cy="3071906"/>
          </a:xfrm>
        </p:spPr>
        <p:txBody>
          <a:bodyPr vert="horz" lIns="91440" tIns="45720" rIns="91440" bIns="45720" rtlCol="0" anchor="t">
            <a:normAutofit/>
          </a:bodyPr>
          <a:lstStyle/>
          <a:p>
            <a:pPr algn="ctr"/>
            <a:r>
              <a:rPr lang="en-GB" sz="3600" dirty="0">
                <a:solidFill>
                  <a:srgbClr val="FFFFFF"/>
                </a:solidFill>
                <a:latin typeface="+mn-lt"/>
                <a:cs typeface="Arial" panose="020B0604020202020204" pitchFamily="34" charset="0"/>
              </a:rPr>
              <a:t>By the end of this lecture, students should be able to</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5F93D0C8-C11A-B7DC-84DD-A46F56D42E68}"/>
              </a:ext>
            </a:extLst>
          </p:cNvPr>
          <p:cNvSpPr>
            <a:spLocks noGrp="1"/>
          </p:cNvSpPr>
          <p:nvPr>
            <p:ph idx="1"/>
          </p:nvPr>
        </p:nvSpPr>
        <p:spPr>
          <a:xfrm>
            <a:off x="4601042" y="643097"/>
            <a:ext cx="6752757" cy="5533866"/>
          </a:xfrm>
        </p:spPr>
        <p:txBody>
          <a:bodyPr/>
          <a:lstStyle/>
          <a:p>
            <a:pPr marL="457200" algn="l">
              <a:spcAft>
                <a:spcPts val="0"/>
              </a:spcAft>
              <a:buFont typeface="Arial" panose="020B0604020202020204" pitchFamily="34" charset="0"/>
              <a:buChar char="•"/>
            </a:pPr>
            <a:endParaRPr lang="en-GB" sz="2800" b="0" i="0" dirty="0">
              <a:solidFill>
                <a:srgbClr val="242424"/>
              </a:solidFill>
              <a:effectLst/>
              <a:latin typeface="Calibri" panose="020F0502020204030204" pitchFamily="34" charset="0"/>
            </a:endParaRPr>
          </a:p>
          <a:p>
            <a:pPr marL="457200" algn="l">
              <a:spcAft>
                <a:spcPts val="0"/>
              </a:spcAft>
              <a:buFont typeface="Arial" panose="020B0604020202020204" pitchFamily="34" charset="0"/>
              <a:buChar char="•"/>
            </a:pPr>
            <a:r>
              <a:rPr lang="en-GB" sz="2800" b="0" i="0" dirty="0">
                <a:solidFill>
                  <a:srgbClr val="242424"/>
                </a:solidFill>
                <a:effectLst/>
                <a:latin typeface="Calibri" panose="020F0502020204030204" pitchFamily="34" charset="0"/>
              </a:rPr>
              <a:t>discuss the evidence for the efficacy of physiotherapy in lower limb and gait rehabilitation including partial weight support, treadmill training, strength training, and endurance training </a:t>
            </a:r>
          </a:p>
          <a:p>
            <a:pPr marL="457200" algn="l">
              <a:spcAft>
                <a:spcPts val="0"/>
              </a:spcAft>
              <a:buFont typeface="Arial" panose="020B0604020202020204" pitchFamily="34" charset="0"/>
              <a:buChar char="•"/>
            </a:pPr>
            <a:endParaRPr lang="en-GB" sz="2800" dirty="0">
              <a:solidFill>
                <a:srgbClr val="242424"/>
              </a:solidFill>
              <a:latin typeface="Calibri" panose="020F0502020204030204" pitchFamily="34" charset="0"/>
            </a:endParaRPr>
          </a:p>
          <a:p>
            <a:pPr marL="457200" algn="l">
              <a:spcAft>
                <a:spcPts val="0"/>
              </a:spcAft>
              <a:buFont typeface="Arial" panose="020B0604020202020204" pitchFamily="34" charset="0"/>
              <a:buChar char="•"/>
            </a:pPr>
            <a:endParaRPr lang="en-GB" sz="2800" b="0" i="0" dirty="0">
              <a:solidFill>
                <a:srgbClr val="242424"/>
              </a:solidFill>
              <a:effectLst/>
              <a:latin typeface="Calibri" panose="020F0502020204030204" pitchFamily="34" charset="0"/>
            </a:endParaRPr>
          </a:p>
          <a:p>
            <a:pPr marL="457200" algn="l">
              <a:spcAft>
                <a:spcPts val="0"/>
              </a:spcAft>
              <a:buFont typeface="Arial" panose="020B0604020202020204" pitchFamily="34" charset="0"/>
              <a:buChar char="•"/>
            </a:pPr>
            <a:r>
              <a:rPr lang="en-GB" sz="2800" b="0" i="0" dirty="0">
                <a:solidFill>
                  <a:srgbClr val="242424"/>
                </a:solidFill>
                <a:effectLst/>
                <a:latin typeface="Calibri" panose="020F0502020204030204" pitchFamily="34" charset="0"/>
              </a:rPr>
              <a:t>devise a treatment plan for rehabilitation of lower limb function including gait</a:t>
            </a:r>
          </a:p>
          <a:p>
            <a:endParaRPr lang="en-GB" dirty="0"/>
          </a:p>
        </p:txBody>
      </p:sp>
    </p:spTree>
    <p:extLst>
      <p:ext uri="{BB962C8B-B14F-4D97-AF65-F5344CB8AC3E}">
        <p14:creationId xmlns:p14="http://schemas.microsoft.com/office/powerpoint/2010/main" val="493087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7340DA-CCDA-8D94-464B-DC172938BBAA}"/>
              </a:ext>
            </a:extLst>
          </p:cNvPr>
          <p:cNvSpPr>
            <a:spLocks noGrp="1"/>
          </p:cNvSpPr>
          <p:nvPr>
            <p:ph type="title"/>
          </p:nvPr>
        </p:nvSpPr>
        <p:spPr>
          <a:xfrm>
            <a:off x="1371599" y="294538"/>
            <a:ext cx="9895951" cy="1033669"/>
          </a:xfrm>
        </p:spPr>
        <p:txBody>
          <a:bodyPr>
            <a:normAutofit/>
          </a:bodyPr>
          <a:lstStyle/>
          <a:p>
            <a:r>
              <a:rPr lang="en-GB" sz="4000" dirty="0">
                <a:solidFill>
                  <a:schemeClr val="bg1"/>
                </a:solidFill>
              </a:rPr>
              <a:t>Lower Limb and Gait Dysfunction</a:t>
            </a:r>
          </a:p>
        </p:txBody>
      </p:sp>
      <p:sp>
        <p:nvSpPr>
          <p:cNvPr id="24" name="Content Placeholder 2">
            <a:extLst>
              <a:ext uri="{FF2B5EF4-FFF2-40B4-BE49-F238E27FC236}">
                <a16:creationId xmlns:a16="http://schemas.microsoft.com/office/drawing/2014/main" id="{18D591D1-35A8-62D6-492A-582E0800479C}"/>
              </a:ext>
            </a:extLst>
          </p:cNvPr>
          <p:cNvSpPr>
            <a:spLocks noGrp="1"/>
          </p:cNvSpPr>
          <p:nvPr>
            <p:ph idx="1"/>
          </p:nvPr>
        </p:nvSpPr>
        <p:spPr>
          <a:xfrm>
            <a:off x="962527" y="2318197"/>
            <a:ext cx="10133104" cy="3683358"/>
          </a:xfrm>
        </p:spPr>
        <p:txBody>
          <a:bodyPr anchor="ctr">
            <a:noAutofit/>
          </a:bodyPr>
          <a:lstStyle/>
          <a:p>
            <a:pPr>
              <a:spcAft>
                <a:spcPts val="600"/>
              </a:spcAft>
            </a:pPr>
            <a:r>
              <a:rPr lang="en-US" altLang="en-US" sz="2200" dirty="0"/>
              <a:t>Neurological impairment, such as weakness, sensory loss, and pain, can result in gait dysfunction (Lennon et al. 2024)</a:t>
            </a:r>
          </a:p>
          <a:p>
            <a:pPr>
              <a:spcAft>
                <a:spcPts val="600"/>
              </a:spcAft>
            </a:pPr>
            <a:endParaRPr lang="en-US" altLang="en-US" sz="2200" dirty="0"/>
          </a:p>
          <a:p>
            <a:pPr>
              <a:spcAft>
                <a:spcPts val="600"/>
              </a:spcAft>
            </a:pPr>
            <a:r>
              <a:rPr lang="en-US" altLang="en-US" sz="2200" dirty="0"/>
              <a:t>Regaining and improving walking is cited as one of the most common goals by people with stroke undergoing rehabilitation and living in the community (Eng and Tang 2007)</a:t>
            </a:r>
          </a:p>
          <a:p>
            <a:pPr marL="0" indent="0">
              <a:spcAft>
                <a:spcPts val="600"/>
              </a:spcAft>
              <a:buNone/>
            </a:pPr>
            <a:endParaRPr lang="en-US" altLang="en-US" sz="2200" dirty="0"/>
          </a:p>
          <a:p>
            <a:pPr>
              <a:spcAft>
                <a:spcPts val="600"/>
              </a:spcAft>
            </a:pPr>
            <a:r>
              <a:rPr lang="en-US" altLang="en-US" sz="2200" dirty="0"/>
              <a:t>Interventions designed to improve lower limb and gait dysfunction can be aimed at all levels of disability- impairment, activity limitation, participation restriction</a:t>
            </a:r>
          </a:p>
          <a:p>
            <a:pPr marL="0" indent="0">
              <a:spcAft>
                <a:spcPts val="600"/>
              </a:spcAft>
              <a:buNone/>
            </a:pPr>
            <a:endParaRPr lang="en-US" altLang="en-US" sz="2200" dirty="0"/>
          </a:p>
        </p:txBody>
      </p:sp>
    </p:spTree>
    <p:extLst>
      <p:ext uri="{BB962C8B-B14F-4D97-AF65-F5344CB8AC3E}">
        <p14:creationId xmlns:p14="http://schemas.microsoft.com/office/powerpoint/2010/main" val="418104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7340DA-CCDA-8D94-464B-DC172938BBAA}"/>
              </a:ext>
            </a:extLst>
          </p:cNvPr>
          <p:cNvSpPr>
            <a:spLocks noGrp="1"/>
          </p:cNvSpPr>
          <p:nvPr>
            <p:ph type="title"/>
          </p:nvPr>
        </p:nvSpPr>
        <p:spPr>
          <a:xfrm>
            <a:off x="1371599" y="294538"/>
            <a:ext cx="9895951" cy="1033669"/>
          </a:xfrm>
        </p:spPr>
        <p:txBody>
          <a:bodyPr>
            <a:normAutofit fontScale="90000"/>
          </a:bodyPr>
          <a:lstStyle/>
          <a:p>
            <a:r>
              <a:rPr lang="en-GB" sz="4000" dirty="0">
                <a:solidFill>
                  <a:schemeClr val="bg1"/>
                </a:solidFill>
              </a:rPr>
              <a:t>International Classification of Functioning, Disability and Health (ICF)</a:t>
            </a:r>
          </a:p>
        </p:txBody>
      </p:sp>
      <p:pic>
        <p:nvPicPr>
          <p:cNvPr id="1026" name="Picture 2">
            <a:extLst>
              <a:ext uri="{FF2B5EF4-FFF2-40B4-BE49-F238E27FC236}">
                <a16:creationId xmlns:a16="http://schemas.microsoft.com/office/drawing/2014/main" id="{2DFA77BB-79B5-8A0E-6DB4-009082094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757" y="2335916"/>
            <a:ext cx="6486486" cy="3837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886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7340DA-CCDA-8D94-464B-DC172938BBAA}"/>
              </a:ext>
            </a:extLst>
          </p:cNvPr>
          <p:cNvSpPr>
            <a:spLocks noGrp="1"/>
          </p:cNvSpPr>
          <p:nvPr>
            <p:ph type="title"/>
          </p:nvPr>
        </p:nvSpPr>
        <p:spPr>
          <a:xfrm>
            <a:off x="1371599" y="294538"/>
            <a:ext cx="9895951" cy="1033669"/>
          </a:xfrm>
        </p:spPr>
        <p:txBody>
          <a:bodyPr>
            <a:normAutofit fontScale="90000"/>
          </a:bodyPr>
          <a:lstStyle/>
          <a:p>
            <a:r>
              <a:rPr lang="en-GB" sz="4000" dirty="0">
                <a:solidFill>
                  <a:schemeClr val="bg1"/>
                </a:solidFill>
              </a:rPr>
              <a:t>Rehabilitation for Lower Limb and Gait Dysfunction</a:t>
            </a:r>
          </a:p>
        </p:txBody>
      </p:sp>
      <p:sp>
        <p:nvSpPr>
          <p:cNvPr id="24" name="Content Placeholder 2">
            <a:extLst>
              <a:ext uri="{FF2B5EF4-FFF2-40B4-BE49-F238E27FC236}">
                <a16:creationId xmlns:a16="http://schemas.microsoft.com/office/drawing/2014/main" id="{18D591D1-35A8-62D6-492A-582E0800479C}"/>
              </a:ext>
            </a:extLst>
          </p:cNvPr>
          <p:cNvSpPr>
            <a:spLocks noGrp="1"/>
          </p:cNvSpPr>
          <p:nvPr>
            <p:ph idx="1"/>
          </p:nvPr>
        </p:nvSpPr>
        <p:spPr>
          <a:xfrm>
            <a:off x="850232" y="2318197"/>
            <a:ext cx="10417317" cy="3683358"/>
          </a:xfrm>
        </p:spPr>
        <p:txBody>
          <a:bodyPr anchor="ctr">
            <a:noAutofit/>
          </a:bodyPr>
          <a:lstStyle/>
          <a:p>
            <a:pPr>
              <a:spcAft>
                <a:spcPts val="600"/>
              </a:spcAft>
            </a:pPr>
            <a:r>
              <a:rPr lang="en-US" altLang="en-US" sz="2200" dirty="0"/>
              <a:t>Physiotherapy interventions are guided by a variety of factors, including assessment findings, patient preference and goals, clinician expertise, therapist beliefs and attitudes, research evidence and workplace practices (McGlinchey et al. 2024)</a:t>
            </a:r>
          </a:p>
          <a:p>
            <a:pPr>
              <a:spcAft>
                <a:spcPts val="600"/>
              </a:spcAft>
            </a:pPr>
            <a:endParaRPr lang="en-US" altLang="en-US" sz="2200" dirty="0"/>
          </a:p>
          <a:p>
            <a:pPr>
              <a:spcAft>
                <a:spcPts val="600"/>
              </a:spcAft>
            </a:pPr>
            <a:r>
              <a:rPr lang="en-US" altLang="en-US" sz="2200" dirty="0"/>
              <a:t>Evidence supports repetitive and </a:t>
            </a:r>
            <a:r>
              <a:rPr lang="en-GB" altLang="en-US" sz="2200" dirty="0"/>
              <a:t>intensive practice of walking and exercise using aids and equipment as necessary to enable safe practice and mobility during usual activities post-stroke (ISWP 2023)</a:t>
            </a:r>
          </a:p>
          <a:p>
            <a:pPr marL="0" indent="0">
              <a:spcAft>
                <a:spcPts val="600"/>
              </a:spcAft>
              <a:buNone/>
            </a:pPr>
            <a:endParaRPr lang="en-US" altLang="en-US" sz="2200" dirty="0"/>
          </a:p>
          <a:p>
            <a:pPr>
              <a:spcAft>
                <a:spcPts val="600"/>
              </a:spcAft>
            </a:pPr>
            <a:r>
              <a:rPr lang="en-US" altLang="en-US" sz="2200" dirty="0"/>
              <a:t>Reassessment of an intervention’s effectiveness is facilitated through outcome measurement and goal attainment</a:t>
            </a:r>
          </a:p>
        </p:txBody>
      </p:sp>
    </p:spTree>
    <p:extLst>
      <p:ext uri="{BB962C8B-B14F-4D97-AF65-F5344CB8AC3E}">
        <p14:creationId xmlns:p14="http://schemas.microsoft.com/office/powerpoint/2010/main" val="4260856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Freeform: Shape 7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5" name="Title 4">
            <a:extLst>
              <a:ext uri="{FF2B5EF4-FFF2-40B4-BE49-F238E27FC236}">
                <a16:creationId xmlns:a16="http://schemas.microsoft.com/office/drawing/2014/main" id="{988230A8-A5DC-46F7-BD93-CF72D61064DC}"/>
              </a:ext>
            </a:extLst>
          </p:cNvPr>
          <p:cNvSpPr>
            <a:spLocks noGrp="1"/>
          </p:cNvSpPr>
          <p:nvPr>
            <p:ph type="title"/>
          </p:nvPr>
        </p:nvSpPr>
        <p:spPr>
          <a:xfrm>
            <a:off x="838200" y="643467"/>
            <a:ext cx="5391017" cy="1800526"/>
          </a:xfrm>
        </p:spPr>
        <p:txBody>
          <a:bodyPr vert="horz" lIns="91440" tIns="45720" rIns="91440" bIns="45720" rtlCol="0" anchor="ctr">
            <a:normAutofit/>
          </a:bodyPr>
          <a:lstStyle/>
          <a:p>
            <a:pPr algn="ctr"/>
            <a:r>
              <a:rPr lang="en-US" sz="3600" kern="1200" dirty="0">
                <a:solidFill>
                  <a:schemeClr val="tx1"/>
                </a:solidFill>
                <a:latin typeface="+mj-lt"/>
                <a:ea typeface="+mj-ea"/>
                <a:cs typeface="+mj-cs"/>
              </a:rPr>
              <a:t>Treadmill Training and Partial Body Weight Support</a:t>
            </a:r>
          </a:p>
        </p:txBody>
      </p:sp>
      <p:sp>
        <p:nvSpPr>
          <p:cNvPr id="6" name="Content Placeholder 5">
            <a:extLst>
              <a:ext uri="{FF2B5EF4-FFF2-40B4-BE49-F238E27FC236}">
                <a16:creationId xmlns:a16="http://schemas.microsoft.com/office/drawing/2014/main" id="{2782F415-4827-490D-94EB-8850245FA8C1}"/>
              </a:ext>
            </a:extLst>
          </p:cNvPr>
          <p:cNvSpPr>
            <a:spLocks noGrp="1"/>
          </p:cNvSpPr>
          <p:nvPr>
            <p:ph idx="1"/>
          </p:nvPr>
        </p:nvSpPr>
        <p:spPr>
          <a:xfrm>
            <a:off x="838201" y="2623381"/>
            <a:ext cx="5962786" cy="3553581"/>
          </a:xfrm>
        </p:spPr>
        <p:txBody>
          <a:bodyPr vert="horz" lIns="91440" tIns="45720" rIns="91440" bIns="45720" rtlCol="0">
            <a:normAutofit lnSpcReduction="10000"/>
          </a:bodyPr>
          <a:lstStyle/>
          <a:p>
            <a:pPr indent="-228600" defTabSz="914400">
              <a:lnSpc>
                <a:spcPct val="90000"/>
              </a:lnSpc>
              <a:spcAft>
                <a:spcPts val="600"/>
              </a:spcAft>
              <a:buFont typeface="Arial" panose="020B0604020202020204" pitchFamily="34" charset="0"/>
              <a:buChar char="•"/>
            </a:pPr>
            <a:r>
              <a:rPr lang="en-US" altLang="en-US" dirty="0">
                <a:latin typeface="+mn-lt"/>
                <a:cs typeface="+mn-cs"/>
              </a:rPr>
              <a:t>whole task practice of gait</a:t>
            </a:r>
          </a:p>
          <a:p>
            <a:pPr indent="-228600" defTabSz="914400">
              <a:lnSpc>
                <a:spcPct val="90000"/>
              </a:lnSpc>
              <a:spcAft>
                <a:spcPts val="600"/>
              </a:spcAft>
              <a:buFont typeface="Arial" panose="020B0604020202020204" pitchFamily="34" charset="0"/>
              <a:buChar char="•"/>
            </a:pPr>
            <a:endParaRPr lang="en-US" altLang="en-US" dirty="0">
              <a:latin typeface="+mn-lt"/>
              <a:cs typeface="+mn-cs"/>
            </a:endParaRPr>
          </a:p>
          <a:p>
            <a:pPr indent="-228600" defTabSz="914400">
              <a:lnSpc>
                <a:spcPct val="90000"/>
              </a:lnSpc>
              <a:spcAft>
                <a:spcPts val="600"/>
              </a:spcAft>
              <a:buFont typeface="Arial" panose="020B0604020202020204" pitchFamily="34" charset="0"/>
              <a:buChar char="•"/>
            </a:pPr>
            <a:r>
              <a:rPr lang="en-US" altLang="en-US" dirty="0">
                <a:latin typeface="+mn-lt"/>
                <a:cs typeface="+mn-cs"/>
              </a:rPr>
              <a:t>supportive harness to off-load body weight from the legs</a:t>
            </a:r>
          </a:p>
          <a:p>
            <a:pPr indent="-228600" defTabSz="914400">
              <a:lnSpc>
                <a:spcPct val="90000"/>
              </a:lnSpc>
              <a:spcAft>
                <a:spcPts val="600"/>
              </a:spcAft>
              <a:buFont typeface="Arial" panose="020B0604020202020204" pitchFamily="34" charset="0"/>
              <a:buChar char="•"/>
            </a:pPr>
            <a:endParaRPr lang="en-US" altLang="en-US" dirty="0">
              <a:latin typeface="+mn-lt"/>
              <a:cs typeface="+mn-cs"/>
            </a:endParaRPr>
          </a:p>
          <a:p>
            <a:pPr indent="-228600" defTabSz="914400">
              <a:lnSpc>
                <a:spcPct val="90000"/>
              </a:lnSpc>
              <a:spcAft>
                <a:spcPts val="600"/>
              </a:spcAft>
              <a:buFont typeface="Arial" panose="020B0604020202020204" pitchFamily="34" charset="0"/>
              <a:buChar char="•"/>
            </a:pPr>
            <a:r>
              <a:rPr lang="en-US" altLang="en-US" dirty="0">
                <a:latin typeface="+mn-lt"/>
                <a:cs typeface="+mn-cs"/>
              </a:rPr>
              <a:t>as gait improves, support is decreased as patient required to control a greater percentage of body weight</a:t>
            </a:r>
          </a:p>
          <a:p>
            <a:pPr marL="0" indent="-228600" defTabSz="914400">
              <a:lnSpc>
                <a:spcPct val="90000"/>
              </a:lnSpc>
              <a:spcAft>
                <a:spcPts val="600"/>
              </a:spcAft>
              <a:buFont typeface="Arial" panose="020B0604020202020204" pitchFamily="34" charset="0"/>
              <a:buChar char="•"/>
            </a:pPr>
            <a:endParaRPr lang="en-US" altLang="en-US" dirty="0">
              <a:latin typeface="+mn-lt"/>
              <a:cs typeface="+mn-cs"/>
            </a:endParaRPr>
          </a:p>
          <a:p>
            <a:pPr indent="-228600" defTabSz="914400">
              <a:lnSpc>
                <a:spcPct val="90000"/>
              </a:lnSpc>
              <a:spcAft>
                <a:spcPts val="600"/>
              </a:spcAft>
              <a:buFont typeface="Arial" panose="020B0604020202020204" pitchFamily="34" charset="0"/>
              <a:buChar char="•"/>
            </a:pPr>
            <a:r>
              <a:rPr lang="en-US" altLang="en-US" dirty="0">
                <a:latin typeface="+mn-lt"/>
                <a:cs typeface="+mn-cs"/>
              </a:rPr>
              <a:t>research has focused on stroke, Parkinson’s disease and spinal cord injury</a:t>
            </a:r>
          </a:p>
          <a:p>
            <a:pPr indent="-228600" defTabSz="914400">
              <a:lnSpc>
                <a:spcPct val="90000"/>
              </a:lnSpc>
              <a:spcAft>
                <a:spcPts val="600"/>
              </a:spcAft>
              <a:buFont typeface="Arial" panose="020B0604020202020204" pitchFamily="34" charset="0"/>
              <a:buChar char="•"/>
            </a:pPr>
            <a:endParaRPr lang="en-US" sz="1600" dirty="0">
              <a:latin typeface="+mn-lt"/>
              <a:cs typeface="+mn-cs"/>
            </a:endParaRPr>
          </a:p>
        </p:txBody>
      </p:sp>
      <p:pic>
        <p:nvPicPr>
          <p:cNvPr id="3" name="Picture 2">
            <a:extLst>
              <a:ext uri="{FF2B5EF4-FFF2-40B4-BE49-F238E27FC236}">
                <a16:creationId xmlns:a16="http://schemas.microsoft.com/office/drawing/2014/main" id="{676F253E-CF27-1D95-61ED-955F64D5AD8D}"/>
              </a:ext>
            </a:extLst>
          </p:cNvPr>
          <p:cNvPicPr>
            <a:picLocks noChangeAspect="1"/>
          </p:cNvPicPr>
          <p:nvPr/>
        </p:nvPicPr>
        <p:blipFill rotWithShape="1">
          <a:blip r:embed="rId2"/>
          <a:srcRect t="302"/>
          <a:stretch/>
        </p:blipFill>
        <p:spPr>
          <a:xfrm>
            <a:off x="7268569" y="1443788"/>
            <a:ext cx="4501750" cy="4488155"/>
          </a:xfrm>
          <a:prstGeom prst="rect">
            <a:avLst/>
          </a:prstGeom>
        </p:spPr>
      </p:pic>
    </p:spTree>
    <p:extLst>
      <p:ext uri="{BB962C8B-B14F-4D97-AF65-F5344CB8AC3E}">
        <p14:creationId xmlns:p14="http://schemas.microsoft.com/office/powerpoint/2010/main" val="3269301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578888" y="1709692"/>
            <a:ext cx="2880828" cy="3071906"/>
          </a:xfrm>
        </p:spPr>
        <p:txBody>
          <a:bodyPr vert="horz" lIns="91440" tIns="45720" rIns="91440" bIns="45720" rtlCol="0" anchor="t">
            <a:normAutofit/>
          </a:bodyPr>
          <a:lstStyle/>
          <a:p>
            <a:pPr algn="ctr"/>
            <a:r>
              <a:rPr lang="en-US" sz="3600" kern="1200" dirty="0">
                <a:solidFill>
                  <a:srgbClr val="FFFFFF"/>
                </a:solidFill>
                <a:latin typeface="+mj-lt"/>
                <a:ea typeface="+mj-ea"/>
                <a:cs typeface="+mj-cs"/>
              </a:rPr>
              <a:t>Treadmill training and body weight support- stroke</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5096541" y="1069976"/>
            <a:ext cx="6037521" cy="4351338"/>
          </a:xfrm>
        </p:spPr>
        <p:txBody>
          <a:bodyPr>
            <a:normAutofit fontScale="77500" lnSpcReduction="20000"/>
          </a:bodyPr>
          <a:lstStyle/>
          <a:p>
            <a:pPr indent="-228600" defTabSz="914400">
              <a:lnSpc>
                <a:spcPct val="90000"/>
              </a:lnSpc>
              <a:spcAft>
                <a:spcPts val="600"/>
              </a:spcAft>
              <a:buFont typeface="Arial" panose="020B0604020202020204" pitchFamily="34" charset="0"/>
              <a:buChar char="•"/>
            </a:pPr>
            <a:r>
              <a:rPr lang="en-US" dirty="0">
                <a:latin typeface="+mn-lt"/>
                <a:cs typeface="+mn-cs"/>
              </a:rPr>
              <a:t>Merholz et al. (2017)</a:t>
            </a:r>
          </a:p>
          <a:p>
            <a:pPr defTabSz="914400">
              <a:lnSpc>
                <a:spcPct val="90000"/>
              </a:lnSpc>
              <a:spcAft>
                <a:spcPts val="1200"/>
              </a:spcAft>
              <a:buFontTx/>
              <a:buChar char="-"/>
            </a:pPr>
            <a:r>
              <a:rPr lang="en-US" altLang="en-US" dirty="0">
                <a:latin typeface="+mn-lt"/>
                <a:cs typeface="+mn-cs"/>
              </a:rPr>
              <a:t>treadmill training and/or PBWS vs conventional gait training</a:t>
            </a:r>
          </a:p>
          <a:p>
            <a:pPr defTabSz="914400">
              <a:lnSpc>
                <a:spcPct val="90000"/>
              </a:lnSpc>
              <a:spcAft>
                <a:spcPts val="1200"/>
              </a:spcAft>
              <a:buFontTx/>
              <a:buChar char="-"/>
            </a:pPr>
            <a:r>
              <a:rPr lang="en-US" altLang="en-US" dirty="0">
                <a:latin typeface="+mn-lt"/>
                <a:cs typeface="+mn-cs"/>
              </a:rPr>
              <a:t>56 RCTs: 3,105 participants (average age 60 years, inpatients and outpatients)</a:t>
            </a:r>
          </a:p>
          <a:p>
            <a:pPr defTabSz="914400">
              <a:lnSpc>
                <a:spcPct val="90000"/>
              </a:lnSpc>
              <a:spcAft>
                <a:spcPts val="1200"/>
              </a:spcAft>
              <a:buFontTx/>
              <a:buChar char="-"/>
            </a:pPr>
            <a:r>
              <a:rPr lang="en-US" altLang="en-US" dirty="0">
                <a:latin typeface="+mn-lt"/>
                <a:cs typeface="+mn-cs"/>
              </a:rPr>
              <a:t>no significant differences in walking independence</a:t>
            </a:r>
          </a:p>
          <a:p>
            <a:pPr defTabSz="914400">
              <a:lnSpc>
                <a:spcPct val="90000"/>
              </a:lnSpc>
              <a:spcAft>
                <a:spcPts val="1200"/>
              </a:spcAft>
              <a:buFontTx/>
              <a:buChar char="-"/>
            </a:pPr>
            <a:r>
              <a:rPr lang="en-US" altLang="en-US" dirty="0">
                <a:latin typeface="+mn-lt"/>
                <a:cs typeface="+mn-cs"/>
              </a:rPr>
              <a:t>short term significant benefits on walking speed and endurance in ambulant stroke patients</a:t>
            </a:r>
          </a:p>
          <a:p>
            <a:pPr defTabSz="914400">
              <a:lnSpc>
                <a:spcPct val="90000"/>
              </a:lnSpc>
              <a:spcAft>
                <a:spcPts val="1200"/>
              </a:spcAft>
              <a:buFontTx/>
              <a:buChar char="-"/>
            </a:pPr>
            <a:r>
              <a:rPr lang="en-US" altLang="en-US" dirty="0">
                <a:latin typeface="+mn-lt"/>
                <a:cs typeface="+mn-cs"/>
              </a:rPr>
              <a:t>no significant benefits at scheduled follow-up/long term</a:t>
            </a:r>
            <a:endParaRPr lang="en-US" dirty="0">
              <a:latin typeface="+mn-lt"/>
              <a:cs typeface="+mn-cs"/>
            </a:endParaRPr>
          </a:p>
          <a:p>
            <a:endParaRPr lang="en-GB" dirty="0"/>
          </a:p>
        </p:txBody>
      </p:sp>
    </p:spTree>
    <p:extLst>
      <p:ext uri="{BB962C8B-B14F-4D97-AF65-F5344CB8AC3E}">
        <p14:creationId xmlns:p14="http://schemas.microsoft.com/office/powerpoint/2010/main" val="3358918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455066" y="1901956"/>
            <a:ext cx="3255175" cy="3071906"/>
          </a:xfrm>
        </p:spPr>
        <p:txBody>
          <a:bodyPr vert="horz" lIns="91440" tIns="45720" rIns="91440" bIns="45720" rtlCol="0" anchor="t">
            <a:normAutofit/>
          </a:bodyPr>
          <a:lstStyle/>
          <a:p>
            <a:pPr algn="ctr"/>
            <a:r>
              <a:rPr lang="en-US" sz="3200" kern="1200" dirty="0">
                <a:solidFill>
                  <a:srgbClr val="FFFFFF"/>
                </a:solidFill>
                <a:latin typeface="+mj-lt"/>
                <a:ea typeface="+mj-ea"/>
                <a:cs typeface="+mj-cs"/>
              </a:rPr>
              <a:t>Electromechanicaland robot-assisted gait training </a:t>
            </a:r>
            <a:br>
              <a:rPr lang="en-US" sz="3200" kern="1200" dirty="0">
                <a:solidFill>
                  <a:srgbClr val="FFFFFF"/>
                </a:solidFill>
                <a:latin typeface="+mj-lt"/>
                <a:ea typeface="+mj-ea"/>
                <a:cs typeface="+mj-cs"/>
              </a:rPr>
            </a:br>
            <a:r>
              <a:rPr lang="en-US" sz="3200" kern="1200" dirty="0">
                <a:solidFill>
                  <a:srgbClr val="FFFFFF"/>
                </a:solidFill>
                <a:latin typeface="+mj-lt"/>
                <a:ea typeface="+mj-ea"/>
                <a:cs typeface="+mj-cs"/>
              </a:rPr>
              <a:t>- stroke</a:t>
            </a: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5096541" y="1069975"/>
            <a:ext cx="6037521" cy="5202487"/>
          </a:xfrm>
        </p:spPr>
        <p:txBody>
          <a:bodyPr>
            <a:normAutofit fontScale="77500" lnSpcReduction="20000"/>
          </a:bodyPr>
          <a:lstStyle/>
          <a:p>
            <a:pPr indent="-228600" defTabSz="914400">
              <a:lnSpc>
                <a:spcPct val="120000"/>
              </a:lnSpc>
              <a:spcAft>
                <a:spcPts val="1200"/>
              </a:spcAft>
              <a:buFont typeface="Arial" panose="020B0604020202020204" pitchFamily="34" charset="0"/>
              <a:buChar char="•"/>
            </a:pPr>
            <a:r>
              <a:rPr lang="en-US" dirty="0">
                <a:latin typeface="+mn-lt"/>
                <a:cs typeface="+mn-cs"/>
              </a:rPr>
              <a:t>Merholz et al. (2020)</a:t>
            </a:r>
          </a:p>
          <a:p>
            <a:pPr defTabSz="914400">
              <a:lnSpc>
                <a:spcPct val="120000"/>
              </a:lnSpc>
              <a:spcAft>
                <a:spcPts val="1200"/>
              </a:spcAft>
              <a:buFontTx/>
              <a:buChar char="-"/>
            </a:pPr>
            <a:r>
              <a:rPr lang="en-GB" altLang="en-US" dirty="0">
                <a:latin typeface="+mn-lt"/>
                <a:cs typeface="+mn-cs"/>
              </a:rPr>
              <a:t>electromechanical- and robot-assisted gait training </a:t>
            </a:r>
            <a:r>
              <a:rPr lang="en-US" altLang="en-US" dirty="0">
                <a:latin typeface="+mn-lt"/>
                <a:cs typeface="+mn-cs"/>
              </a:rPr>
              <a:t>vs normal care</a:t>
            </a:r>
          </a:p>
          <a:p>
            <a:pPr defTabSz="914400">
              <a:lnSpc>
                <a:spcPct val="120000"/>
              </a:lnSpc>
              <a:spcAft>
                <a:spcPts val="1200"/>
              </a:spcAft>
              <a:buFontTx/>
              <a:buChar char="-"/>
            </a:pPr>
            <a:r>
              <a:rPr lang="en-US" altLang="en-US" dirty="0">
                <a:latin typeface="+mn-lt"/>
                <a:cs typeface="+mn-cs"/>
              </a:rPr>
              <a:t>62 RCTs: 2,440 participants (age 47 – 76 years)</a:t>
            </a:r>
          </a:p>
          <a:p>
            <a:pPr defTabSz="914400">
              <a:lnSpc>
                <a:spcPct val="120000"/>
              </a:lnSpc>
              <a:spcAft>
                <a:spcPts val="1200"/>
              </a:spcAft>
              <a:buFontTx/>
              <a:buChar char="-"/>
            </a:pPr>
            <a:r>
              <a:rPr lang="en-US" altLang="en-US" dirty="0">
                <a:latin typeface="+mn-lt"/>
                <a:cs typeface="+mn-cs"/>
              </a:rPr>
              <a:t>increased likelihood </a:t>
            </a:r>
            <a:r>
              <a:rPr lang="en-US" altLang="en-US" dirty="0"/>
              <a:t>of independence in gait and increased walking speed but not walking distance</a:t>
            </a:r>
            <a:endParaRPr lang="en-US" altLang="en-US" dirty="0">
              <a:latin typeface="+mn-lt"/>
              <a:cs typeface="+mn-cs"/>
            </a:endParaRPr>
          </a:p>
          <a:p>
            <a:pPr defTabSz="914400">
              <a:lnSpc>
                <a:spcPct val="120000"/>
              </a:lnSpc>
              <a:spcAft>
                <a:spcPts val="1200"/>
              </a:spcAft>
              <a:buFontTx/>
              <a:buChar char="-"/>
            </a:pPr>
            <a:r>
              <a:rPr lang="en-US" altLang="en-US" dirty="0">
                <a:latin typeface="+mn-lt"/>
                <a:cs typeface="+mn-cs"/>
              </a:rPr>
              <a:t>non-ambulant stroke survivors particularly in the first 3 months post-stroke more likely to gain benefit than ambulant stroke survivors</a:t>
            </a:r>
          </a:p>
          <a:p>
            <a:pPr defTabSz="914400">
              <a:lnSpc>
                <a:spcPct val="90000"/>
              </a:lnSpc>
              <a:spcAft>
                <a:spcPts val="600"/>
              </a:spcAft>
              <a:buFontTx/>
              <a:buChar char="-"/>
            </a:pPr>
            <a:r>
              <a:rPr lang="en-US" altLang="en-US" dirty="0">
                <a:latin typeface="+mn-lt"/>
                <a:cs typeface="+mn-cs"/>
              </a:rPr>
              <a:t>long term effects uncertain</a:t>
            </a:r>
          </a:p>
        </p:txBody>
      </p:sp>
    </p:spTree>
    <p:extLst>
      <p:ext uri="{BB962C8B-B14F-4D97-AF65-F5344CB8AC3E}">
        <p14:creationId xmlns:p14="http://schemas.microsoft.com/office/powerpoint/2010/main" val="3920104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578888" y="1709692"/>
            <a:ext cx="2880828" cy="3071906"/>
          </a:xfrm>
        </p:spPr>
        <p:txBody>
          <a:bodyPr vert="horz" lIns="91440" tIns="45720" rIns="91440" bIns="45720" rtlCol="0" anchor="t">
            <a:normAutofit/>
          </a:bodyPr>
          <a:lstStyle/>
          <a:p>
            <a:pPr algn="ctr"/>
            <a:r>
              <a:rPr lang="en-US" sz="3600" kern="1200" dirty="0">
                <a:solidFill>
                  <a:srgbClr val="FFFFFF"/>
                </a:solidFill>
                <a:latin typeface="+mj-lt"/>
                <a:ea typeface="+mj-ea"/>
                <a:cs typeface="+mj-cs"/>
              </a:rPr>
              <a:t>Treadmill training and body weight support- Parkinson’s disease</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5096541" y="1069976"/>
            <a:ext cx="6037521" cy="4351338"/>
          </a:xfrm>
        </p:spPr>
        <p:txBody>
          <a:bodyPr>
            <a:normAutofit/>
          </a:bodyPr>
          <a:lstStyle/>
          <a:p>
            <a:pPr indent="-228600" defTabSz="914400">
              <a:lnSpc>
                <a:spcPct val="90000"/>
              </a:lnSpc>
              <a:spcAft>
                <a:spcPts val="600"/>
              </a:spcAft>
              <a:buFont typeface="Arial" panose="020B0604020202020204" pitchFamily="34" charset="0"/>
              <a:buChar char="•"/>
            </a:pPr>
            <a:r>
              <a:rPr lang="en-US" sz="2400" dirty="0">
                <a:latin typeface="+mn-lt"/>
                <a:cs typeface="+mn-cs"/>
              </a:rPr>
              <a:t>Merholz et al. (2015</a:t>
            </a:r>
            <a:r>
              <a:rPr lang="en-US" sz="2400" dirty="0"/>
              <a:t>)</a:t>
            </a:r>
            <a:endParaRPr lang="en-US" sz="2400" dirty="0">
              <a:latin typeface="+mn-lt"/>
              <a:cs typeface="+mn-cs"/>
            </a:endParaRPr>
          </a:p>
          <a:p>
            <a:pPr defTabSz="914400">
              <a:lnSpc>
                <a:spcPct val="90000"/>
              </a:lnSpc>
              <a:spcAft>
                <a:spcPts val="600"/>
              </a:spcAft>
              <a:buFontTx/>
              <a:buChar char="-"/>
            </a:pPr>
            <a:r>
              <a:rPr lang="en-US" altLang="en-US" sz="2400" dirty="0">
                <a:latin typeface="+mn-lt"/>
                <a:cs typeface="+mn-cs"/>
              </a:rPr>
              <a:t>treadmill training vs conventional gait training/no treatment</a:t>
            </a:r>
          </a:p>
          <a:p>
            <a:pPr defTabSz="914400">
              <a:lnSpc>
                <a:spcPct val="90000"/>
              </a:lnSpc>
              <a:spcAft>
                <a:spcPts val="600"/>
              </a:spcAft>
              <a:buFontTx/>
              <a:buChar char="-"/>
            </a:pPr>
            <a:r>
              <a:rPr lang="en-US" altLang="en-US" sz="2400" dirty="0">
                <a:latin typeface="+mn-lt"/>
                <a:cs typeface="+mn-cs"/>
              </a:rPr>
              <a:t>18 RCTs: 633 participants (age 58-74)</a:t>
            </a:r>
          </a:p>
          <a:p>
            <a:pPr defTabSz="914400">
              <a:lnSpc>
                <a:spcPct val="90000"/>
              </a:lnSpc>
              <a:spcAft>
                <a:spcPts val="600"/>
              </a:spcAft>
              <a:buFontTx/>
              <a:buChar char="-"/>
            </a:pPr>
            <a:r>
              <a:rPr lang="en-US" altLang="en-US" sz="2400" dirty="0"/>
              <a:t>s</a:t>
            </a:r>
            <a:r>
              <a:rPr lang="en-US" altLang="en-US" sz="2400" dirty="0">
                <a:latin typeface="+mn-lt"/>
                <a:cs typeface="+mn-cs"/>
              </a:rPr>
              <a:t>ignificant differences: gait speed and stride length</a:t>
            </a:r>
          </a:p>
          <a:p>
            <a:pPr defTabSz="914400">
              <a:lnSpc>
                <a:spcPct val="90000"/>
              </a:lnSpc>
              <a:spcAft>
                <a:spcPts val="600"/>
              </a:spcAft>
              <a:buFontTx/>
              <a:buChar char="-"/>
            </a:pPr>
            <a:r>
              <a:rPr lang="en-US" altLang="en-US" sz="2400" dirty="0">
                <a:latin typeface="+mn-lt"/>
                <a:cs typeface="+mn-cs"/>
              </a:rPr>
              <a:t>no significant differences: walking distance and cadence</a:t>
            </a:r>
          </a:p>
          <a:p>
            <a:pPr defTabSz="914400">
              <a:lnSpc>
                <a:spcPct val="90000"/>
              </a:lnSpc>
              <a:spcAft>
                <a:spcPts val="600"/>
              </a:spcAft>
              <a:buFontTx/>
              <a:buChar char="-"/>
            </a:pPr>
            <a:r>
              <a:rPr lang="en-US" altLang="en-US" sz="2400" dirty="0">
                <a:latin typeface="+mn-lt"/>
                <a:cs typeface="+mn-cs"/>
              </a:rPr>
              <a:t>long term effects uncertain</a:t>
            </a:r>
          </a:p>
          <a:p>
            <a:endParaRPr lang="en-GB" dirty="0"/>
          </a:p>
        </p:txBody>
      </p:sp>
    </p:spTree>
    <p:extLst>
      <p:ext uri="{BB962C8B-B14F-4D97-AF65-F5344CB8AC3E}">
        <p14:creationId xmlns:p14="http://schemas.microsoft.com/office/powerpoint/2010/main" val="793253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578888" y="2060566"/>
            <a:ext cx="2880828" cy="3071906"/>
          </a:xfrm>
        </p:spPr>
        <p:txBody>
          <a:bodyPr vert="horz" lIns="91440" tIns="45720" rIns="91440" bIns="45720" rtlCol="0" anchor="t">
            <a:normAutofit/>
          </a:bodyPr>
          <a:lstStyle/>
          <a:p>
            <a:pPr algn="ctr"/>
            <a:r>
              <a:rPr lang="en-US" sz="3600" kern="1200" dirty="0">
                <a:solidFill>
                  <a:srgbClr val="FFFFFF"/>
                </a:solidFill>
                <a:latin typeface="+mj-lt"/>
                <a:ea typeface="+mj-ea"/>
                <a:cs typeface="+mj-cs"/>
              </a:rPr>
              <a:t>Treadmill training- spinal cord injury</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5096541" y="1069976"/>
            <a:ext cx="6037521" cy="4351338"/>
          </a:xfrm>
        </p:spPr>
        <p:txBody>
          <a:bodyPr>
            <a:normAutofit/>
          </a:bodyPr>
          <a:lstStyle/>
          <a:p>
            <a:pPr indent="-228600" defTabSz="914400">
              <a:lnSpc>
                <a:spcPct val="90000"/>
              </a:lnSpc>
              <a:spcAft>
                <a:spcPts val="600"/>
              </a:spcAft>
              <a:buFont typeface="Arial" panose="020B0604020202020204" pitchFamily="34" charset="0"/>
              <a:buChar char="•"/>
            </a:pPr>
            <a:r>
              <a:rPr lang="en-US" sz="2400" dirty="0">
                <a:latin typeface="+mn-lt"/>
                <a:cs typeface="+mn-cs"/>
              </a:rPr>
              <a:t>Merholz et al. (2017)</a:t>
            </a:r>
          </a:p>
          <a:p>
            <a:pPr defTabSz="914400">
              <a:lnSpc>
                <a:spcPct val="90000"/>
              </a:lnSpc>
              <a:spcAft>
                <a:spcPts val="600"/>
              </a:spcAft>
              <a:buFontTx/>
              <a:buChar char="-"/>
            </a:pPr>
            <a:r>
              <a:rPr lang="en-US" altLang="en-US" sz="2400" dirty="0">
                <a:latin typeface="+mn-lt"/>
                <a:cs typeface="+mn-cs"/>
              </a:rPr>
              <a:t>bodyweight supported treadmill training or robotic locomotor training vs overground gait training and other physiotherapy</a:t>
            </a:r>
            <a:endParaRPr lang="en-US" altLang="en-US" sz="2400" dirty="0"/>
          </a:p>
          <a:p>
            <a:pPr defTabSz="914400">
              <a:lnSpc>
                <a:spcPct val="90000"/>
              </a:lnSpc>
              <a:spcAft>
                <a:spcPts val="600"/>
              </a:spcAft>
              <a:buFontTx/>
              <a:buChar char="-"/>
            </a:pPr>
            <a:r>
              <a:rPr lang="en-US" altLang="en-US" sz="2400" dirty="0">
                <a:latin typeface="+mn-lt"/>
                <a:cs typeface="+mn-cs"/>
              </a:rPr>
              <a:t>13 RCTs: 586 participants (age 16-68)</a:t>
            </a:r>
          </a:p>
          <a:p>
            <a:pPr defTabSz="914400">
              <a:lnSpc>
                <a:spcPct val="90000"/>
              </a:lnSpc>
              <a:spcAft>
                <a:spcPts val="600"/>
              </a:spcAft>
              <a:buFontTx/>
              <a:buChar char="-"/>
            </a:pPr>
            <a:r>
              <a:rPr lang="en-US" altLang="en-US" sz="2400" dirty="0"/>
              <a:t>all levels of spinal involvement (C1-L4) and impairment  (AIS Grade A-D) included </a:t>
            </a:r>
            <a:endParaRPr lang="en-US" altLang="en-US" sz="2400" dirty="0">
              <a:latin typeface="+mn-lt"/>
              <a:cs typeface="+mn-cs"/>
            </a:endParaRPr>
          </a:p>
          <a:p>
            <a:pPr defTabSz="914400">
              <a:lnSpc>
                <a:spcPct val="90000"/>
              </a:lnSpc>
              <a:spcAft>
                <a:spcPts val="600"/>
              </a:spcAft>
              <a:buFontTx/>
              <a:buChar char="-"/>
            </a:pPr>
            <a:r>
              <a:rPr lang="en-US" altLang="en-US" sz="2400" dirty="0">
                <a:latin typeface="+mn-lt"/>
                <a:cs typeface="+mn-cs"/>
              </a:rPr>
              <a:t>no significant differences in walking speed or walking distance</a:t>
            </a:r>
          </a:p>
          <a:p>
            <a:endParaRPr lang="en-GB" dirty="0"/>
          </a:p>
        </p:txBody>
      </p:sp>
    </p:spTree>
    <p:extLst>
      <p:ext uri="{BB962C8B-B14F-4D97-AF65-F5344CB8AC3E}">
        <p14:creationId xmlns:p14="http://schemas.microsoft.com/office/powerpoint/2010/main" val="3133245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20">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22">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5" name="Title 4">
            <a:extLst>
              <a:ext uri="{FF2B5EF4-FFF2-40B4-BE49-F238E27FC236}">
                <a16:creationId xmlns:a16="http://schemas.microsoft.com/office/drawing/2014/main" id="{988230A8-A5DC-46F7-BD93-CF72D61064DC}"/>
              </a:ext>
            </a:extLst>
          </p:cNvPr>
          <p:cNvSpPr>
            <a:spLocks noGrp="1"/>
          </p:cNvSpPr>
          <p:nvPr>
            <p:ph type="title"/>
          </p:nvPr>
        </p:nvSpPr>
        <p:spPr>
          <a:xfrm>
            <a:off x="838200" y="643467"/>
            <a:ext cx="6188242" cy="1409922"/>
          </a:xfrm>
        </p:spPr>
        <p:txBody>
          <a:bodyPr vert="horz" lIns="91440" tIns="45720" rIns="91440" bIns="45720" rtlCol="0" anchor="ctr">
            <a:normAutofit/>
          </a:bodyPr>
          <a:lstStyle/>
          <a:p>
            <a:pPr algn="ctr"/>
            <a:r>
              <a:rPr lang="en-US" sz="4000" kern="1200" dirty="0">
                <a:solidFill>
                  <a:schemeClr val="tx1"/>
                </a:solidFill>
                <a:latin typeface="+mj-lt"/>
                <a:ea typeface="+mj-ea"/>
                <a:cs typeface="+mj-cs"/>
              </a:rPr>
              <a:t>Strength Training</a:t>
            </a:r>
          </a:p>
        </p:txBody>
      </p:sp>
      <p:sp>
        <p:nvSpPr>
          <p:cNvPr id="6" name="Content Placeholder 5">
            <a:extLst>
              <a:ext uri="{FF2B5EF4-FFF2-40B4-BE49-F238E27FC236}">
                <a16:creationId xmlns:a16="http://schemas.microsoft.com/office/drawing/2014/main" id="{2782F415-4827-490D-94EB-8850245FA8C1}"/>
              </a:ext>
            </a:extLst>
          </p:cNvPr>
          <p:cNvSpPr>
            <a:spLocks noGrp="1"/>
          </p:cNvSpPr>
          <p:nvPr>
            <p:ph idx="1"/>
          </p:nvPr>
        </p:nvSpPr>
        <p:spPr>
          <a:xfrm>
            <a:off x="838200" y="2261937"/>
            <a:ext cx="6188242" cy="3915025"/>
          </a:xfr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altLang="en-US" sz="2200" dirty="0">
                <a:latin typeface="+mn-lt"/>
                <a:cs typeface="+mn-cs"/>
              </a:rPr>
              <a:t>weakness is one of the most common impairments post-stroke</a:t>
            </a:r>
          </a:p>
          <a:p>
            <a:pPr indent="-228600" defTabSz="914400">
              <a:lnSpc>
                <a:spcPct val="90000"/>
              </a:lnSpc>
              <a:spcAft>
                <a:spcPts val="600"/>
              </a:spcAft>
              <a:buFont typeface="Arial" panose="020B0604020202020204" pitchFamily="34" charset="0"/>
              <a:buChar char="•"/>
            </a:pPr>
            <a:endParaRPr lang="en-US" altLang="en-US" sz="2200" dirty="0">
              <a:latin typeface="+mn-lt"/>
              <a:cs typeface="+mn-cs"/>
            </a:endParaRPr>
          </a:p>
          <a:p>
            <a:pPr indent="-228600" defTabSz="914400">
              <a:lnSpc>
                <a:spcPct val="90000"/>
              </a:lnSpc>
              <a:spcAft>
                <a:spcPts val="600"/>
              </a:spcAft>
              <a:buFont typeface="Arial" panose="020B0604020202020204" pitchFamily="34" charset="0"/>
              <a:buChar char="•"/>
            </a:pPr>
            <a:r>
              <a:rPr lang="en-US" altLang="en-US" sz="2200" dirty="0">
                <a:latin typeface="+mn-lt"/>
                <a:cs typeface="+mn-cs"/>
              </a:rPr>
              <a:t>historical concerns about worsening spasticity due to physical exertion have been disputed </a:t>
            </a:r>
            <a:r>
              <a:rPr lang="en-US" sz="2200" dirty="0"/>
              <a:t>(Dodd and Morris 2004, Ada et al. 2006)</a:t>
            </a:r>
            <a:endParaRPr lang="en-US" altLang="en-US" sz="2200" dirty="0">
              <a:latin typeface="+mn-lt"/>
              <a:cs typeface="+mn-cs"/>
            </a:endParaRPr>
          </a:p>
          <a:p>
            <a:pPr marL="0" indent="-228600" defTabSz="914400">
              <a:lnSpc>
                <a:spcPct val="90000"/>
              </a:lnSpc>
              <a:spcAft>
                <a:spcPts val="600"/>
              </a:spcAft>
              <a:buFont typeface="Arial" panose="020B0604020202020204" pitchFamily="34" charset="0"/>
              <a:buChar char="•"/>
            </a:pPr>
            <a:endParaRPr lang="en-US" altLang="en-US" sz="2200" dirty="0">
              <a:latin typeface="+mn-lt"/>
              <a:cs typeface="+mn-cs"/>
            </a:endParaRPr>
          </a:p>
          <a:p>
            <a:pPr indent="-228600" defTabSz="914400">
              <a:lnSpc>
                <a:spcPct val="90000"/>
              </a:lnSpc>
              <a:spcAft>
                <a:spcPts val="600"/>
              </a:spcAft>
              <a:buFont typeface="Arial" panose="020B0604020202020204" pitchFamily="34" charset="0"/>
              <a:buChar char="•"/>
            </a:pPr>
            <a:r>
              <a:rPr lang="en-US" altLang="en-US" sz="2200" dirty="0">
                <a:latin typeface="+mn-lt"/>
                <a:cs typeface="+mn-cs"/>
              </a:rPr>
              <a:t>resistance training (body weight or equipment) is the most effective modality to improve muscle strength post-stroke (Saunders et al. 2020)</a:t>
            </a:r>
          </a:p>
          <a:p>
            <a:pPr indent="-228600" defTabSz="914400">
              <a:lnSpc>
                <a:spcPct val="90000"/>
              </a:lnSpc>
              <a:spcAft>
                <a:spcPts val="600"/>
              </a:spcAft>
              <a:buFont typeface="Arial" panose="020B0604020202020204" pitchFamily="34" charset="0"/>
              <a:buChar char="•"/>
            </a:pPr>
            <a:endParaRPr lang="en-US" sz="1400" dirty="0">
              <a:latin typeface="+mn-lt"/>
              <a:cs typeface="+mn-cs"/>
            </a:endParaRPr>
          </a:p>
        </p:txBody>
      </p:sp>
      <p:pic>
        <p:nvPicPr>
          <p:cNvPr id="7" name="Picture 8" descr="evelyn_musclepose1-411x500">
            <a:extLst>
              <a:ext uri="{FF2B5EF4-FFF2-40B4-BE49-F238E27FC236}">
                <a16:creationId xmlns:a16="http://schemas.microsoft.com/office/drawing/2014/main" id="{8C013ED0-E5C8-764D-99F0-78A0ADCF7CB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64642" y="1181739"/>
            <a:ext cx="3960636" cy="48153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0977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578888" y="2385991"/>
            <a:ext cx="2880828" cy="1719308"/>
          </a:xfrm>
        </p:spPr>
        <p:txBody>
          <a:bodyPr vert="horz" lIns="91440" tIns="45720" rIns="91440" bIns="45720" rtlCol="0" anchor="t">
            <a:normAutofit fontScale="90000"/>
          </a:bodyPr>
          <a:lstStyle/>
          <a:p>
            <a:pPr algn="ctr"/>
            <a:r>
              <a:rPr lang="en-US" sz="3600" kern="1200" dirty="0">
                <a:solidFill>
                  <a:srgbClr val="FFFFFF"/>
                </a:solidFill>
                <a:latin typeface="+mj-lt"/>
                <a:ea typeface="+mj-ea"/>
                <a:cs typeface="+mj-cs"/>
              </a:rPr>
              <a:t>Evidence for post-stroke physiotherapy – strengthening exercise</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5096541" y="712922"/>
            <a:ext cx="6037521" cy="5687878"/>
          </a:xfrm>
        </p:spPr>
        <p:txBody>
          <a:bodyPr>
            <a:normAutofit fontScale="92500" lnSpcReduction="20000"/>
          </a:bodyPr>
          <a:lstStyle/>
          <a:p>
            <a:pPr indent="-228600" defTabSz="914400">
              <a:lnSpc>
                <a:spcPct val="90000"/>
              </a:lnSpc>
              <a:spcAft>
                <a:spcPts val="600"/>
              </a:spcAft>
              <a:buFont typeface="Arial" panose="020B0604020202020204" pitchFamily="34" charset="0"/>
              <a:buChar char="•"/>
            </a:pPr>
            <a:r>
              <a:rPr lang="en-US" dirty="0">
                <a:cs typeface="+mn-cs"/>
              </a:rPr>
              <a:t>Veerbeek et al. (2014)</a:t>
            </a:r>
          </a:p>
          <a:p>
            <a:pPr defTabSz="914400">
              <a:lnSpc>
                <a:spcPct val="90000"/>
              </a:lnSpc>
              <a:spcAft>
                <a:spcPts val="600"/>
              </a:spcAft>
              <a:buFontTx/>
              <a:buChar char="-"/>
            </a:pPr>
            <a:r>
              <a:rPr lang="en-US" altLang="en-US" dirty="0">
                <a:cs typeface="+mn-cs"/>
              </a:rPr>
              <a:t>467 RCTs (25,373 participants) of 53 interventions</a:t>
            </a:r>
          </a:p>
          <a:p>
            <a:pPr defTabSz="914400">
              <a:lnSpc>
                <a:spcPct val="90000"/>
              </a:lnSpc>
              <a:spcAft>
                <a:spcPts val="600"/>
              </a:spcAft>
              <a:buFontTx/>
              <a:buChar char="-"/>
            </a:pPr>
            <a:r>
              <a:rPr lang="en-US" altLang="en-US" dirty="0">
                <a:cs typeface="+mn-cs"/>
              </a:rPr>
              <a:t>strong evidence that higher dose of practice is better for muscle strength of paretic leg</a:t>
            </a:r>
          </a:p>
          <a:p>
            <a:pPr marL="0" indent="0" defTabSz="914400">
              <a:lnSpc>
                <a:spcPct val="90000"/>
              </a:lnSpc>
              <a:spcAft>
                <a:spcPts val="600"/>
              </a:spcAft>
              <a:buNone/>
            </a:pPr>
            <a:endParaRPr lang="en-US" altLang="en-US" dirty="0">
              <a:cs typeface="+mn-cs"/>
            </a:endParaRPr>
          </a:p>
          <a:p>
            <a:pPr marL="0" indent="0" defTabSz="914400">
              <a:lnSpc>
                <a:spcPct val="90000"/>
              </a:lnSpc>
              <a:spcAft>
                <a:spcPts val="600"/>
              </a:spcAft>
              <a:buNone/>
            </a:pPr>
            <a:endParaRPr lang="en-US" altLang="en-US" dirty="0">
              <a:cs typeface="+mn-cs"/>
            </a:endParaRPr>
          </a:p>
          <a:p>
            <a:pPr defTabSz="914400">
              <a:lnSpc>
                <a:spcPct val="90000"/>
              </a:lnSpc>
              <a:spcAft>
                <a:spcPts val="600"/>
              </a:spcAft>
            </a:pPr>
            <a:r>
              <a:rPr lang="en-US" altLang="en-US" dirty="0"/>
              <a:t>ISWP (2023)</a:t>
            </a:r>
          </a:p>
          <a:p>
            <a:pPr marL="0" indent="0" defTabSz="914400">
              <a:lnSpc>
                <a:spcPct val="90000"/>
              </a:lnSpc>
              <a:spcAft>
                <a:spcPts val="600"/>
              </a:spcAft>
              <a:buNone/>
            </a:pPr>
            <a:r>
              <a:rPr lang="en-US" altLang="en-US" dirty="0"/>
              <a:t>- people with stroke, including those who use wheelchairs or have poor mobility, should be advised to participate in exercise with the aim of improving aerobic fitness and muscle strength unless there are contraindications</a:t>
            </a:r>
            <a:endParaRPr lang="en-GB" dirty="0"/>
          </a:p>
        </p:txBody>
      </p:sp>
    </p:spTree>
    <p:extLst>
      <p:ext uri="{BB962C8B-B14F-4D97-AF65-F5344CB8AC3E}">
        <p14:creationId xmlns:p14="http://schemas.microsoft.com/office/powerpoint/2010/main" val="1291522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Freeform: Shape 308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5" name="Title 4">
            <a:extLst>
              <a:ext uri="{FF2B5EF4-FFF2-40B4-BE49-F238E27FC236}">
                <a16:creationId xmlns:a16="http://schemas.microsoft.com/office/drawing/2014/main" id="{988230A8-A5DC-46F7-BD93-CF72D61064DC}"/>
              </a:ext>
            </a:extLst>
          </p:cNvPr>
          <p:cNvSpPr>
            <a:spLocks noGrp="1"/>
          </p:cNvSpPr>
          <p:nvPr>
            <p:ph type="title"/>
          </p:nvPr>
        </p:nvSpPr>
        <p:spPr>
          <a:xfrm>
            <a:off x="838201" y="643467"/>
            <a:ext cx="5598506" cy="1800526"/>
          </a:xfrm>
        </p:spPr>
        <p:txBody>
          <a:bodyPr vert="horz" lIns="91440" tIns="45720" rIns="91440" bIns="45720" rtlCol="0" anchor="ctr">
            <a:normAutofit/>
          </a:bodyPr>
          <a:lstStyle/>
          <a:p>
            <a:pPr algn="ctr"/>
            <a:r>
              <a:rPr lang="en-US" sz="4000" kern="1200" dirty="0">
                <a:solidFill>
                  <a:schemeClr val="tx1"/>
                </a:solidFill>
                <a:latin typeface="+mj-lt"/>
                <a:ea typeface="+mj-ea"/>
                <a:cs typeface="+mj-cs"/>
              </a:rPr>
              <a:t>Endurance Training</a:t>
            </a:r>
          </a:p>
        </p:txBody>
      </p:sp>
      <p:sp>
        <p:nvSpPr>
          <p:cNvPr id="6" name="Content Placeholder 5">
            <a:extLst>
              <a:ext uri="{FF2B5EF4-FFF2-40B4-BE49-F238E27FC236}">
                <a16:creationId xmlns:a16="http://schemas.microsoft.com/office/drawing/2014/main" id="{2782F415-4827-490D-94EB-8850245FA8C1}"/>
              </a:ext>
            </a:extLst>
          </p:cNvPr>
          <p:cNvSpPr>
            <a:spLocks noGrp="1"/>
          </p:cNvSpPr>
          <p:nvPr>
            <p:ph idx="1"/>
          </p:nvPr>
        </p:nvSpPr>
        <p:spPr>
          <a:xfrm>
            <a:off x="597382" y="2443993"/>
            <a:ext cx="5839326" cy="3553581"/>
          </a:xfrm>
        </p:spPr>
        <p:txBody>
          <a:bodyPr vert="horz" lIns="91440" tIns="45720" rIns="91440" bIns="45720" rtlCol="0">
            <a:noAutofit/>
          </a:bodyPr>
          <a:lstStyle/>
          <a:p>
            <a:pPr indent="-228600" defTabSz="914400">
              <a:lnSpc>
                <a:spcPct val="90000"/>
              </a:lnSpc>
              <a:spcAft>
                <a:spcPts val="600"/>
              </a:spcAft>
              <a:buFont typeface="Arial" panose="020B0604020202020204" pitchFamily="34" charset="0"/>
              <a:buChar char="•"/>
            </a:pPr>
            <a:r>
              <a:rPr lang="en-US" altLang="en-US" dirty="0">
                <a:latin typeface="+mn-lt"/>
                <a:cs typeface="+mn-cs"/>
              </a:rPr>
              <a:t>Cardiovascular disease is the leading prospective cause of death in chronic stroke</a:t>
            </a:r>
          </a:p>
          <a:p>
            <a:pPr marL="114300" lvl="1" indent="0" defTabSz="914400">
              <a:lnSpc>
                <a:spcPct val="90000"/>
              </a:lnSpc>
              <a:spcAft>
                <a:spcPts val="600"/>
              </a:spcAft>
              <a:buNone/>
            </a:pPr>
            <a:endParaRPr lang="en-US" altLang="en-US" dirty="0">
              <a:latin typeface="+mn-lt"/>
              <a:cs typeface="+mn-cs"/>
            </a:endParaRPr>
          </a:p>
          <a:p>
            <a:pPr indent="-228600" defTabSz="914400">
              <a:lnSpc>
                <a:spcPct val="90000"/>
              </a:lnSpc>
              <a:spcAft>
                <a:spcPts val="600"/>
              </a:spcAft>
              <a:buFont typeface="Arial" panose="020B0604020202020204" pitchFamily="34" charset="0"/>
              <a:buChar char="•"/>
            </a:pPr>
            <a:r>
              <a:rPr lang="en-US" altLang="en-US" dirty="0">
                <a:latin typeface="+mn-lt"/>
                <a:cs typeface="+mn-cs"/>
              </a:rPr>
              <a:t>Aerobic exercise can </a:t>
            </a:r>
          </a:p>
          <a:p>
            <a:pPr lvl="4" indent="-228600" defTabSz="914400">
              <a:lnSpc>
                <a:spcPct val="90000"/>
              </a:lnSpc>
              <a:spcAft>
                <a:spcPts val="600"/>
              </a:spcAft>
              <a:buFont typeface="Arial" panose="020B0604020202020204" pitchFamily="34" charset="0"/>
              <a:buChar char="•"/>
            </a:pPr>
            <a:r>
              <a:rPr lang="en-US" altLang="en-US" dirty="0">
                <a:latin typeface="+mn-lt"/>
                <a:cs typeface="+mn-cs"/>
              </a:rPr>
              <a:t>reduce resting BP</a:t>
            </a:r>
          </a:p>
          <a:p>
            <a:pPr lvl="4" indent="-228600" defTabSz="914400">
              <a:lnSpc>
                <a:spcPct val="90000"/>
              </a:lnSpc>
              <a:spcAft>
                <a:spcPts val="600"/>
              </a:spcAft>
              <a:buFont typeface="Arial" panose="020B0604020202020204" pitchFamily="34" charset="0"/>
              <a:buChar char="•"/>
            </a:pPr>
            <a:r>
              <a:rPr lang="en-US" altLang="en-US" dirty="0">
                <a:latin typeface="+mn-lt"/>
                <a:cs typeface="+mn-cs"/>
              </a:rPr>
              <a:t>improve lipid profiles</a:t>
            </a:r>
          </a:p>
          <a:p>
            <a:pPr lvl="4" indent="-228600" defTabSz="914400">
              <a:lnSpc>
                <a:spcPct val="90000"/>
              </a:lnSpc>
              <a:spcAft>
                <a:spcPts val="600"/>
              </a:spcAft>
              <a:buFont typeface="Arial" panose="020B0604020202020204" pitchFamily="34" charset="0"/>
              <a:buChar char="•"/>
            </a:pPr>
            <a:r>
              <a:rPr lang="en-US" altLang="en-US" dirty="0">
                <a:latin typeface="+mn-lt"/>
                <a:cs typeface="+mn-cs"/>
              </a:rPr>
              <a:t>improve glucose tolerance and insulin profiles</a:t>
            </a:r>
          </a:p>
          <a:p>
            <a:pPr lvl="1" indent="-228600" defTabSz="914400">
              <a:lnSpc>
                <a:spcPct val="90000"/>
              </a:lnSpc>
              <a:spcAft>
                <a:spcPts val="600"/>
              </a:spcAft>
              <a:buFont typeface="Arial" panose="020B0604020202020204" pitchFamily="34" charset="0"/>
              <a:buChar char="•"/>
            </a:pPr>
            <a:endParaRPr lang="en-US" altLang="en-US" dirty="0">
              <a:latin typeface="+mn-lt"/>
              <a:cs typeface="+mn-cs"/>
            </a:endParaRPr>
          </a:p>
          <a:p>
            <a:pPr indent="-228600" defTabSz="914400">
              <a:lnSpc>
                <a:spcPct val="90000"/>
              </a:lnSpc>
              <a:spcAft>
                <a:spcPts val="600"/>
              </a:spcAft>
              <a:buFont typeface="Arial" panose="020B0604020202020204" pitchFamily="34" charset="0"/>
              <a:buChar char="•"/>
            </a:pPr>
            <a:r>
              <a:rPr lang="en-US" altLang="en-US" dirty="0">
                <a:latin typeface="+mn-lt"/>
                <a:cs typeface="+mn-cs"/>
              </a:rPr>
              <a:t>Reducing systolic resting BP by 10 mmHg can lead to a </a:t>
            </a:r>
            <a:r>
              <a:rPr lang="en-US" altLang="en-US" baseline="30000" dirty="0">
                <a:latin typeface="+mn-lt"/>
                <a:cs typeface="+mn-cs"/>
              </a:rPr>
              <a:t>1</a:t>
            </a:r>
            <a:r>
              <a:rPr lang="en-US" altLang="en-US" dirty="0">
                <a:latin typeface="+mn-lt"/>
                <a:cs typeface="+mn-cs"/>
              </a:rPr>
              <a:t>/</a:t>
            </a:r>
            <a:r>
              <a:rPr lang="en-US" altLang="en-US" baseline="-25000" dirty="0">
                <a:latin typeface="+mn-lt"/>
                <a:cs typeface="+mn-cs"/>
              </a:rPr>
              <a:t>3</a:t>
            </a:r>
            <a:r>
              <a:rPr lang="en-US" altLang="en-US" dirty="0">
                <a:latin typeface="+mn-lt"/>
                <a:cs typeface="+mn-cs"/>
              </a:rPr>
              <a:t> reduced risk of stroke</a:t>
            </a:r>
          </a:p>
        </p:txBody>
      </p:sp>
      <p:pic>
        <p:nvPicPr>
          <p:cNvPr id="3074" name="Picture 2">
            <a:extLst>
              <a:ext uri="{FF2B5EF4-FFF2-40B4-BE49-F238E27FC236}">
                <a16:creationId xmlns:a16="http://schemas.microsoft.com/office/drawing/2014/main" id="{00DDDCD1-3D5F-C2C6-426D-DBDD83C429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682" t="8075" r="40116"/>
          <a:stretch/>
        </p:blipFill>
        <p:spPr bwMode="auto">
          <a:xfrm>
            <a:off x="6910630" y="643234"/>
            <a:ext cx="4528259" cy="559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2409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578888" y="2385991"/>
            <a:ext cx="2880828" cy="1719308"/>
          </a:xfrm>
        </p:spPr>
        <p:txBody>
          <a:bodyPr vert="horz" lIns="91440" tIns="45720" rIns="91440" bIns="45720" rtlCol="0" anchor="t">
            <a:normAutofit fontScale="90000"/>
          </a:bodyPr>
          <a:lstStyle/>
          <a:p>
            <a:pPr algn="ctr"/>
            <a:r>
              <a:rPr lang="en-US" sz="3600" kern="1200" dirty="0">
                <a:solidFill>
                  <a:srgbClr val="FFFFFF"/>
                </a:solidFill>
                <a:latin typeface="+mj-lt"/>
                <a:ea typeface="+mj-ea"/>
                <a:cs typeface="+mj-cs"/>
              </a:rPr>
              <a:t>Physical fitness training post-stroke</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5096541" y="1069976"/>
            <a:ext cx="6037521" cy="5378950"/>
          </a:xfrm>
        </p:spPr>
        <p:txBody>
          <a:bodyPr>
            <a:normAutofit fontScale="70000" lnSpcReduction="20000"/>
          </a:bodyPr>
          <a:lstStyle/>
          <a:p>
            <a:pPr indent="-228600" defTabSz="914400">
              <a:lnSpc>
                <a:spcPct val="90000"/>
              </a:lnSpc>
              <a:spcAft>
                <a:spcPts val="600"/>
              </a:spcAft>
              <a:buFont typeface="Arial" panose="020B0604020202020204" pitchFamily="34" charset="0"/>
              <a:buChar char="•"/>
            </a:pPr>
            <a:r>
              <a:rPr lang="en-US" dirty="0">
                <a:latin typeface="+mn-lt"/>
                <a:cs typeface="+mn-cs"/>
              </a:rPr>
              <a:t>Saunders et al. (2020)</a:t>
            </a:r>
          </a:p>
          <a:p>
            <a:pPr defTabSz="914400">
              <a:lnSpc>
                <a:spcPct val="90000"/>
              </a:lnSpc>
              <a:spcAft>
                <a:spcPts val="600"/>
              </a:spcAft>
              <a:buFontTx/>
              <a:buChar char="-"/>
            </a:pPr>
            <a:r>
              <a:rPr lang="en-US" altLang="en-US" dirty="0">
                <a:latin typeface="+mn-lt"/>
                <a:cs typeface="+mn-cs"/>
              </a:rPr>
              <a:t>75 RCTs: 3017 participants</a:t>
            </a:r>
          </a:p>
          <a:p>
            <a:pPr lvl="1">
              <a:spcAft>
                <a:spcPts val="600"/>
              </a:spcAft>
            </a:pPr>
            <a:r>
              <a:rPr lang="en-US" altLang="en-US" dirty="0">
                <a:latin typeface="+mn-lt"/>
                <a:cs typeface="+mn-cs"/>
              </a:rPr>
              <a:t>cardiorespiratory training (n=32, 1631 participants)</a:t>
            </a:r>
          </a:p>
          <a:p>
            <a:pPr lvl="1">
              <a:spcAft>
                <a:spcPts val="600"/>
              </a:spcAft>
            </a:pPr>
            <a:r>
              <a:rPr lang="en-US" altLang="en-US" dirty="0"/>
              <a:t>r</a:t>
            </a:r>
            <a:r>
              <a:rPr lang="en-US" altLang="en-US" dirty="0">
                <a:latin typeface="+mn-lt"/>
                <a:cs typeface="+mn-cs"/>
              </a:rPr>
              <a:t>esistance training (n=20, 779 participants)</a:t>
            </a:r>
          </a:p>
          <a:p>
            <a:pPr lvl="1">
              <a:spcAft>
                <a:spcPts val="600"/>
              </a:spcAft>
            </a:pPr>
            <a:r>
              <a:rPr lang="en-US" altLang="en-US" dirty="0"/>
              <a:t>m</a:t>
            </a:r>
            <a:r>
              <a:rPr lang="en-US" altLang="en-US" dirty="0">
                <a:latin typeface="+mn-lt"/>
                <a:cs typeface="+mn-cs"/>
              </a:rPr>
              <a:t>ixed training interventions (n=23, 1207 participants)</a:t>
            </a:r>
          </a:p>
          <a:p>
            <a:pPr marL="457200" lvl="1" indent="0">
              <a:spcAft>
                <a:spcPts val="600"/>
              </a:spcAft>
              <a:buNone/>
            </a:pPr>
            <a:endParaRPr lang="en-US" altLang="en-US" dirty="0">
              <a:latin typeface="+mn-lt"/>
              <a:cs typeface="+mn-cs"/>
            </a:endParaRPr>
          </a:p>
          <a:p>
            <a:pPr defTabSz="914400">
              <a:lnSpc>
                <a:spcPct val="90000"/>
              </a:lnSpc>
              <a:spcAft>
                <a:spcPts val="600"/>
              </a:spcAft>
              <a:buFontTx/>
              <a:buChar char="-"/>
            </a:pPr>
            <a:r>
              <a:rPr lang="en-US" altLang="en-US" dirty="0">
                <a:latin typeface="+mn-lt"/>
                <a:cs typeface="+mn-cs"/>
              </a:rPr>
              <a:t>exercise is safe: very few deaths overall, no serious adverse events</a:t>
            </a:r>
          </a:p>
          <a:p>
            <a:pPr defTabSz="914400">
              <a:lnSpc>
                <a:spcPct val="90000"/>
              </a:lnSpc>
              <a:spcAft>
                <a:spcPts val="600"/>
              </a:spcAft>
              <a:buFontTx/>
              <a:buChar char="-"/>
            </a:pPr>
            <a:endParaRPr lang="en-US" altLang="en-US" sz="1100" dirty="0">
              <a:latin typeface="+mn-lt"/>
              <a:cs typeface="+mn-cs"/>
            </a:endParaRPr>
          </a:p>
          <a:p>
            <a:pPr defTabSz="914400">
              <a:lnSpc>
                <a:spcPct val="90000"/>
              </a:lnSpc>
              <a:spcAft>
                <a:spcPts val="600"/>
              </a:spcAft>
              <a:buFontTx/>
              <a:buChar char="-"/>
            </a:pPr>
            <a:r>
              <a:rPr lang="en-US" altLang="en-US" dirty="0">
                <a:latin typeface="+mn-lt"/>
                <a:cs typeface="+mn-cs"/>
              </a:rPr>
              <a:t>significant reductions in disability by cardiorespiratory and mixed training interventions</a:t>
            </a:r>
          </a:p>
          <a:p>
            <a:pPr defTabSz="914400">
              <a:lnSpc>
                <a:spcPct val="90000"/>
              </a:lnSpc>
              <a:spcAft>
                <a:spcPts val="600"/>
              </a:spcAft>
              <a:buFontTx/>
              <a:buChar char="-"/>
            </a:pPr>
            <a:endParaRPr lang="en-US" altLang="en-US" dirty="0">
              <a:latin typeface="+mn-lt"/>
              <a:cs typeface="+mn-cs"/>
            </a:endParaRPr>
          </a:p>
          <a:p>
            <a:pPr defTabSz="914400">
              <a:lnSpc>
                <a:spcPct val="90000"/>
              </a:lnSpc>
              <a:spcAft>
                <a:spcPts val="600"/>
              </a:spcAft>
              <a:buFontTx/>
              <a:buChar char="-"/>
            </a:pPr>
            <a:r>
              <a:rPr lang="en-US" altLang="en-US" dirty="0">
                <a:latin typeface="+mn-lt"/>
                <a:cs typeface="+mn-cs"/>
              </a:rPr>
              <a:t>multiple benefits for </a:t>
            </a:r>
            <a:r>
              <a:rPr lang="en-US" dirty="0">
                <a:latin typeface="+mn-lt"/>
                <a:cs typeface="+mn-cs"/>
              </a:rPr>
              <a:t>physical fitness (VO</a:t>
            </a:r>
            <a:r>
              <a:rPr lang="en-US" baseline="-25000" dirty="0">
                <a:latin typeface="+mn-lt"/>
                <a:cs typeface="+mn-cs"/>
              </a:rPr>
              <a:t>2</a:t>
            </a:r>
            <a:r>
              <a:rPr lang="en-US" dirty="0">
                <a:latin typeface="+mn-lt"/>
                <a:cs typeface="+mn-cs"/>
              </a:rPr>
              <a:t> peak and strength), mobility (walking speed) and physical function (balance)</a:t>
            </a:r>
          </a:p>
          <a:p>
            <a:pPr marL="0" indent="0" defTabSz="914400">
              <a:lnSpc>
                <a:spcPct val="90000"/>
              </a:lnSpc>
              <a:spcAft>
                <a:spcPts val="600"/>
              </a:spcAft>
              <a:buNone/>
            </a:pPr>
            <a:endParaRPr lang="en-US" altLang="en-US" dirty="0">
              <a:latin typeface="+mn-lt"/>
              <a:cs typeface="+mn-cs"/>
            </a:endParaRPr>
          </a:p>
          <a:p>
            <a:endParaRPr lang="en-GB" dirty="0"/>
          </a:p>
        </p:txBody>
      </p:sp>
    </p:spTree>
    <p:extLst>
      <p:ext uri="{BB962C8B-B14F-4D97-AF65-F5344CB8AC3E}">
        <p14:creationId xmlns:p14="http://schemas.microsoft.com/office/powerpoint/2010/main" val="3448299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415777" y="2385991"/>
            <a:ext cx="3207049" cy="1719308"/>
          </a:xfrm>
        </p:spPr>
        <p:txBody>
          <a:bodyPr vert="horz" lIns="91440" tIns="45720" rIns="91440" bIns="45720" rtlCol="0" anchor="t">
            <a:normAutofit/>
          </a:bodyPr>
          <a:lstStyle/>
          <a:p>
            <a:pPr algn="ctr"/>
            <a:r>
              <a:rPr lang="en-US" sz="3600" kern="1200" dirty="0">
                <a:solidFill>
                  <a:srgbClr val="FFFFFF"/>
                </a:solidFill>
                <a:latin typeface="+mj-lt"/>
                <a:ea typeface="+mj-ea"/>
                <a:cs typeface="+mj-cs"/>
              </a:rPr>
              <a:t>Practical considerations</a:t>
            </a:r>
            <a:endParaRPr lang="en-US" sz="3700" kern="1200" dirty="0">
              <a:solidFill>
                <a:srgbClr val="FFFFFF"/>
              </a:solidFill>
              <a:latin typeface="+mj-lt"/>
              <a:ea typeface="+mj-ea"/>
              <a:cs typeface="+mj-cs"/>
            </a:endParaRPr>
          </a:p>
        </p:txBody>
      </p:sp>
      <p:sp>
        <p:nvSpPr>
          <p:cNvPr id="4" name="Content Placeholder 3">
            <a:extLst>
              <a:ext uri="{FF2B5EF4-FFF2-40B4-BE49-F238E27FC236}">
                <a16:creationId xmlns:a16="http://schemas.microsoft.com/office/drawing/2014/main" id="{687D7133-9D9C-6B8A-65A9-E23D30CF32F7}"/>
              </a:ext>
            </a:extLst>
          </p:cNvPr>
          <p:cNvSpPr>
            <a:spLocks noGrp="1"/>
          </p:cNvSpPr>
          <p:nvPr>
            <p:ph idx="1"/>
          </p:nvPr>
        </p:nvSpPr>
        <p:spPr>
          <a:xfrm>
            <a:off x="4601043" y="1069976"/>
            <a:ext cx="7175180" cy="5378950"/>
          </a:xfrm>
        </p:spPr>
        <p:txBody>
          <a:bodyPr>
            <a:noAutofit/>
          </a:bodyPr>
          <a:lstStyle/>
          <a:p>
            <a:pPr indent="-228600" defTabSz="914400">
              <a:lnSpc>
                <a:spcPct val="90000"/>
              </a:lnSpc>
              <a:spcAft>
                <a:spcPts val="600"/>
              </a:spcAft>
              <a:buFont typeface="Arial" panose="020B0604020202020204" pitchFamily="34" charset="0"/>
              <a:buChar char="•"/>
            </a:pPr>
            <a:r>
              <a:rPr lang="en-US" sz="2400" dirty="0">
                <a:latin typeface="+mn-lt"/>
                <a:cs typeface="+mn-cs"/>
              </a:rPr>
              <a:t>Luo et al. (2020)</a:t>
            </a:r>
          </a:p>
          <a:p>
            <a:pPr defTabSz="914400">
              <a:lnSpc>
                <a:spcPct val="90000"/>
              </a:lnSpc>
              <a:spcAft>
                <a:spcPts val="600"/>
              </a:spcAft>
              <a:buFontTx/>
              <a:buChar char="-"/>
            </a:pPr>
            <a:r>
              <a:rPr lang="en-GB" sz="2400" dirty="0"/>
              <a:t>f</a:t>
            </a:r>
            <a:r>
              <a:rPr lang="en-GB" sz="2400" dirty="0">
                <a:latin typeface="+mn-lt"/>
                <a:cs typeface="+mn-cs"/>
              </a:rPr>
              <a:t>acilities and equipment to support high-intensity (&gt;70% peak heart rate) cardiorespiratory fitness training (e.g. bodyweight support treadmills and/or static/recumbent cycles)</a:t>
            </a:r>
          </a:p>
          <a:p>
            <a:pPr defTabSz="914400">
              <a:lnSpc>
                <a:spcPct val="90000"/>
              </a:lnSpc>
              <a:spcAft>
                <a:spcPts val="600"/>
              </a:spcAft>
              <a:buFontTx/>
              <a:buChar char="-"/>
            </a:pPr>
            <a:r>
              <a:rPr lang="en-GB" sz="2400" dirty="0"/>
              <a:t>training dose </a:t>
            </a:r>
            <a:r>
              <a:rPr lang="en-GB" sz="2400" dirty="0">
                <a:latin typeface="+mn-lt"/>
                <a:cs typeface="+mn-cs"/>
              </a:rPr>
              <a:t>should be at least 30-40 minutes, 3-5 times a week for 10-20 weeks</a:t>
            </a:r>
          </a:p>
          <a:p>
            <a:pPr defTabSz="914400">
              <a:lnSpc>
                <a:spcPct val="90000"/>
              </a:lnSpc>
              <a:spcAft>
                <a:spcPts val="600"/>
              </a:spcAft>
              <a:buFontTx/>
              <a:buChar char="-"/>
            </a:pPr>
            <a:r>
              <a:rPr lang="en-GB" sz="2400" dirty="0"/>
              <a:t>pr</a:t>
            </a:r>
            <a:r>
              <a:rPr lang="en-GB" sz="2400" dirty="0">
                <a:latin typeface="+mn-lt"/>
                <a:cs typeface="+mn-cs"/>
              </a:rPr>
              <a:t>ogrammes of mixed training should also be available at least 3 days per week for 20 weeks</a:t>
            </a:r>
          </a:p>
          <a:p>
            <a:pPr defTabSz="914400">
              <a:lnSpc>
                <a:spcPct val="90000"/>
              </a:lnSpc>
              <a:spcAft>
                <a:spcPts val="600"/>
              </a:spcAft>
              <a:buFontTx/>
              <a:buChar char="-"/>
            </a:pPr>
            <a:r>
              <a:rPr lang="en-GB" sz="2400" dirty="0"/>
              <a:t>e</a:t>
            </a:r>
            <a:r>
              <a:rPr lang="en-GB" sz="2400" dirty="0">
                <a:latin typeface="+mn-lt"/>
                <a:cs typeface="+mn-cs"/>
              </a:rPr>
              <a:t>xercise aimed at increasing heart rate should be used for those with more severe weakness, such as using arm cycles or seated exercise groups</a:t>
            </a:r>
          </a:p>
        </p:txBody>
      </p:sp>
    </p:spTree>
    <p:extLst>
      <p:ext uri="{BB962C8B-B14F-4D97-AF65-F5344CB8AC3E}">
        <p14:creationId xmlns:p14="http://schemas.microsoft.com/office/powerpoint/2010/main" val="107513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lgn="ctr"/>
            <a:r>
              <a:rPr lang="en-US" sz="3700" dirty="0">
                <a:solidFill>
                  <a:srgbClr val="FFFFFF"/>
                </a:solidFill>
              </a:rPr>
              <a:t>Treatment plan</a:t>
            </a:r>
            <a:endParaRPr lang="en-US" sz="3700" kern="1200" dirty="0">
              <a:solidFill>
                <a:srgbClr val="FFFFFF"/>
              </a:solidFill>
              <a:latin typeface="+mj-lt"/>
              <a:ea typeface="+mj-ea"/>
              <a:cs typeface="+mj-cs"/>
            </a:endParaRPr>
          </a:p>
        </p:txBody>
      </p:sp>
      <p:graphicFrame>
        <p:nvGraphicFramePr>
          <p:cNvPr id="5" name="Content Placeholder 2">
            <a:extLst>
              <a:ext uri="{FF2B5EF4-FFF2-40B4-BE49-F238E27FC236}">
                <a16:creationId xmlns:a16="http://schemas.microsoft.com/office/drawing/2014/main" id="{259B6C83-8F52-494C-A101-9800FC4B927E}"/>
              </a:ext>
            </a:extLst>
          </p:cNvPr>
          <p:cNvGraphicFramePr>
            <a:graphicFrameLocks noGrp="1"/>
          </p:cNvGraphicFramePr>
          <p:nvPr>
            <p:ph idx="1"/>
            <p:extLst>
              <p:ext uri="{D42A27DB-BD31-4B8C-83A1-F6EECF244321}">
                <p14:modId xmlns:p14="http://schemas.microsoft.com/office/powerpoint/2010/main" val="959316579"/>
              </p:ext>
            </p:extLst>
          </p:nvPr>
        </p:nvGraphicFramePr>
        <p:xfrm>
          <a:off x="5100321" y="1860697"/>
          <a:ext cx="6135198" cy="4503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7169290-ABF9-8D74-0340-ED71BB18F633}"/>
              </a:ext>
            </a:extLst>
          </p:cNvPr>
          <p:cNvSpPr txBox="1"/>
          <p:nvPr/>
        </p:nvSpPr>
        <p:spPr>
          <a:xfrm>
            <a:off x="5100321" y="530239"/>
            <a:ext cx="5682518" cy="830997"/>
          </a:xfrm>
          <a:prstGeom prst="rect">
            <a:avLst/>
          </a:prstGeom>
          <a:noFill/>
        </p:spPr>
        <p:txBody>
          <a:bodyPr wrap="none" rtlCol="0">
            <a:spAutoFit/>
          </a:bodyPr>
          <a:lstStyle/>
          <a:p>
            <a:r>
              <a:rPr lang="en-US" altLang="en-US" sz="2400" dirty="0"/>
              <a:t>For the following clips, develop a treatment </a:t>
            </a:r>
          </a:p>
          <a:p>
            <a:r>
              <a:rPr lang="en-US" altLang="en-US" sz="2400" dirty="0"/>
              <a:t>plan considering:</a:t>
            </a:r>
            <a:endParaRPr lang="en-GB" sz="2400" dirty="0"/>
          </a:p>
        </p:txBody>
      </p:sp>
    </p:spTree>
    <p:extLst>
      <p:ext uri="{BB962C8B-B14F-4D97-AF65-F5344CB8AC3E}">
        <p14:creationId xmlns:p14="http://schemas.microsoft.com/office/powerpoint/2010/main" val="1033684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38BC63-4131-48D0-8A4F-4E2D2900E786}"/>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A2E4F"/>
                </a:solidFill>
                <a:effectLst/>
                <a:uLnTx/>
                <a:uFillTx/>
                <a:latin typeface="Georgia"/>
                <a:ea typeface="+mn-ea"/>
              </a:rPr>
              <a:t> </a:t>
            </a:r>
          </a:p>
        </p:txBody>
      </p:sp>
      <p:pic>
        <p:nvPicPr>
          <p:cNvPr id="3" name="L knee flexion">
            <a:hlinkClick r:id="" action="ppaction://media"/>
            <a:extLst>
              <a:ext uri="{FF2B5EF4-FFF2-40B4-BE49-F238E27FC236}">
                <a16:creationId xmlns:a16="http://schemas.microsoft.com/office/drawing/2014/main" id="{58D7AE5B-2FBE-1381-B4A9-AD1274433E3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76000" y="1089000"/>
            <a:ext cx="6239999" cy="4680000"/>
          </a:xfrm>
          <a:prstGeom prst="rect">
            <a:avLst/>
          </a:prstGeom>
        </p:spPr>
      </p:pic>
    </p:spTree>
    <p:extLst>
      <p:ext uri="{BB962C8B-B14F-4D97-AF65-F5344CB8AC3E}">
        <p14:creationId xmlns:p14="http://schemas.microsoft.com/office/powerpoint/2010/main" val="22035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5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38BC63-4131-48D0-8A4F-4E2D2900E786}"/>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A2E4F"/>
                </a:solidFill>
                <a:effectLst/>
                <a:uLnTx/>
                <a:uFillTx/>
                <a:latin typeface="Georgia"/>
                <a:ea typeface="+mn-ea"/>
              </a:rPr>
              <a:t> </a:t>
            </a:r>
          </a:p>
        </p:txBody>
      </p:sp>
      <p:pic>
        <p:nvPicPr>
          <p:cNvPr id="2" name="L knee hyperextension">
            <a:hlinkClick r:id="" action="ppaction://media"/>
            <a:extLst>
              <a:ext uri="{FF2B5EF4-FFF2-40B4-BE49-F238E27FC236}">
                <a16:creationId xmlns:a16="http://schemas.microsoft.com/office/drawing/2014/main" id="{96F0FA19-0C8A-460D-6D21-4807C54DD9D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76000" y="1089000"/>
            <a:ext cx="6240000" cy="4680000"/>
          </a:xfrm>
          <a:prstGeom prst="rect">
            <a:avLst/>
          </a:prstGeom>
        </p:spPr>
      </p:pic>
    </p:spTree>
    <p:extLst>
      <p:ext uri="{BB962C8B-B14F-4D97-AF65-F5344CB8AC3E}">
        <p14:creationId xmlns:p14="http://schemas.microsoft.com/office/powerpoint/2010/main" val="648833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8 and 11. R sided weakness">
            <a:hlinkClick r:id="" action="ppaction://media"/>
            <a:extLst>
              <a:ext uri="{FF2B5EF4-FFF2-40B4-BE49-F238E27FC236}">
                <a16:creationId xmlns:a16="http://schemas.microsoft.com/office/drawing/2014/main" id="{25019293-6439-3648-B1EB-E772CCE3825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76000" y="1089000"/>
            <a:ext cx="6240000" cy="4680000"/>
          </a:xfrm>
          <a:prstGeom prst="rect">
            <a:avLst/>
          </a:prstGeom>
        </p:spPr>
      </p:pic>
      <p:sp>
        <p:nvSpPr>
          <p:cNvPr id="4" name="Slide Number Placeholder 3">
            <a:extLst>
              <a:ext uri="{FF2B5EF4-FFF2-40B4-BE49-F238E27FC236}">
                <a16:creationId xmlns:a16="http://schemas.microsoft.com/office/drawing/2014/main" id="{0138BC63-4131-48D0-8A4F-4E2D2900E786}"/>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A2E4F"/>
                </a:solidFill>
                <a:effectLst/>
                <a:uLnTx/>
                <a:uFillTx/>
                <a:latin typeface="Georgia"/>
                <a:ea typeface="+mn-ea"/>
              </a:rPr>
              <a:t> </a:t>
            </a:r>
          </a:p>
        </p:txBody>
      </p:sp>
    </p:spTree>
    <p:extLst>
      <p:ext uri="{BB962C8B-B14F-4D97-AF65-F5344CB8AC3E}">
        <p14:creationId xmlns:p14="http://schemas.microsoft.com/office/powerpoint/2010/main" val="15591932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12. R sided weakness">
            <a:hlinkClick r:id="" action="ppaction://media"/>
            <a:extLst>
              <a:ext uri="{FF2B5EF4-FFF2-40B4-BE49-F238E27FC236}">
                <a16:creationId xmlns:a16="http://schemas.microsoft.com/office/drawing/2014/main" id="{269B7D32-3588-CF4B-81EE-4E3B3128EEB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76000" y="1089000"/>
            <a:ext cx="6240000" cy="4680000"/>
          </a:xfrm>
          <a:prstGeom prst="rect">
            <a:avLst/>
          </a:prstGeom>
        </p:spPr>
      </p:pic>
      <p:sp>
        <p:nvSpPr>
          <p:cNvPr id="4" name="Slide Number Placeholder 3">
            <a:extLst>
              <a:ext uri="{FF2B5EF4-FFF2-40B4-BE49-F238E27FC236}">
                <a16:creationId xmlns:a16="http://schemas.microsoft.com/office/drawing/2014/main" id="{0138BC63-4131-48D0-8A4F-4E2D2900E786}"/>
              </a:ext>
            </a:extLst>
          </p:cNvPr>
          <p:cNvSpPr>
            <a:spLocks noGrp="1"/>
          </p:cNvSpPr>
          <p:nvPr>
            <p:ph type="sldNum" sz="quarter" idx="4"/>
          </p:nvPr>
        </p:nvSpPr>
        <p:spPr/>
        <p:txBody>
          <a:bodyPr/>
          <a:lstStyle/>
          <a:p>
            <a:r>
              <a:rPr lang="en-US" dirty="0"/>
              <a:t> </a:t>
            </a:r>
          </a:p>
        </p:txBody>
      </p:sp>
    </p:spTree>
    <p:extLst>
      <p:ext uri="{BB962C8B-B14F-4D97-AF65-F5344CB8AC3E}">
        <p14:creationId xmlns:p14="http://schemas.microsoft.com/office/powerpoint/2010/main" val="4114633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EC17DEB5-EC90-4FE2-8646-F287BE6EA601}"/>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Reference List</a:t>
            </a:r>
          </a:p>
        </p:txBody>
      </p:sp>
      <p:sp>
        <p:nvSpPr>
          <p:cNvPr id="5" name="Content Placeholder 4">
            <a:extLst>
              <a:ext uri="{FF2B5EF4-FFF2-40B4-BE49-F238E27FC236}">
                <a16:creationId xmlns:a16="http://schemas.microsoft.com/office/drawing/2014/main" id="{6CFEBC38-2750-430F-8AA0-91B18563A7B6}"/>
              </a:ext>
            </a:extLst>
          </p:cNvPr>
          <p:cNvSpPr>
            <a:spLocks noGrp="1"/>
          </p:cNvSpPr>
          <p:nvPr>
            <p:ph idx="1"/>
          </p:nvPr>
        </p:nvSpPr>
        <p:spPr>
          <a:xfrm>
            <a:off x="946298" y="1891970"/>
            <a:ext cx="10321251" cy="4671492"/>
          </a:xfrm>
        </p:spPr>
        <p:txBody>
          <a:bodyPr vert="horz" lIns="91440" tIns="45720" rIns="91440" bIns="45720" rtlCol="0" anchor="ctr">
            <a:noAutofit/>
          </a:bodyPr>
          <a:lstStyle/>
          <a:p>
            <a:pPr defTabSz="914400">
              <a:lnSpc>
                <a:spcPct val="90000"/>
              </a:lnSpc>
              <a:spcAft>
                <a:spcPts val="1200"/>
              </a:spcAft>
            </a:pPr>
            <a:r>
              <a:rPr lang="en-US" altLang="en-US" sz="1800" dirty="0">
                <a:solidFill>
                  <a:schemeClr val="tx1"/>
                </a:solidFill>
              </a:rPr>
              <a:t>Ada L, Dorsch S &amp; Canning C. Strengthening interventions increase strength and improve activity after stroke: a systematic review. Australian Journal of Physiotherapy 2006, 52(4), 241–248</a:t>
            </a:r>
          </a:p>
          <a:p>
            <a:pPr defTabSz="914400">
              <a:lnSpc>
                <a:spcPct val="90000"/>
              </a:lnSpc>
              <a:spcAft>
                <a:spcPts val="1200"/>
              </a:spcAft>
            </a:pPr>
            <a:r>
              <a:rPr lang="en-US" altLang="en-US" sz="1800" dirty="0">
                <a:solidFill>
                  <a:schemeClr val="tx1"/>
                </a:solidFill>
              </a:rPr>
              <a:t>Dodd KJ &amp; Morris ME. Outcomes of progressive resistance strength training following stroke: a systematic review. Clinical Rehabilitation 2004, 18(1), 27–39</a:t>
            </a:r>
          </a:p>
          <a:p>
            <a:pPr defTabSz="914400">
              <a:lnSpc>
                <a:spcPct val="90000"/>
              </a:lnSpc>
              <a:spcAft>
                <a:spcPts val="1200"/>
              </a:spcAft>
            </a:pPr>
            <a:r>
              <a:rPr lang="en-GB" altLang="en-US" sz="1800" dirty="0">
                <a:solidFill>
                  <a:schemeClr val="tx1"/>
                </a:solidFill>
              </a:rPr>
              <a:t>Eng J and Tang P. Gait training strategies to optimize walking ability in people with stroke: a synthesis of the evidence. Expert Review of Neurotherapeutics 2007, 7(10), 1417-1436</a:t>
            </a:r>
          </a:p>
          <a:p>
            <a:pPr defTabSz="914400">
              <a:lnSpc>
                <a:spcPct val="90000"/>
              </a:lnSpc>
              <a:spcAft>
                <a:spcPts val="1200"/>
              </a:spcAft>
            </a:pPr>
            <a:r>
              <a:rPr lang="en-US" altLang="en-US" sz="1800" dirty="0">
                <a:solidFill>
                  <a:schemeClr val="tx1"/>
                </a:solidFill>
              </a:rPr>
              <a:t>Lennon S, Ramdharry G and Verheyden G. Physical Management for Neurological Conditions. 5</a:t>
            </a:r>
            <a:r>
              <a:rPr lang="en-US" altLang="en-US" sz="1800" baseline="30000" dirty="0">
                <a:solidFill>
                  <a:schemeClr val="tx1"/>
                </a:solidFill>
              </a:rPr>
              <a:t>th</a:t>
            </a:r>
            <a:r>
              <a:rPr lang="en-US" altLang="en-US" sz="1800" dirty="0">
                <a:solidFill>
                  <a:schemeClr val="tx1"/>
                </a:solidFill>
              </a:rPr>
              <a:t> edition 2024. Elsevier</a:t>
            </a:r>
          </a:p>
          <a:p>
            <a:pPr defTabSz="914400">
              <a:lnSpc>
                <a:spcPct val="90000"/>
              </a:lnSpc>
              <a:spcAft>
                <a:spcPts val="1200"/>
              </a:spcAft>
            </a:pPr>
            <a:r>
              <a:rPr lang="en-GB" altLang="en-US" sz="1800" dirty="0">
                <a:solidFill>
                  <a:schemeClr val="tx1"/>
                </a:solidFill>
              </a:rPr>
              <a:t>Luo L, Meng H, Wang Z et al. Effect of high-intensity exercise on cardiorespiratory fitness in stroke survivors: A systematic review and meta-analysis Annals of Physical and Rehabilitation Medicine 2020 63(1), 59-68</a:t>
            </a:r>
            <a:endParaRPr lang="en-US" altLang="en-US" sz="1800" dirty="0">
              <a:solidFill>
                <a:schemeClr val="tx1"/>
              </a:solidFill>
            </a:endParaRPr>
          </a:p>
          <a:p>
            <a:pPr defTabSz="914400">
              <a:lnSpc>
                <a:spcPct val="90000"/>
              </a:lnSpc>
              <a:spcAft>
                <a:spcPts val="1200"/>
              </a:spcAft>
            </a:pPr>
            <a:r>
              <a:rPr lang="en-GB" sz="1800" dirty="0">
                <a:solidFill>
                  <a:schemeClr val="tx1"/>
                </a:solidFill>
              </a:rPr>
              <a:t>McGlinchey MP, Faulkner-Gurstein R, Sackley CM et al. Factors guiding therapist decision making in the rehabilitation of physical function after severely disabling stroke – an ethnographic study, Disability and Rehabilitation 2024, 46(4), 672-684</a:t>
            </a:r>
          </a:p>
        </p:txBody>
      </p:sp>
    </p:spTree>
    <p:extLst>
      <p:ext uri="{BB962C8B-B14F-4D97-AF65-F5344CB8AC3E}">
        <p14:creationId xmlns:p14="http://schemas.microsoft.com/office/powerpoint/2010/main" val="9241184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EC17DEB5-EC90-4FE2-8646-F287BE6EA601}"/>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Reference List</a:t>
            </a:r>
          </a:p>
        </p:txBody>
      </p:sp>
      <p:sp>
        <p:nvSpPr>
          <p:cNvPr id="5" name="Content Placeholder 4">
            <a:extLst>
              <a:ext uri="{FF2B5EF4-FFF2-40B4-BE49-F238E27FC236}">
                <a16:creationId xmlns:a16="http://schemas.microsoft.com/office/drawing/2014/main" id="{6CFEBC38-2750-430F-8AA0-91B18563A7B6}"/>
              </a:ext>
            </a:extLst>
          </p:cNvPr>
          <p:cNvSpPr>
            <a:spLocks noGrp="1"/>
          </p:cNvSpPr>
          <p:nvPr>
            <p:ph idx="1"/>
          </p:nvPr>
        </p:nvSpPr>
        <p:spPr>
          <a:xfrm>
            <a:off x="946298" y="1891970"/>
            <a:ext cx="10321251" cy="4671492"/>
          </a:xfrm>
        </p:spPr>
        <p:txBody>
          <a:bodyPr vert="horz" lIns="91440" tIns="45720" rIns="91440" bIns="45720" rtlCol="0" anchor="ctr">
            <a:noAutofit/>
          </a:bodyPr>
          <a:lstStyle/>
          <a:p>
            <a:pPr defTabSz="914400">
              <a:lnSpc>
                <a:spcPct val="90000"/>
              </a:lnSpc>
              <a:spcAft>
                <a:spcPts val="1200"/>
              </a:spcAft>
            </a:pPr>
            <a:r>
              <a:rPr lang="en-US" sz="1800" dirty="0">
                <a:solidFill>
                  <a:schemeClr val="tx1"/>
                </a:solidFill>
              </a:rPr>
              <a:t>Merholz  J, Kugler  J, Storch  A et al. Treadmill training for patients with Parkinson's disease. Cochrane Database of Systematic Reviews 2015, Issue 9. Art. No.: CD007830. DOI: 10.1002/14651858.CD007830.pub4. </a:t>
            </a:r>
          </a:p>
          <a:p>
            <a:pPr defTabSz="914400">
              <a:lnSpc>
                <a:spcPct val="90000"/>
              </a:lnSpc>
              <a:spcAft>
                <a:spcPts val="1200"/>
              </a:spcAft>
            </a:pPr>
            <a:r>
              <a:rPr lang="en-US" sz="1800" dirty="0">
                <a:solidFill>
                  <a:schemeClr val="tx1"/>
                </a:solidFill>
                <a:latin typeface="+mn-lt"/>
                <a:cs typeface="+mn-cs"/>
              </a:rPr>
              <a:t>Merholz  J, Thomas  S, Elsner  B. Treadmill training and body weight support for walking after stroke. Cochrane Database of Systematic Reviews 2017, Issue 8. Art. No.: CD002840</a:t>
            </a:r>
          </a:p>
          <a:p>
            <a:pPr defTabSz="914400">
              <a:lnSpc>
                <a:spcPct val="90000"/>
              </a:lnSpc>
              <a:spcAft>
                <a:spcPts val="1200"/>
              </a:spcAft>
            </a:pPr>
            <a:r>
              <a:rPr lang="en-GB" altLang="en-US" sz="1800" dirty="0">
                <a:solidFill>
                  <a:schemeClr val="tx1"/>
                </a:solidFill>
              </a:rPr>
              <a:t>Merholz J, Harvey L, Thomas S et al. Is body-weight-supported treadmill training or robotic-assisted gait training superior to overground gait training and other forms of physiotherapy in people with spinal cord injury? A systematic review. Spinal Cord 2017, 55, 722–729</a:t>
            </a:r>
            <a:endParaRPr lang="en-US" sz="1800" dirty="0">
              <a:solidFill>
                <a:schemeClr val="tx1"/>
              </a:solidFill>
              <a:latin typeface="+mn-lt"/>
              <a:cs typeface="+mn-cs"/>
            </a:endParaRPr>
          </a:p>
          <a:p>
            <a:pPr defTabSz="914400">
              <a:lnSpc>
                <a:spcPct val="90000"/>
              </a:lnSpc>
              <a:spcAft>
                <a:spcPts val="1200"/>
              </a:spcAft>
            </a:pPr>
            <a:r>
              <a:rPr lang="en-US" sz="1800" dirty="0">
                <a:solidFill>
                  <a:schemeClr val="tx1"/>
                </a:solidFill>
                <a:latin typeface="+mn-lt"/>
                <a:cs typeface="+mn-cs"/>
              </a:rPr>
              <a:t>Merholz J, Thomas S, Kugler J, Pohl M, Elsner B. Electromechanical-assisted training for walking after stroke. Cochrane Database Syst Rev. 2020 Oct 22;10(10):CD006185</a:t>
            </a:r>
          </a:p>
          <a:p>
            <a:pPr defTabSz="914400">
              <a:lnSpc>
                <a:spcPct val="90000"/>
              </a:lnSpc>
              <a:spcAft>
                <a:spcPts val="1200"/>
              </a:spcAft>
            </a:pPr>
            <a:r>
              <a:rPr lang="en-GB" sz="1800" dirty="0">
                <a:solidFill>
                  <a:schemeClr val="tx1"/>
                </a:solidFill>
                <a:latin typeface="+mn-lt"/>
                <a:cs typeface="+mn-cs"/>
              </a:rPr>
              <a:t>National Clinical Guideline for Stroke for the UK and Ireland. London: Intercollegiate Stroke Working Party; 2023. Available at: </a:t>
            </a:r>
            <a:r>
              <a:rPr lang="en-GB" sz="1800" dirty="0">
                <a:solidFill>
                  <a:schemeClr val="tx1"/>
                </a:solidFill>
                <a:latin typeface="+mn-lt"/>
                <a:cs typeface="+mn-cs"/>
                <a:hlinkClick r:id="rId2"/>
              </a:rPr>
              <a:t>www.strokeguideline.org</a:t>
            </a:r>
            <a:endParaRPr lang="en-GB" sz="1800" dirty="0">
              <a:solidFill>
                <a:schemeClr val="tx1"/>
              </a:solidFill>
              <a:latin typeface="+mn-lt"/>
              <a:cs typeface="+mn-cs"/>
            </a:endParaRPr>
          </a:p>
          <a:p>
            <a:pPr defTabSz="914400">
              <a:lnSpc>
                <a:spcPct val="90000"/>
              </a:lnSpc>
              <a:spcAft>
                <a:spcPts val="1200"/>
              </a:spcAft>
            </a:pPr>
            <a:r>
              <a:rPr lang="en-US" sz="1800" dirty="0">
                <a:solidFill>
                  <a:schemeClr val="tx1"/>
                </a:solidFill>
                <a:latin typeface="+mn-lt"/>
                <a:cs typeface="+mn-cs"/>
              </a:rPr>
              <a:t>Saunders  DH, Sanderson  M, Hayes  S et al. Physical fitness training for stroke patients. Cochrane Database of Systematic Reviews 2020, Issue 3. Art. No.: CD003316</a:t>
            </a:r>
          </a:p>
          <a:p>
            <a:pPr defTabSz="914400">
              <a:lnSpc>
                <a:spcPct val="90000"/>
              </a:lnSpc>
              <a:spcAft>
                <a:spcPts val="1200"/>
              </a:spcAft>
            </a:pPr>
            <a:r>
              <a:rPr lang="en-US" sz="1800" dirty="0">
                <a:solidFill>
                  <a:schemeClr val="tx1"/>
                </a:solidFill>
                <a:latin typeface="+mn-lt"/>
                <a:cs typeface="+mn-cs"/>
              </a:rPr>
              <a:t>Veerbeek JM, van Wegen E, van Peppen R et al. What Is the Evidence for Physical Therapy Poststroke? A Systematic Review and Meta-Analysis. PLoS ONE 2014, 9(2): e87987</a:t>
            </a:r>
          </a:p>
        </p:txBody>
      </p:sp>
    </p:spTree>
    <p:extLst>
      <p:ext uri="{BB962C8B-B14F-4D97-AF65-F5344CB8AC3E}">
        <p14:creationId xmlns:p14="http://schemas.microsoft.com/office/powerpoint/2010/main" val="7240538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TotalTime>
  <Words>1404</Words>
  <Application>Microsoft Macintosh PowerPoint</Application>
  <PresentationFormat>Widescreen</PresentationFormat>
  <Paragraphs>126</Paragraphs>
  <Slides>22</Slides>
  <Notes>1</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Georgia</vt:lpstr>
      <vt:lpstr>Office Theme</vt:lpstr>
      <vt:lpstr>Retraining Mobility</vt:lpstr>
      <vt:lpstr>By the end of this lecture, students should be able to</vt:lpstr>
      <vt:lpstr>Lower Limb and Gait Dysfunction</vt:lpstr>
      <vt:lpstr>International Classification of Functioning, Disability and Health (ICF)</vt:lpstr>
      <vt:lpstr>Rehabilitation for Lower Limb and Gait Dysfunction</vt:lpstr>
      <vt:lpstr>Treadmill Training and Partial Body Weight Support</vt:lpstr>
      <vt:lpstr>Treadmill training and body weight support- stroke</vt:lpstr>
      <vt:lpstr>Electromechanicaland robot-assisted gait training  - stroke</vt:lpstr>
      <vt:lpstr>Treadmill training and body weight support- Parkinson’s disease</vt:lpstr>
      <vt:lpstr>Treadmill training- spinal cord injury</vt:lpstr>
      <vt:lpstr>Strength Training</vt:lpstr>
      <vt:lpstr>Evidence for post-stroke physiotherapy – strengthening exercise</vt:lpstr>
      <vt:lpstr>Endurance Training</vt:lpstr>
      <vt:lpstr>Physical fitness training post-stroke</vt:lpstr>
      <vt:lpstr>Practical considerations</vt:lpstr>
      <vt:lpstr>Treatment plan</vt:lpstr>
      <vt:lpstr>PowerPoint Presentation</vt:lpstr>
      <vt:lpstr>PowerPoint Presentation</vt:lpstr>
      <vt:lpstr>PowerPoint Presentation</vt:lpstr>
      <vt:lpstr>PowerPoint Presentation</vt:lpstr>
      <vt:lpstr>Reference List</vt:lpstr>
      <vt:lpstr>Reference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NRS</dc:title>
  <dc:creator>McGlinchey Mark</dc:creator>
  <cp:lastModifiedBy>Mark McGlinchey</cp:lastModifiedBy>
  <cp:revision>39</cp:revision>
  <dcterms:created xsi:type="dcterms:W3CDTF">2023-01-11T14:10:10Z</dcterms:created>
  <dcterms:modified xsi:type="dcterms:W3CDTF">2024-11-11T11:30:50Z</dcterms:modified>
</cp:coreProperties>
</file>