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80" r:id="rId3"/>
    <p:sldId id="393" r:id="rId4"/>
    <p:sldId id="394" r:id="rId5"/>
    <p:sldId id="378" r:id="rId6"/>
    <p:sldId id="340" r:id="rId7"/>
    <p:sldId id="307" r:id="rId8"/>
    <p:sldId id="396" r:id="rId9"/>
    <p:sldId id="382" r:id="rId10"/>
    <p:sldId id="383" r:id="rId11"/>
    <p:sldId id="344" r:id="rId12"/>
    <p:sldId id="384" r:id="rId13"/>
    <p:sldId id="381" r:id="rId14"/>
    <p:sldId id="385" r:id="rId15"/>
    <p:sldId id="395" r:id="rId16"/>
    <p:sldId id="309" r:id="rId17"/>
    <p:sldId id="390" r:id="rId18"/>
    <p:sldId id="392" r:id="rId19"/>
    <p:sldId id="391" r:id="rId20"/>
    <p:sldId id="350" r:id="rId21"/>
    <p:sldId id="273" r:id="rId22"/>
    <p:sldId id="3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CC41C-6773-4DAA-BEFC-5ADE1521E49A}" v="9" dt="2024-02-19T15:11:34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79127" autoAdjust="0"/>
  </p:normalViewPr>
  <p:slideViewPr>
    <p:cSldViewPr snapToGrid="0">
      <p:cViewPr varScale="1">
        <p:scale>
          <a:sx n="90" d="100"/>
          <a:sy n="90" d="100"/>
        </p:scale>
        <p:origin x="13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McGlinchey" userId="6e11bbf3-9dcb-4b8b-b03e-52345dfdf79c" providerId="ADAL" clId="{F02EC894-185D-4327-ADC2-20641CF545DC}"/>
    <pc:docChg chg="undo custSel addSld delSld modSld">
      <pc:chgData name="Mark McGlinchey" userId="6e11bbf3-9dcb-4b8b-b03e-52345dfdf79c" providerId="ADAL" clId="{F02EC894-185D-4327-ADC2-20641CF545DC}" dt="2023-01-16T18:05:07.029" v="732" actId="14100"/>
      <pc:docMkLst>
        <pc:docMk/>
      </pc:docMkLst>
      <pc:sldChg chg="modSp">
        <pc:chgData name="Mark McGlinchey" userId="6e11bbf3-9dcb-4b8b-b03e-52345dfdf79c" providerId="ADAL" clId="{F02EC894-185D-4327-ADC2-20641CF545DC}" dt="2023-01-16T17:51:46.492" v="64" actId="122"/>
        <pc:sldMkLst>
          <pc:docMk/>
          <pc:sldMk cId="2848883935" sldId="256"/>
        </pc:sldMkLst>
        <pc:spChg chg="mod">
          <ac:chgData name="Mark McGlinchey" userId="6e11bbf3-9dcb-4b8b-b03e-52345dfdf79c" providerId="ADAL" clId="{F02EC894-185D-4327-ADC2-20641CF545DC}" dt="2023-01-16T17:51:46.492" v="64" actId="122"/>
          <ac:spMkLst>
            <pc:docMk/>
            <pc:sldMk cId="2848883935" sldId="256"/>
            <ac:spMk id="2" creationId="{606B168B-CAF8-4205-8A7C-BD366E45467F}"/>
          </ac:spMkLst>
        </pc:spChg>
      </pc:sldChg>
      <pc:sldChg chg="modSp mod">
        <pc:chgData name="Mark McGlinchey" userId="6e11bbf3-9dcb-4b8b-b03e-52345dfdf79c" providerId="ADAL" clId="{F02EC894-185D-4327-ADC2-20641CF545DC}" dt="2023-01-16T17:42:59.209" v="0" actId="255"/>
        <pc:sldMkLst>
          <pc:docMk/>
          <pc:sldMk cId="4294822799" sldId="257"/>
        </pc:sldMkLst>
        <pc:spChg chg="mod">
          <ac:chgData name="Mark McGlinchey" userId="6e11bbf3-9dcb-4b8b-b03e-52345dfdf79c" providerId="ADAL" clId="{F02EC894-185D-4327-ADC2-20641CF545DC}" dt="2023-01-16T17:42:59.209" v="0" actId="255"/>
          <ac:spMkLst>
            <pc:docMk/>
            <pc:sldMk cId="4294822799" sldId="257"/>
            <ac:spMk id="33" creationId="{6C61C00D-FB11-425A-8880-B6165D822821}"/>
          </ac:spMkLst>
        </pc:spChg>
      </pc:sldChg>
      <pc:sldChg chg="modSp mod">
        <pc:chgData name="Mark McGlinchey" userId="6e11bbf3-9dcb-4b8b-b03e-52345dfdf79c" providerId="ADAL" clId="{F02EC894-185D-4327-ADC2-20641CF545DC}" dt="2023-01-16T17:56:21.963" v="210" actId="27636"/>
        <pc:sldMkLst>
          <pc:docMk/>
          <pc:sldMk cId="2729629157" sldId="263"/>
        </pc:sldMkLst>
        <pc:spChg chg="mod">
          <ac:chgData name="Mark McGlinchey" userId="6e11bbf3-9dcb-4b8b-b03e-52345dfdf79c" providerId="ADAL" clId="{F02EC894-185D-4327-ADC2-20641CF545DC}" dt="2023-01-16T17:56:21.963" v="210" actId="27636"/>
          <ac:spMkLst>
            <pc:docMk/>
            <pc:sldMk cId="2729629157" sldId="263"/>
            <ac:spMk id="3" creationId="{369F74A6-CCDA-40D2-A299-5E44A2A1B1D8}"/>
          </ac:spMkLst>
        </pc:spChg>
      </pc:sldChg>
      <pc:sldChg chg="modSp mod">
        <pc:chgData name="Mark McGlinchey" userId="6e11bbf3-9dcb-4b8b-b03e-52345dfdf79c" providerId="ADAL" clId="{F02EC894-185D-4327-ADC2-20641CF545DC}" dt="2023-01-16T17:47:50.674" v="17" actId="122"/>
        <pc:sldMkLst>
          <pc:docMk/>
          <pc:sldMk cId="2364256882" sldId="264"/>
        </pc:sldMkLst>
        <pc:spChg chg="mod">
          <ac:chgData name="Mark McGlinchey" userId="6e11bbf3-9dcb-4b8b-b03e-52345dfdf79c" providerId="ADAL" clId="{F02EC894-185D-4327-ADC2-20641CF545DC}" dt="2023-01-16T17:47:50.674" v="17" actId="122"/>
          <ac:spMkLst>
            <pc:docMk/>
            <pc:sldMk cId="2364256882" sldId="264"/>
            <ac:spMk id="2" creationId="{F123BE86-2991-4F81-98AC-A0BFDEF99635}"/>
          </ac:spMkLst>
        </pc:spChg>
      </pc:sldChg>
      <pc:sldChg chg="modNotesTx">
        <pc:chgData name="Mark McGlinchey" userId="6e11bbf3-9dcb-4b8b-b03e-52345dfdf79c" providerId="ADAL" clId="{F02EC894-185D-4327-ADC2-20641CF545DC}" dt="2023-01-16T17:45:31.174" v="1" actId="20577"/>
        <pc:sldMkLst>
          <pc:docMk/>
          <pc:sldMk cId="3839395886" sldId="265"/>
        </pc:sldMkLst>
      </pc:sldChg>
      <pc:sldChg chg="modSp mod">
        <pc:chgData name="Mark McGlinchey" userId="6e11bbf3-9dcb-4b8b-b03e-52345dfdf79c" providerId="ADAL" clId="{F02EC894-185D-4327-ADC2-20641CF545DC}" dt="2023-01-16T17:47:56.376" v="18" actId="122"/>
        <pc:sldMkLst>
          <pc:docMk/>
          <pc:sldMk cId="3898284161" sldId="267"/>
        </pc:sldMkLst>
        <pc:spChg chg="mod">
          <ac:chgData name="Mark McGlinchey" userId="6e11bbf3-9dcb-4b8b-b03e-52345dfdf79c" providerId="ADAL" clId="{F02EC894-185D-4327-ADC2-20641CF545DC}" dt="2023-01-16T17:47:56.376" v="18" actId="122"/>
          <ac:spMkLst>
            <pc:docMk/>
            <pc:sldMk cId="3898284161" sldId="267"/>
            <ac:spMk id="2" creationId="{C06B226D-8252-4B34-A58D-9237894FD0B5}"/>
          </ac:spMkLst>
        </pc:spChg>
        <pc:spChg chg="mod">
          <ac:chgData name="Mark McGlinchey" userId="6e11bbf3-9dcb-4b8b-b03e-52345dfdf79c" providerId="ADAL" clId="{F02EC894-185D-4327-ADC2-20641CF545DC}" dt="2023-01-16T17:47:37.135" v="16" actId="255"/>
          <ac:spMkLst>
            <pc:docMk/>
            <pc:sldMk cId="3898284161" sldId="267"/>
            <ac:spMk id="26" creationId="{11D8168D-6AE7-498B-B6EE-8B032D7B067A}"/>
          </ac:spMkLst>
        </pc:spChg>
      </pc:sldChg>
      <pc:sldChg chg="modSp mod">
        <pc:chgData name="Mark McGlinchey" userId="6e11bbf3-9dcb-4b8b-b03e-52345dfdf79c" providerId="ADAL" clId="{F02EC894-185D-4327-ADC2-20641CF545DC}" dt="2023-01-16T17:48:21.643" v="26" actId="255"/>
        <pc:sldMkLst>
          <pc:docMk/>
          <pc:sldMk cId="3537871976" sldId="289"/>
        </pc:sldMkLst>
        <pc:spChg chg="mod">
          <ac:chgData name="Mark McGlinchey" userId="6e11bbf3-9dcb-4b8b-b03e-52345dfdf79c" providerId="ADAL" clId="{F02EC894-185D-4327-ADC2-20641CF545DC}" dt="2023-01-16T17:48:21.643" v="26" actId="255"/>
          <ac:spMkLst>
            <pc:docMk/>
            <pc:sldMk cId="3537871976" sldId="289"/>
            <ac:spMk id="24" creationId="{18D591D1-35A8-62D6-492A-582E0800479C}"/>
          </ac:spMkLst>
        </pc:spChg>
      </pc:sldChg>
      <pc:sldChg chg="modSp mod">
        <pc:chgData name="Mark McGlinchey" userId="6e11bbf3-9dcb-4b8b-b03e-52345dfdf79c" providerId="ADAL" clId="{F02EC894-185D-4327-ADC2-20641CF545DC}" dt="2023-01-16T17:50:37.284" v="49" actId="255"/>
        <pc:sldMkLst>
          <pc:docMk/>
          <pc:sldMk cId="657226337" sldId="291"/>
        </pc:sldMkLst>
        <pc:spChg chg="mod">
          <ac:chgData name="Mark McGlinchey" userId="6e11bbf3-9dcb-4b8b-b03e-52345dfdf79c" providerId="ADAL" clId="{F02EC894-185D-4327-ADC2-20641CF545DC}" dt="2023-01-16T17:50:33.739" v="48" actId="122"/>
          <ac:spMkLst>
            <pc:docMk/>
            <pc:sldMk cId="657226337" sldId="291"/>
            <ac:spMk id="2" creationId="{8A4E3037-0A8F-AE29-8C79-0356751E8A61}"/>
          </ac:spMkLst>
        </pc:spChg>
        <pc:spChg chg="mod">
          <ac:chgData name="Mark McGlinchey" userId="6e11bbf3-9dcb-4b8b-b03e-52345dfdf79c" providerId="ADAL" clId="{F02EC894-185D-4327-ADC2-20641CF545DC}" dt="2023-01-16T17:50:37.284" v="49" actId="255"/>
          <ac:spMkLst>
            <pc:docMk/>
            <pc:sldMk cId="657226337" sldId="291"/>
            <ac:spMk id="3" creationId="{057ACCA0-3DAF-511C-A6DD-8526797C3CB2}"/>
          </ac:spMkLst>
        </pc:spChg>
      </pc:sldChg>
      <pc:sldChg chg="modSp mod">
        <pc:chgData name="Mark McGlinchey" userId="6e11bbf3-9dcb-4b8b-b03e-52345dfdf79c" providerId="ADAL" clId="{F02EC894-185D-4327-ADC2-20641CF545DC}" dt="2023-01-16T17:48:29.434" v="27" actId="255"/>
        <pc:sldMkLst>
          <pc:docMk/>
          <pc:sldMk cId="4284428868" sldId="293"/>
        </pc:sldMkLst>
        <pc:spChg chg="mod">
          <ac:chgData name="Mark McGlinchey" userId="6e11bbf3-9dcb-4b8b-b03e-52345dfdf79c" providerId="ADAL" clId="{F02EC894-185D-4327-ADC2-20641CF545DC}" dt="2023-01-16T17:48:15.794" v="25" actId="14100"/>
          <ac:spMkLst>
            <pc:docMk/>
            <pc:sldMk cId="4284428868" sldId="293"/>
            <ac:spMk id="2" creationId="{F36047D1-F0AB-7837-985F-763B24E06750}"/>
          </ac:spMkLst>
        </pc:spChg>
        <pc:spChg chg="mod">
          <ac:chgData name="Mark McGlinchey" userId="6e11bbf3-9dcb-4b8b-b03e-52345dfdf79c" providerId="ADAL" clId="{F02EC894-185D-4327-ADC2-20641CF545DC}" dt="2023-01-16T17:48:29.434" v="27" actId="255"/>
          <ac:spMkLst>
            <pc:docMk/>
            <pc:sldMk cId="4284428868" sldId="293"/>
            <ac:spMk id="3" creationId="{0A8E2949-E500-C05C-B8B2-4015A9F6CB07}"/>
          </ac:spMkLst>
        </pc:spChg>
      </pc:sldChg>
      <pc:sldChg chg="modSp mod">
        <pc:chgData name="Mark McGlinchey" userId="6e11bbf3-9dcb-4b8b-b03e-52345dfdf79c" providerId="ADAL" clId="{F02EC894-185D-4327-ADC2-20641CF545DC}" dt="2023-01-16T17:49:14.591" v="32" actId="14100"/>
        <pc:sldMkLst>
          <pc:docMk/>
          <pc:sldMk cId="2381968814" sldId="295"/>
        </pc:sldMkLst>
        <pc:spChg chg="mod">
          <ac:chgData name="Mark McGlinchey" userId="6e11bbf3-9dcb-4b8b-b03e-52345dfdf79c" providerId="ADAL" clId="{F02EC894-185D-4327-ADC2-20641CF545DC}" dt="2023-01-16T17:49:14.591" v="32" actId="14100"/>
          <ac:spMkLst>
            <pc:docMk/>
            <pc:sldMk cId="2381968814" sldId="295"/>
            <ac:spMk id="3" creationId="{DC7DEE90-980C-14EB-CAC8-8400BC6A0C14}"/>
          </ac:spMkLst>
        </pc:spChg>
        <pc:picChg chg="mod">
          <ac:chgData name="Mark McGlinchey" userId="6e11bbf3-9dcb-4b8b-b03e-52345dfdf79c" providerId="ADAL" clId="{F02EC894-185D-4327-ADC2-20641CF545DC}" dt="2023-01-16T17:49:07.112" v="30" actId="1076"/>
          <ac:picMkLst>
            <pc:docMk/>
            <pc:sldMk cId="2381968814" sldId="295"/>
            <ac:picMk id="7" creationId="{8FAEAF2F-3626-0408-2A4F-FC5588843BD3}"/>
          </ac:picMkLst>
        </pc:picChg>
        <pc:picChg chg="mod">
          <ac:chgData name="Mark McGlinchey" userId="6e11bbf3-9dcb-4b8b-b03e-52345dfdf79c" providerId="ADAL" clId="{F02EC894-185D-4327-ADC2-20641CF545DC}" dt="2023-01-16T17:49:09.368" v="31" actId="1076"/>
          <ac:picMkLst>
            <pc:docMk/>
            <pc:sldMk cId="2381968814" sldId="295"/>
            <ac:picMk id="9" creationId="{B263130A-5E36-06C5-4284-38C3C8258F3E}"/>
          </ac:picMkLst>
        </pc:picChg>
      </pc:sldChg>
      <pc:sldChg chg="modSp mod">
        <pc:chgData name="Mark McGlinchey" userId="6e11bbf3-9dcb-4b8b-b03e-52345dfdf79c" providerId="ADAL" clId="{F02EC894-185D-4327-ADC2-20641CF545DC}" dt="2023-01-16T17:49:28.608" v="35" actId="1076"/>
        <pc:sldMkLst>
          <pc:docMk/>
          <pc:sldMk cId="1288903496" sldId="296"/>
        </pc:sldMkLst>
        <pc:spChg chg="mod">
          <ac:chgData name="Mark McGlinchey" userId="6e11bbf3-9dcb-4b8b-b03e-52345dfdf79c" providerId="ADAL" clId="{F02EC894-185D-4327-ADC2-20641CF545DC}" dt="2023-01-16T17:49:25.573" v="34" actId="14100"/>
          <ac:spMkLst>
            <pc:docMk/>
            <pc:sldMk cId="1288903496" sldId="296"/>
            <ac:spMk id="2" creationId="{87A7C7C1-8601-F1EC-B655-E4FEFA90DBAD}"/>
          </ac:spMkLst>
        </pc:spChg>
        <pc:spChg chg="mod">
          <ac:chgData name="Mark McGlinchey" userId="6e11bbf3-9dcb-4b8b-b03e-52345dfdf79c" providerId="ADAL" clId="{F02EC894-185D-4327-ADC2-20641CF545DC}" dt="2023-01-16T17:49:28.608" v="35" actId="1076"/>
          <ac:spMkLst>
            <pc:docMk/>
            <pc:sldMk cId="1288903496" sldId="296"/>
            <ac:spMk id="3" creationId="{5C809660-C1C0-FD48-6411-5041681B0DB5}"/>
          </ac:spMkLst>
        </pc:spChg>
      </pc:sldChg>
      <pc:sldChg chg="del">
        <pc:chgData name="Mark McGlinchey" userId="6e11bbf3-9dcb-4b8b-b03e-52345dfdf79c" providerId="ADAL" clId="{F02EC894-185D-4327-ADC2-20641CF545DC}" dt="2023-01-16T17:51:01.620" v="54" actId="2696"/>
        <pc:sldMkLst>
          <pc:docMk/>
          <pc:sldMk cId="2537702471" sldId="297"/>
        </pc:sldMkLst>
      </pc:sldChg>
      <pc:sldChg chg="modSp mod">
        <pc:chgData name="Mark McGlinchey" userId="6e11bbf3-9dcb-4b8b-b03e-52345dfdf79c" providerId="ADAL" clId="{F02EC894-185D-4327-ADC2-20641CF545DC}" dt="2023-01-16T17:49:48.017" v="39" actId="255"/>
        <pc:sldMkLst>
          <pc:docMk/>
          <pc:sldMk cId="3390042330" sldId="298"/>
        </pc:sldMkLst>
        <pc:spChg chg="mod">
          <ac:chgData name="Mark McGlinchey" userId="6e11bbf3-9dcb-4b8b-b03e-52345dfdf79c" providerId="ADAL" clId="{F02EC894-185D-4327-ADC2-20641CF545DC}" dt="2023-01-16T17:49:39.192" v="37" actId="14100"/>
          <ac:spMkLst>
            <pc:docMk/>
            <pc:sldMk cId="3390042330" sldId="298"/>
            <ac:spMk id="2" creationId="{947DCB2A-3050-2474-0489-6CF7FDE0BB2A}"/>
          </ac:spMkLst>
        </pc:spChg>
        <pc:spChg chg="mod">
          <ac:chgData name="Mark McGlinchey" userId="6e11bbf3-9dcb-4b8b-b03e-52345dfdf79c" providerId="ADAL" clId="{F02EC894-185D-4327-ADC2-20641CF545DC}" dt="2023-01-16T17:49:48.017" v="39" actId="255"/>
          <ac:spMkLst>
            <pc:docMk/>
            <pc:sldMk cId="3390042330" sldId="298"/>
            <ac:spMk id="3" creationId="{E287AD97-9162-A05E-D0D3-1ECCFDAAA39D}"/>
          </ac:spMkLst>
        </pc:spChg>
      </pc:sldChg>
      <pc:sldChg chg="modSp mod">
        <pc:chgData name="Mark McGlinchey" userId="6e11bbf3-9dcb-4b8b-b03e-52345dfdf79c" providerId="ADAL" clId="{F02EC894-185D-4327-ADC2-20641CF545DC}" dt="2023-01-16T17:53:26.800" v="105" actId="20577"/>
        <pc:sldMkLst>
          <pc:docMk/>
          <pc:sldMk cId="927631097" sldId="301"/>
        </pc:sldMkLst>
        <pc:graphicFrameChg chg="modGraphic">
          <ac:chgData name="Mark McGlinchey" userId="6e11bbf3-9dcb-4b8b-b03e-52345dfdf79c" providerId="ADAL" clId="{F02EC894-185D-4327-ADC2-20641CF545DC}" dt="2023-01-16T17:53:26.800" v="105" actId="20577"/>
          <ac:graphicFrameMkLst>
            <pc:docMk/>
            <pc:sldMk cId="927631097" sldId="301"/>
            <ac:graphicFrameMk id="5" creationId="{09336ED0-C48E-EF3A-137D-60843F89ED61}"/>
          </ac:graphicFrameMkLst>
        </pc:graphicFrameChg>
      </pc:sldChg>
      <pc:sldChg chg="modSp mod">
        <pc:chgData name="Mark McGlinchey" userId="6e11bbf3-9dcb-4b8b-b03e-52345dfdf79c" providerId="ADAL" clId="{F02EC894-185D-4327-ADC2-20641CF545DC}" dt="2023-01-16T17:50:07.267" v="44" actId="255"/>
        <pc:sldMkLst>
          <pc:docMk/>
          <pc:sldMk cId="1064012873" sldId="304"/>
        </pc:sldMkLst>
        <pc:spChg chg="mod">
          <ac:chgData name="Mark McGlinchey" userId="6e11bbf3-9dcb-4b8b-b03e-52345dfdf79c" providerId="ADAL" clId="{F02EC894-185D-4327-ADC2-20641CF545DC}" dt="2023-01-16T17:50:07.267" v="44" actId="255"/>
          <ac:spMkLst>
            <pc:docMk/>
            <pc:sldMk cId="1064012873" sldId="304"/>
            <ac:spMk id="3" creationId="{E287AD97-9162-A05E-D0D3-1ECCFDAAA39D}"/>
          </ac:spMkLst>
        </pc:spChg>
      </pc:sldChg>
      <pc:sldChg chg="modSp mod">
        <pc:chgData name="Mark McGlinchey" userId="6e11bbf3-9dcb-4b8b-b03e-52345dfdf79c" providerId="ADAL" clId="{F02EC894-185D-4327-ADC2-20641CF545DC}" dt="2023-01-16T17:50:20.930" v="47" actId="20577"/>
        <pc:sldMkLst>
          <pc:docMk/>
          <pc:sldMk cId="925879507" sldId="306"/>
        </pc:sldMkLst>
        <pc:spChg chg="mod">
          <ac:chgData name="Mark McGlinchey" userId="6e11bbf3-9dcb-4b8b-b03e-52345dfdf79c" providerId="ADAL" clId="{F02EC894-185D-4327-ADC2-20641CF545DC}" dt="2023-01-16T17:50:20.930" v="47" actId="20577"/>
          <ac:spMkLst>
            <pc:docMk/>
            <pc:sldMk cId="925879507" sldId="306"/>
            <ac:spMk id="3" creationId="{057ACCA0-3DAF-511C-A6DD-8526797C3CB2}"/>
          </ac:spMkLst>
        </pc:spChg>
      </pc:sldChg>
      <pc:sldChg chg="addSp delSp modSp add del mod modNotesTx">
        <pc:chgData name="Mark McGlinchey" userId="6e11bbf3-9dcb-4b8b-b03e-52345dfdf79c" providerId="ADAL" clId="{F02EC894-185D-4327-ADC2-20641CF545DC}" dt="2023-01-16T17:47:26.271" v="15" actId="207"/>
        <pc:sldMkLst>
          <pc:docMk/>
          <pc:sldMk cId="4274713730" sldId="308"/>
        </pc:sldMkLst>
        <pc:spChg chg="add mod">
          <ac:chgData name="Mark McGlinchey" userId="6e11bbf3-9dcb-4b8b-b03e-52345dfdf79c" providerId="ADAL" clId="{F02EC894-185D-4327-ADC2-20641CF545DC}" dt="2023-01-16T17:47:26.271" v="15" actId="207"/>
          <ac:spMkLst>
            <pc:docMk/>
            <pc:sldMk cId="4274713730" sldId="308"/>
            <ac:spMk id="4" creationId="{3A19B59F-440E-2741-3737-DF74BE327BE6}"/>
          </ac:spMkLst>
        </pc:spChg>
        <pc:picChg chg="add mod">
          <ac:chgData name="Mark McGlinchey" userId="6e11bbf3-9dcb-4b8b-b03e-52345dfdf79c" providerId="ADAL" clId="{F02EC894-185D-4327-ADC2-20641CF545DC}" dt="2023-01-16T17:47:08.958" v="11" actId="1076"/>
          <ac:picMkLst>
            <pc:docMk/>
            <pc:sldMk cId="4274713730" sldId="308"/>
            <ac:picMk id="3" creationId="{4B66486C-4707-2B55-F344-4B87E20CB9BD}"/>
          </ac:picMkLst>
        </pc:picChg>
        <pc:picChg chg="del">
          <ac:chgData name="Mark McGlinchey" userId="6e11bbf3-9dcb-4b8b-b03e-52345dfdf79c" providerId="ADAL" clId="{F02EC894-185D-4327-ADC2-20641CF545DC}" dt="2023-01-16T17:46:10.029" v="6" actId="478"/>
          <ac:picMkLst>
            <pc:docMk/>
            <pc:sldMk cId="4274713730" sldId="308"/>
            <ac:picMk id="5" creationId="{537BF932-55E2-A9AA-304F-A7BA8EF1113D}"/>
          </ac:picMkLst>
        </pc:picChg>
        <pc:picChg chg="del">
          <ac:chgData name="Mark McGlinchey" userId="6e11bbf3-9dcb-4b8b-b03e-52345dfdf79c" providerId="ADAL" clId="{F02EC894-185D-4327-ADC2-20641CF545DC}" dt="2023-01-16T17:46:08.817" v="5" actId="478"/>
          <ac:picMkLst>
            <pc:docMk/>
            <pc:sldMk cId="4274713730" sldId="308"/>
            <ac:picMk id="6" creationId="{32061DBD-2DE6-1205-84C8-5B228C686387}"/>
          </ac:picMkLst>
        </pc:picChg>
      </pc:sldChg>
      <pc:sldChg chg="addSp delSp add del setBg delDesignElem">
        <pc:chgData name="Mark McGlinchey" userId="6e11bbf3-9dcb-4b8b-b03e-52345dfdf79c" providerId="ADAL" clId="{F02EC894-185D-4327-ADC2-20641CF545DC}" dt="2023-01-16T17:53:10.617" v="104"/>
        <pc:sldMkLst>
          <pc:docMk/>
          <pc:sldMk cId="1815466752" sldId="309"/>
        </pc:sldMkLst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5" creationId="{A8384FB5-9ADC-4DDC-881B-597D56F5B15D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7" creationId="{91E5A9A7-95C6-4F4F-B00E-C82E07FE62EF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9" creationId="{D07DD2DE-F619-49DD-B5E7-03A290FF4ED1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21" creationId="{85149191-5F60-4A28-AAFF-039F96B0F3EC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23" creationId="{F8260ED5-17F7-4158-B241-D51DD4CF1B7E}"/>
          </ac:spMkLst>
        </pc:spChg>
      </pc:sldChg>
      <pc:sldChg chg="addSp delSp modSp add mod">
        <pc:chgData name="Mark McGlinchey" userId="6e11bbf3-9dcb-4b8b-b03e-52345dfdf79c" providerId="ADAL" clId="{F02EC894-185D-4327-ADC2-20641CF545DC}" dt="2023-01-16T18:05:07.029" v="732" actId="14100"/>
        <pc:sldMkLst>
          <pc:docMk/>
          <pc:sldMk cId="3361390299" sldId="309"/>
        </pc:sldMkLst>
        <pc:spChg chg="mod">
          <ac:chgData name="Mark McGlinchey" userId="6e11bbf3-9dcb-4b8b-b03e-52345dfdf79c" providerId="ADAL" clId="{F02EC894-185D-4327-ADC2-20641CF545DC}" dt="2023-01-16T17:54:04.022" v="137" actId="122"/>
          <ac:spMkLst>
            <pc:docMk/>
            <pc:sldMk cId="3361390299" sldId="309"/>
            <ac:spMk id="2" creationId="{9F0B81D2-6745-BD46-7F88-D7820C07D17F}"/>
          </ac:spMkLst>
        </pc:spChg>
        <pc:spChg chg="mod">
          <ac:chgData name="Mark McGlinchey" userId="6e11bbf3-9dcb-4b8b-b03e-52345dfdf79c" providerId="ADAL" clId="{F02EC894-185D-4327-ADC2-20641CF545DC}" dt="2023-01-16T18:04:51.482" v="731" actId="20577"/>
          <ac:spMkLst>
            <pc:docMk/>
            <pc:sldMk cId="3361390299" sldId="309"/>
            <ac:spMk id="3" creationId="{A842D924-AAAA-7A15-B387-696DF03AB875}"/>
          </ac:spMkLst>
        </pc:spChg>
        <pc:picChg chg="add mod modCrop">
          <ac:chgData name="Mark McGlinchey" userId="6e11bbf3-9dcb-4b8b-b03e-52345dfdf79c" providerId="ADAL" clId="{F02EC894-185D-4327-ADC2-20641CF545DC}" dt="2023-01-16T18:05:07.029" v="732" actId="14100"/>
          <ac:picMkLst>
            <pc:docMk/>
            <pc:sldMk cId="3361390299" sldId="309"/>
            <ac:picMk id="4" creationId="{7C792D49-77E5-88D1-EFDF-F93E1BEAF694}"/>
          </ac:picMkLst>
        </pc:picChg>
        <pc:picChg chg="del">
          <ac:chgData name="Mark McGlinchey" userId="6e11bbf3-9dcb-4b8b-b03e-52345dfdf79c" providerId="ADAL" clId="{F02EC894-185D-4327-ADC2-20641CF545DC}" dt="2023-01-16T17:55:03.839" v="138" actId="478"/>
          <ac:picMkLst>
            <pc:docMk/>
            <pc:sldMk cId="3361390299" sldId="309"/>
            <ac:picMk id="6" creationId="{A4AAE61E-2024-78AA-0870-1BEEBEEC9B8E}"/>
          </ac:picMkLst>
        </pc:picChg>
      </pc:sldChg>
      <pc:sldChg chg="modSp add mod">
        <pc:chgData name="Mark McGlinchey" userId="6e11bbf3-9dcb-4b8b-b03e-52345dfdf79c" providerId="ADAL" clId="{F02EC894-185D-4327-ADC2-20641CF545DC}" dt="2023-01-16T17:56:28.199" v="214" actId="20577"/>
        <pc:sldMkLst>
          <pc:docMk/>
          <pc:sldMk cId="570805025" sldId="310"/>
        </pc:sldMkLst>
        <pc:spChg chg="mod">
          <ac:chgData name="Mark McGlinchey" userId="6e11bbf3-9dcb-4b8b-b03e-52345dfdf79c" providerId="ADAL" clId="{F02EC894-185D-4327-ADC2-20641CF545DC}" dt="2023-01-16T17:56:28.199" v="214" actId="20577"/>
          <ac:spMkLst>
            <pc:docMk/>
            <pc:sldMk cId="570805025" sldId="310"/>
            <ac:spMk id="3" creationId="{369F74A6-CCDA-40D2-A299-5E44A2A1B1D8}"/>
          </ac:spMkLst>
        </pc:spChg>
      </pc:sldChg>
    </pc:docChg>
  </pc:docChgLst>
  <pc:docChgLst>
    <pc:chgData name="Mark McGlinchey" userId="6e11bbf3-9dcb-4b8b-b03e-52345dfdf79c" providerId="ADAL" clId="{2DFCC41C-6773-4DAA-BEFC-5ADE1521E49A}"/>
    <pc:docChg chg="custSel modSld">
      <pc:chgData name="Mark McGlinchey" userId="6e11bbf3-9dcb-4b8b-b03e-52345dfdf79c" providerId="ADAL" clId="{2DFCC41C-6773-4DAA-BEFC-5ADE1521E49A}" dt="2024-02-19T15:11:05.478" v="495" actId="20577"/>
      <pc:docMkLst>
        <pc:docMk/>
      </pc:docMkLst>
      <pc:sldChg chg="modSp mod">
        <pc:chgData name="Mark McGlinchey" userId="6e11bbf3-9dcb-4b8b-b03e-52345dfdf79c" providerId="ADAL" clId="{2DFCC41C-6773-4DAA-BEFC-5ADE1521E49A}" dt="2024-02-19T15:09:50.770" v="418" actId="1076"/>
        <pc:sldMkLst>
          <pc:docMk/>
          <pc:sldMk cId="2848883935" sldId="256"/>
        </pc:sldMkLst>
        <pc:spChg chg="mod">
          <ac:chgData name="Mark McGlinchey" userId="6e11bbf3-9dcb-4b8b-b03e-52345dfdf79c" providerId="ADAL" clId="{2DFCC41C-6773-4DAA-BEFC-5ADE1521E49A}" dt="2024-02-19T15:09:50.770" v="418" actId="1076"/>
          <ac:spMkLst>
            <pc:docMk/>
            <pc:sldMk cId="2848883935" sldId="256"/>
            <ac:spMk id="2" creationId="{606B168B-CAF8-4205-8A7C-BD366E45467F}"/>
          </ac:spMkLst>
        </pc:spChg>
        <pc:spChg chg="mod">
          <ac:chgData name="Mark McGlinchey" userId="6e11bbf3-9dcb-4b8b-b03e-52345dfdf79c" providerId="ADAL" clId="{2DFCC41C-6773-4DAA-BEFC-5ADE1521E49A}" dt="2024-02-19T15:09:46.330" v="417" actId="255"/>
          <ac:spMkLst>
            <pc:docMk/>
            <pc:sldMk cId="2848883935" sldId="256"/>
            <ac:spMk id="3" creationId="{4ADC2D4C-DB8A-4716-A71D-EFBD3BCCC6F0}"/>
          </ac:spMkLst>
        </pc:spChg>
      </pc:sldChg>
      <pc:sldChg chg="modSp mod">
        <pc:chgData name="Mark McGlinchey" userId="6e11bbf3-9dcb-4b8b-b03e-52345dfdf79c" providerId="ADAL" clId="{2DFCC41C-6773-4DAA-BEFC-5ADE1521E49A}" dt="2024-02-19T14:53:10.808" v="25" actId="20577"/>
        <pc:sldMkLst>
          <pc:docMk/>
          <pc:sldMk cId="3358918850" sldId="307"/>
        </pc:sldMkLst>
        <pc:spChg chg="mod">
          <ac:chgData name="Mark McGlinchey" userId="6e11bbf3-9dcb-4b8b-b03e-52345dfdf79c" providerId="ADAL" clId="{2DFCC41C-6773-4DAA-BEFC-5ADE1521E49A}" dt="2024-02-19T14:53:10.808" v="25" actId="20577"/>
          <ac:spMkLst>
            <pc:docMk/>
            <pc:sldMk cId="3358918850" sldId="307"/>
            <ac:spMk id="2" creationId="{DEEFF349-81A9-4539-BE30-716AD67C9901}"/>
          </ac:spMkLst>
        </pc:spChg>
      </pc:sldChg>
      <pc:sldChg chg="modSp mod">
        <pc:chgData name="Mark McGlinchey" userId="6e11bbf3-9dcb-4b8b-b03e-52345dfdf79c" providerId="ADAL" clId="{2DFCC41C-6773-4DAA-BEFC-5ADE1521E49A}" dt="2024-02-19T14:59:11.384" v="148" actId="20577"/>
        <pc:sldMkLst>
          <pc:docMk/>
          <pc:sldMk cId="1033684928" sldId="309"/>
        </pc:sldMkLst>
        <pc:spChg chg="mod">
          <ac:chgData name="Mark McGlinchey" userId="6e11bbf3-9dcb-4b8b-b03e-52345dfdf79c" providerId="ADAL" clId="{2DFCC41C-6773-4DAA-BEFC-5ADE1521E49A}" dt="2024-02-19T14:59:11.384" v="148" actId="20577"/>
          <ac:spMkLst>
            <pc:docMk/>
            <pc:sldMk cId="1033684928" sldId="309"/>
            <ac:spMk id="2" creationId="{DEEFF349-81A9-4539-BE30-716AD67C9901}"/>
          </ac:spMkLst>
        </pc:spChg>
      </pc:sldChg>
      <pc:sldChg chg="modSp mod">
        <pc:chgData name="Mark McGlinchey" userId="6e11bbf3-9dcb-4b8b-b03e-52345dfdf79c" providerId="ADAL" clId="{2DFCC41C-6773-4DAA-BEFC-5ADE1521E49A}" dt="2024-02-19T15:11:05.478" v="495" actId="20577"/>
        <pc:sldMkLst>
          <pc:docMk/>
          <pc:sldMk cId="3269301239" sldId="340"/>
        </pc:sldMkLst>
        <pc:spChg chg="mod">
          <ac:chgData name="Mark McGlinchey" userId="6e11bbf3-9dcb-4b8b-b03e-52345dfdf79c" providerId="ADAL" clId="{2DFCC41C-6773-4DAA-BEFC-5ADE1521E49A}" dt="2024-02-19T14:52:46.961" v="23" actId="122"/>
          <ac:spMkLst>
            <pc:docMk/>
            <pc:sldMk cId="3269301239" sldId="340"/>
            <ac:spMk id="5" creationId="{988230A8-A5DC-46F7-BD93-CF72D61064DC}"/>
          </ac:spMkLst>
        </pc:spChg>
        <pc:spChg chg="mod">
          <ac:chgData name="Mark McGlinchey" userId="6e11bbf3-9dcb-4b8b-b03e-52345dfdf79c" providerId="ADAL" clId="{2DFCC41C-6773-4DAA-BEFC-5ADE1521E49A}" dt="2024-02-19T15:11:05.478" v="495" actId="20577"/>
          <ac:spMkLst>
            <pc:docMk/>
            <pc:sldMk cId="3269301239" sldId="340"/>
            <ac:spMk id="6" creationId="{2782F415-4827-490D-94EB-8850245FA8C1}"/>
          </ac:spMkLst>
        </pc:spChg>
        <pc:picChg chg="mod">
          <ac:chgData name="Mark McGlinchey" userId="6e11bbf3-9dcb-4b8b-b03e-52345dfdf79c" providerId="ADAL" clId="{2DFCC41C-6773-4DAA-BEFC-5ADE1521E49A}" dt="2024-02-19T15:10:13.371" v="423" actId="1076"/>
          <ac:picMkLst>
            <pc:docMk/>
            <pc:sldMk cId="3269301239" sldId="340"/>
            <ac:picMk id="3" creationId="{676F253E-CF27-1D95-61ED-955F64D5AD8D}"/>
          </ac:picMkLst>
        </pc:picChg>
      </pc:sldChg>
      <pc:sldChg chg="modSp mod">
        <pc:chgData name="Mark McGlinchey" userId="6e11bbf3-9dcb-4b8b-b03e-52345dfdf79c" providerId="ADAL" clId="{2DFCC41C-6773-4DAA-BEFC-5ADE1521E49A}" dt="2024-02-19T14:53:57.913" v="67" actId="14100"/>
        <pc:sldMkLst>
          <pc:docMk/>
          <pc:sldMk cId="1160977674" sldId="344"/>
        </pc:sldMkLst>
        <pc:spChg chg="mod">
          <ac:chgData name="Mark McGlinchey" userId="6e11bbf3-9dcb-4b8b-b03e-52345dfdf79c" providerId="ADAL" clId="{2DFCC41C-6773-4DAA-BEFC-5ADE1521E49A}" dt="2024-02-19T14:53:57.913" v="67" actId="14100"/>
          <ac:spMkLst>
            <pc:docMk/>
            <pc:sldMk cId="1160977674" sldId="344"/>
            <ac:spMk id="5" creationId="{988230A8-A5DC-46F7-BD93-CF72D61064DC}"/>
          </ac:spMkLst>
        </pc:spChg>
      </pc:sldChg>
      <pc:sldChg chg="modSp mod">
        <pc:chgData name="Mark McGlinchey" userId="6e11bbf3-9dcb-4b8b-b03e-52345dfdf79c" providerId="ADAL" clId="{2DFCC41C-6773-4DAA-BEFC-5ADE1521E49A}" dt="2024-02-19T14:52:12.489" v="19" actId="14100"/>
        <pc:sldMkLst>
          <pc:docMk/>
          <pc:sldMk cId="4260856935" sldId="378"/>
        </pc:sldMkLst>
        <pc:spChg chg="mod">
          <ac:chgData name="Mark McGlinchey" userId="6e11bbf3-9dcb-4b8b-b03e-52345dfdf79c" providerId="ADAL" clId="{2DFCC41C-6773-4DAA-BEFC-5ADE1521E49A}" dt="2024-02-19T14:52:12.489" v="19" actId="14100"/>
          <ac:spMkLst>
            <pc:docMk/>
            <pc:sldMk cId="4260856935" sldId="378"/>
            <ac:spMk id="24" creationId="{18D591D1-35A8-62D6-492A-582E0800479C}"/>
          </ac:spMkLst>
        </pc:spChg>
      </pc:sldChg>
      <pc:sldChg chg="modSp mod">
        <pc:chgData name="Mark McGlinchey" userId="6e11bbf3-9dcb-4b8b-b03e-52345dfdf79c" providerId="ADAL" clId="{2DFCC41C-6773-4DAA-BEFC-5ADE1521E49A}" dt="2024-02-19T14:54:34.892" v="134" actId="255"/>
        <pc:sldMkLst>
          <pc:docMk/>
          <pc:sldMk cId="1214240903" sldId="381"/>
        </pc:sldMkLst>
        <pc:spChg chg="mod">
          <ac:chgData name="Mark McGlinchey" userId="6e11bbf3-9dcb-4b8b-b03e-52345dfdf79c" providerId="ADAL" clId="{2DFCC41C-6773-4DAA-BEFC-5ADE1521E49A}" dt="2024-02-19T14:54:34.892" v="134" actId="255"/>
          <ac:spMkLst>
            <pc:docMk/>
            <pc:sldMk cId="1214240903" sldId="381"/>
            <ac:spMk id="5" creationId="{988230A8-A5DC-46F7-BD93-CF72D61064DC}"/>
          </ac:spMkLst>
        </pc:spChg>
      </pc:sldChg>
      <pc:sldChg chg="modSp mod">
        <pc:chgData name="Mark McGlinchey" userId="6e11bbf3-9dcb-4b8b-b03e-52345dfdf79c" providerId="ADAL" clId="{2DFCC41C-6773-4DAA-BEFC-5ADE1521E49A}" dt="2024-02-19T14:55:13.152" v="136" actId="27636"/>
        <pc:sldMkLst>
          <pc:docMk/>
          <pc:sldMk cId="793253567" sldId="382"/>
        </pc:sldMkLst>
        <pc:spChg chg="mod">
          <ac:chgData name="Mark McGlinchey" userId="6e11bbf3-9dcb-4b8b-b03e-52345dfdf79c" providerId="ADAL" clId="{2DFCC41C-6773-4DAA-BEFC-5ADE1521E49A}" dt="2024-02-19T14:55:13.152" v="136" actId="27636"/>
          <ac:spMkLst>
            <pc:docMk/>
            <pc:sldMk cId="793253567" sldId="382"/>
            <ac:spMk id="4" creationId="{687D7133-9D9C-6B8A-65A9-E23D30CF32F7}"/>
          </ac:spMkLst>
        </pc:spChg>
      </pc:sldChg>
      <pc:sldChg chg="modSp mod">
        <pc:chgData name="Mark McGlinchey" userId="6e11bbf3-9dcb-4b8b-b03e-52345dfdf79c" providerId="ADAL" clId="{2DFCC41C-6773-4DAA-BEFC-5ADE1521E49A}" dt="2024-02-19T15:09:15.196" v="413" actId="20577"/>
        <pc:sldMkLst>
          <pc:docMk/>
          <pc:sldMk cId="3133245052" sldId="383"/>
        </pc:sldMkLst>
        <pc:spChg chg="mod">
          <ac:chgData name="Mark McGlinchey" userId="6e11bbf3-9dcb-4b8b-b03e-52345dfdf79c" providerId="ADAL" clId="{2DFCC41C-6773-4DAA-BEFC-5ADE1521E49A}" dt="2024-02-19T14:59:30.980" v="157" actId="20577"/>
          <ac:spMkLst>
            <pc:docMk/>
            <pc:sldMk cId="3133245052" sldId="383"/>
            <ac:spMk id="2" creationId="{DEEFF349-81A9-4539-BE30-716AD67C9901}"/>
          </ac:spMkLst>
        </pc:spChg>
        <pc:spChg chg="mod">
          <ac:chgData name="Mark McGlinchey" userId="6e11bbf3-9dcb-4b8b-b03e-52345dfdf79c" providerId="ADAL" clId="{2DFCC41C-6773-4DAA-BEFC-5ADE1521E49A}" dt="2024-02-19T15:09:15.196" v="413" actId="20577"/>
          <ac:spMkLst>
            <pc:docMk/>
            <pc:sldMk cId="3133245052" sldId="383"/>
            <ac:spMk id="4" creationId="{687D7133-9D9C-6B8A-65A9-E23D30CF32F7}"/>
          </ac:spMkLst>
        </pc:spChg>
      </pc:sldChg>
      <pc:sldChg chg="modSp mod">
        <pc:chgData name="Mark McGlinchey" userId="6e11bbf3-9dcb-4b8b-b03e-52345dfdf79c" providerId="ADAL" clId="{2DFCC41C-6773-4DAA-BEFC-5ADE1521E49A}" dt="2024-02-19T14:54:25.526" v="131" actId="6549"/>
        <pc:sldMkLst>
          <pc:docMk/>
          <pc:sldMk cId="1291522577" sldId="384"/>
        </pc:sldMkLst>
        <pc:spChg chg="mod">
          <ac:chgData name="Mark McGlinchey" userId="6e11bbf3-9dcb-4b8b-b03e-52345dfdf79c" providerId="ADAL" clId="{2DFCC41C-6773-4DAA-BEFC-5ADE1521E49A}" dt="2024-02-19T14:54:25.526" v="131" actId="6549"/>
          <ac:spMkLst>
            <pc:docMk/>
            <pc:sldMk cId="1291522577" sldId="384"/>
            <ac:spMk id="2" creationId="{DEEFF349-81A9-4539-BE30-716AD67C9901}"/>
          </ac:spMkLst>
        </pc:spChg>
      </pc:sldChg>
      <pc:sldChg chg="modSp mod">
        <pc:chgData name="Mark McGlinchey" userId="6e11bbf3-9dcb-4b8b-b03e-52345dfdf79c" providerId="ADAL" clId="{2DFCC41C-6773-4DAA-BEFC-5ADE1521E49A}" dt="2024-02-19T14:59:06.450" v="147" actId="20577"/>
        <pc:sldMkLst>
          <pc:docMk/>
          <pc:sldMk cId="3448299587" sldId="385"/>
        </pc:sldMkLst>
        <pc:spChg chg="mod">
          <ac:chgData name="Mark McGlinchey" userId="6e11bbf3-9dcb-4b8b-b03e-52345dfdf79c" providerId="ADAL" clId="{2DFCC41C-6773-4DAA-BEFC-5ADE1521E49A}" dt="2024-02-19T14:59:06.450" v="147" actId="20577"/>
          <ac:spMkLst>
            <pc:docMk/>
            <pc:sldMk cId="3448299587" sldId="385"/>
            <ac:spMk id="2" creationId="{DEEFF349-81A9-4539-BE30-716AD67C9901}"/>
          </ac:spMkLst>
        </pc:spChg>
      </pc:sldChg>
      <pc:sldChg chg="modSp mod">
        <pc:chgData name="Mark McGlinchey" userId="6e11bbf3-9dcb-4b8b-b03e-52345dfdf79c" providerId="ADAL" clId="{2DFCC41C-6773-4DAA-BEFC-5ADE1521E49A}" dt="2024-02-19T14:55:49.797" v="142" actId="20577"/>
        <pc:sldMkLst>
          <pc:docMk/>
          <pc:sldMk cId="724053854" sldId="386"/>
        </pc:sldMkLst>
        <pc:spChg chg="mod">
          <ac:chgData name="Mark McGlinchey" userId="6e11bbf3-9dcb-4b8b-b03e-52345dfdf79c" providerId="ADAL" clId="{2DFCC41C-6773-4DAA-BEFC-5ADE1521E49A}" dt="2024-02-19T14:55:49.797" v="142" actId="20577"/>
          <ac:spMkLst>
            <pc:docMk/>
            <pc:sldMk cId="724053854" sldId="386"/>
            <ac:spMk id="5" creationId="{6CFEBC38-2750-430F-8AA0-91B18563A7B6}"/>
          </ac:spMkLst>
        </pc:spChg>
      </pc:sldChg>
      <pc:sldChg chg="modSp mod">
        <pc:chgData name="Mark McGlinchey" userId="6e11bbf3-9dcb-4b8b-b03e-52345dfdf79c" providerId="ADAL" clId="{2DFCC41C-6773-4DAA-BEFC-5ADE1521E49A}" dt="2024-02-19T14:51:47.364" v="18" actId="20577"/>
        <pc:sldMkLst>
          <pc:docMk/>
          <pc:sldMk cId="4181047012" sldId="393"/>
        </pc:sldMkLst>
        <pc:spChg chg="mod">
          <ac:chgData name="Mark McGlinchey" userId="6e11bbf3-9dcb-4b8b-b03e-52345dfdf79c" providerId="ADAL" clId="{2DFCC41C-6773-4DAA-BEFC-5ADE1521E49A}" dt="2024-02-19T14:51:47.364" v="18" actId="20577"/>
          <ac:spMkLst>
            <pc:docMk/>
            <pc:sldMk cId="4181047012" sldId="393"/>
            <ac:spMk id="24" creationId="{18D591D1-35A8-62D6-492A-582E0800479C}"/>
          </ac:spMkLst>
        </pc:spChg>
      </pc:sldChg>
      <pc:sldChg chg="modSp mod">
        <pc:chgData name="Mark McGlinchey" userId="6e11bbf3-9dcb-4b8b-b03e-52345dfdf79c" providerId="ADAL" clId="{2DFCC41C-6773-4DAA-BEFC-5ADE1521E49A}" dt="2024-02-19T14:58:57.038" v="143" actId="20577"/>
        <pc:sldMkLst>
          <pc:docMk/>
          <pc:sldMk cId="107513969" sldId="395"/>
        </pc:sldMkLst>
        <pc:spChg chg="mod">
          <ac:chgData name="Mark McGlinchey" userId="6e11bbf3-9dcb-4b8b-b03e-52345dfdf79c" providerId="ADAL" clId="{2DFCC41C-6773-4DAA-BEFC-5ADE1521E49A}" dt="2024-02-19T14:58:57.038" v="143" actId="20577"/>
          <ac:spMkLst>
            <pc:docMk/>
            <pc:sldMk cId="107513969" sldId="395"/>
            <ac:spMk id="2" creationId="{DEEFF349-81A9-4539-BE30-716AD67C9901}"/>
          </ac:spMkLst>
        </pc:spChg>
      </pc:sldChg>
      <pc:sldChg chg="modSp mod">
        <pc:chgData name="Mark McGlinchey" userId="6e11bbf3-9dcb-4b8b-b03e-52345dfdf79c" providerId="ADAL" clId="{2DFCC41C-6773-4DAA-BEFC-5ADE1521E49A}" dt="2024-02-19T15:00:41.716" v="257" actId="20577"/>
        <pc:sldMkLst>
          <pc:docMk/>
          <pc:sldMk cId="3920104855" sldId="396"/>
        </pc:sldMkLst>
        <pc:spChg chg="mod">
          <ac:chgData name="Mark McGlinchey" userId="6e11bbf3-9dcb-4b8b-b03e-52345dfdf79c" providerId="ADAL" clId="{2DFCC41C-6773-4DAA-BEFC-5ADE1521E49A}" dt="2024-02-19T14:53:13.365" v="26" actId="20577"/>
          <ac:spMkLst>
            <pc:docMk/>
            <pc:sldMk cId="3920104855" sldId="396"/>
            <ac:spMk id="2" creationId="{DEEFF349-81A9-4539-BE30-716AD67C9901}"/>
          </ac:spMkLst>
        </pc:spChg>
        <pc:spChg chg="mod">
          <ac:chgData name="Mark McGlinchey" userId="6e11bbf3-9dcb-4b8b-b03e-52345dfdf79c" providerId="ADAL" clId="{2DFCC41C-6773-4DAA-BEFC-5ADE1521E49A}" dt="2024-02-19T15:00:41.716" v="257" actId="20577"/>
          <ac:spMkLst>
            <pc:docMk/>
            <pc:sldMk cId="3920104855" sldId="396"/>
            <ac:spMk id="4" creationId="{687D7133-9D9C-6B8A-65A9-E23D30CF32F7}"/>
          </ac:spMkLst>
        </pc:spChg>
      </pc:sldChg>
    </pc:docChg>
  </pc:docChgLst>
  <pc:docChgLst>
    <pc:chgData name="Mark McGlinchey" userId="6e11bbf3-9dcb-4b8b-b03e-52345dfdf79c" providerId="ADAL" clId="{7FCC384E-6ADA-43C3-A97E-22FE48DE0E44}"/>
    <pc:docChg chg="undo custSel addSld delSld modSld sldOrd">
      <pc:chgData name="Mark McGlinchey" userId="6e11bbf3-9dcb-4b8b-b03e-52345dfdf79c" providerId="ADAL" clId="{7FCC384E-6ADA-43C3-A97E-22FE48DE0E44}" dt="2023-01-14T17:53:36.218" v="430" actId="14233"/>
      <pc:docMkLst>
        <pc:docMk/>
      </pc:docMkLst>
      <pc:sldChg chg="addSp delSp modSp">
        <pc:chgData name="Mark McGlinchey" userId="6e11bbf3-9dcb-4b8b-b03e-52345dfdf79c" providerId="ADAL" clId="{7FCC384E-6ADA-43C3-A97E-22FE48DE0E44}" dt="2023-01-14T17:26:16.092" v="86" actId="2711"/>
        <pc:sldMkLst>
          <pc:docMk/>
          <pc:sldMk cId="2848883935" sldId="256"/>
        </pc:sldMkLst>
        <pc:spChg chg="mod">
          <ac:chgData name="Mark McGlinchey" userId="6e11bbf3-9dcb-4b8b-b03e-52345dfdf79c" providerId="ADAL" clId="{7FCC384E-6ADA-43C3-A97E-22FE48DE0E44}" dt="2023-01-14T17:26:09.965" v="85" actId="2711"/>
          <ac:spMkLst>
            <pc:docMk/>
            <pc:sldMk cId="2848883935" sldId="256"/>
            <ac:spMk id="2" creationId="{606B168B-CAF8-4205-8A7C-BD366E45467F}"/>
          </ac:spMkLst>
        </pc:spChg>
        <pc:spChg chg="mod">
          <ac:chgData name="Mark McGlinchey" userId="6e11bbf3-9dcb-4b8b-b03e-52345dfdf79c" providerId="ADAL" clId="{7FCC384E-6ADA-43C3-A97E-22FE48DE0E44}" dt="2023-01-14T17:26:16.092" v="86" actId="2711"/>
          <ac:spMkLst>
            <pc:docMk/>
            <pc:sldMk cId="2848883935" sldId="256"/>
            <ac:spMk id="3" creationId="{4ADC2D4C-DB8A-4716-A71D-EFBD3BCCC6F0}"/>
          </ac:spMkLst>
        </pc:spChg>
        <pc:picChg chg="add del mod">
          <ac:chgData name="Mark McGlinchey" userId="6e11bbf3-9dcb-4b8b-b03e-52345dfdf79c" providerId="ADAL" clId="{7FCC384E-6ADA-43C3-A97E-22FE48DE0E44}" dt="2023-01-14T17:20:35.996" v="74"/>
          <ac:picMkLst>
            <pc:docMk/>
            <pc:sldMk cId="2848883935" sldId="256"/>
            <ac:picMk id="4" creationId="{D1C980E3-5A40-10D0-EFC5-641149EC14A9}"/>
          </ac:picMkLst>
        </pc:picChg>
        <pc:picChg chg="add mod">
          <ac:chgData name="Mark McGlinchey" userId="6e11bbf3-9dcb-4b8b-b03e-52345dfdf79c" providerId="ADAL" clId="{7FCC384E-6ADA-43C3-A97E-22FE48DE0E44}" dt="2023-01-14T17:21:04.024" v="77" actId="14100"/>
          <ac:picMkLst>
            <pc:docMk/>
            <pc:sldMk cId="2848883935" sldId="256"/>
            <ac:picMk id="5" creationId="{FAC1D40D-9553-0C9E-B8FC-F6AA97A2C9D6}"/>
          </ac:picMkLst>
        </pc:picChg>
      </pc:sldChg>
      <pc:sldChg chg="modSp mod">
        <pc:chgData name="Mark McGlinchey" userId="6e11bbf3-9dcb-4b8b-b03e-52345dfdf79c" providerId="ADAL" clId="{7FCC384E-6ADA-43C3-A97E-22FE48DE0E44}" dt="2023-01-14T17:37:04.310" v="91" actId="255"/>
        <pc:sldMkLst>
          <pc:docMk/>
          <pc:sldMk cId="4294822799" sldId="257"/>
        </pc:sldMkLst>
        <pc:spChg chg="mod">
          <ac:chgData name="Mark McGlinchey" userId="6e11bbf3-9dcb-4b8b-b03e-52345dfdf79c" providerId="ADAL" clId="{7FCC384E-6ADA-43C3-A97E-22FE48DE0E44}" dt="2023-01-14T17:36:48.671" v="90" actId="1076"/>
          <ac:spMkLst>
            <pc:docMk/>
            <pc:sldMk cId="4294822799" sldId="257"/>
            <ac:spMk id="2" creationId="{F889759B-45C3-4A52-8EC6-AE5022752AE9}"/>
          </ac:spMkLst>
        </pc:spChg>
        <pc:spChg chg="mod">
          <ac:chgData name="Mark McGlinchey" userId="6e11bbf3-9dcb-4b8b-b03e-52345dfdf79c" providerId="ADAL" clId="{7FCC384E-6ADA-43C3-A97E-22FE48DE0E44}" dt="2023-01-14T17:37:04.310" v="91" actId="255"/>
          <ac:spMkLst>
            <pc:docMk/>
            <pc:sldMk cId="4294822799" sldId="257"/>
            <ac:spMk id="33" creationId="{6C61C00D-FB11-425A-8880-B6165D822821}"/>
          </ac:spMkLst>
        </pc:spChg>
        <pc:graphicFrameChg chg="mod">
          <ac:chgData name="Mark McGlinchey" userId="6e11bbf3-9dcb-4b8b-b03e-52345dfdf79c" providerId="ADAL" clId="{7FCC384E-6ADA-43C3-A97E-22FE48DE0E44}" dt="2023-01-14T17:28:46.651" v="89" actId="478"/>
          <ac:graphicFrameMkLst>
            <pc:docMk/>
            <pc:sldMk cId="4294822799" sldId="257"/>
            <ac:graphicFrameMk id="52" creationId="{CC4F4FB7-BB31-F754-357C-596A497C1154}"/>
          </ac:graphicFrameMkLst>
        </pc:graphicFrameChg>
      </pc:sldChg>
      <pc:sldChg chg="addSp delSp modSp mod setBg">
        <pc:chgData name="Mark McGlinchey" userId="6e11bbf3-9dcb-4b8b-b03e-52345dfdf79c" providerId="ADAL" clId="{7FCC384E-6ADA-43C3-A97E-22FE48DE0E44}" dt="2023-01-14T17:39:01.335" v="104" actId="26606"/>
        <pc:sldMkLst>
          <pc:docMk/>
          <pc:sldMk cId="3414966085" sldId="260"/>
        </pc:sldMkLst>
        <pc:spChg chg="mo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2" creationId="{26CFFB2E-F76F-413E-B22A-524178085AA5}"/>
          </ac:spMkLst>
        </pc:spChg>
        <pc:spChg chg="del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3" creationId="{B6AEDB80-A047-4EB0-A83D-5C650D1E1BB0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1" creationId="{256B2C21-A230-48C0-8DF1-C46611373C44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3" creationId="{3847E18C-932D-4C95-AABA-FEC7C9499AD7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5" creationId="{3150CB11-0C61-439E-910F-5787759E72A0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9" creationId="{443F2ACA-E6D6-4028-82DD-F03C262D5DE6}"/>
          </ac:spMkLst>
        </pc:spChg>
        <pc:graphicFrameChg chg="add">
          <ac:chgData name="Mark McGlinchey" userId="6e11bbf3-9dcb-4b8b-b03e-52345dfdf79c" providerId="ADAL" clId="{7FCC384E-6ADA-43C3-A97E-22FE48DE0E44}" dt="2023-01-14T17:39:01.335" v="104" actId="26606"/>
          <ac:graphicFrameMkLst>
            <pc:docMk/>
            <pc:sldMk cId="3414966085" sldId="260"/>
            <ac:graphicFrameMk id="5" creationId="{FE5F97CE-A531-C3C4-5CEB-7882607D6F1A}"/>
          </ac:graphicFrameMkLst>
        </pc:graphicFrameChg>
      </pc:sldChg>
      <pc:sldChg chg="ord">
        <pc:chgData name="Mark McGlinchey" userId="6e11bbf3-9dcb-4b8b-b03e-52345dfdf79c" providerId="ADAL" clId="{7FCC384E-6ADA-43C3-A97E-22FE48DE0E44}" dt="2023-01-14T15:00:39.072" v="0"/>
        <pc:sldMkLst>
          <pc:docMk/>
          <pc:sldMk cId="3009734595" sldId="261"/>
        </pc:sldMkLst>
      </pc:sldChg>
      <pc:sldChg chg="ord">
        <pc:chgData name="Mark McGlinchey" userId="6e11bbf3-9dcb-4b8b-b03e-52345dfdf79c" providerId="ADAL" clId="{7FCC384E-6ADA-43C3-A97E-22FE48DE0E44}" dt="2023-01-14T15:00:43.176" v="1"/>
        <pc:sldMkLst>
          <pc:docMk/>
          <pc:sldMk cId="305412542" sldId="262"/>
        </pc:sldMkLst>
      </pc:sldChg>
      <pc:sldChg chg="addSp delSp modSp mod ord setBg">
        <pc:chgData name="Mark McGlinchey" userId="6e11bbf3-9dcb-4b8b-b03e-52345dfdf79c" providerId="ADAL" clId="{7FCC384E-6ADA-43C3-A97E-22FE48DE0E44}" dt="2023-01-14T17:39:20.070" v="107" actId="26606"/>
        <pc:sldMkLst>
          <pc:docMk/>
          <pc:sldMk cId="3898284161" sldId="267"/>
        </pc:sldMkLst>
        <pc:spChg chg="mo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" creationId="{C06B226D-8252-4B34-A58D-9237894FD0B5}"/>
          </ac:spMkLst>
        </pc:spChg>
        <pc:spChg chg="add del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3" creationId="{11D8168D-6AE7-498B-B6EE-8B032D7B067A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8" creationId="{09588DA8-065E-4F6F-8EFD-43104AB2E0CF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0" creationId="{2B566528-1B12-4246-9431-5C2D7D081168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6" creationId="{D3F51FEB-38FB-4F6C-9F7B-2F2AFAB65463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8" creationId="{1E547BA6-BAE0-43BB-A7CA-60F69CE252F0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0" creationId="{8D71EDA1-87BF-4D5D-AB79-F346FD19278A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1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3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4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5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6" creationId="{11D8168D-6AE7-498B-B6EE-8B032D7B067A}"/>
          </ac:spMkLst>
        </pc:spChg>
        <pc:grpChg chg="add del">
          <ac:chgData name="Mark McGlinchey" userId="6e11bbf3-9dcb-4b8b-b03e-52345dfdf79c" providerId="ADAL" clId="{7FCC384E-6ADA-43C3-A97E-22FE48DE0E44}" dt="2023-01-14T17:39:20.056" v="106" actId="26606"/>
          <ac:grpSpMkLst>
            <pc:docMk/>
            <pc:sldMk cId="3898284161" sldId="267"/>
            <ac:grpSpMk id="12" creationId="{07EAA094-9CF6-4695-958A-33D9BCAA9474}"/>
          </ac:grpSpMkLst>
        </pc:grpChg>
        <pc:graphicFrameChg chg="add del">
          <ac:chgData name="Mark McGlinchey" userId="6e11bbf3-9dcb-4b8b-b03e-52345dfdf79c" providerId="ADAL" clId="{7FCC384E-6ADA-43C3-A97E-22FE48DE0E44}" dt="2023-01-14T17:39:20.056" v="106" actId="26606"/>
          <ac:graphicFrameMkLst>
            <pc:docMk/>
            <pc:sldMk cId="3898284161" sldId="267"/>
            <ac:graphicFrameMk id="5" creationId="{22257CCC-B34C-B262-BDFB-6D399159D7C4}"/>
          </ac:graphicFrameMkLst>
        </pc:graphicFrameChg>
        <pc:picChg chg="add del">
          <ac:chgData name="Mark McGlinchey" userId="6e11bbf3-9dcb-4b8b-b03e-52345dfdf79c" providerId="ADAL" clId="{7FCC384E-6ADA-43C3-A97E-22FE48DE0E44}" dt="2023-01-14T17:39:20.056" v="106" actId="26606"/>
          <ac:picMkLst>
            <pc:docMk/>
            <pc:sldMk cId="3898284161" sldId="267"/>
            <ac:picMk id="6" creationId="{B9D691C8-4B81-E0AF-A1F8-DA17452C5E8C}"/>
          </ac:picMkLst>
        </pc:picChg>
      </pc:sldChg>
      <pc:sldChg chg="ord">
        <pc:chgData name="Mark McGlinchey" userId="6e11bbf3-9dcb-4b8b-b03e-52345dfdf79c" providerId="ADAL" clId="{7FCC384E-6ADA-43C3-A97E-22FE48DE0E44}" dt="2023-01-14T15:32:28.522" v="30"/>
        <pc:sldMkLst>
          <pc:docMk/>
          <pc:sldMk cId="4204435321" sldId="268"/>
        </pc:sldMkLst>
      </pc:sldChg>
      <pc:sldChg chg="addSp delSp add del setBg">
        <pc:chgData name="Mark McGlinchey" userId="6e11bbf3-9dcb-4b8b-b03e-52345dfdf79c" providerId="ADAL" clId="{7FCC384E-6ADA-43C3-A97E-22FE48DE0E44}" dt="2023-01-14T17:20:23.934" v="72"/>
        <pc:sldMkLst>
          <pc:docMk/>
          <pc:sldMk cId="2288489900" sldId="281"/>
        </pc:sldMkLst>
        <pc:spChg chg="add del">
          <ac:chgData name="Mark McGlinchey" userId="6e11bbf3-9dcb-4b8b-b03e-52345dfdf79c" providerId="ADAL" clId="{7FCC384E-6ADA-43C3-A97E-22FE48DE0E44}" dt="2023-01-14T17:20:11.805" v="71"/>
          <ac:spMkLst>
            <pc:docMk/>
            <pc:sldMk cId="2288489900" sldId="281"/>
            <ac:spMk id="6224" creationId="{E49CC64F-7275-4E33-961B-0C5CDC439875}"/>
          </ac:spMkLst>
        </pc:spChg>
      </pc:sldChg>
      <pc:sldChg chg="modSp">
        <pc:chgData name="Mark McGlinchey" userId="6e11bbf3-9dcb-4b8b-b03e-52345dfdf79c" providerId="ADAL" clId="{7FCC384E-6ADA-43C3-A97E-22FE48DE0E44}" dt="2023-01-14T17:38:39.304" v="103" actId="208"/>
        <pc:sldMkLst>
          <pc:docMk/>
          <pc:sldMk cId="3457202264" sldId="286"/>
        </pc:sldMkLst>
        <pc:graphicFrameChg chg="mod">
          <ac:chgData name="Mark McGlinchey" userId="6e11bbf3-9dcb-4b8b-b03e-52345dfdf79c" providerId="ADAL" clId="{7FCC384E-6ADA-43C3-A97E-22FE48DE0E44}" dt="2023-01-14T17:38:39.304" v="103" actId="208"/>
          <ac:graphicFrameMkLst>
            <pc:docMk/>
            <pc:sldMk cId="3457202264" sldId="286"/>
            <ac:graphicFrameMk id="5" creationId="{C245AAAE-4A80-1A32-7F48-3C3D59B1F983}"/>
          </ac:graphicFrameMkLst>
        </pc:graphicFrameChg>
      </pc:sldChg>
      <pc:sldChg chg="addSp delSp modSp">
        <pc:chgData name="Mark McGlinchey" userId="6e11bbf3-9dcb-4b8b-b03e-52345dfdf79c" providerId="ADAL" clId="{7FCC384E-6ADA-43C3-A97E-22FE48DE0E44}" dt="2023-01-14T15:08:50.344" v="26" actId="767"/>
        <pc:sldMkLst>
          <pc:docMk/>
          <pc:sldMk cId="1029644306" sldId="287"/>
        </pc:sldMkLst>
        <pc:spChg chg="mod">
          <ac:chgData name="Mark McGlinchey" userId="6e11bbf3-9dcb-4b8b-b03e-52345dfdf79c" providerId="ADAL" clId="{7FCC384E-6ADA-43C3-A97E-22FE48DE0E44}" dt="2023-01-14T15:04:16.327" v="11" actId="14100"/>
          <ac:spMkLst>
            <pc:docMk/>
            <pc:sldMk cId="1029644306" sldId="287"/>
            <ac:spMk id="3" creationId="{C2EC5D1C-329D-3475-E4F8-A7AFC72CFAF8}"/>
          </ac:spMkLst>
        </pc:spChg>
        <pc:spChg chg="add mod">
          <ac:chgData name="Mark McGlinchey" userId="6e11bbf3-9dcb-4b8b-b03e-52345dfdf79c" providerId="ADAL" clId="{7FCC384E-6ADA-43C3-A97E-22FE48DE0E44}" dt="2023-01-14T15:08:50.344" v="26" actId="767"/>
          <ac:spMkLst>
            <pc:docMk/>
            <pc:sldMk cId="1029644306" sldId="287"/>
            <ac:spMk id="9" creationId="{BA6A697F-9457-DF48-30F2-EECF30061888}"/>
          </ac:spMkLst>
        </pc:spChg>
        <pc:picChg chg="add mod">
          <ac:chgData name="Mark McGlinchey" userId="6e11bbf3-9dcb-4b8b-b03e-52345dfdf79c" providerId="ADAL" clId="{7FCC384E-6ADA-43C3-A97E-22FE48DE0E44}" dt="2023-01-14T15:05:50.355" v="22" actId="14100"/>
          <ac:picMkLst>
            <pc:docMk/>
            <pc:sldMk cId="1029644306" sldId="287"/>
            <ac:picMk id="4" creationId="{ABF0C0C5-FB58-B065-C49C-6A068FE0A635}"/>
          </ac:picMkLst>
        </pc:picChg>
        <pc:picChg chg="add">
          <ac:chgData name="Mark McGlinchey" userId="6e11bbf3-9dcb-4b8b-b03e-52345dfdf79c" providerId="ADAL" clId="{7FCC384E-6ADA-43C3-A97E-22FE48DE0E44}" dt="2023-01-14T15:05:53.402" v="24"/>
          <ac:picMkLst>
            <pc:docMk/>
            <pc:sldMk cId="1029644306" sldId="287"/>
            <ac:picMk id="5" creationId="{537BF932-55E2-A9AA-304F-A7BA8EF1113D}"/>
          </ac:picMkLst>
        </pc:picChg>
        <pc:picChg chg="add">
          <ac:chgData name="Mark McGlinchey" userId="6e11bbf3-9dcb-4b8b-b03e-52345dfdf79c" providerId="ADAL" clId="{7FCC384E-6ADA-43C3-A97E-22FE48DE0E44}" dt="2023-01-14T15:07:57.283" v="25"/>
          <ac:picMkLst>
            <pc:docMk/>
            <pc:sldMk cId="1029644306" sldId="287"/>
            <ac:picMk id="6" creationId="{32061DBD-2DE6-1205-84C8-5B228C686387}"/>
          </ac:picMkLst>
        </pc:picChg>
        <pc:picChg chg="add del mod">
          <ac:chgData name="Mark McGlinchey" userId="6e11bbf3-9dcb-4b8b-b03e-52345dfdf79c" providerId="ADAL" clId="{7FCC384E-6ADA-43C3-A97E-22FE48DE0E44}" dt="2023-01-14T15:03:59.825" v="6"/>
          <ac:picMkLst>
            <pc:docMk/>
            <pc:sldMk cId="1029644306" sldId="287"/>
            <ac:picMk id="1026" creationId="{DCF37FF4-B8DA-DD70-FDB6-43606B427A99}"/>
          </ac:picMkLst>
        </pc:picChg>
        <pc:picChg chg="add del">
          <ac:chgData name="Mark McGlinchey" userId="6e11bbf3-9dcb-4b8b-b03e-52345dfdf79c" providerId="ADAL" clId="{7FCC384E-6ADA-43C3-A97E-22FE48DE0E44}" dt="2023-01-14T15:04:08.806" v="8"/>
          <ac:picMkLst>
            <pc:docMk/>
            <pc:sldMk cId="1029644306" sldId="287"/>
            <ac:picMk id="1028" creationId="{A45F4509-EDDF-1093-F475-0FC041CB15C4}"/>
          </ac:picMkLst>
        </pc:picChg>
        <pc:picChg chg="add del mod">
          <ac:chgData name="Mark McGlinchey" userId="6e11bbf3-9dcb-4b8b-b03e-52345dfdf79c" providerId="ADAL" clId="{7FCC384E-6ADA-43C3-A97E-22FE48DE0E44}" dt="2023-01-14T15:04:17.271" v="12"/>
          <ac:picMkLst>
            <pc:docMk/>
            <pc:sldMk cId="1029644306" sldId="287"/>
            <ac:picMk id="1030" creationId="{BEC1F174-6A05-EDDE-36B8-D0E91F7DD6C2}"/>
          </ac:picMkLst>
        </pc:picChg>
        <pc:picChg chg="add del mod">
          <ac:chgData name="Mark McGlinchey" userId="6e11bbf3-9dcb-4b8b-b03e-52345dfdf79c" providerId="ADAL" clId="{7FCC384E-6ADA-43C3-A97E-22FE48DE0E44}" dt="2023-01-14T15:05:50.831" v="23"/>
          <ac:picMkLst>
            <pc:docMk/>
            <pc:sldMk cId="1029644306" sldId="287"/>
            <ac:picMk id="1032" creationId="{5D30D621-DB1F-EFEC-662C-7616EC97E300}"/>
          </ac:picMkLst>
        </pc:picChg>
      </pc:sldChg>
      <pc:sldChg chg="addSp modSp">
        <pc:chgData name="Mark McGlinchey" userId="6e11bbf3-9dcb-4b8b-b03e-52345dfdf79c" providerId="ADAL" clId="{7FCC384E-6ADA-43C3-A97E-22FE48DE0E44}" dt="2023-01-14T15:12:04.255" v="29"/>
        <pc:sldMkLst>
          <pc:docMk/>
          <pc:sldMk cId="1116180256" sldId="288"/>
        </pc:sldMkLst>
        <pc:spChg chg="add mod">
          <ac:chgData name="Mark McGlinchey" userId="6e11bbf3-9dcb-4b8b-b03e-52345dfdf79c" providerId="ADAL" clId="{7FCC384E-6ADA-43C3-A97E-22FE48DE0E44}" dt="2023-01-14T15:10:55.025" v="28" actId="767"/>
          <ac:spMkLst>
            <pc:docMk/>
            <pc:sldMk cId="1116180256" sldId="288"/>
            <ac:spMk id="5" creationId="{30FDC185-E128-91F1-2791-65582D441181}"/>
          </ac:spMkLst>
        </pc:spChg>
        <pc:picChg chg="add">
          <ac:chgData name="Mark McGlinchey" userId="6e11bbf3-9dcb-4b8b-b03e-52345dfdf79c" providerId="ADAL" clId="{7FCC384E-6ADA-43C3-A97E-22FE48DE0E44}" dt="2023-01-14T15:10:42.416" v="27"/>
          <ac:picMkLst>
            <pc:docMk/>
            <pc:sldMk cId="1116180256" sldId="288"/>
            <ac:picMk id="4" creationId="{24991DAC-8B84-30EC-D7E8-6235EB658E9B}"/>
          </ac:picMkLst>
        </pc:picChg>
        <pc:picChg chg="add">
          <ac:chgData name="Mark McGlinchey" userId="6e11bbf3-9dcb-4b8b-b03e-52345dfdf79c" providerId="ADAL" clId="{7FCC384E-6ADA-43C3-A97E-22FE48DE0E44}" dt="2023-01-14T15:12:04.255" v="29"/>
          <ac:picMkLst>
            <pc:docMk/>
            <pc:sldMk cId="1116180256" sldId="288"/>
            <ac:picMk id="6" creationId="{6A2CAAE5-0032-8A6E-277C-D4E6DCC6BD60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1:48.042" v="131" actId="26606"/>
        <pc:sldMkLst>
          <pc:docMk/>
          <pc:sldMk cId="3537871976" sldId="289"/>
        </pc:sldMkLst>
        <pc:spChg chg="mo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" creationId="{687340DA-CCDA-8D94-464B-DC172938BBAA}"/>
          </ac:spMkLst>
        </pc:spChg>
        <pc:spChg chg="add del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3" creationId="{18D591D1-35A8-62D6-492A-582E0800479C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6" creationId="{BACC6370-2D7E-4714-9D71-7542949D7D5D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7" creationId="{256B2C21-A230-48C0-8DF1-C46611373C44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8" creationId="{3847E18C-932D-4C95-AABA-FEC7C9499AD7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9" creationId="{BACC6370-2D7E-4714-9D71-7542949D7D5D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0" creationId="{3150CB11-0C61-439E-910F-5787759E72A0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1" creationId="{256B2C21-A230-48C0-8DF1-C46611373C44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2" creationId="{43F8A58B-5155-44CE-A5FF-7647B47D0A7A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3" creationId="{3847E18C-932D-4C95-AABA-FEC7C9499AD7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4" creationId="{443F2ACA-E6D6-4028-82DD-F03C262D5DE6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5" creationId="{3150CB11-0C61-439E-910F-5787759E72A0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18" creationId="{1B15ED52-F352-441B-82BF-E0EA34836D08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9" creationId="{443F2ACA-E6D6-4028-82DD-F03C262D5DE6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0" creationId="{3B2E3793-BFE6-45A2-9B7B-E18844431C99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1" creationId="{BC4C4868-CB8F-4AF9-9CDB-8108F2C19B67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2" creationId="{375E0459-6403-40CD-989D-56A4407CA12E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3" creationId="{53E5B1A8-3AC9-4BD1-9BBC-78CA94F2D1BA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4" creationId="{18D591D1-35A8-62D6-492A-582E0800479C}"/>
          </ac:spMkLst>
        </pc:spChg>
        <pc:graphicFrameChg chg="add del">
          <ac:chgData name="Mark McGlinchey" userId="6e11bbf3-9dcb-4b8b-b03e-52345dfdf79c" providerId="ADAL" clId="{7FCC384E-6ADA-43C3-A97E-22FE48DE0E44}" dt="2023-01-14T17:41:30.898" v="126" actId="26606"/>
          <ac:graphicFrameMkLst>
            <pc:docMk/>
            <pc:sldMk cId="3537871976" sldId="289"/>
            <ac:graphicFrameMk id="5" creationId="{24F809B2-1300-2B9B-058B-FD06794084D9}"/>
          </ac:graphicFrameMkLst>
        </pc:graphicFrameChg>
        <pc:graphicFrameChg chg="add del">
          <ac:chgData name="Mark McGlinchey" userId="6e11bbf3-9dcb-4b8b-b03e-52345dfdf79c" providerId="ADAL" clId="{7FCC384E-6ADA-43C3-A97E-22FE48DE0E44}" dt="2023-01-14T17:41:48.030" v="130" actId="26606"/>
          <ac:graphicFrameMkLst>
            <pc:docMk/>
            <pc:sldMk cId="3537871976" sldId="289"/>
            <ac:graphicFrameMk id="16" creationId="{8481C828-B8FA-D883-D427-A615676ACED7}"/>
          </ac:graphicFrameMkLst>
        </pc:graphicFrameChg>
      </pc:sldChg>
      <pc:sldChg chg="addSp delSp modSp del mod setBg">
        <pc:chgData name="Mark McGlinchey" userId="6e11bbf3-9dcb-4b8b-b03e-52345dfdf79c" providerId="ADAL" clId="{7FCC384E-6ADA-43C3-A97E-22FE48DE0E44}" dt="2023-01-14T17:53:14.358" v="425" actId="2696"/>
        <pc:sldMkLst>
          <pc:docMk/>
          <pc:sldMk cId="1365606951" sldId="290"/>
        </pc:sldMkLst>
        <pc:spChg chg="mo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2" creationId="{E980317C-0E49-CD7E-EF43-97BCE8BD49DF}"/>
          </ac:spMkLst>
        </pc:spChg>
        <pc:spChg chg="add del mo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3" creationId="{884B2761-CFC2-E7C5-7657-EC1E967C1DBE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8" creationId="{09588DA8-065E-4F6F-8EFD-43104AB2E0CF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0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1" creationId="{256B2C21-A230-48C0-8DF1-C46611373C44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2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3" creationId="{3847E18C-932D-4C95-AABA-FEC7C9499AD7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4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5" creationId="{3150CB11-0C61-439E-910F-5787759E72A0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6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8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9" creationId="{443F2ACA-E6D6-4028-82DD-F03C262D5DE6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20" creationId="{8D71EDA1-87BF-4D5D-AB79-F346FD19278A}"/>
          </ac:spMkLst>
        </pc:spChg>
        <pc:graphicFrameChg chg="add del">
          <ac:chgData name="Mark McGlinchey" userId="6e11bbf3-9dcb-4b8b-b03e-52345dfdf79c" providerId="ADAL" clId="{7FCC384E-6ADA-43C3-A97E-22FE48DE0E44}" dt="2023-01-14T17:41:31.419" v="127" actId="26606"/>
          <ac:graphicFrameMkLst>
            <pc:docMk/>
            <pc:sldMk cId="1365606951" sldId="290"/>
            <ac:graphicFrameMk id="5" creationId="{9667448E-A93B-5FDB-78ED-F26B12D96B7C}"/>
          </ac:graphicFrameMkLst>
        </pc:graphicFrameChg>
        <pc:picChg chg="del">
          <ac:chgData name="Mark McGlinchey" userId="6e11bbf3-9dcb-4b8b-b03e-52345dfdf79c" providerId="ADAL" clId="{7FCC384E-6ADA-43C3-A97E-22FE48DE0E44}" dt="2023-01-14T17:46:47.758" v="159" actId="478"/>
          <ac:picMkLst>
            <pc:docMk/>
            <pc:sldMk cId="1365606951" sldId="290"/>
            <ac:picMk id="4" creationId="{7DC6DA49-EADB-5CD4-2727-67DB8C52BFA0}"/>
          </ac:picMkLst>
        </pc:picChg>
      </pc:sldChg>
      <pc:sldChg chg="addSp modSp mod ord setBg">
        <pc:chgData name="Mark McGlinchey" userId="6e11bbf3-9dcb-4b8b-b03e-52345dfdf79c" providerId="ADAL" clId="{7FCC384E-6ADA-43C3-A97E-22FE48DE0E44}" dt="2023-01-14T17:40:14.546" v="111" actId="26606"/>
        <pc:sldMkLst>
          <pc:docMk/>
          <pc:sldMk cId="657226337" sldId="291"/>
        </pc:sldMkLst>
        <pc:spChg chg="mo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2" creationId="{8A4E3037-0A8F-AE29-8C79-0356751E8A61}"/>
          </ac:spMkLst>
        </pc:spChg>
        <pc:spChg chg="mo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3" creationId="{057ACCA0-3DAF-511C-A6DD-8526797C3CB2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8" creationId="{09588DA8-065E-4F6F-8EFD-43104AB2E0CF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0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4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6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20" creationId="{8D71EDA1-87BF-4D5D-AB79-F346FD19278A}"/>
          </ac:spMkLst>
        </pc:spChg>
      </pc:sldChg>
      <pc:sldChg chg="addSp delSp modSp mod setBg">
        <pc:chgData name="Mark McGlinchey" userId="6e11bbf3-9dcb-4b8b-b03e-52345dfdf79c" providerId="ADAL" clId="{7FCC384E-6ADA-43C3-A97E-22FE48DE0E44}" dt="2023-01-14T17:43:01.481" v="142" actId="26606"/>
        <pc:sldMkLst>
          <pc:docMk/>
          <pc:sldMk cId="3039590940" sldId="292"/>
        </pc:sldMkLst>
        <pc:spChg chg="mod or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2" creationId="{357990F9-25C8-27BA-00D9-1B28DE3D29E9}"/>
          </ac:spMkLst>
        </pc:spChg>
        <pc:spChg chg="mod or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" creationId="{3E6F3FE5-34EF-C535-10E5-3750A66E1F2A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9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11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13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18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0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2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4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6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8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0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1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2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4" creationId="{04812C46-200A-4DEB-A05E-3ED6C68C2387}"/>
          </ac:spMkLst>
        </pc:spChg>
        <pc:spChg chg="add del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5" creationId="{D1EA859B-E555-4109-94F3-6700E046E008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0" creationId="{3AFE8227-C443-417B-BA91-520EB1EF4559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2" creationId="{907741FC-B544-4A6E-B831-6789D042333D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4" creationId="{3F0BE7ED-7814-4273-B18A-F26CC0380380}"/>
          </ac:spMkLst>
        </pc:spChg>
        <pc:picChg chg="add mod ord">
          <ac:chgData name="Mark McGlinchey" userId="6e11bbf3-9dcb-4b8b-b03e-52345dfdf79c" providerId="ADAL" clId="{7FCC384E-6ADA-43C3-A97E-22FE48DE0E44}" dt="2023-01-14T17:43:01.481" v="142" actId="26606"/>
          <ac:picMkLst>
            <pc:docMk/>
            <pc:sldMk cId="3039590940" sldId="292"/>
            <ac:picMk id="4" creationId="{49F69C4B-AC0A-1E1F-3CCB-E18F1E9058D0}"/>
          </ac:picMkLst>
        </pc:picChg>
      </pc:sldChg>
      <pc:sldChg chg="addSp modSp mod setBg">
        <pc:chgData name="Mark McGlinchey" userId="6e11bbf3-9dcb-4b8b-b03e-52345dfdf79c" providerId="ADAL" clId="{7FCC384E-6ADA-43C3-A97E-22FE48DE0E44}" dt="2023-01-14T17:39:38.035" v="108" actId="26606"/>
        <pc:sldMkLst>
          <pc:docMk/>
          <pc:sldMk cId="4284428868" sldId="293"/>
        </pc:sldMkLst>
        <pc:spChg chg="mo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2" creationId="{F36047D1-F0AB-7837-985F-763B24E06750}"/>
          </ac:spMkLst>
        </pc:spChg>
        <pc:spChg chg="mo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3" creationId="{0A8E2949-E500-C05C-B8B2-4015A9F6CB07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8" creationId="{09588DA8-065E-4F6F-8EFD-43104AB2E0CF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0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4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6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20" creationId="{8D71EDA1-87BF-4D5D-AB79-F346FD19278A}"/>
          </ac:spMkLst>
        </pc:spChg>
      </pc:sldChg>
      <pc:sldChg chg="addSp delSp modSp mod setBg">
        <pc:chgData name="Mark McGlinchey" userId="6e11bbf3-9dcb-4b8b-b03e-52345dfdf79c" providerId="ADAL" clId="{7FCC384E-6ADA-43C3-A97E-22FE48DE0E44}" dt="2023-01-14T17:44:00.622" v="153" actId="1076"/>
        <pc:sldMkLst>
          <pc:docMk/>
          <pc:sldMk cId="4210164021" sldId="294"/>
        </pc:sldMkLst>
        <pc:spChg chg="mod">
          <ac:chgData name="Mark McGlinchey" userId="6e11bbf3-9dcb-4b8b-b03e-52345dfdf79c" providerId="ADAL" clId="{7FCC384E-6ADA-43C3-A97E-22FE48DE0E44}" dt="2023-01-14T17:44:00.622" v="153" actId="1076"/>
          <ac:spMkLst>
            <pc:docMk/>
            <pc:sldMk cId="4210164021" sldId="294"/>
            <ac:spMk id="2" creationId="{9F0B81D2-6745-BD46-7F88-D7820C07D17F}"/>
          </ac:spMkLst>
        </pc:spChg>
        <pc:spChg chg="mod">
          <ac:chgData name="Mark McGlinchey" userId="6e11bbf3-9dcb-4b8b-b03e-52345dfdf79c" providerId="ADAL" clId="{7FCC384E-6ADA-43C3-A97E-22FE48DE0E44}" dt="2023-01-14T17:43:33.846" v="147" actId="14100"/>
          <ac:spMkLst>
            <pc:docMk/>
            <pc:sldMk cId="4210164021" sldId="294"/>
            <ac:spMk id="3" creationId="{A842D924-AAAA-7A15-B387-696DF03AB875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1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3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5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7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9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21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3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4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5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6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7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8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0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1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2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3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4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5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7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8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9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0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1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2" creationId="{8D71EDA1-87BF-4D5D-AB79-F346FD19278A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4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5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6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7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9" creationId="{8D71EDA1-87BF-4D5D-AB79-F346FD19278A}"/>
          </ac:spMkLst>
        </pc:spChg>
        <pc:picChg chg="add mod">
          <ac:chgData name="Mark McGlinchey" userId="6e11bbf3-9dcb-4b8b-b03e-52345dfdf79c" providerId="ADAL" clId="{7FCC384E-6ADA-43C3-A97E-22FE48DE0E44}" dt="2023-01-14T17:43:44.133" v="150" actId="1076"/>
          <ac:picMkLst>
            <pc:docMk/>
            <pc:sldMk cId="4210164021" sldId="294"/>
            <ac:picMk id="6" creationId="{A4AAE61E-2024-78AA-0870-1BEEBEEC9B8E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4:22.790" v="157" actId="1076"/>
        <pc:sldMkLst>
          <pc:docMk/>
          <pc:sldMk cId="2381968814" sldId="295"/>
        </pc:sldMkLst>
        <pc:spChg chg="mod">
          <ac:chgData name="Mark McGlinchey" userId="6e11bbf3-9dcb-4b8b-b03e-52345dfdf79c" providerId="ADAL" clId="{7FCC384E-6ADA-43C3-A97E-22FE48DE0E44}" dt="2023-01-14T17:44:22.790" v="157" actId="1076"/>
          <ac:spMkLst>
            <pc:docMk/>
            <pc:sldMk cId="2381968814" sldId="295"/>
            <ac:spMk id="2" creationId="{4CE20CE8-3934-2117-73F6-BC7863C2B206}"/>
          </ac:spMkLst>
        </pc:spChg>
        <pc:spChg chg="mod">
          <ac:chgData name="Mark McGlinchey" userId="6e11bbf3-9dcb-4b8b-b03e-52345dfdf79c" providerId="ADAL" clId="{7FCC384E-6ADA-43C3-A97E-22FE48DE0E44}" dt="2023-01-14T17:40:50.809" v="114" actId="26606"/>
          <ac:spMkLst>
            <pc:docMk/>
            <pc:sldMk cId="2381968814" sldId="295"/>
            <ac:spMk id="3" creationId="{DC7DEE90-980C-14EB-CAC8-8400BC6A0C14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4" creationId="{B712E947-0734-45F9-9C4F-41114EC3A33E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6" creationId="{4C6B5652-C661-4C58-B937-F0F490F7FCB2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8" creationId="{0B936867-6407-43FB-9DE6-1B0879D0CB31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0" creationId="{ACD0B258-678B-4A8C-894F-848AF24A1922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2" creationId="{C8D58395-74AF-401A-AF2F-76B6FCF71DFE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4" creationId="{2F003F3F-F118-41D2-AA3F-74DB0D1970BB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9" creationId="{B712E947-0734-45F9-9C4F-41114EC3A33E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1" creationId="{4C6B5652-C661-4C58-B937-F0F490F7FCB2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3" creationId="{0B936867-6407-43FB-9DE6-1B0879D0CB31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5" creationId="{ACD0B258-678B-4A8C-894F-848AF24A1922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7" creationId="{C8D58395-74AF-401A-AF2F-76B6FCF71DFE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9" creationId="{2F003F3F-F118-41D2-AA3F-74DB0D1970BB}"/>
          </ac:spMkLst>
        </pc:spChg>
        <pc:picChg chg="mod ord">
          <ac:chgData name="Mark McGlinchey" userId="6e11bbf3-9dcb-4b8b-b03e-52345dfdf79c" providerId="ADAL" clId="{7FCC384E-6ADA-43C3-A97E-22FE48DE0E44}" dt="2023-01-14T17:42:16.022" v="132" actId="26606"/>
          <ac:picMkLst>
            <pc:docMk/>
            <pc:sldMk cId="2381968814" sldId="295"/>
            <ac:picMk id="7" creationId="{8FAEAF2F-3626-0408-2A4F-FC5588843BD3}"/>
          </ac:picMkLst>
        </pc:picChg>
        <pc:picChg chg="mod ord">
          <ac:chgData name="Mark McGlinchey" userId="6e11bbf3-9dcb-4b8b-b03e-52345dfdf79c" providerId="ADAL" clId="{7FCC384E-6ADA-43C3-A97E-22FE48DE0E44}" dt="2023-01-14T17:42:16.022" v="132" actId="26606"/>
          <ac:picMkLst>
            <pc:docMk/>
            <pc:sldMk cId="2381968814" sldId="295"/>
            <ac:picMk id="9" creationId="{B263130A-5E36-06C5-4284-38C3C8258F3E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2:55.719" v="141" actId="26606"/>
        <pc:sldMkLst>
          <pc:docMk/>
          <pc:sldMk cId="1288903496" sldId="296"/>
        </pc:sldMkLst>
        <pc:spChg chg="mo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" creationId="{87A7C7C1-8601-F1EC-B655-E4FEFA90DBAD}"/>
          </ac:spMkLst>
        </pc:spChg>
        <pc:spChg chg="mod or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3" creationId="{5C809660-C1C0-FD48-6411-5041681B0DB5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0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2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4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19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1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3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5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7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9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4" creationId="{8181FC64-B306-4821-98E2-780662EFC486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6" creationId="{5871FC61-DD4E-47D4-81FD-8A7E7D12B371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8" creationId="{F9EC3F91-A75C-4F74-867E-E4C28C13546B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40" creationId="{829A1E2C-5AC8-40FC-99E9-832069D39792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2" creationId="{3AFE8227-C443-417B-BA91-520EB1EF4559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3" creationId="{907741FC-B544-4A6E-B831-6789D042333D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4" creationId="{3F0BE7ED-7814-4273-B18A-F26CC0380380}"/>
          </ac:spMkLst>
        </pc:spChg>
        <pc:picChg chg="add mod">
          <ac:chgData name="Mark McGlinchey" userId="6e11bbf3-9dcb-4b8b-b03e-52345dfdf79c" providerId="ADAL" clId="{7FCC384E-6ADA-43C3-A97E-22FE48DE0E44}" dt="2023-01-14T16:05:23.454" v="34"/>
          <ac:picMkLst>
            <pc:docMk/>
            <pc:sldMk cId="1288903496" sldId="296"/>
            <ac:picMk id="4" creationId="{19A1DF68-28B1-FD65-D9B5-F345E934DC35}"/>
          </ac:picMkLst>
        </pc:picChg>
        <pc:picChg chg="add mod ord">
          <ac:chgData name="Mark McGlinchey" userId="6e11bbf3-9dcb-4b8b-b03e-52345dfdf79c" providerId="ADAL" clId="{7FCC384E-6ADA-43C3-A97E-22FE48DE0E44}" dt="2023-01-14T17:42:55.719" v="141" actId="26606"/>
          <ac:picMkLst>
            <pc:docMk/>
            <pc:sldMk cId="1288903496" sldId="296"/>
            <ac:picMk id="5" creationId="{E3E963FD-DD5B-1DCE-8BE7-192D2F0D6AFD}"/>
          </ac:picMkLst>
        </pc:picChg>
        <pc:picChg chg="add mod">
          <ac:chgData name="Mark McGlinchey" userId="6e11bbf3-9dcb-4b8b-b03e-52345dfdf79c" providerId="ADAL" clId="{7FCC384E-6ADA-43C3-A97E-22FE48DE0E44}" dt="2023-01-14T16:05:42.074" v="36"/>
          <ac:picMkLst>
            <pc:docMk/>
            <pc:sldMk cId="1288903496" sldId="296"/>
            <ac:picMk id="6" creationId="{5C42B9E5-6C67-BDA3-CD0E-EC572FE6AEAA}"/>
          </ac:picMkLst>
        </pc:picChg>
        <pc:picChg chg="add mod">
          <ac:chgData name="Mark McGlinchey" userId="6e11bbf3-9dcb-4b8b-b03e-52345dfdf79c" providerId="ADAL" clId="{7FCC384E-6ADA-43C3-A97E-22FE48DE0E44}" dt="2023-01-14T16:05:51.601" v="37"/>
          <ac:picMkLst>
            <pc:docMk/>
            <pc:sldMk cId="1288903496" sldId="296"/>
            <ac:picMk id="7" creationId="{1DBF142C-A184-8813-5BF3-B222257C4DE7}"/>
          </ac:picMkLst>
        </pc:picChg>
      </pc:sldChg>
      <pc:sldChg chg="addSp modSp">
        <pc:chgData name="Mark McGlinchey" userId="6e11bbf3-9dcb-4b8b-b03e-52345dfdf79c" providerId="ADAL" clId="{7FCC384E-6ADA-43C3-A97E-22FE48DE0E44}" dt="2023-01-14T16:24:56.052" v="67" actId="1076"/>
        <pc:sldMkLst>
          <pc:docMk/>
          <pc:sldMk cId="3390042330" sldId="298"/>
        </pc:sldMkLst>
        <pc:picChg chg="add mod">
          <ac:chgData name="Mark McGlinchey" userId="6e11bbf3-9dcb-4b8b-b03e-52345dfdf79c" providerId="ADAL" clId="{7FCC384E-6ADA-43C3-A97E-22FE48DE0E44}" dt="2023-01-14T16:24:19.428" v="61" actId="1076"/>
          <ac:picMkLst>
            <pc:docMk/>
            <pc:sldMk cId="3390042330" sldId="298"/>
            <ac:picMk id="4" creationId="{8B4A8FBD-758C-6E25-EC83-CC1A5EB568B9}"/>
          </ac:picMkLst>
        </pc:picChg>
        <pc:picChg chg="add mod">
          <ac:chgData name="Mark McGlinchey" userId="6e11bbf3-9dcb-4b8b-b03e-52345dfdf79c" providerId="ADAL" clId="{7FCC384E-6ADA-43C3-A97E-22FE48DE0E44}" dt="2023-01-14T16:24:37.484" v="64" actId="1076"/>
          <ac:picMkLst>
            <pc:docMk/>
            <pc:sldMk cId="3390042330" sldId="298"/>
            <ac:picMk id="5" creationId="{230BB6D4-7B72-DE18-77F1-347BBFC547FD}"/>
          </ac:picMkLst>
        </pc:picChg>
        <pc:picChg chg="add mod">
          <ac:chgData name="Mark McGlinchey" userId="6e11bbf3-9dcb-4b8b-b03e-52345dfdf79c" providerId="ADAL" clId="{7FCC384E-6ADA-43C3-A97E-22FE48DE0E44}" dt="2023-01-14T16:24:56.052" v="67" actId="1076"/>
          <ac:picMkLst>
            <pc:docMk/>
            <pc:sldMk cId="3390042330" sldId="298"/>
            <ac:picMk id="10" creationId="{E478CB1F-8F5D-2F3A-7A5F-2CFB81576517}"/>
          </ac:picMkLst>
        </pc:picChg>
      </pc:sldChg>
      <pc:sldChg chg="addSp modSp mod setBg">
        <pc:chgData name="Mark McGlinchey" userId="6e11bbf3-9dcb-4b8b-b03e-52345dfdf79c" providerId="ADAL" clId="{7FCC384E-6ADA-43C3-A97E-22FE48DE0E44}" dt="2023-01-14T17:39:55.033" v="110" actId="26606"/>
        <pc:sldMkLst>
          <pc:docMk/>
          <pc:sldMk cId="447069789" sldId="299"/>
        </pc:sldMkLst>
        <pc:spChg chg="mo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2" creationId="{A08169B5-FD60-9B59-DAB8-84DBB96DFC93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1" creationId="{F68B3F68-107C-434F-AA38-110D5EA91B85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3" creationId="{AAD0DBB9-1A4B-4391-81D4-CB19F9AB918A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5" creationId="{063BBA22-50EA-4C4D-BE05-F1CE4E63AA56}"/>
          </ac:spMkLst>
        </pc:spChg>
        <pc:graphicFrameChg chg="mod modGraphic">
          <ac:chgData name="Mark McGlinchey" userId="6e11bbf3-9dcb-4b8b-b03e-52345dfdf79c" providerId="ADAL" clId="{7FCC384E-6ADA-43C3-A97E-22FE48DE0E44}" dt="2023-01-14T17:39:55.033" v="110" actId="26606"/>
          <ac:graphicFrameMkLst>
            <pc:docMk/>
            <pc:sldMk cId="447069789" sldId="299"/>
            <ac:graphicFrameMk id="4" creationId="{F47D876C-4D6E-EE67-6E42-A1A7F3F47F97}"/>
          </ac:graphicFrameMkLst>
        </pc:graphicFrameChg>
      </pc:sldChg>
      <pc:sldChg chg="addSp modSp mod setBg">
        <pc:chgData name="Mark McGlinchey" userId="6e11bbf3-9dcb-4b8b-b03e-52345dfdf79c" providerId="ADAL" clId="{7FCC384E-6ADA-43C3-A97E-22FE48DE0E44}" dt="2023-01-14T17:39:51.209" v="109" actId="26606"/>
        <pc:sldMkLst>
          <pc:docMk/>
          <pc:sldMk cId="927631097" sldId="301"/>
        </pc:sldMkLst>
        <pc:spChg chg="mo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2" creationId="{810D58C3-6DF2-4007-9E51-17FF7E2DF0B0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0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2" creationId="{F68B3F68-107C-434F-AA38-110D5EA91B85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4" creationId="{AAD0DBB9-1A4B-4391-81D4-CB19F9AB918A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6" creationId="{063BBA22-50EA-4C4D-BE05-F1CE4E63AA56}"/>
          </ac:spMkLst>
        </pc:spChg>
        <pc:graphicFrameChg chg="mod modGraphic">
          <ac:chgData name="Mark McGlinchey" userId="6e11bbf3-9dcb-4b8b-b03e-52345dfdf79c" providerId="ADAL" clId="{7FCC384E-6ADA-43C3-A97E-22FE48DE0E44}" dt="2023-01-14T17:39:51.209" v="109" actId="26606"/>
          <ac:graphicFrameMkLst>
            <pc:docMk/>
            <pc:sldMk cId="927631097" sldId="301"/>
            <ac:graphicFrameMk id="5" creationId="{09336ED0-C48E-EF3A-137D-60843F89ED61}"/>
          </ac:graphicFrameMkLst>
        </pc:graphicFrameChg>
      </pc:sldChg>
      <pc:sldChg chg="del delDesignElem">
        <pc:chgData name="Mark McGlinchey" userId="6e11bbf3-9dcb-4b8b-b03e-52345dfdf79c" providerId="ADAL" clId="{7FCC384E-6ADA-43C3-A97E-22FE48DE0E44}" dt="2023-01-14T17:47:02.437" v="161" actId="2696"/>
        <pc:sldMkLst>
          <pc:docMk/>
          <pc:sldMk cId="2990285754" sldId="302"/>
        </pc:sldMkLst>
      </pc:sldChg>
      <pc:sldChg chg="addSp delSp modSp mod">
        <pc:chgData name="Mark McGlinchey" userId="6e11bbf3-9dcb-4b8b-b03e-52345dfdf79c" providerId="ADAL" clId="{7FCC384E-6ADA-43C3-A97E-22FE48DE0E44}" dt="2023-01-14T17:53:36.218" v="430" actId="14233"/>
        <pc:sldMkLst>
          <pc:docMk/>
          <pc:sldMk cId="1744331082" sldId="303"/>
        </pc:sldMkLst>
        <pc:spChg chg="mod">
          <ac:chgData name="Mark McGlinchey" userId="6e11bbf3-9dcb-4b8b-b03e-52345dfdf79c" providerId="ADAL" clId="{7FCC384E-6ADA-43C3-A97E-22FE48DE0E44}" dt="2023-01-14T17:47:34.527" v="204" actId="122"/>
          <ac:spMkLst>
            <pc:docMk/>
            <pc:sldMk cId="1744331082" sldId="303"/>
            <ac:spMk id="2" creationId="{DEEFF349-81A9-4539-BE30-716AD67C9901}"/>
          </ac:spMkLst>
        </pc:spChg>
        <pc:spChg chg="del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0" creationId="{46C2E80F-49A6-4372-B103-219D417A55ED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5" creationId="{A8384FB5-9ADC-4DDC-881B-597D56F5B15D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7" creationId="{91E5A9A7-95C6-4F4F-B00E-C82E07FE62EF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9" creationId="{D07DD2DE-F619-49DD-B5E7-03A290FF4ED1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21" creationId="{85149191-5F60-4A28-AAFF-039F96B0F3EC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23" creationId="{F8260ED5-17F7-4158-B241-D51DD4CF1B7E}"/>
          </ac:spMkLst>
        </pc:spChg>
        <pc:graphicFrameChg chg="mod">
          <ac:chgData name="Mark McGlinchey" userId="6e11bbf3-9dcb-4b8b-b03e-52345dfdf79c" providerId="ADAL" clId="{7FCC384E-6ADA-43C3-A97E-22FE48DE0E44}" dt="2023-01-14T17:53:36.218" v="430" actId="14233"/>
          <ac:graphicFrameMkLst>
            <pc:docMk/>
            <pc:sldMk cId="1744331082" sldId="303"/>
            <ac:graphicFrameMk id="5" creationId="{259B6C83-8F52-494C-A101-9800FC4B927E}"/>
          </ac:graphicFrameMkLst>
        </pc:graphicFrameChg>
      </pc:sldChg>
    </pc:docChg>
  </pc:docChgLst>
  <pc:docChgLst>
    <pc:chgData name="Mark McGlinchey" userId="6e11bbf3-9dcb-4b8b-b03e-52345dfdf79c" providerId="ADAL" clId="{60939A46-6B3C-41B6-8992-6BAECF9D2BD5}"/>
    <pc:docChg chg="undo custSel addSld delSld modSld sldOrd">
      <pc:chgData name="Mark McGlinchey" userId="6e11bbf3-9dcb-4b8b-b03e-52345dfdf79c" providerId="ADAL" clId="{60939A46-6B3C-41B6-8992-6BAECF9D2BD5}" dt="2023-02-08T13:12:50.599" v="575" actId="26606"/>
      <pc:docMkLst>
        <pc:docMk/>
      </pc:docMkLst>
      <pc:sldChg chg="addSp delSp modSp mod setBg">
        <pc:chgData name="Mark McGlinchey" userId="6e11bbf3-9dcb-4b8b-b03e-52345dfdf79c" providerId="ADAL" clId="{60939A46-6B3C-41B6-8992-6BAECF9D2BD5}" dt="2023-02-08T12:58:34.847" v="199" actId="26606"/>
        <pc:sldMkLst>
          <pc:docMk/>
          <pc:sldMk cId="2848883935" sldId="256"/>
        </pc:sldMkLst>
        <pc:spChg chg="mod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2" creationId="{606B168B-CAF8-4205-8A7C-BD366E45467F}"/>
          </ac:spMkLst>
        </pc:spChg>
        <pc:spChg chg="mod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3" creationId="{4ADC2D4C-DB8A-4716-A71D-EFBD3BCCC6F0}"/>
          </ac:spMkLst>
        </pc:spChg>
        <pc:spChg chg="add del">
          <ac:chgData name="Mark McGlinchey" userId="6e11bbf3-9dcb-4b8b-b03e-52345dfdf79c" providerId="ADAL" clId="{60939A46-6B3C-41B6-8992-6BAECF9D2BD5}" dt="2023-02-08T12:57:19.667" v="182" actId="26606"/>
          <ac:spMkLst>
            <pc:docMk/>
            <pc:sldMk cId="2848883935" sldId="256"/>
            <ac:spMk id="10" creationId="{E49CC64F-7275-4E33-961B-0C5CDC439875}"/>
          </ac:spMkLst>
        </pc:spChg>
        <pc:spChg chg="add del">
          <ac:chgData name="Mark McGlinchey" userId="6e11bbf3-9dcb-4b8b-b03e-52345dfdf79c" providerId="ADAL" clId="{60939A46-6B3C-41B6-8992-6BAECF9D2BD5}" dt="2023-02-08T12:57:19.662" v="181" actId="26606"/>
          <ac:spMkLst>
            <pc:docMk/>
            <pc:sldMk cId="2848883935" sldId="256"/>
            <ac:spMk id="1028" creationId="{71B2258F-86CA-4D4D-8270-BC05FCDEBFB3}"/>
          </ac:spMkLst>
        </pc:spChg>
        <pc:spChg chg="add del">
          <ac:chgData name="Mark McGlinchey" userId="6e11bbf3-9dcb-4b8b-b03e-52345dfdf79c" providerId="ADAL" clId="{60939A46-6B3C-41B6-8992-6BAECF9D2BD5}" dt="2023-02-08T12:57:42.784" v="189" actId="26606"/>
          <ac:spMkLst>
            <pc:docMk/>
            <pc:sldMk cId="2848883935" sldId="256"/>
            <ac:spMk id="1030" creationId="{E49CC64F-7275-4E33-961B-0C5CDC439875}"/>
          </ac:spMkLst>
        </pc:spChg>
        <pc:spChg chg="add del">
          <ac:chgData name="Mark McGlinchey" userId="6e11bbf3-9dcb-4b8b-b03e-52345dfdf79c" providerId="ADAL" clId="{60939A46-6B3C-41B6-8992-6BAECF9D2BD5}" dt="2023-02-08T12:57:08.635" v="176" actId="26606"/>
          <ac:spMkLst>
            <pc:docMk/>
            <pc:sldMk cId="2848883935" sldId="256"/>
            <ac:spMk id="1031" creationId="{E49CC64F-7275-4E33-961B-0C5CDC439875}"/>
          </ac:spMkLst>
        </pc:spChg>
        <pc:spChg chg="add del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1035" creationId="{526E0BFB-CDF1-4990-8C11-AC849311E0A8}"/>
          </ac:spMkLst>
        </pc:spChg>
        <pc:spChg chg="add del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1037" creationId="{6069A1F8-9BEB-4786-9694-FC48B2D75D21}"/>
          </ac:spMkLst>
        </pc:spChg>
        <pc:spChg chg="add del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1039" creationId="{AF2F604E-43BE-4DC3-B983-E071523364F8}"/>
          </ac:spMkLst>
        </pc:spChg>
        <pc:spChg chg="add del">
          <ac:chgData name="Mark McGlinchey" userId="6e11bbf3-9dcb-4b8b-b03e-52345dfdf79c" providerId="ADAL" clId="{60939A46-6B3C-41B6-8992-6BAECF9D2BD5}" dt="2023-02-08T12:57:42.781" v="188" actId="26606"/>
          <ac:spMkLst>
            <pc:docMk/>
            <pc:sldMk cId="2848883935" sldId="256"/>
            <ac:spMk id="1041" creationId="{08C9B587-E65E-4B52-B37C-ABEBB6E87928}"/>
          </ac:spMkLst>
        </pc:spChg>
        <pc:spChg chg="add del">
          <ac:chgData name="Mark McGlinchey" userId="6e11bbf3-9dcb-4b8b-b03e-52345dfdf79c" providerId="ADAL" clId="{60939A46-6B3C-41B6-8992-6BAECF9D2BD5}" dt="2023-02-08T12:58:34.847" v="199" actId="26606"/>
          <ac:spMkLst>
            <pc:docMk/>
            <pc:sldMk cId="2848883935" sldId="256"/>
            <ac:spMk id="1043" creationId="{E49CC64F-7275-4E33-961B-0C5CDC439875}"/>
          </ac:spMkLst>
        </pc:spChg>
        <pc:spChg chg="add">
          <ac:chgData name="Mark McGlinchey" userId="6e11bbf3-9dcb-4b8b-b03e-52345dfdf79c" providerId="ADAL" clId="{60939A46-6B3C-41B6-8992-6BAECF9D2BD5}" dt="2023-02-08T12:58:34.847" v="199" actId="26606"/>
          <ac:spMkLst>
            <pc:docMk/>
            <pc:sldMk cId="2848883935" sldId="256"/>
            <ac:spMk id="1048" creationId="{E49CC64F-7275-4E33-961B-0C5CDC439875}"/>
          </ac:spMkLst>
        </pc:spChg>
        <pc:picChg chg="add mod">
          <ac:chgData name="Mark McGlinchey" userId="6e11bbf3-9dcb-4b8b-b03e-52345dfdf79c" providerId="ADAL" clId="{60939A46-6B3C-41B6-8992-6BAECF9D2BD5}" dt="2023-02-08T12:58:34.847" v="199" actId="26606"/>
          <ac:picMkLst>
            <pc:docMk/>
            <pc:sldMk cId="2848883935" sldId="256"/>
            <ac:picMk id="4" creationId="{0734E7DA-6444-DBB3-1304-8A8B52495CFF}"/>
          </ac:picMkLst>
        </pc:picChg>
        <pc:picChg chg="del">
          <ac:chgData name="Mark McGlinchey" userId="6e11bbf3-9dcb-4b8b-b03e-52345dfdf79c" providerId="ADAL" clId="{60939A46-6B3C-41B6-8992-6BAECF9D2BD5}" dt="2023-02-08T12:56:20.411" v="170" actId="478"/>
          <ac:picMkLst>
            <pc:docMk/>
            <pc:sldMk cId="2848883935" sldId="256"/>
            <ac:picMk id="5" creationId="{FAC1D40D-9553-0C9E-B8FC-F6AA97A2C9D6}"/>
          </ac:picMkLst>
        </pc:picChg>
        <pc:picChg chg="add del mod ord">
          <ac:chgData name="Mark McGlinchey" userId="6e11bbf3-9dcb-4b8b-b03e-52345dfdf79c" providerId="ADAL" clId="{60939A46-6B3C-41B6-8992-6BAECF9D2BD5}" dt="2023-02-08T12:57:53.074" v="190" actId="478"/>
          <ac:picMkLst>
            <pc:docMk/>
            <pc:sldMk cId="2848883935" sldId="256"/>
            <ac:picMk id="1026" creationId="{5ECE8B22-5C78-81B1-005B-703244492702}"/>
          </ac:picMkLst>
        </pc:picChg>
      </pc:sldChg>
      <pc:sldChg chg="addSp delSp modSp del mod">
        <pc:chgData name="Mark McGlinchey" userId="6e11bbf3-9dcb-4b8b-b03e-52345dfdf79c" providerId="ADAL" clId="{60939A46-6B3C-41B6-8992-6BAECF9D2BD5}" dt="2023-02-08T13:00:10.761" v="211" actId="2696"/>
        <pc:sldMkLst>
          <pc:docMk/>
          <pc:sldMk cId="4294822799" sldId="257"/>
        </pc:sldMkLst>
        <pc:spChg chg="mod">
          <ac:chgData name="Mark McGlinchey" userId="6e11bbf3-9dcb-4b8b-b03e-52345dfdf79c" providerId="ADAL" clId="{60939A46-6B3C-41B6-8992-6BAECF9D2BD5}" dt="2023-02-08T12:43:01.505" v="11" actId="20577"/>
          <ac:spMkLst>
            <pc:docMk/>
            <pc:sldMk cId="4294822799" sldId="257"/>
            <ac:spMk id="33" creationId="{6C61C00D-FB11-425A-8880-B6165D822821}"/>
          </ac:spMkLst>
        </pc:spChg>
        <pc:picChg chg="add del">
          <ac:chgData name="Mark McGlinchey" userId="6e11bbf3-9dcb-4b8b-b03e-52345dfdf79c" providerId="ADAL" clId="{60939A46-6B3C-41B6-8992-6BAECF9D2BD5}" dt="2023-02-08T12:49:30.968" v="130"/>
          <ac:picMkLst>
            <pc:docMk/>
            <pc:sldMk cId="4294822799" sldId="257"/>
            <ac:picMk id="3" creationId="{4EA0837C-2C52-EF69-70A7-406217F74EF5}"/>
          </ac:picMkLst>
        </pc:picChg>
      </pc:sldChg>
      <pc:sldChg chg="addSp modSp add del mod setBg">
        <pc:chgData name="Mark McGlinchey" userId="6e11bbf3-9dcb-4b8b-b03e-52345dfdf79c" providerId="ADAL" clId="{60939A46-6B3C-41B6-8992-6BAECF9D2BD5}" dt="2023-02-08T12:47:13.754" v="122" actId="2696"/>
        <pc:sldMkLst>
          <pc:docMk/>
          <pc:sldMk cId="3643465118" sldId="262"/>
        </pc:sldMkLst>
        <pc:spChg chg="mod">
          <ac:chgData name="Mark McGlinchey" userId="6e11bbf3-9dcb-4b8b-b03e-52345dfdf79c" providerId="ADAL" clId="{60939A46-6B3C-41B6-8992-6BAECF9D2BD5}" dt="2023-02-08T12:45:59.795" v="53" actId="26606"/>
          <ac:spMkLst>
            <pc:docMk/>
            <pc:sldMk cId="3643465118" sldId="262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45:59.795" v="53" actId="26606"/>
          <ac:spMkLst>
            <pc:docMk/>
            <pc:sldMk cId="3643465118" sldId="262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45:59.795" v="53" actId="26606"/>
          <ac:spMkLst>
            <pc:docMk/>
            <pc:sldMk cId="3643465118" sldId="262"/>
            <ac:spMk id="6" creationId="{2782F415-4827-490D-94EB-8850245FA8C1}"/>
          </ac:spMkLst>
        </pc:spChg>
        <pc:picChg chg="add">
          <ac:chgData name="Mark McGlinchey" userId="6e11bbf3-9dcb-4b8b-b03e-52345dfdf79c" providerId="ADAL" clId="{60939A46-6B3C-41B6-8992-6BAECF9D2BD5}" dt="2023-02-08T12:45:59.795" v="53" actId="26606"/>
          <ac:picMkLst>
            <pc:docMk/>
            <pc:sldMk cId="3643465118" sldId="262"/>
            <ac:picMk id="8" creationId="{EEB1FC2A-CAE7-98BC-36F7-716346471D2A}"/>
          </ac:picMkLst>
        </pc:picChg>
        <pc:cxnChg chg="add">
          <ac:chgData name="Mark McGlinchey" userId="6e11bbf3-9dcb-4b8b-b03e-52345dfdf79c" providerId="ADAL" clId="{60939A46-6B3C-41B6-8992-6BAECF9D2BD5}" dt="2023-02-08T12:45:59.795" v="53" actId="26606"/>
          <ac:cxnSpMkLst>
            <pc:docMk/>
            <pc:sldMk cId="3643465118" sldId="262"/>
            <ac:cxnSpMk id="12" creationId="{A7F400EE-A8A5-48AF-B4D6-291B52C6F0B0}"/>
          </ac:cxnSpMkLst>
        </pc:cxnChg>
      </pc:sldChg>
      <pc:sldChg chg="del">
        <pc:chgData name="Mark McGlinchey" userId="6e11bbf3-9dcb-4b8b-b03e-52345dfdf79c" providerId="ADAL" clId="{60939A46-6B3C-41B6-8992-6BAECF9D2BD5}" dt="2023-02-08T12:51:27.985" v="148" actId="2696"/>
        <pc:sldMkLst>
          <pc:docMk/>
          <pc:sldMk cId="2729629157" sldId="263"/>
        </pc:sldMkLst>
      </pc:sldChg>
      <pc:sldChg chg="del">
        <pc:chgData name="Mark McGlinchey" userId="6e11bbf3-9dcb-4b8b-b03e-52345dfdf79c" providerId="ADAL" clId="{60939A46-6B3C-41B6-8992-6BAECF9D2BD5}" dt="2023-02-08T12:51:47.012" v="151" actId="2696"/>
        <pc:sldMkLst>
          <pc:docMk/>
          <pc:sldMk cId="2364256882" sldId="264"/>
        </pc:sldMkLst>
      </pc:sldChg>
      <pc:sldChg chg="del">
        <pc:chgData name="Mark McGlinchey" userId="6e11bbf3-9dcb-4b8b-b03e-52345dfdf79c" providerId="ADAL" clId="{60939A46-6B3C-41B6-8992-6BAECF9D2BD5}" dt="2023-02-08T12:51:47.012" v="151" actId="2696"/>
        <pc:sldMkLst>
          <pc:docMk/>
          <pc:sldMk cId="3839395886" sldId="265"/>
        </pc:sldMkLst>
      </pc:sldChg>
      <pc:sldChg chg="del">
        <pc:chgData name="Mark McGlinchey" userId="6e11bbf3-9dcb-4b8b-b03e-52345dfdf79c" providerId="ADAL" clId="{60939A46-6B3C-41B6-8992-6BAECF9D2BD5}" dt="2023-02-08T12:51:47.012" v="151" actId="2696"/>
        <pc:sldMkLst>
          <pc:docMk/>
          <pc:sldMk cId="3898284161" sldId="267"/>
        </pc:sldMkLst>
      </pc:sldChg>
      <pc:sldChg chg="addSp modSp add del mod setBg">
        <pc:chgData name="Mark McGlinchey" userId="6e11bbf3-9dcb-4b8b-b03e-52345dfdf79c" providerId="ADAL" clId="{60939A46-6B3C-41B6-8992-6BAECF9D2BD5}" dt="2023-02-08T13:10:07.934" v="546" actId="14100"/>
        <pc:sldMkLst>
          <pc:docMk/>
          <pc:sldMk cId="924118483" sldId="273"/>
        </pc:sldMkLst>
        <pc:spChg chg="mo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4" creationId="{EC17DEB5-EC90-4FE2-8646-F287BE6EA601}"/>
          </ac:spMkLst>
        </pc:spChg>
        <pc:spChg chg="mod">
          <ac:chgData name="Mark McGlinchey" userId="6e11bbf3-9dcb-4b8b-b03e-52345dfdf79c" providerId="ADAL" clId="{60939A46-6B3C-41B6-8992-6BAECF9D2BD5}" dt="2023-02-08T13:10:07.934" v="546" actId="14100"/>
          <ac:spMkLst>
            <pc:docMk/>
            <pc:sldMk cId="924118483" sldId="273"/>
            <ac:spMk id="5" creationId="{6CFEBC38-2750-430F-8AA0-91B18563A7B6}"/>
          </ac:spMkLst>
        </pc:spChg>
        <pc:spChg chg="mo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6" creationId="{E35FF012-BB17-44E4-AB8D-AAA447C61E84}"/>
          </ac:spMkLst>
        </pc:spChg>
        <pc:spChg chg="ad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11" creationId="{1B15ED52-F352-441B-82BF-E0EA34836D08}"/>
          </ac:spMkLst>
        </pc:spChg>
        <pc:spChg chg="ad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13" creationId="{3B2E3793-BFE6-45A2-9B7B-E18844431C99}"/>
          </ac:spMkLst>
        </pc:spChg>
        <pc:spChg chg="ad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15" creationId="{BC4C4868-CB8F-4AF9-9CDB-8108F2C19B67}"/>
          </ac:spMkLst>
        </pc:spChg>
        <pc:spChg chg="ad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17" creationId="{375E0459-6403-40CD-989D-56A4407CA12E}"/>
          </ac:spMkLst>
        </pc:spChg>
        <pc:spChg chg="add">
          <ac:chgData name="Mark McGlinchey" userId="6e11bbf3-9dcb-4b8b-b03e-52345dfdf79c" providerId="ADAL" clId="{60939A46-6B3C-41B6-8992-6BAECF9D2BD5}" dt="2023-02-08T12:51:58.699" v="153" actId="26606"/>
          <ac:spMkLst>
            <pc:docMk/>
            <pc:sldMk cId="924118483" sldId="273"/>
            <ac:spMk id="19" creationId="{53E5B1A8-3AC9-4BD1-9BBC-78CA94F2D1BA}"/>
          </ac:spMkLst>
        </pc:spChg>
      </pc:sldChg>
      <pc:sldChg chg="del">
        <pc:chgData name="Mark McGlinchey" userId="6e11bbf3-9dcb-4b8b-b03e-52345dfdf79c" providerId="ADAL" clId="{60939A46-6B3C-41B6-8992-6BAECF9D2BD5}" dt="2023-02-08T12:51:52.101" v="152" actId="2696"/>
        <pc:sldMkLst>
          <pc:docMk/>
          <pc:sldMk cId="3457202264" sldId="286"/>
        </pc:sldMkLst>
      </pc:sldChg>
      <pc:sldChg chg="del">
        <pc:chgData name="Mark McGlinchey" userId="6e11bbf3-9dcb-4b8b-b03e-52345dfdf79c" providerId="ADAL" clId="{60939A46-6B3C-41B6-8992-6BAECF9D2BD5}" dt="2023-02-08T12:51:47.012" v="151" actId="2696"/>
        <pc:sldMkLst>
          <pc:docMk/>
          <pc:sldMk cId="1029644306" sldId="287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1116180256" sldId="288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3537871976" sldId="289"/>
        </pc:sldMkLst>
      </pc:sldChg>
      <pc:sldChg chg="del">
        <pc:chgData name="Mark McGlinchey" userId="6e11bbf3-9dcb-4b8b-b03e-52345dfdf79c" providerId="ADAL" clId="{60939A46-6B3C-41B6-8992-6BAECF9D2BD5}" dt="2023-02-08T12:51:33.376" v="149" actId="2696"/>
        <pc:sldMkLst>
          <pc:docMk/>
          <pc:sldMk cId="657226337" sldId="291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3039590940" sldId="292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4284428868" sldId="293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4210164021" sldId="294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2381968814" sldId="295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1288903496" sldId="296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3390042330" sldId="298"/>
        </pc:sldMkLst>
      </pc:sldChg>
      <pc:sldChg chg="del">
        <pc:chgData name="Mark McGlinchey" userId="6e11bbf3-9dcb-4b8b-b03e-52345dfdf79c" providerId="ADAL" clId="{60939A46-6B3C-41B6-8992-6BAECF9D2BD5}" dt="2023-02-08T12:51:33.376" v="149" actId="2696"/>
        <pc:sldMkLst>
          <pc:docMk/>
          <pc:sldMk cId="447069789" sldId="299"/>
        </pc:sldMkLst>
      </pc:sldChg>
      <pc:sldChg chg="del">
        <pc:chgData name="Mark McGlinchey" userId="6e11bbf3-9dcb-4b8b-b03e-52345dfdf79c" providerId="ADAL" clId="{60939A46-6B3C-41B6-8992-6BAECF9D2BD5}" dt="2023-02-08T12:51:33.376" v="149" actId="2696"/>
        <pc:sldMkLst>
          <pc:docMk/>
          <pc:sldMk cId="927631097" sldId="301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1744331082" sldId="303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1064012873" sldId="304"/>
        </pc:sldMkLst>
      </pc:sldChg>
      <pc:sldChg chg="del">
        <pc:chgData name="Mark McGlinchey" userId="6e11bbf3-9dcb-4b8b-b03e-52345dfdf79c" providerId="ADAL" clId="{60939A46-6B3C-41B6-8992-6BAECF9D2BD5}" dt="2023-02-08T12:51:33.376" v="149" actId="2696"/>
        <pc:sldMkLst>
          <pc:docMk/>
          <pc:sldMk cId="925879507" sldId="306"/>
        </pc:sldMkLst>
      </pc:sldChg>
      <pc:sldChg chg="addSp delSp modSp mod ord">
        <pc:chgData name="Mark McGlinchey" userId="6e11bbf3-9dcb-4b8b-b03e-52345dfdf79c" providerId="ADAL" clId="{60939A46-6B3C-41B6-8992-6BAECF9D2BD5}" dt="2023-02-08T13:06:27.098" v="468" actId="1076"/>
        <pc:sldMkLst>
          <pc:docMk/>
          <pc:sldMk cId="3358918850" sldId="307"/>
        </pc:sldMkLst>
        <pc:spChg chg="mod">
          <ac:chgData name="Mark McGlinchey" userId="6e11bbf3-9dcb-4b8b-b03e-52345dfdf79c" providerId="ADAL" clId="{60939A46-6B3C-41B6-8992-6BAECF9D2BD5}" dt="2023-02-08T13:06:07.739" v="460" actId="1076"/>
          <ac:spMkLst>
            <pc:docMk/>
            <pc:sldMk cId="3358918850" sldId="307"/>
            <ac:spMk id="2" creationId="{DEEFF349-81A9-4539-BE30-716AD67C9901}"/>
          </ac:spMkLst>
        </pc:spChg>
        <pc:spChg chg="add mod">
          <ac:chgData name="Mark McGlinchey" userId="6e11bbf3-9dcb-4b8b-b03e-52345dfdf79c" providerId="ADAL" clId="{60939A46-6B3C-41B6-8992-6BAECF9D2BD5}" dt="2023-02-08T13:06:27.098" v="468" actId="1076"/>
          <ac:spMkLst>
            <pc:docMk/>
            <pc:sldMk cId="3358918850" sldId="307"/>
            <ac:spMk id="4" creationId="{687D7133-9D9C-6B8A-65A9-E23D30CF32F7}"/>
          </ac:spMkLst>
        </pc:spChg>
        <pc:spChg chg="add del">
          <ac:chgData name="Mark McGlinchey" userId="6e11bbf3-9dcb-4b8b-b03e-52345dfdf79c" providerId="ADAL" clId="{60939A46-6B3C-41B6-8992-6BAECF9D2BD5}" dt="2023-02-08T13:06:20.629" v="463" actId="478"/>
          <ac:spMkLst>
            <pc:docMk/>
            <pc:sldMk cId="3358918850" sldId="307"/>
            <ac:spMk id="7" creationId="{080F7A7A-7732-5189-CAD8-3B97E8E82025}"/>
          </ac:spMkLst>
        </pc:spChg>
        <pc:graphicFrameChg chg="del">
          <ac:chgData name="Mark McGlinchey" userId="6e11bbf3-9dcb-4b8b-b03e-52345dfdf79c" providerId="ADAL" clId="{60939A46-6B3C-41B6-8992-6BAECF9D2BD5}" dt="2023-02-08T13:06:16.078" v="461" actId="478"/>
          <ac:graphicFrameMkLst>
            <pc:docMk/>
            <pc:sldMk cId="3358918850" sldId="307"/>
            <ac:graphicFrameMk id="5" creationId="{259B6C83-8F52-494C-A101-9800FC4B927E}"/>
          </ac:graphicFrameMkLst>
        </pc:graphicFrameChg>
      </pc:sldChg>
      <pc:sldChg chg="del">
        <pc:chgData name="Mark McGlinchey" userId="6e11bbf3-9dcb-4b8b-b03e-52345dfdf79c" providerId="ADAL" clId="{60939A46-6B3C-41B6-8992-6BAECF9D2BD5}" dt="2023-02-08T12:51:47.012" v="151" actId="2696"/>
        <pc:sldMkLst>
          <pc:docMk/>
          <pc:sldMk cId="4274713730" sldId="308"/>
        </pc:sldMkLst>
      </pc:sldChg>
      <pc:sldChg chg="del">
        <pc:chgData name="Mark McGlinchey" userId="6e11bbf3-9dcb-4b8b-b03e-52345dfdf79c" providerId="ADAL" clId="{60939A46-6B3C-41B6-8992-6BAECF9D2BD5}" dt="2023-02-08T12:51:41.894" v="150" actId="2696"/>
        <pc:sldMkLst>
          <pc:docMk/>
          <pc:sldMk cId="3361390299" sldId="309"/>
        </pc:sldMkLst>
      </pc:sldChg>
      <pc:sldChg chg="del">
        <pc:chgData name="Mark McGlinchey" userId="6e11bbf3-9dcb-4b8b-b03e-52345dfdf79c" providerId="ADAL" clId="{60939A46-6B3C-41B6-8992-6BAECF9D2BD5}" dt="2023-02-08T12:51:27.985" v="148" actId="2696"/>
        <pc:sldMkLst>
          <pc:docMk/>
          <pc:sldMk cId="570805025" sldId="310"/>
        </pc:sldMkLst>
      </pc:sldChg>
      <pc:sldChg chg="add del">
        <pc:chgData name="Mark McGlinchey" userId="6e11bbf3-9dcb-4b8b-b03e-52345dfdf79c" providerId="ADAL" clId="{60939A46-6B3C-41B6-8992-6BAECF9D2BD5}" dt="2023-02-08T12:47:45.795" v="123" actId="2696"/>
        <pc:sldMkLst>
          <pc:docMk/>
          <pc:sldMk cId="2341866572" sldId="339"/>
        </pc:sldMkLst>
      </pc:sldChg>
      <pc:sldChg chg="addSp delSp modSp add del mod setBg">
        <pc:chgData name="Mark McGlinchey" userId="6e11bbf3-9dcb-4b8b-b03e-52345dfdf79c" providerId="ADAL" clId="{60939A46-6B3C-41B6-8992-6BAECF9D2BD5}" dt="2023-02-08T13:12:40.367" v="573" actId="1076"/>
        <pc:sldMkLst>
          <pc:docMk/>
          <pc:sldMk cId="3269301239" sldId="340"/>
        </pc:sldMkLst>
        <pc:spChg chg="add del">
          <ac:chgData name="Mark McGlinchey" userId="6e11bbf3-9dcb-4b8b-b03e-52345dfdf79c" providerId="ADAL" clId="{60939A46-6B3C-41B6-8992-6BAECF9D2BD5}" dt="2023-02-08T13:11:24.290" v="550"/>
          <ac:spMkLst>
            <pc:docMk/>
            <pc:sldMk cId="3269301239" sldId="340"/>
            <ac:spMk id="2" creationId="{16A44E19-EA91-8431-E3AB-7F45B73A9D54}"/>
          </ac:spMkLst>
        </pc:spChg>
        <pc:spChg chg="mod ord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6" creationId="{2782F415-4827-490D-94EB-8850245FA8C1}"/>
          </ac:spMkLst>
        </pc:spChg>
        <pc:spChg chg="add del">
          <ac:chgData name="Mark McGlinchey" userId="6e11bbf3-9dcb-4b8b-b03e-52345dfdf79c" providerId="ADAL" clId="{60939A46-6B3C-41B6-8992-6BAECF9D2BD5}" dt="2023-02-08T13:11:44.374" v="555" actId="26606"/>
          <ac:spMkLst>
            <pc:docMk/>
            <pc:sldMk cId="3269301239" sldId="340"/>
            <ac:spMk id="17" creationId="{23E547B5-89CF-4EC0-96DE-25771AED0799}"/>
          </ac:spMkLst>
        </pc:spChg>
        <pc:spChg chg="add del">
          <ac:chgData name="Mark McGlinchey" userId="6e11bbf3-9dcb-4b8b-b03e-52345dfdf79c" providerId="ADAL" clId="{60939A46-6B3C-41B6-8992-6BAECF9D2BD5}" dt="2023-02-08T13:11:44.374" v="555" actId="26606"/>
          <ac:spMkLst>
            <pc:docMk/>
            <pc:sldMk cId="3269301239" sldId="340"/>
            <ac:spMk id="19" creationId="{3F0B8CEB-8279-4E5E-A0CE-1FC9F71736F2}"/>
          </ac:spMkLst>
        </pc:spChg>
        <pc:spChg chg="add del">
          <ac:chgData name="Mark McGlinchey" userId="6e11bbf3-9dcb-4b8b-b03e-52345dfdf79c" providerId="ADAL" clId="{60939A46-6B3C-41B6-8992-6BAECF9D2BD5}" dt="2023-02-08T13:12:07.042" v="559" actId="26606"/>
          <ac:spMkLst>
            <pc:docMk/>
            <pc:sldMk cId="3269301239" sldId="340"/>
            <ac:spMk id="21" creationId="{F13C74B1-5B17-4795-BED0-7140497B445A}"/>
          </ac:spMkLst>
        </pc:spChg>
        <pc:spChg chg="add del">
          <ac:chgData name="Mark McGlinchey" userId="6e11bbf3-9dcb-4b8b-b03e-52345dfdf79c" providerId="ADAL" clId="{60939A46-6B3C-41B6-8992-6BAECF9D2BD5}" dt="2023-02-08T13:12:07.042" v="559" actId="26606"/>
          <ac:spMkLst>
            <pc:docMk/>
            <pc:sldMk cId="3269301239" sldId="340"/>
            <ac:spMk id="22" creationId="{D4974D33-8DC5-464E-8C6D-BE58F0669C17}"/>
          </ac:spMkLst>
        </pc:spChg>
        <pc:spChg chg="add del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27" creationId="{73C994B4-9721-4148-9EEC-6793CECDE8DD}"/>
          </ac:spMkLst>
        </pc:spChg>
        <pc:spChg chg="add del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29" creationId="{F9D95E49-763A-4886-B038-82F734740554}"/>
          </ac:spMkLst>
        </pc:spChg>
        <pc:spChg chg="add del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31" creationId="{C953B5EC-5C47-4521-BBC8-B7BBB38160CC}"/>
          </ac:spMkLst>
        </pc:spChg>
        <pc:spChg chg="add del">
          <ac:chgData name="Mark McGlinchey" userId="6e11bbf3-9dcb-4b8b-b03e-52345dfdf79c" providerId="ADAL" clId="{60939A46-6B3C-41B6-8992-6BAECF9D2BD5}" dt="2023-02-08T13:12:24.154" v="570" actId="26606"/>
          <ac:spMkLst>
            <pc:docMk/>
            <pc:sldMk cId="3269301239" sldId="340"/>
            <ac:spMk id="33" creationId="{6D95061B-ADFC-4592-8BB1-0D542F6F6436}"/>
          </ac:spMkLst>
        </pc:spChg>
        <pc:spChg chg="add del">
          <ac:chgData name="Mark McGlinchey" userId="6e11bbf3-9dcb-4b8b-b03e-52345dfdf79c" providerId="ADAL" clId="{60939A46-6B3C-41B6-8992-6BAECF9D2BD5}" dt="2023-02-08T13:12:18.833" v="561" actId="26606"/>
          <ac:spMkLst>
            <pc:docMk/>
            <pc:sldMk cId="3269301239" sldId="340"/>
            <ac:spMk id="42" creationId="{12609869-9E80-471B-A487-A53288E0E791}"/>
          </ac:spMkLst>
        </pc:spChg>
        <pc:spChg chg="add del">
          <ac:chgData name="Mark McGlinchey" userId="6e11bbf3-9dcb-4b8b-b03e-52345dfdf79c" providerId="ADAL" clId="{60939A46-6B3C-41B6-8992-6BAECF9D2BD5}" dt="2023-02-08T13:12:18.833" v="561" actId="26606"/>
          <ac:spMkLst>
            <pc:docMk/>
            <pc:sldMk cId="3269301239" sldId="340"/>
            <ac:spMk id="44" creationId="{7004738A-9D34-43E8-97D2-CA0EED4F8BE0}"/>
          </ac:spMkLst>
        </pc:spChg>
        <pc:spChg chg="add del">
          <ac:chgData name="Mark McGlinchey" userId="6e11bbf3-9dcb-4b8b-b03e-52345dfdf79c" providerId="ADAL" clId="{60939A46-6B3C-41B6-8992-6BAECF9D2BD5}" dt="2023-02-08T13:12:18.833" v="561" actId="26606"/>
          <ac:spMkLst>
            <pc:docMk/>
            <pc:sldMk cId="3269301239" sldId="340"/>
            <ac:spMk id="46" creationId="{B8B8D07F-F13E-443E-BA68-2D26672D76B9}"/>
          </ac:spMkLst>
        </pc:spChg>
        <pc:spChg chg="add del">
          <ac:chgData name="Mark McGlinchey" userId="6e11bbf3-9dcb-4b8b-b03e-52345dfdf79c" providerId="ADAL" clId="{60939A46-6B3C-41B6-8992-6BAECF9D2BD5}" dt="2023-02-08T13:12:18.833" v="561" actId="26606"/>
          <ac:spMkLst>
            <pc:docMk/>
            <pc:sldMk cId="3269301239" sldId="340"/>
            <ac:spMk id="48" creationId="{2813A4FA-24A5-41ED-A534-3807D1B2F344}"/>
          </ac:spMkLst>
        </pc:spChg>
        <pc:spChg chg="add del">
          <ac:chgData name="Mark McGlinchey" userId="6e11bbf3-9dcb-4b8b-b03e-52345dfdf79c" providerId="ADAL" clId="{60939A46-6B3C-41B6-8992-6BAECF9D2BD5}" dt="2023-02-08T13:12:18.833" v="561" actId="26606"/>
          <ac:spMkLst>
            <pc:docMk/>
            <pc:sldMk cId="3269301239" sldId="340"/>
            <ac:spMk id="50" creationId="{C3944F27-CA70-4E84-A51A-E6BF89558979}"/>
          </ac:spMkLst>
        </pc:spChg>
        <pc:spChg chg="add del">
          <ac:chgData name="Mark McGlinchey" userId="6e11bbf3-9dcb-4b8b-b03e-52345dfdf79c" providerId="ADAL" clId="{60939A46-6B3C-41B6-8992-6BAECF9D2BD5}" dt="2023-02-08T13:12:20.569" v="563" actId="26606"/>
          <ac:spMkLst>
            <pc:docMk/>
            <pc:sldMk cId="3269301239" sldId="340"/>
            <ac:spMk id="52" creationId="{04812C46-200A-4DEB-A05E-3ED6C68C2387}"/>
          </ac:spMkLst>
        </pc:spChg>
        <pc:spChg chg="add del">
          <ac:chgData name="Mark McGlinchey" userId="6e11bbf3-9dcb-4b8b-b03e-52345dfdf79c" providerId="ADAL" clId="{60939A46-6B3C-41B6-8992-6BAECF9D2BD5}" dt="2023-02-08T13:12:20.569" v="563" actId="26606"/>
          <ac:spMkLst>
            <pc:docMk/>
            <pc:sldMk cId="3269301239" sldId="340"/>
            <ac:spMk id="53" creationId="{D1EA859B-E555-4109-94F3-6700E046E008}"/>
          </ac:spMkLst>
        </pc:spChg>
        <pc:spChg chg="add del">
          <ac:chgData name="Mark McGlinchey" userId="6e11bbf3-9dcb-4b8b-b03e-52345dfdf79c" providerId="ADAL" clId="{60939A46-6B3C-41B6-8992-6BAECF9D2BD5}" dt="2023-02-08T13:12:21.883" v="565" actId="26606"/>
          <ac:spMkLst>
            <pc:docMk/>
            <pc:sldMk cId="3269301239" sldId="340"/>
            <ac:spMk id="55" creationId="{0E3596DD-156A-473E-9BB3-C6A29F7574E9}"/>
          </ac:spMkLst>
        </pc:spChg>
        <pc:spChg chg="add del">
          <ac:chgData name="Mark McGlinchey" userId="6e11bbf3-9dcb-4b8b-b03e-52345dfdf79c" providerId="ADAL" clId="{60939A46-6B3C-41B6-8992-6BAECF9D2BD5}" dt="2023-02-08T13:12:21.883" v="565" actId="26606"/>
          <ac:spMkLst>
            <pc:docMk/>
            <pc:sldMk cId="3269301239" sldId="340"/>
            <ac:spMk id="56" creationId="{2C46C4D6-C474-4E92-B52E-944C1118F7B6}"/>
          </ac:spMkLst>
        </pc:spChg>
        <pc:spChg chg="add del">
          <ac:chgData name="Mark McGlinchey" userId="6e11bbf3-9dcb-4b8b-b03e-52345dfdf79c" providerId="ADAL" clId="{60939A46-6B3C-41B6-8992-6BAECF9D2BD5}" dt="2023-02-08T13:12:23.193" v="567" actId="26606"/>
          <ac:spMkLst>
            <pc:docMk/>
            <pc:sldMk cId="3269301239" sldId="340"/>
            <ac:spMk id="58" creationId="{73C994B4-9721-4148-9EEC-6793CECDE8DD}"/>
          </ac:spMkLst>
        </pc:spChg>
        <pc:spChg chg="add del">
          <ac:chgData name="Mark McGlinchey" userId="6e11bbf3-9dcb-4b8b-b03e-52345dfdf79c" providerId="ADAL" clId="{60939A46-6B3C-41B6-8992-6BAECF9D2BD5}" dt="2023-02-08T13:12:23.193" v="567" actId="26606"/>
          <ac:spMkLst>
            <pc:docMk/>
            <pc:sldMk cId="3269301239" sldId="340"/>
            <ac:spMk id="59" creationId="{F9D95E49-763A-4886-B038-82F734740554}"/>
          </ac:spMkLst>
        </pc:spChg>
        <pc:spChg chg="add del">
          <ac:chgData name="Mark McGlinchey" userId="6e11bbf3-9dcb-4b8b-b03e-52345dfdf79c" providerId="ADAL" clId="{60939A46-6B3C-41B6-8992-6BAECF9D2BD5}" dt="2023-02-08T13:12:23.193" v="567" actId="26606"/>
          <ac:spMkLst>
            <pc:docMk/>
            <pc:sldMk cId="3269301239" sldId="340"/>
            <ac:spMk id="60" creationId="{6B3A6FBD-2A4A-44EB-93D6-CC5E6085BEF0}"/>
          </ac:spMkLst>
        </pc:spChg>
        <pc:spChg chg="add del">
          <ac:chgData name="Mark McGlinchey" userId="6e11bbf3-9dcb-4b8b-b03e-52345dfdf79c" providerId="ADAL" clId="{60939A46-6B3C-41B6-8992-6BAECF9D2BD5}" dt="2023-02-08T13:12:23.193" v="567" actId="26606"/>
          <ac:spMkLst>
            <pc:docMk/>
            <pc:sldMk cId="3269301239" sldId="340"/>
            <ac:spMk id="61" creationId="{79712DE8-94E0-4F45-81D9-37AF7A32F4D6}"/>
          </ac:spMkLst>
        </pc:spChg>
        <pc:spChg chg="add del">
          <ac:chgData name="Mark McGlinchey" userId="6e11bbf3-9dcb-4b8b-b03e-52345dfdf79c" providerId="ADAL" clId="{60939A46-6B3C-41B6-8992-6BAECF9D2BD5}" dt="2023-02-08T13:12:24.143" v="569" actId="26606"/>
          <ac:spMkLst>
            <pc:docMk/>
            <pc:sldMk cId="3269301239" sldId="340"/>
            <ac:spMk id="65" creationId="{73C994B4-9721-4148-9EEC-6793CECDE8DD}"/>
          </ac:spMkLst>
        </pc:spChg>
        <pc:spChg chg="add del">
          <ac:chgData name="Mark McGlinchey" userId="6e11bbf3-9dcb-4b8b-b03e-52345dfdf79c" providerId="ADAL" clId="{60939A46-6B3C-41B6-8992-6BAECF9D2BD5}" dt="2023-02-08T13:12:24.143" v="569" actId="26606"/>
          <ac:spMkLst>
            <pc:docMk/>
            <pc:sldMk cId="3269301239" sldId="340"/>
            <ac:spMk id="66" creationId="{F9D95E49-763A-4886-B038-82F734740554}"/>
          </ac:spMkLst>
        </pc:spChg>
        <pc:spChg chg="add del">
          <ac:chgData name="Mark McGlinchey" userId="6e11bbf3-9dcb-4b8b-b03e-52345dfdf79c" providerId="ADAL" clId="{60939A46-6B3C-41B6-8992-6BAECF9D2BD5}" dt="2023-02-08T13:12:24.143" v="569" actId="26606"/>
          <ac:spMkLst>
            <pc:docMk/>
            <pc:sldMk cId="3269301239" sldId="340"/>
            <ac:spMk id="67" creationId="{553093A2-BEA9-4055-96AA-C5DA22C2E986}"/>
          </ac:spMkLst>
        </pc:spChg>
        <pc:spChg chg="add del">
          <ac:chgData name="Mark McGlinchey" userId="6e11bbf3-9dcb-4b8b-b03e-52345dfdf79c" providerId="ADAL" clId="{60939A46-6B3C-41B6-8992-6BAECF9D2BD5}" dt="2023-02-08T13:12:24.143" v="569" actId="26606"/>
          <ac:spMkLst>
            <pc:docMk/>
            <pc:sldMk cId="3269301239" sldId="340"/>
            <ac:spMk id="68" creationId="{0888C27D-5B01-459C-AD27-511C9689F4F3}"/>
          </ac:spMkLst>
        </pc:spChg>
        <pc:spChg chg="add del">
          <ac:chgData name="Mark McGlinchey" userId="6e11bbf3-9dcb-4b8b-b03e-52345dfdf79c" providerId="ADAL" clId="{60939A46-6B3C-41B6-8992-6BAECF9D2BD5}" dt="2023-02-08T13:12:30.754" v="571" actId="26606"/>
          <ac:spMkLst>
            <pc:docMk/>
            <pc:sldMk cId="3269301239" sldId="340"/>
            <ac:spMk id="72" creationId="{0E3596DD-156A-473E-9BB3-C6A29F7574E9}"/>
          </ac:spMkLst>
        </pc:spChg>
        <pc:spChg chg="add del">
          <ac:chgData name="Mark McGlinchey" userId="6e11bbf3-9dcb-4b8b-b03e-52345dfdf79c" providerId="ADAL" clId="{60939A46-6B3C-41B6-8992-6BAECF9D2BD5}" dt="2023-02-08T13:12:30.754" v="571" actId="26606"/>
          <ac:spMkLst>
            <pc:docMk/>
            <pc:sldMk cId="3269301239" sldId="340"/>
            <ac:spMk id="73" creationId="{2C46C4D6-C474-4E92-B52E-944C1118F7B6}"/>
          </ac:spMkLst>
        </pc:spChg>
        <pc:spChg chg="add">
          <ac:chgData name="Mark McGlinchey" userId="6e11bbf3-9dcb-4b8b-b03e-52345dfdf79c" providerId="ADAL" clId="{60939A46-6B3C-41B6-8992-6BAECF9D2BD5}" dt="2023-02-08T13:12:30.754" v="571" actId="26606"/>
          <ac:spMkLst>
            <pc:docMk/>
            <pc:sldMk cId="3269301239" sldId="340"/>
            <ac:spMk id="78" creationId="{0E3596DD-156A-473E-9BB3-C6A29F7574E9}"/>
          </ac:spMkLst>
        </pc:spChg>
        <pc:spChg chg="add">
          <ac:chgData name="Mark McGlinchey" userId="6e11bbf3-9dcb-4b8b-b03e-52345dfdf79c" providerId="ADAL" clId="{60939A46-6B3C-41B6-8992-6BAECF9D2BD5}" dt="2023-02-08T13:12:30.754" v="571" actId="26606"/>
          <ac:spMkLst>
            <pc:docMk/>
            <pc:sldMk cId="3269301239" sldId="340"/>
            <ac:spMk id="80" creationId="{2C46C4D6-C474-4E92-B52E-944C1118F7B6}"/>
          </ac:spMkLst>
        </pc:spChg>
        <pc:picChg chg="add mod ord">
          <ac:chgData name="Mark McGlinchey" userId="6e11bbf3-9dcb-4b8b-b03e-52345dfdf79c" providerId="ADAL" clId="{60939A46-6B3C-41B6-8992-6BAECF9D2BD5}" dt="2023-02-08T13:12:40.367" v="573" actId="1076"/>
          <ac:picMkLst>
            <pc:docMk/>
            <pc:sldMk cId="3269301239" sldId="340"/>
            <ac:picMk id="3" creationId="{676F253E-CF27-1D95-61ED-955F64D5AD8D}"/>
          </ac:picMkLst>
        </pc:picChg>
        <pc:picChg chg="del mod">
          <ac:chgData name="Mark McGlinchey" userId="6e11bbf3-9dcb-4b8b-b03e-52345dfdf79c" providerId="ADAL" clId="{60939A46-6B3C-41B6-8992-6BAECF9D2BD5}" dt="2023-02-08T13:10:44.749" v="548" actId="478"/>
          <ac:picMkLst>
            <pc:docMk/>
            <pc:sldMk cId="3269301239" sldId="340"/>
            <ac:picMk id="7" creationId="{7804684F-8562-5D45-8CCA-104C695BB62F}"/>
          </ac:picMkLst>
        </pc:picChg>
        <pc:cxnChg chg="add del">
          <ac:chgData name="Mark McGlinchey" userId="6e11bbf3-9dcb-4b8b-b03e-52345dfdf79c" providerId="ADAL" clId="{60939A46-6B3C-41B6-8992-6BAECF9D2BD5}" dt="2023-02-08T13:11:44.383" v="556" actId="26606"/>
          <ac:cxnSpMkLst>
            <pc:docMk/>
            <pc:sldMk cId="3269301239" sldId="340"/>
            <ac:cxnSpMk id="12" creationId="{A7F400EE-A8A5-48AF-B4D6-291B52C6F0B0}"/>
          </ac:cxnSpMkLst>
        </pc:cxnChg>
        <pc:cxnChg chg="add del">
          <ac:chgData name="Mark McGlinchey" userId="6e11bbf3-9dcb-4b8b-b03e-52345dfdf79c" providerId="ADAL" clId="{60939A46-6B3C-41B6-8992-6BAECF9D2BD5}" dt="2023-02-08T13:12:24.154" v="570" actId="26606"/>
          <ac:cxnSpMkLst>
            <pc:docMk/>
            <pc:sldMk cId="3269301239" sldId="340"/>
            <ac:cxnSpMk id="35" creationId="{F085D7B9-E066-4923-8CB7-294BF306296A}"/>
          </ac:cxnSpMkLst>
        </pc:cxnChg>
        <pc:cxnChg chg="add del">
          <ac:chgData name="Mark McGlinchey" userId="6e11bbf3-9dcb-4b8b-b03e-52345dfdf79c" providerId="ADAL" clId="{60939A46-6B3C-41B6-8992-6BAECF9D2BD5}" dt="2023-02-08T13:12:24.154" v="570" actId="26606"/>
          <ac:cxnSpMkLst>
            <pc:docMk/>
            <pc:sldMk cId="3269301239" sldId="340"/>
            <ac:cxnSpMk id="37" creationId="{92F195F1-4D59-4482-B01A-ECBC35CC8423}"/>
          </ac:cxnSpMkLst>
        </pc:cxnChg>
        <pc:cxnChg chg="add del">
          <ac:chgData name="Mark McGlinchey" userId="6e11bbf3-9dcb-4b8b-b03e-52345dfdf79c" providerId="ADAL" clId="{60939A46-6B3C-41B6-8992-6BAECF9D2BD5}" dt="2023-02-08T13:12:23.193" v="567" actId="26606"/>
          <ac:cxnSpMkLst>
            <pc:docMk/>
            <pc:sldMk cId="3269301239" sldId="340"/>
            <ac:cxnSpMk id="62" creationId="{BA0504EE-683F-4FE2-A169-83C71FAA35CB}"/>
          </ac:cxnSpMkLst>
        </pc:cxnChg>
        <pc:cxnChg chg="add del">
          <ac:chgData name="Mark McGlinchey" userId="6e11bbf3-9dcb-4b8b-b03e-52345dfdf79c" providerId="ADAL" clId="{60939A46-6B3C-41B6-8992-6BAECF9D2BD5}" dt="2023-02-08T13:12:23.193" v="567" actId="26606"/>
          <ac:cxnSpMkLst>
            <pc:docMk/>
            <pc:sldMk cId="3269301239" sldId="340"/>
            <ac:cxnSpMk id="63" creationId="{80A61CFF-0E76-478B-B02B-73692D891E7C}"/>
          </ac:cxnSpMkLst>
        </pc:cxnChg>
        <pc:cxnChg chg="add del">
          <ac:chgData name="Mark McGlinchey" userId="6e11bbf3-9dcb-4b8b-b03e-52345dfdf79c" providerId="ADAL" clId="{60939A46-6B3C-41B6-8992-6BAECF9D2BD5}" dt="2023-02-08T13:12:24.143" v="569" actId="26606"/>
          <ac:cxnSpMkLst>
            <pc:docMk/>
            <pc:sldMk cId="3269301239" sldId="340"/>
            <ac:cxnSpMk id="69" creationId="{F085D7B9-E066-4923-8CB7-294BF306296A}"/>
          </ac:cxnSpMkLst>
        </pc:cxnChg>
        <pc:cxnChg chg="add del">
          <ac:chgData name="Mark McGlinchey" userId="6e11bbf3-9dcb-4b8b-b03e-52345dfdf79c" providerId="ADAL" clId="{60939A46-6B3C-41B6-8992-6BAECF9D2BD5}" dt="2023-02-08T13:12:24.143" v="569" actId="26606"/>
          <ac:cxnSpMkLst>
            <pc:docMk/>
            <pc:sldMk cId="3269301239" sldId="340"/>
            <ac:cxnSpMk id="70" creationId="{51C8C1B1-1BAD-4578-A0B2-9EBF8D69A93F}"/>
          </ac:cxnSpMkLst>
        </pc:cxnChg>
      </pc:sldChg>
      <pc:sldChg chg="addSp modSp add del mod setBg">
        <pc:chgData name="Mark McGlinchey" userId="6e11bbf3-9dcb-4b8b-b03e-52345dfdf79c" providerId="ADAL" clId="{60939A46-6B3C-41B6-8992-6BAECF9D2BD5}" dt="2023-02-08T13:06:34.522" v="469" actId="2696"/>
        <pc:sldMkLst>
          <pc:docMk/>
          <pc:sldMk cId="1495226049" sldId="341"/>
        </pc:sldMkLst>
        <pc:spChg chg="mo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30.757" v="138" actId="26606"/>
          <ac:spMkLst>
            <pc:docMk/>
            <pc:sldMk cId="1495226049" sldId="341"/>
            <ac:spMk id="23" creationId="{8D71EDA1-87BF-4D5D-AB79-F346FD19278A}"/>
          </ac:spMkLst>
        </pc:spChg>
      </pc:sldChg>
      <pc:sldChg chg="addSp modSp add del mod setBg">
        <pc:chgData name="Mark McGlinchey" userId="6e11bbf3-9dcb-4b8b-b03e-52345dfdf79c" providerId="ADAL" clId="{60939A46-6B3C-41B6-8992-6BAECF9D2BD5}" dt="2023-02-08T13:07:50.707" v="524" actId="2696"/>
        <pc:sldMkLst>
          <pc:docMk/>
          <pc:sldMk cId="2609295899" sldId="342"/>
        </pc:sldMkLst>
        <pc:spChg chg="mo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40.987" v="140" actId="26606"/>
          <ac:spMkLst>
            <pc:docMk/>
            <pc:sldMk cId="2609295899" sldId="342"/>
            <ac:spMk id="23" creationId="{8D71EDA1-87BF-4D5D-AB79-F346FD19278A}"/>
          </ac:spMkLst>
        </pc:spChg>
      </pc:sldChg>
      <pc:sldChg chg="addSp modSp add del mod setBg">
        <pc:chgData name="Mark McGlinchey" userId="6e11bbf3-9dcb-4b8b-b03e-52345dfdf79c" providerId="ADAL" clId="{60939A46-6B3C-41B6-8992-6BAECF9D2BD5}" dt="2023-02-08T13:07:50.707" v="524" actId="2696"/>
        <pc:sldMkLst>
          <pc:docMk/>
          <pc:sldMk cId="2563999218" sldId="343"/>
        </pc:sldMkLst>
        <pc:spChg chg="mo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36.379" v="139" actId="26606"/>
          <ac:spMkLst>
            <pc:docMk/>
            <pc:sldMk cId="2563999218" sldId="343"/>
            <ac:spMk id="23" creationId="{8D71EDA1-87BF-4D5D-AB79-F346FD19278A}"/>
          </ac:spMkLst>
        </pc:spChg>
      </pc:sldChg>
      <pc:sldChg chg="addSp delSp modSp add del mod setBg">
        <pc:chgData name="Mark McGlinchey" userId="6e11bbf3-9dcb-4b8b-b03e-52345dfdf79c" providerId="ADAL" clId="{60939A46-6B3C-41B6-8992-6BAECF9D2BD5}" dt="2023-02-08T13:12:44.596" v="574" actId="26606"/>
        <pc:sldMkLst>
          <pc:docMk/>
          <pc:sldMk cId="1160977674" sldId="344"/>
        </pc:sldMkLst>
        <pc:spChg chg="mod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6" creationId="{2782F415-4827-490D-94EB-8850245FA8C1}"/>
          </ac:spMkLst>
        </pc:spChg>
        <pc:spChg chg="add del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12" creationId="{3346177D-ADC4-4968-B747-5CFCD390B5B9}"/>
          </ac:spMkLst>
        </pc:spChg>
        <pc:spChg chg="add del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14" creationId="{0844A943-BF79-4FEA-ABB1-3BD54D236606}"/>
          </ac:spMkLst>
        </pc:spChg>
        <pc:spChg chg="add del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16" creationId="{6437CC72-F4A8-4DC3-AFAB-D22C482C8100}"/>
          </ac:spMkLst>
        </pc:spChg>
        <pc:spChg chg="add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18" creationId="{0E3596DD-156A-473E-9BB3-C6A29F7574E9}"/>
          </ac:spMkLst>
        </pc:spChg>
        <pc:spChg chg="add">
          <ac:chgData name="Mark McGlinchey" userId="6e11bbf3-9dcb-4b8b-b03e-52345dfdf79c" providerId="ADAL" clId="{60939A46-6B3C-41B6-8992-6BAECF9D2BD5}" dt="2023-02-08T13:12:44.596" v="574" actId="26606"/>
          <ac:spMkLst>
            <pc:docMk/>
            <pc:sldMk cId="1160977674" sldId="344"/>
            <ac:spMk id="19" creationId="{2C46C4D6-C474-4E92-B52E-944C1118F7B6}"/>
          </ac:spMkLst>
        </pc:spChg>
        <pc:spChg chg="add del">
          <ac:chgData name="Mark McGlinchey" userId="6e11bbf3-9dcb-4b8b-b03e-52345dfdf79c" providerId="ADAL" clId="{60939A46-6B3C-41B6-8992-6BAECF9D2BD5}" dt="2023-02-08T13:12:01.883" v="558" actId="26606"/>
          <ac:spMkLst>
            <pc:docMk/>
            <pc:sldMk cId="1160977674" sldId="344"/>
            <ac:spMk id="21" creationId="{F13C74B1-5B17-4795-BED0-7140497B445A}"/>
          </ac:spMkLst>
        </pc:spChg>
        <pc:spChg chg="add del">
          <ac:chgData name="Mark McGlinchey" userId="6e11bbf3-9dcb-4b8b-b03e-52345dfdf79c" providerId="ADAL" clId="{60939A46-6B3C-41B6-8992-6BAECF9D2BD5}" dt="2023-02-08T13:12:01.883" v="558" actId="26606"/>
          <ac:spMkLst>
            <pc:docMk/>
            <pc:sldMk cId="1160977674" sldId="344"/>
            <ac:spMk id="23" creationId="{D4974D33-8DC5-464E-8C6D-BE58F0669C17}"/>
          </ac:spMkLst>
        </pc:spChg>
        <pc:picChg chg="mod ord">
          <ac:chgData name="Mark McGlinchey" userId="6e11bbf3-9dcb-4b8b-b03e-52345dfdf79c" providerId="ADAL" clId="{60939A46-6B3C-41B6-8992-6BAECF9D2BD5}" dt="2023-02-08T13:12:44.596" v="574" actId="26606"/>
          <ac:picMkLst>
            <pc:docMk/>
            <pc:sldMk cId="1160977674" sldId="344"/>
            <ac:picMk id="7" creationId="{8C013ED0-E5C8-764D-99F0-78A0ADCF7CB4}"/>
          </ac:picMkLst>
        </pc:picChg>
      </pc:sldChg>
      <pc:sldChg chg="addSp modSp add del mod setBg">
        <pc:chgData name="Mark McGlinchey" userId="6e11bbf3-9dcb-4b8b-b03e-52345dfdf79c" providerId="ADAL" clId="{60939A46-6B3C-41B6-8992-6BAECF9D2BD5}" dt="2023-02-08T13:08:21.699" v="531" actId="2696"/>
        <pc:sldMkLst>
          <pc:docMk/>
          <pc:sldMk cId="1867195142" sldId="345"/>
        </pc:sldMkLst>
        <pc:spChg chg="mo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50.458" v="142" actId="26606"/>
          <ac:spMkLst>
            <pc:docMk/>
            <pc:sldMk cId="1867195142" sldId="345"/>
            <ac:spMk id="23" creationId="{8D71EDA1-87BF-4D5D-AB79-F346FD19278A}"/>
          </ac:spMkLst>
        </pc:spChg>
      </pc:sldChg>
      <pc:sldChg chg="addSp modSp add del mod setBg">
        <pc:chgData name="Mark McGlinchey" userId="6e11bbf3-9dcb-4b8b-b03e-52345dfdf79c" providerId="ADAL" clId="{60939A46-6B3C-41B6-8992-6BAECF9D2BD5}" dt="2023-02-08T13:03:07.831" v="241" actId="2696"/>
        <pc:sldMkLst>
          <pc:docMk/>
          <pc:sldMk cId="616153488" sldId="346"/>
        </pc:sldMkLst>
        <pc:spChg chg="mo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54.030" v="143" actId="26606"/>
          <ac:spMkLst>
            <pc:docMk/>
            <pc:sldMk cId="616153488" sldId="346"/>
            <ac:spMk id="23" creationId="{8D71EDA1-87BF-4D5D-AB79-F346FD19278A}"/>
          </ac:spMkLst>
        </pc:spChg>
      </pc:sldChg>
      <pc:sldChg chg="addSp modSp add del mod setBg">
        <pc:chgData name="Mark McGlinchey" userId="6e11bbf3-9dcb-4b8b-b03e-52345dfdf79c" providerId="ADAL" clId="{60939A46-6B3C-41B6-8992-6BAECF9D2BD5}" dt="2023-02-08T12:50:58.030" v="144" actId="26606"/>
        <pc:sldMkLst>
          <pc:docMk/>
          <pc:sldMk cId="3233492493" sldId="347"/>
        </pc:sldMkLst>
        <pc:spChg chg="mo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11" creationId="{09588DA8-065E-4F6F-8EFD-43104AB2E0CF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13" creationId="{C4285719-470E-454C-AF62-8323075F1F5B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15" creationId="{CD9FE4EF-C4D8-49A0-B2FF-81D8DB7D8A24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17" creationId="{4300840D-0A0B-4512-BACA-B439D5B9C57C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19" creationId="{D2B78728-A580-49A7-84F9-6EF6F583ADE0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21" creationId="{38FAA1A1-D861-433F-88FA-1E9D6FD31D11}"/>
          </ac:spMkLst>
        </pc:spChg>
        <pc:spChg chg="add">
          <ac:chgData name="Mark McGlinchey" userId="6e11bbf3-9dcb-4b8b-b03e-52345dfdf79c" providerId="ADAL" clId="{60939A46-6B3C-41B6-8992-6BAECF9D2BD5}" dt="2023-02-08T12:50:58.030" v="144" actId="26606"/>
          <ac:spMkLst>
            <pc:docMk/>
            <pc:sldMk cId="3233492493" sldId="347"/>
            <ac:spMk id="23" creationId="{8D71EDA1-87BF-4D5D-AB79-F346FD19278A}"/>
          </ac:spMkLst>
        </pc:spChg>
      </pc:sldChg>
      <pc:sldChg chg="addSp delSp modSp add del mod setBg">
        <pc:chgData name="Mark McGlinchey" userId="6e11bbf3-9dcb-4b8b-b03e-52345dfdf79c" providerId="ADAL" clId="{60939A46-6B3C-41B6-8992-6BAECF9D2BD5}" dt="2023-02-08T13:10:33.350" v="547" actId="122"/>
        <pc:sldMkLst>
          <pc:docMk/>
          <pc:sldMk cId="2306367850" sldId="348"/>
        </pc:sldMkLst>
        <pc:spChg chg="mo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3:10:33.350" v="547" actId="122"/>
          <ac:spMkLst>
            <pc:docMk/>
            <pc:sldMk cId="2306367850" sldId="348"/>
            <ac:spMk id="5" creationId="{988230A8-A5DC-46F7-BD93-CF72D61064DC}"/>
          </ac:spMkLst>
        </pc:spChg>
        <pc:spChg chg="del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6" creationId="{2782F415-4827-490D-94EB-8850245FA8C1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12" creationId="{BACC6370-2D7E-4714-9D71-7542949D7D5D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14" creationId="{256B2C21-A230-48C0-8DF1-C46611373C44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16" creationId="{3847E18C-932D-4C95-AABA-FEC7C9499AD7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18" creationId="{3150CB11-0C61-439E-910F-5787759E72A0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20" creationId="{43F8A58B-5155-44CE-A5FF-7647B47D0A7A}"/>
          </ac:spMkLst>
        </pc:spChg>
        <pc:spChg chg="add">
          <ac:chgData name="Mark McGlinchey" userId="6e11bbf3-9dcb-4b8b-b03e-52345dfdf79c" providerId="ADAL" clId="{60939A46-6B3C-41B6-8992-6BAECF9D2BD5}" dt="2023-02-08T12:51:01.894" v="145" actId="26606"/>
          <ac:spMkLst>
            <pc:docMk/>
            <pc:sldMk cId="2306367850" sldId="348"/>
            <ac:spMk id="22" creationId="{443F2ACA-E6D6-4028-82DD-F03C262D5DE6}"/>
          </ac:spMkLst>
        </pc:spChg>
        <pc:graphicFrameChg chg="add">
          <ac:chgData name="Mark McGlinchey" userId="6e11bbf3-9dcb-4b8b-b03e-52345dfdf79c" providerId="ADAL" clId="{60939A46-6B3C-41B6-8992-6BAECF9D2BD5}" dt="2023-02-08T12:51:01.894" v="145" actId="26606"/>
          <ac:graphicFrameMkLst>
            <pc:docMk/>
            <pc:sldMk cId="2306367850" sldId="348"/>
            <ac:graphicFrameMk id="8" creationId="{482DD5C8-6291-8756-AF84-015757C26497}"/>
          </ac:graphicFrameMkLst>
        </pc:graphicFrameChg>
      </pc:sldChg>
      <pc:sldChg chg="addSp delSp modSp add del mod setBg delDesignElem">
        <pc:chgData name="Mark McGlinchey" userId="6e11bbf3-9dcb-4b8b-b03e-52345dfdf79c" providerId="ADAL" clId="{60939A46-6B3C-41B6-8992-6BAECF9D2BD5}" dt="2023-02-08T12:52:23.689" v="159" actId="478"/>
        <pc:sldMkLst>
          <pc:docMk/>
          <pc:sldMk cId="4294611614" sldId="349"/>
        </pc:sldMkLst>
        <pc:spChg chg="add del mod">
          <ac:chgData name="Mark McGlinchey" userId="6e11bbf3-9dcb-4b8b-b03e-52345dfdf79c" providerId="ADAL" clId="{60939A46-6B3C-41B6-8992-6BAECF9D2BD5}" dt="2023-02-08T12:52:16.900" v="156"/>
          <ac:spMkLst>
            <pc:docMk/>
            <pc:sldMk cId="4294611614" sldId="349"/>
            <ac:spMk id="3" creationId="{C7DA30E1-F4BB-68BD-F2C2-BBA6EAD26A02}"/>
          </ac:spMkLst>
        </pc:spChg>
        <pc:spChg chg="mod ord">
          <ac:chgData name="Mark McGlinchey" userId="6e11bbf3-9dcb-4b8b-b03e-52345dfdf79c" providerId="ADAL" clId="{60939A46-6B3C-41B6-8992-6BAECF9D2BD5}" dt="2023-02-08T12:52:16.900" v="156"/>
          <ac:spMkLst>
            <pc:docMk/>
            <pc:sldMk cId="4294611614" sldId="349"/>
            <ac:spMk id="4" creationId="{0138BC63-4131-48D0-8A4F-4E2D2900E786}"/>
          </ac:spMkLst>
        </pc:spChg>
        <pc:spChg chg="add del mod">
          <ac:chgData name="Mark McGlinchey" userId="6e11bbf3-9dcb-4b8b-b03e-52345dfdf79c" providerId="ADAL" clId="{60939A46-6B3C-41B6-8992-6BAECF9D2BD5}" dt="2023-02-08T12:52:19.546" v="157" actId="478"/>
          <ac:spMkLst>
            <pc:docMk/>
            <pc:sldMk cId="4294611614" sldId="349"/>
            <ac:spMk id="5" creationId="{ED95CD52-1A1C-0EF6-99B4-383E964F5EDA}"/>
          </ac:spMkLst>
        </pc:spChg>
        <pc:spChg chg="add del mod">
          <ac:chgData name="Mark McGlinchey" userId="6e11bbf3-9dcb-4b8b-b03e-52345dfdf79c" providerId="ADAL" clId="{60939A46-6B3C-41B6-8992-6BAECF9D2BD5}" dt="2023-02-08T12:52:23.689" v="159" actId="478"/>
          <ac:spMkLst>
            <pc:docMk/>
            <pc:sldMk cId="4294611614" sldId="349"/>
            <ac:spMk id="6" creationId="{95E87118-00C7-910C-F9A6-CE6EB70255E9}"/>
          </ac:spMkLst>
        </pc:spChg>
        <pc:spChg chg="add del mod">
          <ac:chgData name="Mark McGlinchey" userId="6e11bbf3-9dcb-4b8b-b03e-52345dfdf79c" providerId="ADAL" clId="{60939A46-6B3C-41B6-8992-6BAECF9D2BD5}" dt="2023-02-08T12:52:22.082" v="158" actId="478"/>
          <ac:spMkLst>
            <pc:docMk/>
            <pc:sldMk cId="4294611614" sldId="349"/>
            <ac:spMk id="7" creationId="{FB434443-BC2B-DC49-9EC5-E6FE3CD7B4D2}"/>
          </ac:spMkLst>
        </pc:spChg>
        <pc:spChg chg="add del">
          <ac:chgData name="Mark McGlinchey" userId="6e11bbf3-9dcb-4b8b-b03e-52345dfdf79c" providerId="ADAL" clId="{60939A46-6B3C-41B6-8992-6BAECF9D2BD5}" dt="2023-02-08T12:52:16.900" v="156"/>
          <ac:spMkLst>
            <pc:docMk/>
            <pc:sldMk cId="4294611614" sldId="349"/>
            <ac:spMk id="9" creationId="{B9FF99BD-075F-4761-A995-6FC574BD25EA}"/>
          </ac:spMkLst>
        </pc:spChg>
        <pc:spChg chg="add del">
          <ac:chgData name="Mark McGlinchey" userId="6e11bbf3-9dcb-4b8b-b03e-52345dfdf79c" providerId="ADAL" clId="{60939A46-6B3C-41B6-8992-6BAECF9D2BD5}" dt="2023-02-08T12:52:16.900" v="156"/>
          <ac:spMkLst>
            <pc:docMk/>
            <pc:sldMk cId="4294611614" sldId="349"/>
            <ac:spMk id="11" creationId="{A7B21A54-9BA3-4EA9-B460-5A829ADD9051}"/>
          </ac:spMkLst>
        </pc:spChg>
        <pc:spChg chg="add del">
          <ac:chgData name="Mark McGlinchey" userId="6e11bbf3-9dcb-4b8b-b03e-52345dfdf79c" providerId="ADAL" clId="{60939A46-6B3C-41B6-8992-6BAECF9D2BD5}" dt="2023-02-08T12:52:16.900" v="156"/>
          <ac:spMkLst>
            <pc:docMk/>
            <pc:sldMk cId="4294611614" sldId="349"/>
            <ac:spMk id="13" creationId="{6FA8F714-B9D8-488A-8CCA-E9948FF913A9}"/>
          </ac:spMkLst>
        </pc:spChg>
        <pc:picChg chg="mod">
          <ac:chgData name="Mark McGlinchey" userId="6e11bbf3-9dcb-4b8b-b03e-52345dfdf79c" providerId="ADAL" clId="{60939A46-6B3C-41B6-8992-6BAECF9D2BD5}" dt="2023-02-08T12:52:03.587" v="154" actId="26606"/>
          <ac:picMkLst>
            <pc:docMk/>
            <pc:sldMk cId="4294611614" sldId="349"/>
            <ac:picMk id="2" creationId="{25019293-6439-3648-B1EB-E772CCE38254}"/>
          </ac:picMkLst>
        </pc:picChg>
      </pc:sldChg>
      <pc:sldChg chg="addSp delSp modSp add del mod setBg delDesignElem">
        <pc:chgData name="Mark McGlinchey" userId="6e11bbf3-9dcb-4b8b-b03e-52345dfdf79c" providerId="ADAL" clId="{60939A46-6B3C-41B6-8992-6BAECF9D2BD5}" dt="2023-02-08T12:52:50.474" v="169" actId="478"/>
        <pc:sldMkLst>
          <pc:docMk/>
          <pc:sldMk cId="4114633549" sldId="350"/>
        </pc:sldMkLst>
        <pc:spChg chg="add del mod">
          <ac:chgData name="Mark McGlinchey" userId="6e11bbf3-9dcb-4b8b-b03e-52345dfdf79c" providerId="ADAL" clId="{60939A46-6B3C-41B6-8992-6BAECF9D2BD5}" dt="2023-02-08T12:52:29.707" v="160"/>
          <ac:spMkLst>
            <pc:docMk/>
            <pc:sldMk cId="4114633549" sldId="350"/>
            <ac:spMk id="2" creationId="{2AA29DAE-F1E0-7257-E23A-3C32F9463E15}"/>
          </ac:spMkLst>
        </pc:spChg>
        <pc:spChg chg="mod ord">
          <ac:chgData name="Mark McGlinchey" userId="6e11bbf3-9dcb-4b8b-b03e-52345dfdf79c" providerId="ADAL" clId="{60939A46-6B3C-41B6-8992-6BAECF9D2BD5}" dt="2023-02-08T12:52:44.852" v="166"/>
          <ac:spMkLst>
            <pc:docMk/>
            <pc:sldMk cId="4114633549" sldId="350"/>
            <ac:spMk id="4" creationId="{0138BC63-4131-48D0-8A4F-4E2D2900E786}"/>
          </ac:spMkLst>
        </pc:spChg>
        <pc:spChg chg="add del mod">
          <ac:chgData name="Mark McGlinchey" userId="6e11bbf3-9dcb-4b8b-b03e-52345dfdf79c" providerId="ADAL" clId="{60939A46-6B3C-41B6-8992-6BAECF9D2BD5}" dt="2023-02-08T12:52:31.442" v="161" actId="478"/>
          <ac:spMkLst>
            <pc:docMk/>
            <pc:sldMk cId="4114633549" sldId="350"/>
            <ac:spMk id="5" creationId="{7E2B761D-AD50-708A-093F-00FBDEFF7E07}"/>
          </ac:spMkLst>
        </pc:spChg>
        <pc:spChg chg="add del mod">
          <ac:chgData name="Mark McGlinchey" userId="6e11bbf3-9dcb-4b8b-b03e-52345dfdf79c" providerId="ADAL" clId="{60939A46-6B3C-41B6-8992-6BAECF9D2BD5}" dt="2023-02-08T12:52:35.577" v="162" actId="478"/>
          <ac:spMkLst>
            <pc:docMk/>
            <pc:sldMk cId="4114633549" sldId="350"/>
            <ac:spMk id="6" creationId="{17D44A77-76DC-4F9D-D2AE-9BF42AD46AB2}"/>
          </ac:spMkLst>
        </pc:spChg>
        <pc:spChg chg="add del mod">
          <ac:chgData name="Mark McGlinchey" userId="6e11bbf3-9dcb-4b8b-b03e-52345dfdf79c" providerId="ADAL" clId="{60939A46-6B3C-41B6-8992-6BAECF9D2BD5}" dt="2023-02-08T12:52:39.684" v="163" actId="478"/>
          <ac:spMkLst>
            <pc:docMk/>
            <pc:sldMk cId="4114633549" sldId="350"/>
            <ac:spMk id="7" creationId="{A2362AB6-2D88-8700-746D-5B5D72042089}"/>
          </ac:spMkLst>
        </pc:spChg>
        <pc:spChg chg="add del mod">
          <ac:chgData name="Mark McGlinchey" userId="6e11bbf3-9dcb-4b8b-b03e-52345dfdf79c" providerId="ADAL" clId="{60939A46-6B3C-41B6-8992-6BAECF9D2BD5}" dt="2023-02-08T12:52:44.852" v="166"/>
          <ac:spMkLst>
            <pc:docMk/>
            <pc:sldMk cId="4114633549" sldId="350"/>
            <ac:spMk id="8" creationId="{A5D6AA29-C633-7659-0876-F725C8CD0970}"/>
          </ac:spMkLst>
        </pc:spChg>
        <pc:spChg chg="add del">
          <ac:chgData name="Mark McGlinchey" userId="6e11bbf3-9dcb-4b8b-b03e-52345dfdf79c" providerId="ADAL" clId="{60939A46-6B3C-41B6-8992-6BAECF9D2BD5}" dt="2023-02-08T12:52:44.852" v="166"/>
          <ac:spMkLst>
            <pc:docMk/>
            <pc:sldMk cId="4114633549" sldId="350"/>
            <ac:spMk id="9" creationId="{B9FF99BD-075F-4761-A995-6FC574BD25EA}"/>
          </ac:spMkLst>
        </pc:spChg>
        <pc:spChg chg="add del mod">
          <ac:chgData name="Mark McGlinchey" userId="6e11bbf3-9dcb-4b8b-b03e-52345dfdf79c" providerId="ADAL" clId="{60939A46-6B3C-41B6-8992-6BAECF9D2BD5}" dt="2023-02-08T12:52:47.018" v="167" actId="478"/>
          <ac:spMkLst>
            <pc:docMk/>
            <pc:sldMk cId="4114633549" sldId="350"/>
            <ac:spMk id="10" creationId="{644D2E2E-C8A1-8FB7-AC35-A7366278CB58}"/>
          </ac:spMkLst>
        </pc:spChg>
        <pc:spChg chg="add del">
          <ac:chgData name="Mark McGlinchey" userId="6e11bbf3-9dcb-4b8b-b03e-52345dfdf79c" providerId="ADAL" clId="{60939A46-6B3C-41B6-8992-6BAECF9D2BD5}" dt="2023-02-08T12:52:44.852" v="166"/>
          <ac:spMkLst>
            <pc:docMk/>
            <pc:sldMk cId="4114633549" sldId="350"/>
            <ac:spMk id="11" creationId="{A7B21A54-9BA3-4EA9-B460-5A829ADD9051}"/>
          </ac:spMkLst>
        </pc:spChg>
        <pc:spChg chg="add del mod">
          <ac:chgData name="Mark McGlinchey" userId="6e11bbf3-9dcb-4b8b-b03e-52345dfdf79c" providerId="ADAL" clId="{60939A46-6B3C-41B6-8992-6BAECF9D2BD5}" dt="2023-02-08T12:52:48.850" v="168" actId="478"/>
          <ac:spMkLst>
            <pc:docMk/>
            <pc:sldMk cId="4114633549" sldId="350"/>
            <ac:spMk id="12" creationId="{C0F3CCE1-DD32-D7A0-03AF-20B8090FBEB2}"/>
          </ac:spMkLst>
        </pc:spChg>
        <pc:spChg chg="add del">
          <ac:chgData name="Mark McGlinchey" userId="6e11bbf3-9dcb-4b8b-b03e-52345dfdf79c" providerId="ADAL" clId="{60939A46-6B3C-41B6-8992-6BAECF9D2BD5}" dt="2023-02-08T12:52:44.852" v="166"/>
          <ac:spMkLst>
            <pc:docMk/>
            <pc:sldMk cId="4114633549" sldId="350"/>
            <ac:spMk id="13" creationId="{6FA8F714-B9D8-488A-8CCA-E9948FF913A9}"/>
          </ac:spMkLst>
        </pc:spChg>
        <pc:spChg chg="add del mod">
          <ac:chgData name="Mark McGlinchey" userId="6e11bbf3-9dcb-4b8b-b03e-52345dfdf79c" providerId="ADAL" clId="{60939A46-6B3C-41B6-8992-6BAECF9D2BD5}" dt="2023-02-08T12:52:50.474" v="169" actId="478"/>
          <ac:spMkLst>
            <pc:docMk/>
            <pc:sldMk cId="4114633549" sldId="350"/>
            <ac:spMk id="14" creationId="{E22D151C-6637-5942-6F9F-678893143345}"/>
          </ac:spMkLst>
        </pc:spChg>
        <pc:picChg chg="mod">
          <ac:chgData name="Mark McGlinchey" userId="6e11bbf3-9dcb-4b8b-b03e-52345dfdf79c" providerId="ADAL" clId="{60939A46-6B3C-41B6-8992-6BAECF9D2BD5}" dt="2023-02-08T12:52:41.524" v="164" actId="26606"/>
          <ac:picMkLst>
            <pc:docMk/>
            <pc:sldMk cId="4114633549" sldId="350"/>
            <ac:picMk id="3" creationId="{269B7D32-3588-CF4B-81EE-4E3B3128EEBD}"/>
          </ac:picMkLst>
        </pc:picChg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2302036215" sldId="364"/>
        </pc:sldMkLst>
      </pc:sldChg>
      <pc:sldChg chg="modSp add del mod">
        <pc:chgData name="Mark McGlinchey" userId="6e11bbf3-9dcb-4b8b-b03e-52345dfdf79c" providerId="ADAL" clId="{60939A46-6B3C-41B6-8992-6BAECF9D2BD5}" dt="2023-02-08T12:49:13.076" v="125" actId="2696"/>
        <pc:sldMkLst>
          <pc:docMk/>
          <pc:sldMk cId="2436324994" sldId="365"/>
        </pc:sldMkLst>
        <pc:spChg chg="mod">
          <ac:chgData name="Mark McGlinchey" userId="6e11bbf3-9dcb-4b8b-b03e-52345dfdf79c" providerId="ADAL" clId="{60939A46-6B3C-41B6-8992-6BAECF9D2BD5}" dt="2023-02-08T12:45:11.640" v="48" actId="27636"/>
          <ac:spMkLst>
            <pc:docMk/>
            <pc:sldMk cId="2436324994" sldId="365"/>
            <ac:spMk id="5" creationId="{988230A8-A5DC-46F7-BD93-CF72D61064DC}"/>
          </ac:spMkLst>
        </pc:spChg>
      </pc:sldChg>
      <pc:sldChg chg="modSp add del mod">
        <pc:chgData name="Mark McGlinchey" userId="6e11bbf3-9dcb-4b8b-b03e-52345dfdf79c" providerId="ADAL" clId="{60939A46-6B3C-41B6-8992-6BAECF9D2BD5}" dt="2023-02-08T12:49:13.076" v="125" actId="2696"/>
        <pc:sldMkLst>
          <pc:docMk/>
          <pc:sldMk cId="1940272399" sldId="366"/>
        </pc:sldMkLst>
        <pc:spChg chg="mod">
          <ac:chgData name="Mark McGlinchey" userId="6e11bbf3-9dcb-4b8b-b03e-52345dfdf79c" providerId="ADAL" clId="{60939A46-6B3C-41B6-8992-6BAECF9D2BD5}" dt="2023-02-08T12:45:11.650" v="50" actId="27636"/>
          <ac:spMkLst>
            <pc:docMk/>
            <pc:sldMk cId="1940272399" sldId="366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2:45:11.649" v="49" actId="27636"/>
          <ac:spMkLst>
            <pc:docMk/>
            <pc:sldMk cId="1940272399" sldId="366"/>
            <ac:spMk id="6" creationId="{2782F415-4827-490D-94EB-8850245FA8C1}"/>
          </ac:spMkLst>
        </pc:spChg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3003366291" sldId="367"/>
        </pc:sldMkLst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2759224290" sldId="368"/>
        </pc:sldMkLst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1533109685" sldId="369"/>
        </pc:sldMkLst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3039315576" sldId="370"/>
        </pc:sldMkLst>
      </pc:sldChg>
      <pc:sldChg chg="modSp add del mod">
        <pc:chgData name="Mark McGlinchey" userId="6e11bbf3-9dcb-4b8b-b03e-52345dfdf79c" providerId="ADAL" clId="{60939A46-6B3C-41B6-8992-6BAECF9D2BD5}" dt="2023-02-08T12:49:13.076" v="125" actId="2696"/>
        <pc:sldMkLst>
          <pc:docMk/>
          <pc:sldMk cId="4124453292" sldId="371"/>
        </pc:sldMkLst>
        <pc:spChg chg="mod">
          <ac:chgData name="Mark McGlinchey" userId="6e11bbf3-9dcb-4b8b-b03e-52345dfdf79c" providerId="ADAL" clId="{60939A46-6B3C-41B6-8992-6BAECF9D2BD5}" dt="2023-02-08T12:45:11.671" v="51" actId="27636"/>
          <ac:spMkLst>
            <pc:docMk/>
            <pc:sldMk cId="4124453292" sldId="371"/>
            <ac:spMk id="6" creationId="{2782F415-4827-490D-94EB-8850245FA8C1}"/>
          </ac:spMkLst>
        </pc:spChg>
      </pc:sldChg>
      <pc:sldChg chg="modSp add del mod">
        <pc:chgData name="Mark McGlinchey" userId="6e11bbf3-9dcb-4b8b-b03e-52345dfdf79c" providerId="ADAL" clId="{60939A46-6B3C-41B6-8992-6BAECF9D2BD5}" dt="2023-02-08T12:49:13.076" v="125" actId="2696"/>
        <pc:sldMkLst>
          <pc:docMk/>
          <pc:sldMk cId="368071727" sldId="372"/>
        </pc:sldMkLst>
        <pc:spChg chg="mod">
          <ac:chgData name="Mark McGlinchey" userId="6e11bbf3-9dcb-4b8b-b03e-52345dfdf79c" providerId="ADAL" clId="{60939A46-6B3C-41B6-8992-6BAECF9D2BD5}" dt="2023-02-08T12:45:11.683" v="52" actId="27636"/>
          <ac:spMkLst>
            <pc:docMk/>
            <pc:sldMk cId="368071727" sldId="372"/>
            <ac:spMk id="6" creationId="{2782F415-4827-490D-94EB-8850245FA8C1}"/>
          </ac:spMkLst>
        </pc:spChg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3892749080" sldId="373"/>
        </pc:sldMkLst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2835298926" sldId="374"/>
        </pc:sldMkLst>
      </pc:sldChg>
      <pc:sldChg chg="add del">
        <pc:chgData name="Mark McGlinchey" userId="6e11bbf3-9dcb-4b8b-b03e-52345dfdf79c" providerId="ADAL" clId="{60939A46-6B3C-41B6-8992-6BAECF9D2BD5}" dt="2023-02-08T12:49:13.076" v="125" actId="2696"/>
        <pc:sldMkLst>
          <pc:docMk/>
          <pc:sldMk cId="987275724" sldId="375"/>
        </pc:sldMkLst>
      </pc:sldChg>
      <pc:sldChg chg="add del">
        <pc:chgData name="Mark McGlinchey" userId="6e11bbf3-9dcb-4b8b-b03e-52345dfdf79c" providerId="ADAL" clId="{60939A46-6B3C-41B6-8992-6BAECF9D2BD5}" dt="2023-02-08T12:49:02.177" v="124" actId="2696"/>
        <pc:sldMkLst>
          <pc:docMk/>
          <pc:sldMk cId="3536088737" sldId="376"/>
        </pc:sldMkLst>
      </pc:sldChg>
      <pc:sldChg chg="modSp new del mod">
        <pc:chgData name="Mark McGlinchey" userId="6e11bbf3-9dcb-4b8b-b03e-52345dfdf79c" providerId="ADAL" clId="{60939A46-6B3C-41B6-8992-6BAECF9D2BD5}" dt="2023-02-08T12:50:13.358" v="136" actId="2696"/>
        <pc:sldMkLst>
          <pc:docMk/>
          <pc:sldMk cId="1692228037" sldId="377"/>
        </pc:sldMkLst>
        <pc:spChg chg="mod">
          <ac:chgData name="Mark McGlinchey" userId="6e11bbf3-9dcb-4b8b-b03e-52345dfdf79c" providerId="ADAL" clId="{60939A46-6B3C-41B6-8992-6BAECF9D2BD5}" dt="2023-02-08T12:46:47.442" v="108" actId="20577"/>
          <ac:spMkLst>
            <pc:docMk/>
            <pc:sldMk cId="1692228037" sldId="377"/>
            <ac:spMk id="2" creationId="{A03CB437-42CA-B4F8-8D45-ECA3FEEDCCBF}"/>
          </ac:spMkLst>
        </pc:spChg>
        <pc:spChg chg="mod">
          <ac:chgData name="Mark McGlinchey" userId="6e11bbf3-9dcb-4b8b-b03e-52345dfdf79c" providerId="ADAL" clId="{60939A46-6B3C-41B6-8992-6BAECF9D2BD5}" dt="2023-02-08T12:47:07.462" v="121" actId="20577"/>
          <ac:spMkLst>
            <pc:docMk/>
            <pc:sldMk cId="1692228037" sldId="377"/>
            <ac:spMk id="3" creationId="{30849308-BF43-53F8-7BFA-F74722B860C1}"/>
          </ac:spMkLst>
        </pc:spChg>
      </pc:sldChg>
      <pc:sldChg chg="addSp delSp add del setBg delDesignElem">
        <pc:chgData name="Mark McGlinchey" userId="6e11bbf3-9dcb-4b8b-b03e-52345dfdf79c" providerId="ADAL" clId="{60939A46-6B3C-41B6-8992-6BAECF9D2BD5}" dt="2023-02-08T12:49:27.764" v="128"/>
        <pc:sldMkLst>
          <pc:docMk/>
          <pc:sldMk cId="752324915" sldId="378"/>
        </pc:sldMkLst>
        <pc:spChg chg="add del">
          <ac:chgData name="Mark McGlinchey" userId="6e11bbf3-9dcb-4b8b-b03e-52345dfdf79c" providerId="ADAL" clId="{60939A46-6B3C-41B6-8992-6BAECF9D2BD5}" dt="2023-02-08T12:49:27.764" v="128"/>
          <ac:spMkLst>
            <pc:docMk/>
            <pc:sldMk cId="752324915" sldId="378"/>
            <ac:spMk id="18" creationId="{1B15ED52-F352-441B-82BF-E0EA34836D08}"/>
          </ac:spMkLst>
        </pc:spChg>
        <pc:spChg chg="add del">
          <ac:chgData name="Mark McGlinchey" userId="6e11bbf3-9dcb-4b8b-b03e-52345dfdf79c" providerId="ADAL" clId="{60939A46-6B3C-41B6-8992-6BAECF9D2BD5}" dt="2023-02-08T12:49:27.764" v="128"/>
          <ac:spMkLst>
            <pc:docMk/>
            <pc:sldMk cId="752324915" sldId="378"/>
            <ac:spMk id="20" creationId="{3B2E3793-BFE6-45A2-9B7B-E18844431C99}"/>
          </ac:spMkLst>
        </pc:spChg>
        <pc:spChg chg="add del">
          <ac:chgData name="Mark McGlinchey" userId="6e11bbf3-9dcb-4b8b-b03e-52345dfdf79c" providerId="ADAL" clId="{60939A46-6B3C-41B6-8992-6BAECF9D2BD5}" dt="2023-02-08T12:49:27.764" v="128"/>
          <ac:spMkLst>
            <pc:docMk/>
            <pc:sldMk cId="752324915" sldId="378"/>
            <ac:spMk id="21" creationId="{BC4C4868-CB8F-4AF9-9CDB-8108F2C19B67}"/>
          </ac:spMkLst>
        </pc:spChg>
        <pc:spChg chg="add del">
          <ac:chgData name="Mark McGlinchey" userId="6e11bbf3-9dcb-4b8b-b03e-52345dfdf79c" providerId="ADAL" clId="{60939A46-6B3C-41B6-8992-6BAECF9D2BD5}" dt="2023-02-08T12:49:27.764" v="128"/>
          <ac:spMkLst>
            <pc:docMk/>
            <pc:sldMk cId="752324915" sldId="378"/>
            <ac:spMk id="22" creationId="{375E0459-6403-40CD-989D-56A4407CA12E}"/>
          </ac:spMkLst>
        </pc:spChg>
        <pc:spChg chg="add del">
          <ac:chgData name="Mark McGlinchey" userId="6e11bbf3-9dcb-4b8b-b03e-52345dfdf79c" providerId="ADAL" clId="{60939A46-6B3C-41B6-8992-6BAECF9D2BD5}" dt="2023-02-08T12:49:27.764" v="128"/>
          <ac:spMkLst>
            <pc:docMk/>
            <pc:sldMk cId="752324915" sldId="378"/>
            <ac:spMk id="23" creationId="{53E5B1A8-3AC9-4BD1-9BBC-78CA94F2D1BA}"/>
          </ac:spMkLst>
        </pc:spChg>
      </pc:sldChg>
      <pc:sldChg chg="modSp add mod">
        <pc:chgData name="Mark McGlinchey" userId="6e11bbf3-9dcb-4b8b-b03e-52345dfdf79c" providerId="ADAL" clId="{60939A46-6B3C-41B6-8992-6BAECF9D2BD5}" dt="2023-02-08T12:49:57.772" v="135"/>
        <pc:sldMkLst>
          <pc:docMk/>
          <pc:sldMk cId="4260856935" sldId="378"/>
        </pc:sldMkLst>
        <pc:spChg chg="mod">
          <ac:chgData name="Mark McGlinchey" userId="6e11bbf3-9dcb-4b8b-b03e-52345dfdf79c" providerId="ADAL" clId="{60939A46-6B3C-41B6-8992-6BAECF9D2BD5}" dt="2023-02-08T12:49:47.685" v="134" actId="207"/>
          <ac:spMkLst>
            <pc:docMk/>
            <pc:sldMk cId="4260856935" sldId="378"/>
            <ac:spMk id="2" creationId="{687340DA-CCDA-8D94-464B-DC172938BBAA}"/>
          </ac:spMkLst>
        </pc:spChg>
        <pc:spChg chg="mod">
          <ac:chgData name="Mark McGlinchey" userId="6e11bbf3-9dcb-4b8b-b03e-52345dfdf79c" providerId="ADAL" clId="{60939A46-6B3C-41B6-8992-6BAECF9D2BD5}" dt="2023-02-08T12:49:57.772" v="135"/>
          <ac:spMkLst>
            <pc:docMk/>
            <pc:sldMk cId="4260856935" sldId="378"/>
            <ac:spMk id="24" creationId="{18D591D1-35A8-62D6-492A-582E0800479C}"/>
          </ac:spMkLst>
        </pc:spChg>
      </pc:sldChg>
      <pc:sldChg chg="addSp delSp modSp new del">
        <pc:chgData name="Mark McGlinchey" userId="6e11bbf3-9dcb-4b8b-b03e-52345dfdf79c" providerId="ADAL" clId="{60939A46-6B3C-41B6-8992-6BAECF9D2BD5}" dt="2023-02-08T12:58:52.233" v="200" actId="2696"/>
        <pc:sldMkLst>
          <pc:docMk/>
          <pc:sldMk cId="631891102" sldId="379"/>
        </pc:sldMkLst>
        <pc:spChg chg="del">
          <ac:chgData name="Mark McGlinchey" userId="6e11bbf3-9dcb-4b8b-b03e-52345dfdf79c" providerId="ADAL" clId="{60939A46-6B3C-41B6-8992-6BAECF9D2BD5}" dt="2023-02-08T12:58:02.632" v="192"/>
          <ac:spMkLst>
            <pc:docMk/>
            <pc:sldMk cId="631891102" sldId="379"/>
            <ac:spMk id="3" creationId="{6904923F-6EDE-3A39-170A-93413CB2EBCB}"/>
          </ac:spMkLst>
        </pc:spChg>
        <pc:spChg chg="add del mod">
          <ac:chgData name="Mark McGlinchey" userId="6e11bbf3-9dcb-4b8b-b03e-52345dfdf79c" providerId="ADAL" clId="{60939A46-6B3C-41B6-8992-6BAECF9D2BD5}" dt="2023-02-08T12:58:17.088" v="195"/>
          <ac:spMkLst>
            <pc:docMk/>
            <pc:sldMk cId="631891102" sldId="379"/>
            <ac:spMk id="4" creationId="{6DC93CBE-E00D-74C0-C614-4ACC7600FEF9}"/>
          </ac:spMkLst>
        </pc:spChg>
        <pc:picChg chg="add mod">
          <ac:chgData name="Mark McGlinchey" userId="6e11bbf3-9dcb-4b8b-b03e-52345dfdf79c" providerId="ADAL" clId="{60939A46-6B3C-41B6-8992-6BAECF9D2BD5}" dt="2023-02-08T12:58:17.088" v="195"/>
          <ac:picMkLst>
            <pc:docMk/>
            <pc:sldMk cId="631891102" sldId="379"/>
            <ac:picMk id="5" creationId="{2164A00C-8F6B-52A4-B93E-E7535372E7D7}"/>
          </ac:picMkLst>
        </pc:picChg>
        <pc:picChg chg="add del mod">
          <ac:chgData name="Mark McGlinchey" userId="6e11bbf3-9dcb-4b8b-b03e-52345dfdf79c" providerId="ADAL" clId="{60939A46-6B3C-41B6-8992-6BAECF9D2BD5}" dt="2023-02-08T12:58:16.071" v="194" actId="478"/>
          <ac:picMkLst>
            <pc:docMk/>
            <pc:sldMk cId="631891102" sldId="379"/>
            <ac:picMk id="2050" creationId="{20FD71C4-68F3-CD2F-0985-FD6AF05382B5}"/>
          </ac:picMkLst>
        </pc:picChg>
      </pc:sldChg>
      <pc:sldChg chg="del">
        <pc:chgData name="Mark McGlinchey" userId="6e11bbf3-9dcb-4b8b-b03e-52345dfdf79c" providerId="ADAL" clId="{60939A46-6B3C-41B6-8992-6BAECF9D2BD5}" dt="2023-02-08T13:09:03.288" v="537" actId="2696"/>
        <pc:sldMkLst>
          <pc:docMk/>
          <pc:sldMk cId="3428723558" sldId="379"/>
        </pc:sldMkLst>
      </pc:sldChg>
      <pc:sldChg chg="addSp delSp modSp mod">
        <pc:chgData name="Mark McGlinchey" userId="6e11bbf3-9dcb-4b8b-b03e-52345dfdf79c" providerId="ADAL" clId="{60939A46-6B3C-41B6-8992-6BAECF9D2BD5}" dt="2023-02-08T13:00:04.773" v="210" actId="20577"/>
        <pc:sldMkLst>
          <pc:docMk/>
          <pc:sldMk cId="493087716" sldId="380"/>
        </pc:sldMkLst>
        <pc:spChg chg="mod">
          <ac:chgData name="Mark McGlinchey" userId="6e11bbf3-9dcb-4b8b-b03e-52345dfdf79c" providerId="ADAL" clId="{60939A46-6B3C-41B6-8992-6BAECF9D2BD5}" dt="2023-02-08T12:59:26.382" v="204" actId="1076"/>
          <ac:spMkLst>
            <pc:docMk/>
            <pc:sldMk cId="493087716" sldId="380"/>
            <ac:spMk id="2" creationId="{DEEFF349-81A9-4539-BE30-716AD67C9901}"/>
          </ac:spMkLst>
        </pc:spChg>
        <pc:spChg chg="add mod">
          <ac:chgData name="Mark McGlinchey" userId="6e11bbf3-9dcb-4b8b-b03e-52345dfdf79c" providerId="ADAL" clId="{60939A46-6B3C-41B6-8992-6BAECF9D2BD5}" dt="2023-02-08T13:00:04.773" v="210" actId="20577"/>
          <ac:spMkLst>
            <pc:docMk/>
            <pc:sldMk cId="493087716" sldId="380"/>
            <ac:spMk id="4" creationId="{5F93D0C8-C11A-B7DC-84DD-A46F56D42E68}"/>
          </ac:spMkLst>
        </pc:spChg>
        <pc:graphicFrameChg chg="del mod">
          <ac:chgData name="Mark McGlinchey" userId="6e11bbf3-9dcb-4b8b-b03e-52345dfdf79c" providerId="ADAL" clId="{60939A46-6B3C-41B6-8992-6BAECF9D2BD5}" dt="2023-02-08T12:59:55.711" v="206" actId="478"/>
          <ac:graphicFrameMkLst>
            <pc:docMk/>
            <pc:sldMk cId="493087716" sldId="380"/>
            <ac:graphicFrameMk id="5" creationId="{259B6C83-8F52-494C-A101-9800FC4B927E}"/>
          </ac:graphicFrameMkLst>
        </pc:graphicFrameChg>
      </pc:sldChg>
      <pc:sldChg chg="addSp delSp modSp add mod">
        <pc:chgData name="Mark McGlinchey" userId="6e11bbf3-9dcb-4b8b-b03e-52345dfdf79c" providerId="ADAL" clId="{60939A46-6B3C-41B6-8992-6BAECF9D2BD5}" dt="2023-02-08T13:12:50.599" v="575" actId="26606"/>
        <pc:sldMkLst>
          <pc:docMk/>
          <pc:sldMk cId="1214240903" sldId="381"/>
        </pc:sldMkLst>
        <pc:spChg chg="mod ord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4" creationId="{C422A729-D4BB-4B54-B65A-3E270F1B144C}"/>
          </ac:spMkLst>
        </pc:spChg>
        <pc:spChg chg="mod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5" creationId="{988230A8-A5DC-46F7-BD93-CF72D61064DC}"/>
          </ac:spMkLst>
        </pc:spChg>
        <pc:spChg chg="mod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6" creationId="{2782F415-4827-490D-94EB-8850245FA8C1}"/>
          </ac:spMkLst>
        </pc:spChg>
        <pc:spChg chg="del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12" creationId="{3346177D-ADC4-4968-B747-5CFCD390B5B9}"/>
          </ac:spMkLst>
        </pc:spChg>
        <pc:spChg chg="del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14" creationId="{0844A943-BF79-4FEA-ABB1-3BD54D236606}"/>
          </ac:spMkLst>
        </pc:spChg>
        <pc:spChg chg="del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16" creationId="{6437CC72-F4A8-4DC3-AFAB-D22C482C8100}"/>
          </ac:spMkLst>
        </pc:spChg>
        <pc:spChg chg="add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3079" creationId="{0E3596DD-156A-473E-9BB3-C6A29F7574E9}"/>
          </ac:spMkLst>
        </pc:spChg>
        <pc:spChg chg="add">
          <ac:chgData name="Mark McGlinchey" userId="6e11bbf3-9dcb-4b8b-b03e-52345dfdf79c" providerId="ADAL" clId="{60939A46-6B3C-41B6-8992-6BAECF9D2BD5}" dt="2023-02-08T13:12:50.599" v="575" actId="26606"/>
          <ac:spMkLst>
            <pc:docMk/>
            <pc:sldMk cId="1214240903" sldId="381"/>
            <ac:spMk id="3081" creationId="{2C46C4D6-C474-4E92-B52E-944C1118F7B6}"/>
          </ac:spMkLst>
        </pc:spChg>
        <pc:picChg chg="del">
          <ac:chgData name="Mark McGlinchey" userId="6e11bbf3-9dcb-4b8b-b03e-52345dfdf79c" providerId="ADAL" clId="{60939A46-6B3C-41B6-8992-6BAECF9D2BD5}" dt="2023-02-08T13:02:27.511" v="231" actId="478"/>
          <ac:picMkLst>
            <pc:docMk/>
            <pc:sldMk cId="1214240903" sldId="381"/>
            <ac:picMk id="7" creationId="{8C013ED0-E5C8-764D-99F0-78A0ADCF7CB4}"/>
          </ac:picMkLst>
        </pc:picChg>
        <pc:picChg chg="add mod">
          <ac:chgData name="Mark McGlinchey" userId="6e11bbf3-9dcb-4b8b-b03e-52345dfdf79c" providerId="ADAL" clId="{60939A46-6B3C-41B6-8992-6BAECF9D2BD5}" dt="2023-02-08T13:12:50.599" v="575" actId="26606"/>
          <ac:picMkLst>
            <pc:docMk/>
            <pc:sldMk cId="1214240903" sldId="381"/>
            <ac:picMk id="3074" creationId="{00DDDCD1-3D5F-C2C6-426D-DBDD83C4292A}"/>
          </ac:picMkLst>
        </pc:picChg>
      </pc:sldChg>
      <pc:sldChg chg="modSp add mod">
        <pc:chgData name="Mark McGlinchey" userId="6e11bbf3-9dcb-4b8b-b03e-52345dfdf79c" providerId="ADAL" clId="{60939A46-6B3C-41B6-8992-6BAECF9D2BD5}" dt="2023-02-08T13:07:23.200" v="519" actId="27636"/>
        <pc:sldMkLst>
          <pc:docMk/>
          <pc:sldMk cId="793253567" sldId="382"/>
        </pc:sldMkLst>
        <pc:spChg chg="mod">
          <ac:chgData name="Mark McGlinchey" userId="6e11bbf3-9dcb-4b8b-b03e-52345dfdf79c" providerId="ADAL" clId="{60939A46-6B3C-41B6-8992-6BAECF9D2BD5}" dt="2023-02-08T13:06:53.317" v="495" actId="20577"/>
          <ac:spMkLst>
            <pc:docMk/>
            <pc:sldMk cId="793253567" sldId="382"/>
            <ac:spMk id="2" creationId="{DEEFF349-81A9-4539-BE30-716AD67C9901}"/>
          </ac:spMkLst>
        </pc:spChg>
        <pc:spChg chg="mod">
          <ac:chgData name="Mark McGlinchey" userId="6e11bbf3-9dcb-4b8b-b03e-52345dfdf79c" providerId="ADAL" clId="{60939A46-6B3C-41B6-8992-6BAECF9D2BD5}" dt="2023-02-08T13:07:23.200" v="519" actId="27636"/>
          <ac:spMkLst>
            <pc:docMk/>
            <pc:sldMk cId="793253567" sldId="382"/>
            <ac:spMk id="4" creationId="{687D7133-9D9C-6B8A-65A9-E23D30CF32F7}"/>
          </ac:spMkLst>
        </pc:spChg>
      </pc:sldChg>
      <pc:sldChg chg="modSp add mod">
        <pc:chgData name="Mark McGlinchey" userId="6e11bbf3-9dcb-4b8b-b03e-52345dfdf79c" providerId="ADAL" clId="{60939A46-6B3C-41B6-8992-6BAECF9D2BD5}" dt="2023-02-08T13:07:46.380" v="523" actId="1076"/>
        <pc:sldMkLst>
          <pc:docMk/>
          <pc:sldMk cId="3133245052" sldId="383"/>
        </pc:sldMkLst>
        <pc:spChg chg="mod">
          <ac:chgData name="Mark McGlinchey" userId="6e11bbf3-9dcb-4b8b-b03e-52345dfdf79c" providerId="ADAL" clId="{60939A46-6B3C-41B6-8992-6BAECF9D2BD5}" dt="2023-02-08T13:07:46.380" v="523" actId="1076"/>
          <ac:spMkLst>
            <pc:docMk/>
            <pc:sldMk cId="3133245052" sldId="383"/>
            <ac:spMk id="2" creationId="{DEEFF349-81A9-4539-BE30-716AD67C9901}"/>
          </ac:spMkLst>
        </pc:spChg>
        <pc:spChg chg="mod">
          <ac:chgData name="Mark McGlinchey" userId="6e11bbf3-9dcb-4b8b-b03e-52345dfdf79c" providerId="ADAL" clId="{60939A46-6B3C-41B6-8992-6BAECF9D2BD5}" dt="2023-02-08T13:07:34.542" v="521" actId="27636"/>
          <ac:spMkLst>
            <pc:docMk/>
            <pc:sldMk cId="3133245052" sldId="383"/>
            <ac:spMk id="4" creationId="{687D7133-9D9C-6B8A-65A9-E23D30CF32F7}"/>
          </ac:spMkLst>
        </pc:spChg>
      </pc:sldChg>
      <pc:sldChg chg="modSp add mod">
        <pc:chgData name="Mark McGlinchey" userId="6e11bbf3-9dcb-4b8b-b03e-52345dfdf79c" providerId="ADAL" clId="{60939A46-6B3C-41B6-8992-6BAECF9D2BD5}" dt="2023-02-08T13:08:18.934" v="530" actId="27636"/>
        <pc:sldMkLst>
          <pc:docMk/>
          <pc:sldMk cId="1291522577" sldId="384"/>
        </pc:sldMkLst>
        <pc:spChg chg="mod">
          <ac:chgData name="Mark McGlinchey" userId="6e11bbf3-9dcb-4b8b-b03e-52345dfdf79c" providerId="ADAL" clId="{60939A46-6B3C-41B6-8992-6BAECF9D2BD5}" dt="2023-02-08T13:08:12.125" v="528" actId="1076"/>
          <ac:spMkLst>
            <pc:docMk/>
            <pc:sldMk cId="1291522577" sldId="384"/>
            <ac:spMk id="2" creationId="{DEEFF349-81A9-4539-BE30-716AD67C9901}"/>
          </ac:spMkLst>
        </pc:spChg>
        <pc:spChg chg="mod">
          <ac:chgData name="Mark McGlinchey" userId="6e11bbf3-9dcb-4b8b-b03e-52345dfdf79c" providerId="ADAL" clId="{60939A46-6B3C-41B6-8992-6BAECF9D2BD5}" dt="2023-02-08T13:08:18.934" v="530" actId="27636"/>
          <ac:spMkLst>
            <pc:docMk/>
            <pc:sldMk cId="1291522577" sldId="384"/>
            <ac:spMk id="4" creationId="{687D7133-9D9C-6B8A-65A9-E23D30CF32F7}"/>
          </ac:spMkLst>
        </pc:spChg>
      </pc:sldChg>
      <pc:sldChg chg="modSp add mod">
        <pc:chgData name="Mark McGlinchey" userId="6e11bbf3-9dcb-4b8b-b03e-52345dfdf79c" providerId="ADAL" clId="{60939A46-6B3C-41B6-8992-6BAECF9D2BD5}" dt="2023-02-08T13:08:42.708" v="536" actId="27636"/>
        <pc:sldMkLst>
          <pc:docMk/>
          <pc:sldMk cId="3448299587" sldId="385"/>
        </pc:sldMkLst>
        <pc:spChg chg="mod">
          <ac:chgData name="Mark McGlinchey" userId="6e11bbf3-9dcb-4b8b-b03e-52345dfdf79c" providerId="ADAL" clId="{60939A46-6B3C-41B6-8992-6BAECF9D2BD5}" dt="2023-02-08T13:08:34.552" v="534" actId="27636"/>
          <ac:spMkLst>
            <pc:docMk/>
            <pc:sldMk cId="3448299587" sldId="385"/>
            <ac:spMk id="2" creationId="{DEEFF349-81A9-4539-BE30-716AD67C9901}"/>
          </ac:spMkLst>
        </pc:spChg>
        <pc:spChg chg="mod">
          <ac:chgData name="Mark McGlinchey" userId="6e11bbf3-9dcb-4b8b-b03e-52345dfdf79c" providerId="ADAL" clId="{60939A46-6B3C-41B6-8992-6BAECF9D2BD5}" dt="2023-02-08T13:08:42.708" v="536" actId="27636"/>
          <ac:spMkLst>
            <pc:docMk/>
            <pc:sldMk cId="3448299587" sldId="385"/>
            <ac:spMk id="4" creationId="{687D7133-9D9C-6B8A-65A9-E23D30CF32F7}"/>
          </ac:spMkLst>
        </pc:spChg>
      </pc:sldChg>
      <pc:sldMasterChg chg="delSldLayout">
        <pc:chgData name="Mark McGlinchey" userId="6e11bbf3-9dcb-4b8b-b03e-52345dfdf79c" providerId="ADAL" clId="{60939A46-6B3C-41B6-8992-6BAECF9D2BD5}" dt="2023-02-08T12:47:45.795" v="123" actId="2696"/>
        <pc:sldMasterMkLst>
          <pc:docMk/>
          <pc:sldMasterMk cId="3821638287" sldId="2147483648"/>
        </pc:sldMasterMkLst>
        <pc:sldLayoutChg chg="del">
          <pc:chgData name="Mark McGlinchey" userId="6e11bbf3-9dcb-4b8b-b03e-52345dfdf79c" providerId="ADAL" clId="{60939A46-6B3C-41B6-8992-6BAECF9D2BD5}" dt="2023-02-08T12:47:45.795" v="123" actId="2696"/>
          <pc:sldLayoutMkLst>
            <pc:docMk/>
            <pc:sldMasterMk cId="3821638287" sldId="2147483648"/>
            <pc:sldLayoutMk cId="498894596" sldId="2147483663"/>
          </pc:sldLayoutMkLst>
        </pc:sldLayoutChg>
      </pc:sldMasterChg>
    </pc:docChg>
  </pc:docChgLst>
  <pc:docChgLst>
    <pc:chgData name="Mark McGlinchey" userId="6e11bbf3-9dcb-4b8b-b03e-52345dfdf79c" providerId="ADAL" clId="{AD10ABA9-38E3-4AE5-91FE-29E13A02354F}"/>
    <pc:docChg chg="custSel delSld modSld sldOrd">
      <pc:chgData name="Mark McGlinchey" userId="6e11bbf3-9dcb-4b8b-b03e-52345dfdf79c" providerId="ADAL" clId="{AD10ABA9-38E3-4AE5-91FE-29E13A02354F}" dt="2023-01-15T15:36:31.437" v="205" actId="27636"/>
      <pc:docMkLst>
        <pc:docMk/>
      </pc:docMkLst>
      <pc:sldChg chg="del">
        <pc:chgData name="Mark McGlinchey" userId="6e11bbf3-9dcb-4b8b-b03e-52345dfdf79c" providerId="ADAL" clId="{AD10ABA9-38E3-4AE5-91FE-29E13A02354F}" dt="2023-01-15T12:45:38.034" v="107" actId="2696"/>
        <pc:sldMkLst>
          <pc:docMk/>
          <pc:sldMk cId="3414966085" sldId="260"/>
        </pc:sldMkLst>
      </pc:sldChg>
      <pc:sldChg chg="modSp mod">
        <pc:chgData name="Mark McGlinchey" userId="6e11bbf3-9dcb-4b8b-b03e-52345dfdf79c" providerId="ADAL" clId="{AD10ABA9-38E3-4AE5-91FE-29E13A02354F}" dt="2023-01-15T15:36:17.962" v="201" actId="255"/>
        <pc:sldMkLst>
          <pc:docMk/>
          <pc:sldMk cId="2729629157" sldId="263"/>
        </pc:sldMkLst>
        <pc:spChg chg="mod">
          <ac:chgData name="Mark McGlinchey" userId="6e11bbf3-9dcb-4b8b-b03e-52345dfdf79c" providerId="ADAL" clId="{AD10ABA9-38E3-4AE5-91FE-29E13A02354F}" dt="2023-01-15T15:36:17.962" v="201" actId="255"/>
          <ac:spMkLst>
            <pc:docMk/>
            <pc:sldMk cId="2729629157" sldId="263"/>
            <ac:spMk id="3" creationId="{369F74A6-CCDA-40D2-A299-5E44A2A1B1D8}"/>
          </ac:spMkLst>
        </pc:spChg>
      </pc:sldChg>
      <pc:sldChg chg="modSp mod">
        <pc:chgData name="Mark McGlinchey" userId="6e11bbf3-9dcb-4b8b-b03e-52345dfdf79c" providerId="ADAL" clId="{AD10ABA9-38E3-4AE5-91FE-29E13A02354F}" dt="2023-01-15T12:43:25.744" v="2" actId="14100"/>
        <pc:sldMkLst>
          <pc:docMk/>
          <pc:sldMk cId="3039590940" sldId="292"/>
        </pc:sldMkLst>
        <pc:spChg chg="mod">
          <ac:chgData name="Mark McGlinchey" userId="6e11bbf3-9dcb-4b8b-b03e-52345dfdf79c" providerId="ADAL" clId="{AD10ABA9-38E3-4AE5-91FE-29E13A02354F}" dt="2023-01-15T12:43:21.343" v="1" actId="14100"/>
          <ac:spMkLst>
            <pc:docMk/>
            <pc:sldMk cId="3039590940" sldId="292"/>
            <ac:spMk id="2" creationId="{357990F9-25C8-27BA-00D9-1B28DE3D29E9}"/>
          </ac:spMkLst>
        </pc:spChg>
        <pc:spChg chg="mod">
          <ac:chgData name="Mark McGlinchey" userId="6e11bbf3-9dcb-4b8b-b03e-52345dfdf79c" providerId="ADAL" clId="{AD10ABA9-38E3-4AE5-91FE-29E13A02354F}" dt="2023-01-15T12:43:25.744" v="2" actId="14100"/>
          <ac:spMkLst>
            <pc:docMk/>
            <pc:sldMk cId="3039590940" sldId="292"/>
            <ac:spMk id="3" creationId="{3E6F3FE5-34EF-C535-10E5-3750A66E1F2A}"/>
          </ac:spMkLst>
        </pc:spChg>
        <pc:picChg chg="mod">
          <ac:chgData name="Mark McGlinchey" userId="6e11bbf3-9dcb-4b8b-b03e-52345dfdf79c" providerId="ADAL" clId="{AD10ABA9-38E3-4AE5-91FE-29E13A02354F}" dt="2023-01-15T12:43:14.444" v="0" actId="14100"/>
          <ac:picMkLst>
            <pc:docMk/>
            <pc:sldMk cId="3039590940" sldId="292"/>
            <ac:picMk id="4" creationId="{49F69C4B-AC0A-1E1F-3CCB-E18F1E9058D0}"/>
          </ac:picMkLst>
        </pc:picChg>
      </pc:sldChg>
      <pc:sldChg chg="modSp mod">
        <pc:chgData name="Mark McGlinchey" userId="6e11bbf3-9dcb-4b8b-b03e-52345dfdf79c" providerId="ADAL" clId="{AD10ABA9-38E3-4AE5-91FE-29E13A02354F}" dt="2023-01-15T12:43:39.343" v="5" actId="14100"/>
        <pc:sldMkLst>
          <pc:docMk/>
          <pc:sldMk cId="1288903496" sldId="296"/>
        </pc:sldMkLst>
        <pc:spChg chg="mod">
          <ac:chgData name="Mark McGlinchey" userId="6e11bbf3-9dcb-4b8b-b03e-52345dfdf79c" providerId="ADAL" clId="{AD10ABA9-38E3-4AE5-91FE-29E13A02354F}" dt="2023-01-15T12:43:36.351" v="4" actId="14100"/>
          <ac:spMkLst>
            <pc:docMk/>
            <pc:sldMk cId="1288903496" sldId="296"/>
            <ac:spMk id="2" creationId="{87A7C7C1-8601-F1EC-B655-E4FEFA90DBAD}"/>
          </ac:spMkLst>
        </pc:spChg>
        <pc:spChg chg="mod">
          <ac:chgData name="Mark McGlinchey" userId="6e11bbf3-9dcb-4b8b-b03e-52345dfdf79c" providerId="ADAL" clId="{AD10ABA9-38E3-4AE5-91FE-29E13A02354F}" dt="2023-01-15T12:43:39.343" v="5" actId="14100"/>
          <ac:spMkLst>
            <pc:docMk/>
            <pc:sldMk cId="1288903496" sldId="296"/>
            <ac:spMk id="3" creationId="{5C809660-C1C0-FD48-6411-5041681B0DB5}"/>
          </ac:spMkLst>
        </pc:spChg>
        <pc:picChg chg="mod">
          <ac:chgData name="Mark McGlinchey" userId="6e11bbf3-9dcb-4b8b-b03e-52345dfdf79c" providerId="ADAL" clId="{AD10ABA9-38E3-4AE5-91FE-29E13A02354F}" dt="2023-01-15T12:43:33.264" v="3" actId="14100"/>
          <ac:picMkLst>
            <pc:docMk/>
            <pc:sldMk cId="1288903496" sldId="296"/>
            <ac:picMk id="5" creationId="{E3E963FD-DD5B-1DCE-8BE7-192D2F0D6AFD}"/>
          </ac:picMkLst>
        </pc:picChg>
      </pc:sldChg>
      <pc:sldChg chg="modSp mod">
        <pc:chgData name="Mark McGlinchey" userId="6e11bbf3-9dcb-4b8b-b03e-52345dfdf79c" providerId="ADAL" clId="{AD10ABA9-38E3-4AE5-91FE-29E13A02354F}" dt="2023-01-15T15:36:31.437" v="205" actId="27636"/>
        <pc:sldMkLst>
          <pc:docMk/>
          <pc:sldMk cId="2537702471" sldId="297"/>
        </pc:sldMkLst>
        <pc:spChg chg="mod">
          <ac:chgData name="Mark McGlinchey" userId="6e11bbf3-9dcb-4b8b-b03e-52345dfdf79c" providerId="ADAL" clId="{AD10ABA9-38E3-4AE5-91FE-29E13A02354F}" dt="2023-01-15T15:36:31.437" v="205" actId="27636"/>
          <ac:spMkLst>
            <pc:docMk/>
            <pc:sldMk cId="2537702471" sldId="297"/>
            <ac:spMk id="3" creationId="{DC758640-AD3F-D07B-7F4D-4230C7CAD22E}"/>
          </ac:spMkLst>
        </pc:spChg>
      </pc:sldChg>
      <pc:sldChg chg="addSp del delDesignElem">
        <pc:chgData name="Mark McGlinchey" userId="6e11bbf3-9dcb-4b8b-b03e-52345dfdf79c" providerId="ADAL" clId="{AD10ABA9-38E3-4AE5-91FE-29E13A02354F}" dt="2023-01-15T12:44:22.297" v="7"/>
        <pc:sldMkLst>
          <pc:docMk/>
          <pc:sldMk cId="492398384" sldId="307"/>
        </pc:sldMkLst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5" creationId="{A8384FB5-9ADC-4DDC-881B-597D56F5B15D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7" creationId="{91E5A9A7-95C6-4F4F-B00E-C82E07FE62EF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9" creationId="{D07DD2DE-F619-49DD-B5E7-03A290FF4ED1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21" creationId="{85149191-5F60-4A28-AAFF-039F96B0F3EC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23" creationId="{F8260ED5-17F7-4158-B241-D51DD4CF1B7E}"/>
          </ac:spMkLst>
        </pc:spChg>
      </pc:sldChg>
      <pc:sldChg chg="modSp mod ord">
        <pc:chgData name="Mark McGlinchey" userId="6e11bbf3-9dcb-4b8b-b03e-52345dfdf79c" providerId="ADAL" clId="{AD10ABA9-38E3-4AE5-91FE-29E13A02354F}" dt="2023-01-15T12:49:19.906" v="116"/>
        <pc:sldMkLst>
          <pc:docMk/>
          <pc:sldMk cId="3358918850" sldId="307"/>
        </pc:sldMkLst>
        <pc:spChg chg="mod">
          <ac:chgData name="Mark McGlinchey" userId="6e11bbf3-9dcb-4b8b-b03e-52345dfdf79c" providerId="ADAL" clId="{AD10ABA9-38E3-4AE5-91FE-29E13A02354F}" dt="2023-01-15T12:45:31.319" v="106" actId="20577"/>
          <ac:spMkLst>
            <pc:docMk/>
            <pc:sldMk cId="3358918850" sldId="307"/>
            <ac:spMk id="2" creationId="{DEEFF349-81A9-4539-BE30-716AD67C9901}"/>
          </ac:spMkLst>
        </pc:spChg>
        <pc:graphicFrameChg chg="mod">
          <ac:chgData name="Mark McGlinchey" userId="6e11bbf3-9dcb-4b8b-b03e-52345dfdf79c" providerId="ADAL" clId="{AD10ABA9-38E3-4AE5-91FE-29E13A02354F}" dt="2023-01-15T12:48:37.589" v="112"/>
          <ac:graphicFrameMkLst>
            <pc:docMk/>
            <pc:sldMk cId="3358918850" sldId="307"/>
            <ac:graphicFrameMk id="5" creationId="{259B6C83-8F52-494C-A101-9800FC4B927E}"/>
          </ac:graphicFrameMkLst>
        </pc:graphicFrameChg>
      </pc:sldChg>
    </pc:docChg>
  </pc:docChgLst>
  <pc:docChgLst>
    <pc:chgData name="Mark McGlinchey" userId="6e11bbf3-9dcb-4b8b-b03e-52345dfdf79c" providerId="ADAL" clId="{F1B50BD8-67B2-4298-BE62-84906E257862}"/>
    <pc:docChg chg="undo custSel addSld delSld modSld">
      <pc:chgData name="Mark McGlinchey" userId="6e11bbf3-9dcb-4b8b-b03e-52345dfdf79c" providerId="ADAL" clId="{F1B50BD8-67B2-4298-BE62-84906E257862}" dt="2023-02-13T15:27:23.099" v="887" actId="478"/>
      <pc:docMkLst>
        <pc:docMk/>
      </pc:docMkLst>
      <pc:sldChg chg="modAnim">
        <pc:chgData name="Mark McGlinchey" userId="6e11bbf3-9dcb-4b8b-b03e-52345dfdf79c" providerId="ADAL" clId="{F1B50BD8-67B2-4298-BE62-84906E257862}" dt="2023-02-13T15:26:35.378" v="882"/>
        <pc:sldMkLst>
          <pc:docMk/>
          <pc:sldMk cId="2848883935" sldId="256"/>
        </pc:sldMkLst>
      </pc:sldChg>
      <pc:sldChg chg="delSp modSp mod">
        <pc:chgData name="Mark McGlinchey" userId="6e11bbf3-9dcb-4b8b-b03e-52345dfdf79c" providerId="ADAL" clId="{F1B50BD8-67B2-4298-BE62-84906E257862}" dt="2023-02-13T15:27:20.301" v="886" actId="478"/>
        <pc:sldMkLst>
          <pc:docMk/>
          <pc:sldMk cId="924118483" sldId="273"/>
        </pc:sldMkLst>
        <pc:spChg chg="mod">
          <ac:chgData name="Mark McGlinchey" userId="6e11bbf3-9dcb-4b8b-b03e-52345dfdf79c" providerId="ADAL" clId="{F1B50BD8-67B2-4298-BE62-84906E257862}" dt="2023-02-13T15:23:18.348" v="875" actId="115"/>
          <ac:spMkLst>
            <pc:docMk/>
            <pc:sldMk cId="924118483" sldId="273"/>
            <ac:spMk id="5" creationId="{6CFEBC38-2750-430F-8AA0-91B18563A7B6}"/>
          </ac:spMkLst>
        </pc:spChg>
        <pc:spChg chg="del">
          <ac:chgData name="Mark McGlinchey" userId="6e11bbf3-9dcb-4b8b-b03e-52345dfdf79c" providerId="ADAL" clId="{F1B50BD8-67B2-4298-BE62-84906E257862}" dt="2023-02-13T15:27:20.301" v="886" actId="478"/>
          <ac:spMkLst>
            <pc:docMk/>
            <pc:sldMk cId="924118483" sldId="273"/>
            <ac:spMk id="6" creationId="{E35FF012-BB17-44E4-AB8D-AAA447C61E84}"/>
          </ac:spMkLst>
        </pc:spChg>
      </pc:sldChg>
      <pc:sldChg chg="addSp modSp add mod modNotesTx">
        <pc:chgData name="Mark McGlinchey" userId="6e11bbf3-9dcb-4b8b-b03e-52345dfdf79c" providerId="ADAL" clId="{F1B50BD8-67B2-4298-BE62-84906E257862}" dt="2023-02-13T15:15:24.592" v="805"/>
        <pc:sldMkLst>
          <pc:docMk/>
          <pc:sldMk cId="1033684928" sldId="309"/>
        </pc:sldMkLst>
        <pc:spChg chg="mod">
          <ac:chgData name="Mark McGlinchey" userId="6e11bbf3-9dcb-4b8b-b03e-52345dfdf79c" providerId="ADAL" clId="{F1B50BD8-67B2-4298-BE62-84906E257862}" dt="2023-02-13T15:10:47.828" v="585" actId="20577"/>
          <ac:spMkLst>
            <pc:docMk/>
            <pc:sldMk cId="1033684928" sldId="309"/>
            <ac:spMk id="2" creationId="{DEEFF349-81A9-4539-BE30-716AD67C9901}"/>
          </ac:spMkLst>
        </pc:spChg>
        <pc:spChg chg="add mod">
          <ac:chgData name="Mark McGlinchey" userId="6e11bbf3-9dcb-4b8b-b03e-52345dfdf79c" providerId="ADAL" clId="{F1B50BD8-67B2-4298-BE62-84906E257862}" dt="2023-02-13T15:13:57.318" v="802" actId="20577"/>
          <ac:spMkLst>
            <pc:docMk/>
            <pc:sldMk cId="1033684928" sldId="309"/>
            <ac:spMk id="3" creationId="{A7169290-ABF9-8D74-0340-ED71BB18F633}"/>
          </ac:spMkLst>
        </pc:spChg>
        <pc:graphicFrameChg chg="mod">
          <ac:chgData name="Mark McGlinchey" userId="6e11bbf3-9dcb-4b8b-b03e-52345dfdf79c" providerId="ADAL" clId="{F1B50BD8-67B2-4298-BE62-84906E257862}" dt="2023-02-13T15:15:24.592" v="805"/>
          <ac:graphicFrameMkLst>
            <pc:docMk/>
            <pc:sldMk cId="1033684928" sldId="309"/>
            <ac:graphicFrameMk id="5" creationId="{259B6C83-8F52-494C-A101-9800FC4B927E}"/>
          </ac:graphicFrameMkLst>
        </pc:graphicFrameChg>
      </pc:sldChg>
      <pc:sldChg chg="delSp mod">
        <pc:chgData name="Mark McGlinchey" userId="6e11bbf3-9dcb-4b8b-b03e-52345dfdf79c" providerId="ADAL" clId="{F1B50BD8-67B2-4298-BE62-84906E257862}" dt="2023-02-13T15:27:09.379" v="884" actId="478"/>
        <pc:sldMkLst>
          <pc:docMk/>
          <pc:sldMk cId="3269301239" sldId="340"/>
        </pc:sldMkLst>
        <pc:spChg chg="del">
          <ac:chgData name="Mark McGlinchey" userId="6e11bbf3-9dcb-4b8b-b03e-52345dfdf79c" providerId="ADAL" clId="{F1B50BD8-67B2-4298-BE62-84906E257862}" dt="2023-02-13T15:27:09.379" v="884" actId="478"/>
          <ac:spMkLst>
            <pc:docMk/>
            <pc:sldMk cId="3269301239" sldId="340"/>
            <ac:spMk id="4" creationId="{C422A729-D4BB-4B54-B65A-3E270F1B144C}"/>
          </ac:spMkLst>
        </pc:spChg>
      </pc:sldChg>
      <pc:sldChg chg="delSp mod">
        <pc:chgData name="Mark McGlinchey" userId="6e11bbf3-9dcb-4b8b-b03e-52345dfdf79c" providerId="ADAL" clId="{F1B50BD8-67B2-4298-BE62-84906E257862}" dt="2023-02-13T15:27:04.669" v="883" actId="478"/>
        <pc:sldMkLst>
          <pc:docMk/>
          <pc:sldMk cId="1160977674" sldId="344"/>
        </pc:sldMkLst>
        <pc:spChg chg="del">
          <ac:chgData name="Mark McGlinchey" userId="6e11bbf3-9dcb-4b8b-b03e-52345dfdf79c" providerId="ADAL" clId="{F1B50BD8-67B2-4298-BE62-84906E257862}" dt="2023-02-13T15:27:04.669" v="883" actId="478"/>
          <ac:spMkLst>
            <pc:docMk/>
            <pc:sldMk cId="1160977674" sldId="344"/>
            <ac:spMk id="4" creationId="{C422A729-D4BB-4B54-B65A-3E270F1B144C}"/>
          </ac:spMkLst>
        </pc:spChg>
      </pc:sldChg>
      <pc:sldChg chg="addSp delSp modSp del mod">
        <pc:chgData name="Mark McGlinchey" userId="6e11bbf3-9dcb-4b8b-b03e-52345dfdf79c" providerId="ADAL" clId="{F1B50BD8-67B2-4298-BE62-84906E257862}" dt="2023-02-13T15:08:58.654" v="540" actId="2696"/>
        <pc:sldMkLst>
          <pc:docMk/>
          <pc:sldMk cId="2306367850" sldId="348"/>
        </pc:sldMkLst>
        <pc:spChg chg="mod">
          <ac:chgData name="Mark McGlinchey" userId="6e11bbf3-9dcb-4b8b-b03e-52345dfdf79c" providerId="ADAL" clId="{F1B50BD8-67B2-4298-BE62-84906E257862}" dt="2023-02-13T15:03:24.020" v="41" actId="26606"/>
          <ac:spMkLst>
            <pc:docMk/>
            <pc:sldMk cId="2306367850" sldId="348"/>
            <ac:spMk id="5" creationId="{988230A8-A5DC-46F7-BD93-CF72D61064DC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12" creationId="{BACC6370-2D7E-4714-9D71-7542949D7D5D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14" creationId="{256B2C21-A230-48C0-8DF1-C46611373C44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16" creationId="{3847E18C-932D-4C95-AABA-FEC7C9499AD7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18" creationId="{3150CB11-0C61-439E-910F-5787759E72A0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20" creationId="{43F8A58B-5155-44CE-A5FF-7647B47D0A7A}"/>
          </ac:spMkLst>
        </pc:spChg>
        <pc:spChg chg="add del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22" creationId="{443F2ACA-E6D6-4028-82DD-F03C262D5DE6}"/>
          </ac:spMkLst>
        </pc:spChg>
        <pc:spChg chg="add del">
          <ac:chgData name="Mark McGlinchey" userId="6e11bbf3-9dcb-4b8b-b03e-52345dfdf79c" providerId="ADAL" clId="{F1B50BD8-67B2-4298-BE62-84906E257862}" dt="2023-02-13T15:03:24.020" v="41" actId="26606"/>
          <ac:spMkLst>
            <pc:docMk/>
            <pc:sldMk cId="2306367850" sldId="348"/>
            <ac:spMk id="27" creationId="{BACC6370-2D7E-4714-9D71-7542949D7D5D}"/>
          </ac:spMkLst>
        </pc:spChg>
        <pc:spChg chg="add del">
          <ac:chgData name="Mark McGlinchey" userId="6e11bbf3-9dcb-4b8b-b03e-52345dfdf79c" providerId="ADAL" clId="{F1B50BD8-67B2-4298-BE62-84906E257862}" dt="2023-02-13T15:03:24.020" v="41" actId="26606"/>
          <ac:spMkLst>
            <pc:docMk/>
            <pc:sldMk cId="2306367850" sldId="348"/>
            <ac:spMk id="29" creationId="{F68B3F68-107C-434F-AA38-110D5EA91B85}"/>
          </ac:spMkLst>
        </pc:spChg>
        <pc:spChg chg="add del">
          <ac:chgData name="Mark McGlinchey" userId="6e11bbf3-9dcb-4b8b-b03e-52345dfdf79c" providerId="ADAL" clId="{F1B50BD8-67B2-4298-BE62-84906E257862}" dt="2023-02-13T15:03:24.020" v="41" actId="26606"/>
          <ac:spMkLst>
            <pc:docMk/>
            <pc:sldMk cId="2306367850" sldId="348"/>
            <ac:spMk id="31" creationId="{AAD0DBB9-1A4B-4391-81D4-CB19F9AB918A}"/>
          </ac:spMkLst>
        </pc:spChg>
        <pc:spChg chg="add del">
          <ac:chgData name="Mark McGlinchey" userId="6e11bbf3-9dcb-4b8b-b03e-52345dfdf79c" providerId="ADAL" clId="{F1B50BD8-67B2-4298-BE62-84906E257862}" dt="2023-02-13T15:03:24.020" v="41" actId="26606"/>
          <ac:spMkLst>
            <pc:docMk/>
            <pc:sldMk cId="2306367850" sldId="348"/>
            <ac:spMk id="33" creationId="{063BBA22-50EA-4C4D-BE05-F1CE4E63AA56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35" creationId="{BACC6370-2D7E-4714-9D71-7542949D7D5D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36" creationId="{256B2C21-A230-48C0-8DF1-C46611373C44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37" creationId="{3847E18C-932D-4C95-AABA-FEC7C9499AD7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38" creationId="{3150CB11-0C61-439E-910F-5787759E72A0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39" creationId="{43F8A58B-5155-44CE-A5FF-7647B47D0A7A}"/>
          </ac:spMkLst>
        </pc:spChg>
        <pc:spChg chg="add">
          <ac:chgData name="Mark McGlinchey" userId="6e11bbf3-9dcb-4b8b-b03e-52345dfdf79c" providerId="ADAL" clId="{F1B50BD8-67B2-4298-BE62-84906E257862}" dt="2023-02-13T15:03:24.054" v="42" actId="26606"/>
          <ac:spMkLst>
            <pc:docMk/>
            <pc:sldMk cId="2306367850" sldId="348"/>
            <ac:spMk id="40" creationId="{443F2ACA-E6D6-4028-82DD-F03C262D5DE6}"/>
          </ac:spMkLst>
        </pc:spChg>
        <pc:graphicFrameChg chg="mod modGraphic">
          <ac:chgData name="Mark McGlinchey" userId="6e11bbf3-9dcb-4b8b-b03e-52345dfdf79c" providerId="ADAL" clId="{F1B50BD8-67B2-4298-BE62-84906E257862}" dt="2023-02-13T15:03:24.054" v="42" actId="26606"/>
          <ac:graphicFrameMkLst>
            <pc:docMk/>
            <pc:sldMk cId="2306367850" sldId="348"/>
            <ac:graphicFrameMk id="8" creationId="{482DD5C8-6291-8756-AF84-015757C26497}"/>
          </ac:graphicFrameMkLst>
        </pc:graphicFrameChg>
      </pc:sldChg>
      <pc:sldChg chg="modSp del mod">
        <pc:chgData name="Mark McGlinchey" userId="6e11bbf3-9dcb-4b8b-b03e-52345dfdf79c" providerId="ADAL" clId="{F1B50BD8-67B2-4298-BE62-84906E257862}" dt="2023-02-13T15:20:23.345" v="815" actId="2696"/>
        <pc:sldMkLst>
          <pc:docMk/>
          <pc:sldMk cId="4294611614" sldId="349"/>
        </pc:sldMkLst>
        <pc:spChg chg="mod">
          <ac:chgData name="Mark McGlinchey" userId="6e11bbf3-9dcb-4b8b-b03e-52345dfdf79c" providerId="ADAL" clId="{F1B50BD8-67B2-4298-BE62-84906E257862}" dt="2023-02-13T15:19:57.631" v="808" actId="20577"/>
          <ac:spMkLst>
            <pc:docMk/>
            <pc:sldMk cId="4294611614" sldId="349"/>
            <ac:spMk id="4" creationId="{0138BC63-4131-48D0-8A4F-4E2D2900E786}"/>
          </ac:spMkLst>
        </pc:spChg>
      </pc:sldChg>
      <pc:sldChg chg="modSp mod">
        <pc:chgData name="Mark McGlinchey" userId="6e11bbf3-9dcb-4b8b-b03e-52345dfdf79c" providerId="ADAL" clId="{F1B50BD8-67B2-4298-BE62-84906E257862}" dt="2023-02-13T15:22:58.289" v="871" actId="1076"/>
        <pc:sldMkLst>
          <pc:docMk/>
          <pc:sldMk cId="4114633549" sldId="350"/>
        </pc:sldMkLst>
        <pc:spChg chg="mod">
          <ac:chgData name="Mark McGlinchey" userId="6e11bbf3-9dcb-4b8b-b03e-52345dfdf79c" providerId="ADAL" clId="{F1B50BD8-67B2-4298-BE62-84906E257862}" dt="2023-02-13T15:20:00.707" v="809" actId="20577"/>
          <ac:spMkLst>
            <pc:docMk/>
            <pc:sldMk cId="4114633549" sldId="350"/>
            <ac:spMk id="4" creationId="{0138BC63-4131-48D0-8A4F-4E2D2900E786}"/>
          </ac:spMkLst>
        </pc:spChg>
        <pc:picChg chg="mod">
          <ac:chgData name="Mark McGlinchey" userId="6e11bbf3-9dcb-4b8b-b03e-52345dfdf79c" providerId="ADAL" clId="{F1B50BD8-67B2-4298-BE62-84906E257862}" dt="2023-02-13T15:22:58.289" v="871" actId="1076"/>
          <ac:picMkLst>
            <pc:docMk/>
            <pc:sldMk cId="4114633549" sldId="350"/>
            <ac:picMk id="3" creationId="{269B7D32-3588-CF4B-81EE-4E3B3128EEBD}"/>
          </ac:picMkLst>
        </pc:picChg>
      </pc:sldChg>
      <pc:sldChg chg="modSp mod">
        <pc:chgData name="Mark McGlinchey" userId="6e11bbf3-9dcb-4b8b-b03e-52345dfdf79c" providerId="ADAL" clId="{F1B50BD8-67B2-4298-BE62-84906E257862}" dt="2023-02-13T15:02:49.634" v="39" actId="20577"/>
        <pc:sldMkLst>
          <pc:docMk/>
          <pc:sldMk cId="4260856935" sldId="378"/>
        </pc:sldMkLst>
        <pc:spChg chg="mod">
          <ac:chgData name="Mark McGlinchey" userId="6e11bbf3-9dcb-4b8b-b03e-52345dfdf79c" providerId="ADAL" clId="{F1B50BD8-67B2-4298-BE62-84906E257862}" dt="2023-02-13T15:02:49.634" v="39" actId="20577"/>
          <ac:spMkLst>
            <pc:docMk/>
            <pc:sldMk cId="4260856935" sldId="378"/>
            <ac:spMk id="24" creationId="{18D591D1-35A8-62D6-492A-582E0800479C}"/>
          </ac:spMkLst>
        </pc:spChg>
      </pc:sldChg>
      <pc:sldChg chg="delSp mod">
        <pc:chgData name="Mark McGlinchey" userId="6e11bbf3-9dcb-4b8b-b03e-52345dfdf79c" providerId="ADAL" clId="{F1B50BD8-67B2-4298-BE62-84906E257862}" dt="2023-02-13T15:27:13.934" v="885" actId="478"/>
        <pc:sldMkLst>
          <pc:docMk/>
          <pc:sldMk cId="1214240903" sldId="381"/>
        </pc:sldMkLst>
        <pc:spChg chg="del">
          <ac:chgData name="Mark McGlinchey" userId="6e11bbf3-9dcb-4b8b-b03e-52345dfdf79c" providerId="ADAL" clId="{F1B50BD8-67B2-4298-BE62-84906E257862}" dt="2023-02-13T15:27:13.934" v="885" actId="478"/>
          <ac:spMkLst>
            <pc:docMk/>
            <pc:sldMk cId="1214240903" sldId="381"/>
            <ac:spMk id="4" creationId="{C422A729-D4BB-4B54-B65A-3E270F1B144C}"/>
          </ac:spMkLst>
        </pc:spChg>
      </pc:sldChg>
      <pc:sldChg chg="delSp mod">
        <pc:chgData name="Mark McGlinchey" userId="6e11bbf3-9dcb-4b8b-b03e-52345dfdf79c" providerId="ADAL" clId="{F1B50BD8-67B2-4298-BE62-84906E257862}" dt="2023-02-13T15:27:23.099" v="887" actId="478"/>
        <pc:sldMkLst>
          <pc:docMk/>
          <pc:sldMk cId="724053854" sldId="386"/>
        </pc:sldMkLst>
        <pc:spChg chg="del">
          <ac:chgData name="Mark McGlinchey" userId="6e11bbf3-9dcb-4b8b-b03e-52345dfdf79c" providerId="ADAL" clId="{F1B50BD8-67B2-4298-BE62-84906E257862}" dt="2023-02-13T15:27:23.099" v="887" actId="478"/>
          <ac:spMkLst>
            <pc:docMk/>
            <pc:sldMk cId="724053854" sldId="386"/>
            <ac:spMk id="6" creationId="{E35FF012-BB17-44E4-AB8D-AAA447C61E84}"/>
          </ac:spMkLst>
        </pc:spChg>
      </pc:sldChg>
      <pc:sldChg chg="modSp add del mod">
        <pc:chgData name="Mark McGlinchey" userId="6e11bbf3-9dcb-4b8b-b03e-52345dfdf79c" providerId="ADAL" clId="{F1B50BD8-67B2-4298-BE62-84906E257862}" dt="2023-02-13T15:23:39.113" v="876" actId="2696"/>
        <pc:sldMkLst>
          <pc:docMk/>
          <pc:sldMk cId="3424792793" sldId="387"/>
        </pc:sldMkLst>
        <pc:spChg chg="mod">
          <ac:chgData name="Mark McGlinchey" userId="6e11bbf3-9dcb-4b8b-b03e-52345dfdf79c" providerId="ADAL" clId="{F1B50BD8-67B2-4298-BE62-84906E257862}" dt="2023-02-13T15:04:15.322" v="84" actId="20577"/>
          <ac:spMkLst>
            <pc:docMk/>
            <pc:sldMk cId="3424792793" sldId="387"/>
            <ac:spMk id="2" creationId="{687340DA-CCDA-8D94-464B-DC172938BBAA}"/>
          </ac:spMkLst>
        </pc:spChg>
        <pc:spChg chg="mod">
          <ac:chgData name="Mark McGlinchey" userId="6e11bbf3-9dcb-4b8b-b03e-52345dfdf79c" providerId="ADAL" clId="{F1B50BD8-67B2-4298-BE62-84906E257862}" dt="2023-02-13T15:08:14.261" v="539" actId="27636"/>
          <ac:spMkLst>
            <pc:docMk/>
            <pc:sldMk cId="3424792793" sldId="387"/>
            <ac:spMk id="24" creationId="{18D591D1-35A8-62D6-492A-582E0800479C}"/>
          </ac:spMkLst>
        </pc:spChg>
      </pc:sldChg>
      <pc:sldChg chg="new del">
        <pc:chgData name="Mark McGlinchey" userId="6e11bbf3-9dcb-4b8b-b03e-52345dfdf79c" providerId="ADAL" clId="{F1B50BD8-67B2-4298-BE62-84906E257862}" dt="2023-02-13T15:20:23.345" v="815" actId="2696"/>
        <pc:sldMkLst>
          <pc:docMk/>
          <pc:sldMk cId="694403686" sldId="388"/>
        </pc:sldMkLst>
      </pc:sldChg>
      <pc:sldChg chg="new del">
        <pc:chgData name="Mark McGlinchey" userId="6e11bbf3-9dcb-4b8b-b03e-52345dfdf79c" providerId="ADAL" clId="{F1B50BD8-67B2-4298-BE62-84906E257862}" dt="2023-02-13T15:20:23.345" v="815" actId="2696"/>
        <pc:sldMkLst>
          <pc:docMk/>
          <pc:sldMk cId="3930317045" sldId="389"/>
        </pc:sldMkLst>
      </pc:sldChg>
      <pc:sldChg chg="addSp delSp modSp add mod delAnim modAnim">
        <pc:chgData name="Mark McGlinchey" userId="6e11bbf3-9dcb-4b8b-b03e-52345dfdf79c" providerId="ADAL" clId="{F1B50BD8-67B2-4298-BE62-84906E257862}" dt="2023-02-13T15:22:26.722" v="861" actId="1076"/>
        <pc:sldMkLst>
          <pc:docMk/>
          <pc:sldMk cId="22035910" sldId="390"/>
        </pc:sldMkLst>
        <pc:picChg chg="del">
          <ac:chgData name="Mark McGlinchey" userId="6e11bbf3-9dcb-4b8b-b03e-52345dfdf79c" providerId="ADAL" clId="{F1B50BD8-67B2-4298-BE62-84906E257862}" dt="2023-02-13T15:20:44.205" v="816" actId="478"/>
          <ac:picMkLst>
            <pc:docMk/>
            <pc:sldMk cId="22035910" sldId="390"/>
            <ac:picMk id="2" creationId="{25019293-6439-3648-B1EB-E772CCE38254}"/>
          </ac:picMkLst>
        </pc:picChg>
        <pc:picChg chg="add mod">
          <ac:chgData name="Mark McGlinchey" userId="6e11bbf3-9dcb-4b8b-b03e-52345dfdf79c" providerId="ADAL" clId="{F1B50BD8-67B2-4298-BE62-84906E257862}" dt="2023-02-13T15:22:26.722" v="861" actId="1076"/>
          <ac:picMkLst>
            <pc:docMk/>
            <pc:sldMk cId="22035910" sldId="390"/>
            <ac:picMk id="3" creationId="{58D7AE5B-2FBE-1381-B4A9-AD1274433E38}"/>
          </ac:picMkLst>
        </pc:picChg>
      </pc:sldChg>
      <pc:sldChg chg="add del setBg">
        <pc:chgData name="Mark McGlinchey" userId="6e11bbf3-9dcb-4b8b-b03e-52345dfdf79c" providerId="ADAL" clId="{F1B50BD8-67B2-4298-BE62-84906E257862}" dt="2023-02-13T15:20:10.972" v="813"/>
        <pc:sldMkLst>
          <pc:docMk/>
          <pc:sldMk cId="202816240" sldId="390"/>
        </pc:sldMkLst>
      </pc:sldChg>
      <pc:sldChg chg="modSp mod">
        <pc:chgData name="Mark McGlinchey" userId="6e11bbf3-9dcb-4b8b-b03e-52345dfdf79c" providerId="ADAL" clId="{F1B50BD8-67B2-4298-BE62-84906E257862}" dt="2023-02-13T15:24:46.244" v="878" actId="1076"/>
        <pc:sldMkLst>
          <pc:docMk/>
          <pc:sldMk cId="1559193294" sldId="391"/>
        </pc:sldMkLst>
        <pc:picChg chg="mod">
          <ac:chgData name="Mark McGlinchey" userId="6e11bbf3-9dcb-4b8b-b03e-52345dfdf79c" providerId="ADAL" clId="{F1B50BD8-67B2-4298-BE62-84906E257862}" dt="2023-02-13T15:24:46.244" v="878" actId="1076"/>
          <ac:picMkLst>
            <pc:docMk/>
            <pc:sldMk cId="1559193294" sldId="391"/>
            <ac:picMk id="2" creationId="{25019293-6439-3648-B1EB-E772CCE38254}"/>
          </ac:picMkLst>
        </pc:picChg>
      </pc:sldChg>
      <pc:sldChg chg="add del setBg">
        <pc:chgData name="Mark McGlinchey" userId="6e11bbf3-9dcb-4b8b-b03e-52345dfdf79c" providerId="ADAL" clId="{F1B50BD8-67B2-4298-BE62-84906E257862}" dt="2023-02-13T15:20:10.595" v="812"/>
        <pc:sldMkLst>
          <pc:docMk/>
          <pc:sldMk cId="2119828767" sldId="391"/>
        </pc:sldMkLst>
      </pc:sldChg>
      <pc:sldChg chg="addSp delSp modSp add mod delAnim modAnim">
        <pc:chgData name="Mark McGlinchey" userId="6e11bbf3-9dcb-4b8b-b03e-52345dfdf79c" providerId="ADAL" clId="{F1B50BD8-67B2-4298-BE62-84906E257862}" dt="2023-02-13T15:22:23.169" v="860" actId="1076"/>
        <pc:sldMkLst>
          <pc:docMk/>
          <pc:sldMk cId="648833775" sldId="392"/>
        </pc:sldMkLst>
        <pc:picChg chg="add mod">
          <ac:chgData name="Mark McGlinchey" userId="6e11bbf3-9dcb-4b8b-b03e-52345dfdf79c" providerId="ADAL" clId="{F1B50BD8-67B2-4298-BE62-84906E257862}" dt="2023-02-13T15:22:23.169" v="860" actId="1076"/>
          <ac:picMkLst>
            <pc:docMk/>
            <pc:sldMk cId="648833775" sldId="392"/>
            <ac:picMk id="2" creationId="{96F0FA19-0C8A-460D-6D21-4807C54DD9D0}"/>
          </ac:picMkLst>
        </pc:picChg>
        <pc:picChg chg="del">
          <ac:chgData name="Mark McGlinchey" userId="6e11bbf3-9dcb-4b8b-b03e-52345dfdf79c" providerId="ADAL" clId="{F1B50BD8-67B2-4298-BE62-84906E257862}" dt="2023-02-13T15:21:33.987" v="822" actId="478"/>
          <ac:picMkLst>
            <pc:docMk/>
            <pc:sldMk cId="648833775" sldId="392"/>
            <ac:picMk id="3" creationId="{58D7AE5B-2FBE-1381-B4A9-AD1274433E3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68FBE1-6893-424C-A811-821A1B6D4E45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EB7752-E585-4D5B-888F-C8C792A70A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Likely impairments</a:t>
          </a:r>
        </a:p>
      </dgm:t>
    </dgm:pt>
    <dgm:pt modelId="{E4FF274C-1CA8-4EFD-A6F8-7553E63AFF51}" type="parTrans" cxnId="{A1B752AF-210B-4636-BFC7-9B6B35A03F91}">
      <dgm:prSet/>
      <dgm:spPr/>
      <dgm:t>
        <a:bodyPr/>
        <a:lstStyle/>
        <a:p>
          <a:endParaRPr lang="en-US"/>
        </a:p>
      </dgm:t>
    </dgm:pt>
    <dgm:pt modelId="{83D22A0C-BEE5-49F8-A66A-84177F0AB8A1}" type="sibTrans" cxnId="{A1B752AF-210B-4636-BFC7-9B6B35A03F91}">
      <dgm:prSet/>
      <dgm:spPr/>
      <dgm:t>
        <a:bodyPr/>
        <a:lstStyle/>
        <a:p>
          <a:endParaRPr lang="en-US"/>
        </a:p>
      </dgm:t>
    </dgm:pt>
    <dgm:pt modelId="{424C62B0-6EA1-4BD6-AC9D-FF496115BA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Dosage including starting position</a:t>
          </a:r>
        </a:p>
      </dgm:t>
    </dgm:pt>
    <dgm:pt modelId="{E12734C0-B9B0-4785-86D0-5CF40FAEFFB6}" type="parTrans" cxnId="{CFCFA61C-456E-4331-9EA1-ED35DBE45D5D}">
      <dgm:prSet/>
      <dgm:spPr/>
      <dgm:t>
        <a:bodyPr/>
        <a:lstStyle/>
        <a:p>
          <a:endParaRPr lang="en-US"/>
        </a:p>
      </dgm:t>
    </dgm:pt>
    <dgm:pt modelId="{9CE1A0D2-0308-40D8-A28B-589E22E302CB}" type="sibTrans" cxnId="{CFCFA61C-456E-4331-9EA1-ED35DBE45D5D}">
      <dgm:prSet/>
      <dgm:spPr/>
      <dgm:t>
        <a:bodyPr/>
        <a:lstStyle/>
        <a:p>
          <a:endParaRPr lang="en-US"/>
        </a:p>
      </dgm:t>
    </dgm:pt>
    <dgm:pt modelId="{26BC310B-C98F-4C5F-9F7A-19C97F3041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Ways to progress/regress treatment</a:t>
          </a:r>
        </a:p>
      </dgm:t>
    </dgm:pt>
    <dgm:pt modelId="{FE137874-93E4-470D-99C4-2FAEC96B7D09}" type="parTrans" cxnId="{C66F09D0-EA3A-4E44-B55F-9C778A999276}">
      <dgm:prSet/>
      <dgm:spPr/>
      <dgm:t>
        <a:bodyPr/>
        <a:lstStyle/>
        <a:p>
          <a:endParaRPr lang="en-US"/>
        </a:p>
      </dgm:t>
    </dgm:pt>
    <dgm:pt modelId="{5321581D-753F-4C4D-A38D-9EC72618AC0F}" type="sibTrans" cxnId="{C66F09D0-EA3A-4E44-B55F-9C778A999276}">
      <dgm:prSet/>
      <dgm:spPr/>
      <dgm:t>
        <a:bodyPr/>
        <a:lstStyle/>
        <a:p>
          <a:endParaRPr lang="en-US"/>
        </a:p>
      </dgm:t>
    </dgm:pt>
    <dgm:pt modelId="{54732161-C56E-43D6-9927-B43FBCFC84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Outcome measurement</a:t>
          </a:r>
          <a:endParaRPr lang="en-US" sz="2400" dirty="0"/>
        </a:p>
      </dgm:t>
    </dgm:pt>
    <dgm:pt modelId="{6B250E2A-BC37-494B-BBD8-168C5346E717}" type="parTrans" cxnId="{7B136CB6-8E77-4766-9381-23A8C5542856}">
      <dgm:prSet/>
      <dgm:spPr/>
      <dgm:t>
        <a:bodyPr/>
        <a:lstStyle/>
        <a:p>
          <a:endParaRPr lang="en-US"/>
        </a:p>
      </dgm:t>
    </dgm:pt>
    <dgm:pt modelId="{362696B3-3778-4916-B4F7-B574D3A8620E}" type="sibTrans" cxnId="{7B136CB6-8E77-4766-9381-23A8C5542856}">
      <dgm:prSet/>
      <dgm:spPr/>
      <dgm:t>
        <a:bodyPr/>
        <a:lstStyle/>
        <a:p>
          <a:endParaRPr lang="en-US"/>
        </a:p>
      </dgm:t>
    </dgm:pt>
    <dgm:pt modelId="{4A3925B0-83E1-4586-A6DA-F912C4ABADC3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400" dirty="0"/>
        </a:p>
      </dgm:t>
    </dgm:pt>
    <dgm:pt modelId="{1BF97C82-AFE8-49DC-B400-2D612685C3BE}" type="sibTrans" cxnId="{464EC210-6273-4D08-8D11-D42E15A547A5}">
      <dgm:prSet/>
      <dgm:spPr/>
      <dgm:t>
        <a:bodyPr/>
        <a:lstStyle/>
        <a:p>
          <a:endParaRPr lang="en-US"/>
        </a:p>
      </dgm:t>
    </dgm:pt>
    <dgm:pt modelId="{ED39F059-FC30-489B-A124-96075E68ACC8}" type="parTrans" cxnId="{464EC210-6273-4D08-8D11-D42E15A547A5}">
      <dgm:prSet/>
      <dgm:spPr/>
      <dgm:t>
        <a:bodyPr/>
        <a:lstStyle/>
        <a:p>
          <a:endParaRPr lang="en-US"/>
        </a:p>
      </dgm:t>
    </dgm:pt>
    <dgm:pt modelId="{463B2605-0646-4D78-9EFC-F9D288BBEEEB}" type="pres">
      <dgm:prSet presAssocID="{6568FBE1-6893-424C-A811-821A1B6D4E45}" presName="root" presStyleCnt="0">
        <dgm:presLayoutVars>
          <dgm:dir/>
          <dgm:resizeHandles val="exact"/>
        </dgm:presLayoutVars>
      </dgm:prSet>
      <dgm:spPr/>
    </dgm:pt>
    <dgm:pt modelId="{2D940B06-C4DA-43D2-AE98-C0C6C2447CCA}" type="pres">
      <dgm:prSet presAssocID="{CDEB7752-E585-4D5B-888F-C8C792A70A83}" presName="compNode" presStyleCnt="0"/>
      <dgm:spPr/>
    </dgm:pt>
    <dgm:pt modelId="{2D565765-4C35-4C7D-AD77-5FAD6C906538}" type="pres">
      <dgm:prSet presAssocID="{CDEB7752-E585-4D5B-888F-C8C792A70A83}" presName="bgRect" presStyleLbl="bgShp" presStyleIdx="0" presStyleCnt="4" custLinFactNeighborX="4032" custLinFactNeighborY="-5637"/>
      <dgm:spPr>
        <a:solidFill>
          <a:schemeClr val="accent1">
            <a:lumMod val="20000"/>
            <a:lumOff val="80000"/>
          </a:schemeClr>
        </a:solidFill>
      </dgm:spPr>
    </dgm:pt>
    <dgm:pt modelId="{81535162-711A-4C6A-817D-AF457E5D253C}" type="pres">
      <dgm:prSet presAssocID="{CDEB7752-E585-4D5B-888F-C8C792A70A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 with cane with solid fill"/>
        </a:ext>
      </dgm:extLst>
    </dgm:pt>
    <dgm:pt modelId="{275E9222-A38E-4B54-82A2-089289C910E5}" type="pres">
      <dgm:prSet presAssocID="{CDEB7752-E585-4D5B-888F-C8C792A70A83}" presName="spaceRect" presStyleCnt="0"/>
      <dgm:spPr/>
    </dgm:pt>
    <dgm:pt modelId="{A2640F47-9111-4CB9-979B-014AACBCF886}" type="pres">
      <dgm:prSet presAssocID="{CDEB7752-E585-4D5B-888F-C8C792A70A83}" presName="parTx" presStyleLbl="revTx" presStyleIdx="0" presStyleCnt="5">
        <dgm:presLayoutVars>
          <dgm:chMax val="0"/>
          <dgm:chPref val="0"/>
        </dgm:presLayoutVars>
      </dgm:prSet>
      <dgm:spPr/>
    </dgm:pt>
    <dgm:pt modelId="{E51D57E5-5935-44B4-949B-AE749B4A4C0D}" type="pres">
      <dgm:prSet presAssocID="{83D22A0C-BEE5-49F8-A66A-84177F0AB8A1}" presName="sibTrans" presStyleCnt="0"/>
      <dgm:spPr/>
    </dgm:pt>
    <dgm:pt modelId="{7F0303CA-6D8E-4F9F-BC93-A8EE721DB1D9}" type="pres">
      <dgm:prSet presAssocID="{424C62B0-6EA1-4BD6-AC9D-FF496115BA3F}" presName="compNode" presStyleCnt="0"/>
      <dgm:spPr/>
    </dgm:pt>
    <dgm:pt modelId="{C33C35B9-A69A-4B3A-A518-C3BE9900A0FC}" type="pres">
      <dgm:prSet presAssocID="{424C62B0-6EA1-4BD6-AC9D-FF496115BA3F}" presName="bgRect" presStyleLbl="bgShp" presStyleIdx="1" presStyleCnt="4"/>
      <dgm:spPr>
        <a:solidFill>
          <a:schemeClr val="accent1">
            <a:lumMod val="20000"/>
            <a:lumOff val="80000"/>
          </a:schemeClr>
        </a:solidFill>
      </dgm:spPr>
    </dgm:pt>
    <dgm:pt modelId="{974F0C83-C542-4682-B39D-61AF943C2A92}" type="pres">
      <dgm:prSet presAssocID="{424C62B0-6EA1-4BD6-AC9D-FF496115BA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 with solid fill"/>
        </a:ext>
      </dgm:extLst>
    </dgm:pt>
    <dgm:pt modelId="{F7AB4F52-A768-4B27-AEF8-A996B1F9B0B5}" type="pres">
      <dgm:prSet presAssocID="{424C62B0-6EA1-4BD6-AC9D-FF496115BA3F}" presName="spaceRect" presStyleCnt="0"/>
      <dgm:spPr/>
    </dgm:pt>
    <dgm:pt modelId="{A45F074F-5816-42F0-A638-DF40285630A6}" type="pres">
      <dgm:prSet presAssocID="{424C62B0-6EA1-4BD6-AC9D-FF496115BA3F}" presName="parTx" presStyleLbl="revTx" presStyleIdx="1" presStyleCnt="5">
        <dgm:presLayoutVars>
          <dgm:chMax val="0"/>
          <dgm:chPref val="0"/>
        </dgm:presLayoutVars>
      </dgm:prSet>
      <dgm:spPr/>
    </dgm:pt>
    <dgm:pt modelId="{81863842-55EB-4F76-8BC4-BB0430AF61C6}" type="pres">
      <dgm:prSet presAssocID="{9CE1A0D2-0308-40D8-A28B-589E22E302CB}" presName="sibTrans" presStyleCnt="0"/>
      <dgm:spPr/>
    </dgm:pt>
    <dgm:pt modelId="{A282150B-2384-43B3-AF54-ECD88A3AC266}" type="pres">
      <dgm:prSet presAssocID="{26BC310B-C98F-4C5F-9F7A-19C97F304102}" presName="compNode" presStyleCnt="0"/>
      <dgm:spPr/>
    </dgm:pt>
    <dgm:pt modelId="{1A30D7EA-8420-48E4-83CA-AEC2BB5E6627}" type="pres">
      <dgm:prSet presAssocID="{26BC310B-C98F-4C5F-9F7A-19C97F304102}" presName="bgRect" presStyleLbl="bgShp" presStyleIdx="2" presStyleCnt="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FF2805F4-52B7-42C3-B370-EB9BBBC45B8D}" type="pres">
      <dgm:prSet presAssocID="{26BC310B-C98F-4C5F-9F7A-19C97F3041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rt with solid fill"/>
        </a:ext>
      </dgm:extLst>
    </dgm:pt>
    <dgm:pt modelId="{38AD8FA5-086B-4DAF-89E1-481AD6CA9587}" type="pres">
      <dgm:prSet presAssocID="{26BC310B-C98F-4C5F-9F7A-19C97F304102}" presName="spaceRect" presStyleCnt="0"/>
      <dgm:spPr/>
    </dgm:pt>
    <dgm:pt modelId="{4ABFDA1C-C22B-45A1-B4A5-2E033AA70E03}" type="pres">
      <dgm:prSet presAssocID="{26BC310B-C98F-4C5F-9F7A-19C97F304102}" presName="parTx" presStyleLbl="revTx" presStyleIdx="2" presStyleCnt="5">
        <dgm:presLayoutVars>
          <dgm:chMax val="0"/>
          <dgm:chPref val="0"/>
        </dgm:presLayoutVars>
      </dgm:prSet>
      <dgm:spPr/>
    </dgm:pt>
    <dgm:pt modelId="{90D167A9-D381-4A5C-8C26-DC59A6882838}" type="pres">
      <dgm:prSet presAssocID="{5321581D-753F-4C4D-A38D-9EC72618AC0F}" presName="sibTrans" presStyleCnt="0"/>
      <dgm:spPr/>
    </dgm:pt>
    <dgm:pt modelId="{B4B24548-803A-40B2-8855-18289E23DB07}" type="pres">
      <dgm:prSet presAssocID="{54732161-C56E-43D6-9927-B43FBCFC845C}" presName="compNode" presStyleCnt="0"/>
      <dgm:spPr/>
    </dgm:pt>
    <dgm:pt modelId="{6690F4A3-70D8-4F45-9AC5-DFED0906B17D}" type="pres">
      <dgm:prSet presAssocID="{54732161-C56E-43D6-9927-B43FBCFC845C}" presName="bgRect" presStyleLbl="bgShp" presStyleIdx="3" presStyleCnt="4" custLinFactNeighborX="413" custLinFactNeighborY="43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9AF7F62D-99D7-45DB-95A6-C921B5D7D7D7}" type="pres">
      <dgm:prSet presAssocID="{54732161-C56E-43D6-9927-B43FBCFC84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 with solid fill"/>
        </a:ext>
      </dgm:extLst>
    </dgm:pt>
    <dgm:pt modelId="{978C1FF5-6F14-43A6-A338-9EFCC60BCDCE}" type="pres">
      <dgm:prSet presAssocID="{54732161-C56E-43D6-9927-B43FBCFC845C}" presName="spaceRect" presStyleCnt="0"/>
      <dgm:spPr/>
    </dgm:pt>
    <dgm:pt modelId="{72259768-EC27-4D83-B081-B4F1CEF1DE05}" type="pres">
      <dgm:prSet presAssocID="{54732161-C56E-43D6-9927-B43FBCFC845C}" presName="parTx" presStyleLbl="revTx" presStyleIdx="3" presStyleCnt="5" custScaleX="150965" custLinFactNeighborX="19758" custLinFactNeighborY="8409">
        <dgm:presLayoutVars>
          <dgm:chMax val="0"/>
          <dgm:chPref val="0"/>
        </dgm:presLayoutVars>
      </dgm:prSet>
      <dgm:spPr/>
    </dgm:pt>
    <dgm:pt modelId="{D952EF51-4EBE-487E-B7EC-E4E580E9DE72}" type="pres">
      <dgm:prSet presAssocID="{54732161-C56E-43D6-9927-B43FBCFC845C}" presName="desTx" presStyleLbl="revTx" presStyleIdx="4" presStyleCnt="5">
        <dgm:presLayoutVars/>
      </dgm:prSet>
      <dgm:spPr/>
    </dgm:pt>
  </dgm:ptLst>
  <dgm:cxnLst>
    <dgm:cxn modelId="{6FB13F06-CD03-4703-ADEE-ADD2BBA5C2BC}" type="presOf" srcId="{26BC310B-C98F-4C5F-9F7A-19C97F304102}" destId="{4ABFDA1C-C22B-45A1-B4A5-2E033AA70E03}" srcOrd="0" destOrd="0" presId="urn:microsoft.com/office/officeart/2018/2/layout/IconVerticalSolidList"/>
    <dgm:cxn modelId="{464EC210-6273-4D08-8D11-D42E15A547A5}" srcId="{54732161-C56E-43D6-9927-B43FBCFC845C}" destId="{4A3925B0-83E1-4586-A6DA-F912C4ABADC3}" srcOrd="0" destOrd="0" parTransId="{ED39F059-FC30-489B-A124-96075E68ACC8}" sibTransId="{1BF97C82-AFE8-49DC-B400-2D612685C3BE}"/>
    <dgm:cxn modelId="{CFCFA61C-456E-4331-9EA1-ED35DBE45D5D}" srcId="{6568FBE1-6893-424C-A811-821A1B6D4E45}" destId="{424C62B0-6EA1-4BD6-AC9D-FF496115BA3F}" srcOrd="1" destOrd="0" parTransId="{E12734C0-B9B0-4785-86D0-5CF40FAEFFB6}" sibTransId="{9CE1A0D2-0308-40D8-A28B-589E22E302CB}"/>
    <dgm:cxn modelId="{0882692B-1908-4A0E-A456-626BF07C7B89}" type="presOf" srcId="{4A3925B0-83E1-4586-A6DA-F912C4ABADC3}" destId="{D952EF51-4EBE-487E-B7EC-E4E580E9DE72}" srcOrd="0" destOrd="0" presId="urn:microsoft.com/office/officeart/2018/2/layout/IconVerticalSolidList"/>
    <dgm:cxn modelId="{4525DA47-75D9-467D-B1EE-5CD88EB4D4A3}" type="presOf" srcId="{54732161-C56E-43D6-9927-B43FBCFC845C}" destId="{72259768-EC27-4D83-B081-B4F1CEF1DE05}" srcOrd="0" destOrd="0" presId="urn:microsoft.com/office/officeart/2018/2/layout/IconVerticalSolidList"/>
    <dgm:cxn modelId="{1F63AF89-77E1-4AEC-A17C-65AE68C348E2}" type="presOf" srcId="{424C62B0-6EA1-4BD6-AC9D-FF496115BA3F}" destId="{A45F074F-5816-42F0-A638-DF40285630A6}" srcOrd="0" destOrd="0" presId="urn:microsoft.com/office/officeart/2018/2/layout/IconVerticalSolidList"/>
    <dgm:cxn modelId="{4E47989D-AD67-495C-8DE9-705FB0546ADD}" type="presOf" srcId="{6568FBE1-6893-424C-A811-821A1B6D4E45}" destId="{463B2605-0646-4D78-9EFC-F9D288BBEEEB}" srcOrd="0" destOrd="0" presId="urn:microsoft.com/office/officeart/2018/2/layout/IconVerticalSolidList"/>
    <dgm:cxn modelId="{A1B752AF-210B-4636-BFC7-9B6B35A03F91}" srcId="{6568FBE1-6893-424C-A811-821A1B6D4E45}" destId="{CDEB7752-E585-4D5B-888F-C8C792A70A83}" srcOrd="0" destOrd="0" parTransId="{E4FF274C-1CA8-4EFD-A6F8-7553E63AFF51}" sibTransId="{83D22A0C-BEE5-49F8-A66A-84177F0AB8A1}"/>
    <dgm:cxn modelId="{7B136CB6-8E77-4766-9381-23A8C5542856}" srcId="{6568FBE1-6893-424C-A811-821A1B6D4E45}" destId="{54732161-C56E-43D6-9927-B43FBCFC845C}" srcOrd="3" destOrd="0" parTransId="{6B250E2A-BC37-494B-BBD8-168C5346E717}" sibTransId="{362696B3-3778-4916-B4F7-B574D3A8620E}"/>
    <dgm:cxn modelId="{6F5CE1CC-ED5A-42FB-92CD-C479B2C5968D}" type="presOf" srcId="{CDEB7752-E585-4D5B-888F-C8C792A70A83}" destId="{A2640F47-9111-4CB9-979B-014AACBCF886}" srcOrd="0" destOrd="0" presId="urn:microsoft.com/office/officeart/2018/2/layout/IconVerticalSolidList"/>
    <dgm:cxn modelId="{C66F09D0-EA3A-4E44-B55F-9C778A999276}" srcId="{6568FBE1-6893-424C-A811-821A1B6D4E45}" destId="{26BC310B-C98F-4C5F-9F7A-19C97F304102}" srcOrd="2" destOrd="0" parTransId="{FE137874-93E4-470D-99C4-2FAEC96B7D09}" sibTransId="{5321581D-753F-4C4D-A38D-9EC72618AC0F}"/>
    <dgm:cxn modelId="{AA373FF3-2464-4885-9EB2-1D5A834F61FA}" type="presParOf" srcId="{463B2605-0646-4D78-9EFC-F9D288BBEEEB}" destId="{2D940B06-C4DA-43D2-AE98-C0C6C2447CCA}" srcOrd="0" destOrd="0" presId="urn:microsoft.com/office/officeart/2018/2/layout/IconVerticalSolidList"/>
    <dgm:cxn modelId="{14B79A5F-0BE5-4280-89DA-2F545E4A2AF3}" type="presParOf" srcId="{2D940B06-C4DA-43D2-AE98-C0C6C2447CCA}" destId="{2D565765-4C35-4C7D-AD77-5FAD6C906538}" srcOrd="0" destOrd="0" presId="urn:microsoft.com/office/officeart/2018/2/layout/IconVerticalSolidList"/>
    <dgm:cxn modelId="{A9456B47-6360-41E6-B6CD-C838B33598C7}" type="presParOf" srcId="{2D940B06-C4DA-43D2-AE98-C0C6C2447CCA}" destId="{81535162-711A-4C6A-817D-AF457E5D253C}" srcOrd="1" destOrd="0" presId="urn:microsoft.com/office/officeart/2018/2/layout/IconVerticalSolidList"/>
    <dgm:cxn modelId="{41D70094-C15C-4DD9-A318-4FF301BCF06A}" type="presParOf" srcId="{2D940B06-C4DA-43D2-AE98-C0C6C2447CCA}" destId="{275E9222-A38E-4B54-82A2-089289C910E5}" srcOrd="2" destOrd="0" presId="urn:microsoft.com/office/officeart/2018/2/layout/IconVerticalSolidList"/>
    <dgm:cxn modelId="{09339950-AFE5-47B6-A9C0-ED1E8351A059}" type="presParOf" srcId="{2D940B06-C4DA-43D2-AE98-C0C6C2447CCA}" destId="{A2640F47-9111-4CB9-979B-014AACBCF886}" srcOrd="3" destOrd="0" presId="urn:microsoft.com/office/officeart/2018/2/layout/IconVerticalSolidList"/>
    <dgm:cxn modelId="{5D8FC3DC-1028-41A9-BC67-DE9E8332E384}" type="presParOf" srcId="{463B2605-0646-4D78-9EFC-F9D288BBEEEB}" destId="{E51D57E5-5935-44B4-949B-AE749B4A4C0D}" srcOrd="1" destOrd="0" presId="urn:microsoft.com/office/officeart/2018/2/layout/IconVerticalSolidList"/>
    <dgm:cxn modelId="{85739709-6545-4FEE-B69E-2B4623B134D8}" type="presParOf" srcId="{463B2605-0646-4D78-9EFC-F9D288BBEEEB}" destId="{7F0303CA-6D8E-4F9F-BC93-A8EE721DB1D9}" srcOrd="2" destOrd="0" presId="urn:microsoft.com/office/officeart/2018/2/layout/IconVerticalSolidList"/>
    <dgm:cxn modelId="{50BE8C86-D645-4639-BE34-DC762805F9DE}" type="presParOf" srcId="{7F0303CA-6D8E-4F9F-BC93-A8EE721DB1D9}" destId="{C33C35B9-A69A-4B3A-A518-C3BE9900A0FC}" srcOrd="0" destOrd="0" presId="urn:microsoft.com/office/officeart/2018/2/layout/IconVerticalSolidList"/>
    <dgm:cxn modelId="{D4F4A2E1-A7F1-48C7-A23D-F8245626DE40}" type="presParOf" srcId="{7F0303CA-6D8E-4F9F-BC93-A8EE721DB1D9}" destId="{974F0C83-C542-4682-B39D-61AF943C2A92}" srcOrd="1" destOrd="0" presId="urn:microsoft.com/office/officeart/2018/2/layout/IconVerticalSolidList"/>
    <dgm:cxn modelId="{1D3EDCCF-7FE6-47E1-84B4-864B530EF2D6}" type="presParOf" srcId="{7F0303CA-6D8E-4F9F-BC93-A8EE721DB1D9}" destId="{F7AB4F52-A768-4B27-AEF8-A996B1F9B0B5}" srcOrd="2" destOrd="0" presId="urn:microsoft.com/office/officeart/2018/2/layout/IconVerticalSolidList"/>
    <dgm:cxn modelId="{24DA9B7F-175B-4912-BFFC-5808BEFFE67A}" type="presParOf" srcId="{7F0303CA-6D8E-4F9F-BC93-A8EE721DB1D9}" destId="{A45F074F-5816-42F0-A638-DF40285630A6}" srcOrd="3" destOrd="0" presId="urn:microsoft.com/office/officeart/2018/2/layout/IconVerticalSolidList"/>
    <dgm:cxn modelId="{174A59F8-7AB8-44A3-AD78-2877F69F53FF}" type="presParOf" srcId="{463B2605-0646-4D78-9EFC-F9D288BBEEEB}" destId="{81863842-55EB-4F76-8BC4-BB0430AF61C6}" srcOrd="3" destOrd="0" presId="urn:microsoft.com/office/officeart/2018/2/layout/IconVerticalSolidList"/>
    <dgm:cxn modelId="{27875C61-9B40-4482-A674-6877AE15CDAD}" type="presParOf" srcId="{463B2605-0646-4D78-9EFC-F9D288BBEEEB}" destId="{A282150B-2384-43B3-AF54-ECD88A3AC266}" srcOrd="4" destOrd="0" presId="urn:microsoft.com/office/officeart/2018/2/layout/IconVerticalSolidList"/>
    <dgm:cxn modelId="{18E5E43D-1EB7-405D-BD77-F546B4ED0B39}" type="presParOf" srcId="{A282150B-2384-43B3-AF54-ECD88A3AC266}" destId="{1A30D7EA-8420-48E4-83CA-AEC2BB5E6627}" srcOrd="0" destOrd="0" presId="urn:microsoft.com/office/officeart/2018/2/layout/IconVerticalSolidList"/>
    <dgm:cxn modelId="{EC6E3B0E-24C8-4A7F-B5BD-AFE79FFAFB9B}" type="presParOf" srcId="{A282150B-2384-43B3-AF54-ECD88A3AC266}" destId="{FF2805F4-52B7-42C3-B370-EB9BBBC45B8D}" srcOrd="1" destOrd="0" presId="urn:microsoft.com/office/officeart/2018/2/layout/IconVerticalSolidList"/>
    <dgm:cxn modelId="{14FA25EB-B31E-42A5-BF33-1F7C483F8890}" type="presParOf" srcId="{A282150B-2384-43B3-AF54-ECD88A3AC266}" destId="{38AD8FA5-086B-4DAF-89E1-481AD6CA9587}" srcOrd="2" destOrd="0" presId="urn:microsoft.com/office/officeart/2018/2/layout/IconVerticalSolidList"/>
    <dgm:cxn modelId="{38361745-1D0E-4C9E-8480-7B374B80ED87}" type="presParOf" srcId="{A282150B-2384-43B3-AF54-ECD88A3AC266}" destId="{4ABFDA1C-C22B-45A1-B4A5-2E033AA70E03}" srcOrd="3" destOrd="0" presId="urn:microsoft.com/office/officeart/2018/2/layout/IconVerticalSolidList"/>
    <dgm:cxn modelId="{4E9CC840-E6F6-49FA-82F8-E771CFF7D8BE}" type="presParOf" srcId="{463B2605-0646-4D78-9EFC-F9D288BBEEEB}" destId="{90D167A9-D381-4A5C-8C26-DC59A6882838}" srcOrd="5" destOrd="0" presId="urn:microsoft.com/office/officeart/2018/2/layout/IconVerticalSolidList"/>
    <dgm:cxn modelId="{AD32E129-2A3F-4353-BF6E-52DDBBFEF6D9}" type="presParOf" srcId="{463B2605-0646-4D78-9EFC-F9D288BBEEEB}" destId="{B4B24548-803A-40B2-8855-18289E23DB07}" srcOrd="6" destOrd="0" presId="urn:microsoft.com/office/officeart/2018/2/layout/IconVerticalSolidList"/>
    <dgm:cxn modelId="{D45234E8-178F-4C12-9E50-2B28726C290E}" type="presParOf" srcId="{B4B24548-803A-40B2-8855-18289E23DB07}" destId="{6690F4A3-70D8-4F45-9AC5-DFED0906B17D}" srcOrd="0" destOrd="0" presId="urn:microsoft.com/office/officeart/2018/2/layout/IconVerticalSolidList"/>
    <dgm:cxn modelId="{B599F6E7-24D0-40B5-BB7A-D0A3E88AD1FD}" type="presParOf" srcId="{B4B24548-803A-40B2-8855-18289E23DB07}" destId="{9AF7F62D-99D7-45DB-95A6-C921B5D7D7D7}" srcOrd="1" destOrd="0" presId="urn:microsoft.com/office/officeart/2018/2/layout/IconVerticalSolidList"/>
    <dgm:cxn modelId="{7FC3930B-65C9-4B29-9072-02896E98DC34}" type="presParOf" srcId="{B4B24548-803A-40B2-8855-18289E23DB07}" destId="{978C1FF5-6F14-43A6-A338-9EFCC60BCDCE}" srcOrd="2" destOrd="0" presId="urn:microsoft.com/office/officeart/2018/2/layout/IconVerticalSolidList"/>
    <dgm:cxn modelId="{80157A1F-5437-4015-B561-740CC1D88314}" type="presParOf" srcId="{B4B24548-803A-40B2-8855-18289E23DB07}" destId="{72259768-EC27-4D83-B081-B4F1CEF1DE05}" srcOrd="3" destOrd="0" presId="urn:microsoft.com/office/officeart/2018/2/layout/IconVerticalSolidList"/>
    <dgm:cxn modelId="{A814EAA6-5580-48D1-8254-EFA713A3406A}" type="presParOf" srcId="{B4B24548-803A-40B2-8855-18289E23DB07}" destId="{D952EF51-4EBE-487E-B7EC-E4E580E9DE7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65765-4C35-4C7D-AD77-5FAD6C906538}">
      <dsp:nvSpPr>
        <dsp:cNvPr id="0" name=""/>
        <dsp:cNvSpPr/>
      </dsp:nvSpPr>
      <dsp:spPr>
        <a:xfrm>
          <a:off x="0" y="0"/>
          <a:ext cx="6135198" cy="94730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535162-711A-4C6A-817D-AF457E5D253C}">
      <dsp:nvSpPr>
        <dsp:cNvPr id="0" name=""/>
        <dsp:cNvSpPr/>
      </dsp:nvSpPr>
      <dsp:spPr>
        <a:xfrm>
          <a:off x="286559" y="215012"/>
          <a:ext cx="521018" cy="5210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640F47-9111-4CB9-979B-014AACBCF886}">
      <dsp:nvSpPr>
        <dsp:cNvPr id="0" name=""/>
        <dsp:cNvSpPr/>
      </dsp:nvSpPr>
      <dsp:spPr>
        <a:xfrm>
          <a:off x="1094138" y="1869"/>
          <a:ext cx="5041059" cy="94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57" tIns="100257" rIns="100257" bIns="10025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Likely impairments</a:t>
          </a:r>
        </a:p>
      </dsp:txBody>
      <dsp:txXfrm>
        <a:off x="1094138" y="1869"/>
        <a:ext cx="5041059" cy="947305"/>
      </dsp:txXfrm>
    </dsp:sp>
    <dsp:sp modelId="{C33C35B9-A69A-4B3A-A518-C3BE9900A0FC}">
      <dsp:nvSpPr>
        <dsp:cNvPr id="0" name=""/>
        <dsp:cNvSpPr/>
      </dsp:nvSpPr>
      <dsp:spPr>
        <a:xfrm>
          <a:off x="0" y="1186001"/>
          <a:ext cx="6135198" cy="94730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4F0C83-C542-4682-B39D-61AF943C2A92}">
      <dsp:nvSpPr>
        <dsp:cNvPr id="0" name=""/>
        <dsp:cNvSpPr/>
      </dsp:nvSpPr>
      <dsp:spPr>
        <a:xfrm>
          <a:off x="286559" y="1399144"/>
          <a:ext cx="521018" cy="5210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5F074F-5816-42F0-A638-DF40285630A6}">
      <dsp:nvSpPr>
        <dsp:cNvPr id="0" name=""/>
        <dsp:cNvSpPr/>
      </dsp:nvSpPr>
      <dsp:spPr>
        <a:xfrm>
          <a:off x="1094138" y="1186001"/>
          <a:ext cx="5041059" cy="94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57" tIns="100257" rIns="100257" bIns="10025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Dosage including starting position</a:t>
          </a:r>
        </a:p>
      </dsp:txBody>
      <dsp:txXfrm>
        <a:off x="1094138" y="1186001"/>
        <a:ext cx="5041059" cy="947305"/>
      </dsp:txXfrm>
    </dsp:sp>
    <dsp:sp modelId="{1A30D7EA-8420-48E4-83CA-AEC2BB5E6627}">
      <dsp:nvSpPr>
        <dsp:cNvPr id="0" name=""/>
        <dsp:cNvSpPr/>
      </dsp:nvSpPr>
      <dsp:spPr>
        <a:xfrm>
          <a:off x="0" y="2370133"/>
          <a:ext cx="6135198" cy="94730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2805F4-52B7-42C3-B370-EB9BBBC45B8D}">
      <dsp:nvSpPr>
        <dsp:cNvPr id="0" name=""/>
        <dsp:cNvSpPr/>
      </dsp:nvSpPr>
      <dsp:spPr>
        <a:xfrm>
          <a:off x="286559" y="2583276"/>
          <a:ext cx="521018" cy="5210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BFDA1C-C22B-45A1-B4A5-2E033AA70E03}">
      <dsp:nvSpPr>
        <dsp:cNvPr id="0" name=""/>
        <dsp:cNvSpPr/>
      </dsp:nvSpPr>
      <dsp:spPr>
        <a:xfrm>
          <a:off x="1094138" y="2370133"/>
          <a:ext cx="5041059" cy="94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57" tIns="100257" rIns="100257" bIns="10025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Ways to progress/regress treatment</a:t>
          </a:r>
        </a:p>
      </dsp:txBody>
      <dsp:txXfrm>
        <a:off x="1094138" y="2370133"/>
        <a:ext cx="5041059" cy="947305"/>
      </dsp:txXfrm>
    </dsp:sp>
    <dsp:sp modelId="{6690F4A3-70D8-4F45-9AC5-DFED0906B17D}">
      <dsp:nvSpPr>
        <dsp:cNvPr id="0" name=""/>
        <dsp:cNvSpPr/>
      </dsp:nvSpPr>
      <dsp:spPr>
        <a:xfrm>
          <a:off x="0" y="3556134"/>
          <a:ext cx="6135198" cy="94730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AF7F62D-99D7-45DB-95A6-C921B5D7D7D7}">
      <dsp:nvSpPr>
        <dsp:cNvPr id="0" name=""/>
        <dsp:cNvSpPr/>
      </dsp:nvSpPr>
      <dsp:spPr>
        <a:xfrm>
          <a:off x="286559" y="3767409"/>
          <a:ext cx="521018" cy="5210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259768-EC27-4D83-B081-B4F1CEF1DE05}">
      <dsp:nvSpPr>
        <dsp:cNvPr id="0" name=""/>
        <dsp:cNvSpPr/>
      </dsp:nvSpPr>
      <dsp:spPr>
        <a:xfrm>
          <a:off x="936093" y="3556134"/>
          <a:ext cx="4167900" cy="94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57" tIns="100257" rIns="100257" bIns="10025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Outcome measurement</a:t>
          </a:r>
          <a:endParaRPr lang="en-US" sz="2400" kern="1200" dirty="0"/>
        </a:p>
      </dsp:txBody>
      <dsp:txXfrm>
        <a:off x="936093" y="3556134"/>
        <a:ext cx="4167900" cy="947305"/>
      </dsp:txXfrm>
    </dsp:sp>
    <dsp:sp modelId="{D952EF51-4EBE-487E-B7EC-E4E580E9DE72}">
      <dsp:nvSpPr>
        <dsp:cNvPr id="0" name=""/>
        <dsp:cNvSpPr/>
      </dsp:nvSpPr>
      <dsp:spPr>
        <a:xfrm>
          <a:off x="3854977" y="3554265"/>
          <a:ext cx="2280220" cy="947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257" tIns="100257" rIns="100257" bIns="10025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3854977" y="3554265"/>
        <a:ext cx="2280220" cy="947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51565-86FC-42C9-8F99-915DAB9F5704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58701-4C76-445D-A6E6-51AE2F03030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74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EF46B9-707A-4129-8080-C71567EAFB0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18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9B86-5DF7-4B5B-A8C5-7A4A21CB6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C9043-6C20-4FC7-AB1A-F9CBE07D2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E862-1444-4B4B-AA75-3C6261BA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2250-2855-477E-AB1A-2BAEB21A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2B9AC-12C7-47BF-890E-5BF4363B4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87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2AFF-B711-488A-BCEB-85D22F79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2D2D-15F6-4D38-85DD-D14B4622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3D68-1369-42AB-A0B9-F9A4349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1499A-493D-46FA-B476-80E2DB58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990BF-E3A8-4EF9-9624-89F858EC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63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AA0F-B11C-4E84-9D3A-093DE27B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2DF41-FAC5-4E26-A881-2F4BDD16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BA7B-4FB2-4EB0-898F-74440B13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D792-ABEF-4322-AE2C-C628CC54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45989-CCBC-4F46-934F-499885DD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0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0BDA-ABF4-4F75-ADA2-BC3D189A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7151-3C1E-4960-B83A-E15EDD506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6BDBE-C6EC-4236-8B2B-6C501BF2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72E73-151E-4130-BA5A-5826AA68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3F0A2-5A16-4F6E-8DF7-BFD797F9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0BE4F-7EAF-4470-93E5-AFF173AD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81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DB45-8F58-4C94-A818-FCA38110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F831-3D07-498E-8E0F-CD8325CA6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4B162-DEE6-4A6B-AF28-39C681B93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0BAF6-4D33-4C1E-832E-9117A57F9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04854-572A-4333-BF0C-6680EF72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91E4A-B06B-4A64-A27E-043477A1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F10B5-064E-4B98-A598-2C3C35C9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136D4-8F94-4E94-BA89-6B275208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22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2703-D15D-44BD-9B4C-BD2FDCED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675A7-AD53-4F5C-9F91-75074F75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702FC-FA41-4DA0-B1EF-6F561182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0EC0A-D229-4F55-94E0-824B3209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48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36C8A-87F4-446A-9875-B3388441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0A143-4D49-40DC-A2F6-92D66D97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FED5A-C73D-4F4B-8C17-DE7F6530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227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6E87-5C49-4E0A-B529-C9EE1F30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2B19-1D35-47BE-885D-671D6EFFF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0E429-66DC-4357-BA5A-2A8305D11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1FD7-6073-4835-AFE4-C71B7B05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308EF-9156-420E-9005-37EF36F4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280BA-C79C-463B-AB48-65CDF123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99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A8E-3101-41EF-8633-1149D0E67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0014E7-16E8-42EB-9F82-05BB1D191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5D341-5255-436C-BAE4-FEBE5BE03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A4581-4132-45FA-8AC7-7141FD52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01491-4A7F-44C1-B4E3-CFA0264A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75852-2D45-4EB6-AFF5-F41BAE77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207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9003-8169-40EF-9C76-D7645316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8448-595D-4650-B677-C09A0AA37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01EEF-A857-4A58-92E7-6C314EB6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3E830-27EB-4F0E-B49F-A9F02A6B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D475-F319-4861-84D0-10BA7673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7654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13543-238A-486A-94B5-339F849B4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2AF97-8586-458F-8D9E-15FB7AD3F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0EB1-4FD5-4000-9AED-C1A55B61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C2A49-3A51-406A-930A-B18E63B8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AE04-4AFC-43A3-8BF9-195AE4A5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9034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One Column">
    <p:bg>
      <p:bgPr>
        <a:solidFill>
          <a:srgbClr val="E5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000" y="179999"/>
            <a:ext cx="11232000" cy="72921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342900" indent="-342900" algn="l" defTabSz="4572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00" indent="-342900" algn="l" defTabSz="4572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806144" indent="-268715" algn="l" defTabSz="4572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level bullet point (indent x0)</a:t>
            </a:r>
          </a:p>
          <a:p>
            <a:pPr lvl="3"/>
            <a:r>
              <a:rPr lang="en-US" dirty="0"/>
              <a:t>Second level bullet point (indent x1)</a:t>
            </a:r>
          </a:p>
          <a:p>
            <a:pPr lvl="4"/>
            <a:r>
              <a:rPr lang="en-US" dirty="0"/>
              <a:t>Third level bullet point (indent x2)</a:t>
            </a:r>
          </a:p>
          <a:p>
            <a:pPr lvl="1"/>
            <a:endParaRPr lang="en-US" dirty="0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499E8A-945E-40C1-A9D1-96DA09645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5200" y="6567158"/>
            <a:ext cx="637125" cy="290841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100000"/>
              </a:lnSpc>
              <a:defRPr sz="1200" kern="1200">
                <a:solidFill>
                  <a:srgbClr val="0A2E4F"/>
                </a:solidFill>
                <a:latin typeface="Georgia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8A04D54F-FA85-F344-8424-FB00D2AE8D01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97629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Two Columns-Text-Bullets">
    <p:bg>
      <p:bgPr>
        <a:solidFill>
          <a:srgbClr val="E5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 columns – text and bullets [Click to edit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rgbClr val="0A2D5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ct val="100000"/>
              </a:lnSpc>
              <a:buNone/>
              <a:defRPr sz="2000"/>
            </a:lvl2pPr>
            <a:lvl3pPr marL="268715" indent="-268715">
              <a:lnSpc>
                <a:spcPct val="100000"/>
              </a:lnSpc>
              <a:defRPr sz="2000"/>
            </a:lvl3pPr>
            <a:lvl4pPr marL="537429" indent="-268715">
              <a:lnSpc>
                <a:spcPct val="100000"/>
              </a:lnSpc>
              <a:defRPr sz="2000"/>
            </a:lvl4pPr>
            <a:lvl5pPr marL="806144" indent="-268715">
              <a:lnSpc>
                <a:spcPct val="100000"/>
              </a:lnSpc>
              <a:defRPr sz="2000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pPr marL="0" indent="0">
              <a:buNone/>
            </a:pPr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solidFill>
                  <a:srgbClr val="0A2D5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ct val="100000"/>
              </a:lnSpc>
              <a:buNone/>
              <a:defRPr sz="2000"/>
            </a:lvl2pPr>
            <a:lvl3pPr marL="268715" indent="-268715">
              <a:lnSpc>
                <a:spcPct val="100000"/>
              </a:lnSpc>
              <a:defRPr sz="2000"/>
            </a:lvl3pPr>
            <a:lvl4pPr marL="537429" indent="-268715">
              <a:lnSpc>
                <a:spcPct val="100000"/>
              </a:lnSpc>
              <a:defRPr sz="2000"/>
            </a:lvl4pPr>
            <a:lvl5pPr marL="806144" indent="-268715">
              <a:lnSpc>
                <a:spcPct val="100000"/>
              </a:lnSpc>
              <a:defRPr sz="2000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A8290-F320-46AA-BFCB-B1250C20B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5200" y="6567160"/>
            <a:ext cx="637125" cy="29084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100000"/>
              </a:lnSpc>
              <a:defRPr sz="1200" kern="1200">
                <a:solidFill>
                  <a:srgbClr val="0A2E4F"/>
                </a:solidFill>
                <a:latin typeface="Georgia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8A04D54F-FA85-F344-8424-FB00D2AE8D01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6400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 List-Grey">
    <p:bg>
      <p:bgPr>
        <a:solidFill>
          <a:srgbClr val="E5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A2E4F"/>
                </a:solidFill>
              </a:defRPr>
            </a:lvl1pPr>
          </a:lstStyle>
          <a:p>
            <a:r>
              <a:rPr lang="en-GB" dirty="0"/>
              <a:t>Reference List </a:t>
            </a:r>
            <a:r>
              <a:rPr lang="en-US" dirty="0"/>
              <a:t>[Click to edit 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00" y="1449220"/>
            <a:ext cx="11232000" cy="4951580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en-US" sz="1600" b="0" i="0" kern="1200">
                <a:solidFill>
                  <a:srgbClr val="0A2E4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806144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reference</a:t>
            </a:r>
          </a:p>
          <a:p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Second reference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Third reference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9050">
            <a:solidFill>
              <a:srgbClr val="0A2E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79B3BC-1F92-46DD-92FF-2BB65AAC8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5200" y="6567160"/>
            <a:ext cx="637125" cy="29084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lnSpc>
                <a:spcPct val="100000"/>
              </a:lnSpc>
              <a:defRPr sz="1200" kern="1200">
                <a:solidFill>
                  <a:srgbClr val="0A2E4F"/>
                </a:solidFill>
                <a:latin typeface="Georgia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8A04D54F-FA85-F344-8424-FB00D2AE8D01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3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D453F-3EC5-4877-BAA4-F5D5F4D5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38EDD-F3BC-4A1C-881F-F8B9120DC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5F576-7ED6-4D41-A618-39B16D2D6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66AE5-F36B-4080-B1A6-622E7E800F63}" type="datetimeFigureOut">
              <a:rPr lang="en-GB" smtClean="0"/>
              <a:t>19/02/2024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B1FE-3A10-4C83-9125-E10A35F93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A79D7-A342-454F-B9BC-0C4E0F882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6ED65-8D80-4590-B08C-F8D20D7505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63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AVI"/><Relationship Id="rId1" Type="http://schemas.microsoft.com/office/2007/relationships/media" Target="../media/media2.AVI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3.avi"/><Relationship Id="rId1" Type="http://schemas.microsoft.com/office/2007/relationships/media" Target="../media/media3.avi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4.avi"/><Relationship Id="rId1" Type="http://schemas.microsoft.com/office/2007/relationships/media" Target="../media/media4.avi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rokeguideline.org/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168B-CAF8-4205-8A7C-BD366E454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939" y="1861752"/>
            <a:ext cx="4087306" cy="1759753"/>
          </a:xfrm>
        </p:spPr>
        <p:txBody>
          <a:bodyPr anchor="b">
            <a:normAutofit/>
          </a:bodyPr>
          <a:lstStyle/>
          <a:p>
            <a:r>
              <a:rPr lang="en-GB" sz="4800" dirty="0">
                <a:latin typeface="+mn-lt"/>
                <a:cs typeface="Arial" panose="020B0604020202020204" pitchFamily="34" charset="0"/>
              </a:rPr>
              <a:t>Retraining Mobility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C2D4C-DB8A-4716-A71D-EFBD3BCC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9558" y="4410651"/>
            <a:ext cx="5272069" cy="1394725"/>
          </a:xfrm>
        </p:spPr>
        <p:txBody>
          <a:bodyPr anchor="t">
            <a:noAutofit/>
          </a:bodyPr>
          <a:lstStyle/>
          <a:p>
            <a:r>
              <a:rPr lang="en-GB" sz="2200" dirty="0">
                <a:cs typeface="Arial" panose="020B0604020202020204" pitchFamily="34" charset="0"/>
              </a:rPr>
              <a:t>Dr Mark McGlinchey</a:t>
            </a:r>
          </a:p>
          <a:p>
            <a:r>
              <a:rPr lang="en-GB" sz="2200" dirty="0">
                <a:cs typeface="Arial" panose="020B0604020202020204" pitchFamily="34" charset="0"/>
              </a:rPr>
              <a:t>Consultant Physiotherapist</a:t>
            </a:r>
          </a:p>
          <a:p>
            <a:r>
              <a:rPr lang="en-GB" sz="2200" dirty="0">
                <a:cs typeface="Arial" panose="020B0604020202020204" pitchFamily="34" charset="0"/>
              </a:rPr>
              <a:t>Guy’s and St Thomas’ NHS Foundation Trust</a:t>
            </a:r>
          </a:p>
        </p:txBody>
      </p:sp>
      <p:sp>
        <p:nvSpPr>
          <p:cNvPr id="1048" name="Freeform: Shape 1047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2" descr="Body Weight Support Treadmill Training Body Weight Support System Propel Physiotherapy Etobicoke">
            <a:extLst>
              <a:ext uri="{FF2B5EF4-FFF2-40B4-BE49-F238E27FC236}">
                <a16:creationId xmlns:a16="http://schemas.microsoft.com/office/drawing/2014/main" id="{0734E7DA-6444-DBB3-1304-8A8B52495C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89" b="-1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83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1709692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 sz="3600" dirty="0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By the end of this lecture, students should be able to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3D0C8-C11A-B7DC-84DD-A46F56D4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042" y="643097"/>
            <a:ext cx="6752757" cy="5533866"/>
          </a:xfrm>
        </p:spPr>
        <p:txBody>
          <a:bodyPr/>
          <a:lstStyle/>
          <a:p>
            <a:pPr marL="457200" algn="l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marL="4572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discuss the evidence for the efficacy of physiotherapy in lower limb and gait rehabilitation including partial weight support, treadmill training, strength training, and endurance training </a:t>
            </a:r>
          </a:p>
          <a:p>
            <a:pPr marL="457200" algn="l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457200" algn="l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marL="4572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devise a treatment plan for rehabilitation of lower limb function including gait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340DA-CCDA-8D94-464B-DC172938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Lower Limb and Gait Dysfunction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8D591D1-35A8-62D6-492A-582E0800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7" y="2318197"/>
            <a:ext cx="10133104" cy="3683358"/>
          </a:xfrm>
        </p:spPr>
        <p:txBody>
          <a:bodyPr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en-US" sz="2200" dirty="0"/>
              <a:t>Neurological impairment, such as weakness, sensory loss, and pain, can result in gait dysfunction (Lennon et al. 2024)</a:t>
            </a:r>
          </a:p>
          <a:p>
            <a:pPr>
              <a:spcAft>
                <a:spcPts val="600"/>
              </a:spcAft>
            </a:pPr>
            <a:endParaRPr lang="en-US" altLang="en-US" sz="2200" dirty="0"/>
          </a:p>
          <a:p>
            <a:pPr>
              <a:spcAft>
                <a:spcPts val="600"/>
              </a:spcAft>
            </a:pPr>
            <a:r>
              <a:rPr lang="en-US" altLang="en-US" sz="2200" dirty="0"/>
              <a:t>Regaining and improving walking is cited as one of the most common goals by people with stroke undergoing rehabilitation and living in the community (Eng and Tang 2007)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en-US" sz="2200" dirty="0"/>
          </a:p>
          <a:p>
            <a:pPr>
              <a:spcAft>
                <a:spcPts val="600"/>
              </a:spcAft>
            </a:pPr>
            <a:r>
              <a:rPr lang="en-US" altLang="en-US" sz="2200" dirty="0"/>
              <a:t>Interventions designed to improve lower limb and gait dysfunction can be aimed at all levels of disability- impairment, activity limitation, participation restriction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18104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340DA-CCDA-8D94-464B-DC172938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International Classification of Functioning, Disability and Health (ICF)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FA77BB-79B5-8A0E-6DB4-00908209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57" y="2335916"/>
            <a:ext cx="6486486" cy="383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88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340DA-CCDA-8D94-464B-DC172938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Rehabilitation for Lower Limb and Gait Dysfunction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8D591D1-35A8-62D6-492A-582E0800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32" y="2318197"/>
            <a:ext cx="10417317" cy="3683358"/>
          </a:xfrm>
        </p:spPr>
        <p:txBody>
          <a:bodyPr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en-US" sz="2200" dirty="0"/>
              <a:t>Physiotherapy interventions are guided by a variety of factors, including assessment findings, patient preference and goals, clinician expertise, therapist beliefs and attitudes, research evidence and workplace practices (McGlinchey et al. 2024)</a:t>
            </a:r>
          </a:p>
          <a:p>
            <a:pPr>
              <a:spcAft>
                <a:spcPts val="600"/>
              </a:spcAft>
            </a:pPr>
            <a:endParaRPr lang="en-US" altLang="en-US" sz="2200" dirty="0"/>
          </a:p>
          <a:p>
            <a:pPr>
              <a:spcAft>
                <a:spcPts val="600"/>
              </a:spcAft>
            </a:pPr>
            <a:r>
              <a:rPr lang="en-US" altLang="en-US" sz="2200" dirty="0"/>
              <a:t>Evidence supports repetitive and </a:t>
            </a:r>
            <a:r>
              <a:rPr lang="en-GB" altLang="en-US" sz="2200" dirty="0"/>
              <a:t>intensive practice of walking and exercise using aids and equipment as necessary to enable safe practice and mobility during usual activities post-stroke (ISWP 2023)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en-US" sz="2200" dirty="0"/>
          </a:p>
          <a:p>
            <a:pPr>
              <a:spcAft>
                <a:spcPts val="600"/>
              </a:spcAft>
            </a:pPr>
            <a:r>
              <a:rPr lang="en-US" altLang="en-US" sz="2200" dirty="0"/>
              <a:t>Reassessment of an intervention’s effectiveness is facilitated through outcome measurement and goal attainment</a:t>
            </a:r>
          </a:p>
        </p:txBody>
      </p:sp>
    </p:spTree>
    <p:extLst>
      <p:ext uri="{BB962C8B-B14F-4D97-AF65-F5344CB8AC3E}">
        <p14:creationId xmlns:p14="http://schemas.microsoft.com/office/powerpoint/2010/main" val="426085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30A8-A5DC-46F7-BD93-CF72D610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391017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Treadmill Training and Partial Body Weight Support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2F415-4827-490D-94EB-8850245F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5962786" cy="355358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whole task practice of gait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supportive harness to off-load body weight from the legs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as gait improves, support is decreased as patient required to control a greater percentage of body weight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research has focused on stroke, Parkinson’s disease and spinal cord injury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+mn-lt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F253E-CF27-1D95-61ED-955F64D5A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"/>
          <a:stretch/>
        </p:blipFill>
        <p:spPr>
          <a:xfrm>
            <a:off x="7268569" y="1443788"/>
            <a:ext cx="4501750" cy="448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0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1709692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Treadmill training and body weight support- stroke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6"/>
            <a:ext cx="6037521" cy="4351338"/>
          </a:xfrm>
        </p:spPr>
        <p:txBody>
          <a:bodyPr>
            <a:normAutofit fontScale="775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Merholz et al. (2017)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treadmill training and/or PBWS vs conventional gait training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56 RCTs: 3,105 participants (average age 60 years, inpatients and outpatients)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no significant differences in walking independence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short term significant benefits on walking speed and endurance in ambulant stroke patients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no significant benefits at scheduled follow-up/long term</a:t>
            </a:r>
            <a:endParaRPr lang="en-US" dirty="0">
              <a:latin typeface="+mn-lt"/>
              <a:cs typeface="+mn-c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91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66" y="1901956"/>
            <a:ext cx="325517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Electromechanicaland robot-assisted gait training </a:t>
            </a: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 stroke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5"/>
            <a:ext cx="6037521" cy="5202487"/>
          </a:xfrm>
        </p:spPr>
        <p:txBody>
          <a:bodyPr>
            <a:normAutofit fontScale="77500" lnSpcReduction="20000"/>
          </a:bodyPr>
          <a:lstStyle/>
          <a:p>
            <a:pPr indent="-228600" defTabSz="9144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Merholz et al. (2020)</a:t>
            </a:r>
          </a:p>
          <a:p>
            <a:pPr defTabSz="914400">
              <a:lnSpc>
                <a:spcPct val="120000"/>
              </a:lnSpc>
              <a:spcAft>
                <a:spcPts val="1200"/>
              </a:spcAft>
              <a:buFontTx/>
              <a:buChar char="-"/>
            </a:pPr>
            <a:r>
              <a:rPr lang="en-GB" altLang="en-US" dirty="0">
                <a:latin typeface="+mn-lt"/>
                <a:cs typeface="+mn-cs"/>
              </a:rPr>
              <a:t>electromechanical- and robot-assisted gait training </a:t>
            </a:r>
            <a:r>
              <a:rPr lang="en-US" altLang="en-US" dirty="0">
                <a:latin typeface="+mn-lt"/>
                <a:cs typeface="+mn-cs"/>
              </a:rPr>
              <a:t>vs normal care</a:t>
            </a:r>
          </a:p>
          <a:p>
            <a:pPr defTabSz="914400">
              <a:lnSpc>
                <a:spcPct val="12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62 RCTs: 2,440 participants (age 47 – 76 years)</a:t>
            </a:r>
          </a:p>
          <a:p>
            <a:pPr defTabSz="914400">
              <a:lnSpc>
                <a:spcPct val="12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increased likelihood </a:t>
            </a:r>
            <a:r>
              <a:rPr lang="en-US" altLang="en-US" dirty="0"/>
              <a:t>of independence in gait and increased walking speed but not walking distance</a:t>
            </a:r>
            <a:endParaRPr lang="en-US" altLang="en-US" dirty="0">
              <a:latin typeface="+mn-lt"/>
              <a:cs typeface="+mn-cs"/>
            </a:endParaRPr>
          </a:p>
          <a:p>
            <a:pPr defTabSz="914400">
              <a:lnSpc>
                <a:spcPct val="120000"/>
              </a:lnSpc>
              <a:spcAft>
                <a:spcPts val="12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non-ambulant stroke survivors particularly in the first 3 months post-stroke more likely to gain benefit than ambulant stroke survivors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long term effects uncertain</a:t>
            </a:r>
          </a:p>
        </p:txBody>
      </p:sp>
    </p:spTree>
    <p:extLst>
      <p:ext uri="{BB962C8B-B14F-4D97-AF65-F5344CB8AC3E}">
        <p14:creationId xmlns:p14="http://schemas.microsoft.com/office/powerpoint/2010/main" val="392010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1709692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Treadmill training and body weight support- Parkinson’s disease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6"/>
            <a:ext cx="6037521" cy="4351338"/>
          </a:xfrm>
        </p:spPr>
        <p:txBody>
          <a:bodyPr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+mn-cs"/>
              </a:rPr>
              <a:t>Merholz et al. (2015</a:t>
            </a:r>
            <a:r>
              <a:rPr lang="en-US" sz="2400" dirty="0"/>
              <a:t>)</a:t>
            </a:r>
            <a:endParaRPr lang="en-US" sz="2400" dirty="0"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treadmill training vs conventional gait training/no treatment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18 RCTs: 633 participants (age 58-74)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/>
              <a:t>s</a:t>
            </a:r>
            <a:r>
              <a:rPr lang="en-US" altLang="en-US" sz="2400" dirty="0">
                <a:latin typeface="+mn-lt"/>
                <a:cs typeface="+mn-cs"/>
              </a:rPr>
              <a:t>ignificant differences: gait speed and stride length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no significant differences: walking distance and cadence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long term effects uncertain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25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206056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Treadmill training- spinal cord injury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6"/>
            <a:ext cx="6037521" cy="4351338"/>
          </a:xfrm>
        </p:spPr>
        <p:txBody>
          <a:bodyPr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+mn-cs"/>
              </a:rPr>
              <a:t>Merholz et al. (2017)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bodyweight supported treadmill training or robotic locomotor training vs overground gait training and other physiotherapy</a:t>
            </a:r>
            <a:endParaRPr lang="en-US" alt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13 RCTs: 586 participants (age 16-68)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/>
              <a:t>all levels of spinal involvement (C1-L4) and impairment  (AIS Grade A-D) included </a:t>
            </a:r>
            <a:endParaRPr lang="en-US" altLang="en-US" sz="2400" dirty="0"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sz="2400" dirty="0">
                <a:latin typeface="+mn-lt"/>
                <a:cs typeface="+mn-cs"/>
              </a:rPr>
              <a:t>no significant differences in walking speed or walking distance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3245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2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2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30A8-A5DC-46F7-BD93-CF72D610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6188242" cy="14099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Strength Training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2F415-4827-490D-94EB-8850245F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37"/>
            <a:ext cx="6188242" cy="391502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n-lt"/>
                <a:cs typeface="+mn-cs"/>
              </a:rPr>
              <a:t>weakness is one of the most common impairments post-stroke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n-lt"/>
                <a:cs typeface="+mn-cs"/>
              </a:rPr>
              <a:t>historical concerns about worsening spasticity due to physical exertion have been disputed </a:t>
            </a:r>
            <a:r>
              <a:rPr lang="en-US" sz="2200" dirty="0"/>
              <a:t>(Dodd and Morris 2004, Ada et al. 2006)</a:t>
            </a:r>
            <a:endParaRPr lang="en-US" altLang="en-US" sz="2200" dirty="0">
              <a:latin typeface="+mn-lt"/>
              <a:cs typeface="+mn-cs"/>
            </a:endParaRP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n-lt"/>
                <a:cs typeface="+mn-cs"/>
              </a:rPr>
              <a:t>resistance training (body weight or equipment) is the most effective modality to improve muscle strength post-stroke (Saunders et al. 2020)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+mn-lt"/>
              <a:cs typeface="+mn-cs"/>
            </a:endParaRPr>
          </a:p>
        </p:txBody>
      </p:sp>
      <p:pic>
        <p:nvPicPr>
          <p:cNvPr id="7" name="Picture 8" descr="evelyn_musclepose1-411x500">
            <a:extLst>
              <a:ext uri="{FF2B5EF4-FFF2-40B4-BE49-F238E27FC236}">
                <a16:creationId xmlns:a16="http://schemas.microsoft.com/office/drawing/2014/main" id="{8C013ED0-E5C8-764D-99F0-78A0ADCF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4642" y="1181739"/>
            <a:ext cx="3960636" cy="481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97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2385991"/>
            <a:ext cx="2880828" cy="171930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Evidence for post-stroke physiotherapy – strengthening exercise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6"/>
            <a:ext cx="6037521" cy="4351338"/>
          </a:xfrm>
        </p:spPr>
        <p:txBody>
          <a:bodyPr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Veerbeek et al. (2014)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467 RCTs (25,373 participants) of 53 interventions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strong evidence that higher dose of practice is better for muscle strength of paretic leg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522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30A8-A5DC-46F7-BD93-CF72D610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559850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Endurance Training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2F415-4827-490D-94EB-8850245F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82" y="2443993"/>
            <a:ext cx="5839326" cy="3553581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Cardiovascular disease is the leading prospective cause of death in chronic stroke</a:t>
            </a:r>
          </a:p>
          <a:p>
            <a:pPr marL="114300" lvl="1" indent="0" defTabSz="914400">
              <a:lnSpc>
                <a:spcPct val="90000"/>
              </a:lnSpc>
              <a:spcAft>
                <a:spcPts val="600"/>
              </a:spcAft>
              <a:buNone/>
            </a:pPr>
            <a:endParaRPr lang="en-US" altLang="en-US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Aerobic exercise can </a:t>
            </a:r>
          </a:p>
          <a:p>
            <a:pPr lvl="4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reduce resting BP</a:t>
            </a:r>
          </a:p>
          <a:p>
            <a:pPr lvl="4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improve lipid profiles</a:t>
            </a:r>
          </a:p>
          <a:p>
            <a:pPr lvl="4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improve glucose tolerance and insulin profiles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+mn-lt"/>
              <a:cs typeface="+mn-cs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  <a:cs typeface="+mn-cs"/>
              </a:rPr>
              <a:t>Reducing systolic resting BP by 10 mmHg can lead to a </a:t>
            </a:r>
            <a:r>
              <a:rPr lang="en-US" altLang="en-US" baseline="30000" dirty="0">
                <a:latin typeface="+mn-lt"/>
                <a:cs typeface="+mn-cs"/>
              </a:rPr>
              <a:t>1</a:t>
            </a:r>
            <a:r>
              <a:rPr lang="en-US" altLang="en-US" dirty="0">
                <a:latin typeface="+mn-lt"/>
                <a:cs typeface="+mn-cs"/>
              </a:rPr>
              <a:t>/</a:t>
            </a:r>
            <a:r>
              <a:rPr lang="en-US" altLang="en-US" baseline="-25000" dirty="0">
                <a:latin typeface="+mn-lt"/>
                <a:cs typeface="+mn-cs"/>
              </a:rPr>
              <a:t>3</a:t>
            </a:r>
            <a:r>
              <a:rPr lang="en-US" altLang="en-US" dirty="0">
                <a:latin typeface="+mn-lt"/>
                <a:cs typeface="+mn-cs"/>
              </a:rPr>
              <a:t> reduced risk of stroke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DDDCD1-3D5F-C2C6-426D-DBDD83C429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2" t="8075" r="40116"/>
          <a:stretch/>
        </p:blipFill>
        <p:spPr bwMode="auto">
          <a:xfrm>
            <a:off x="6910630" y="643234"/>
            <a:ext cx="4528259" cy="559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24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2385991"/>
            <a:ext cx="2880828" cy="171930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Physical fitness training post-stroke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541" y="1069976"/>
            <a:ext cx="6037521" cy="5378950"/>
          </a:xfrm>
        </p:spPr>
        <p:txBody>
          <a:bodyPr>
            <a:normAutofit fontScale="700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+mn-cs"/>
              </a:rPr>
              <a:t>Saunders et al. (2020)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75 RCTs: 3017 participants</a:t>
            </a:r>
          </a:p>
          <a:p>
            <a:pPr lvl="1">
              <a:spcAft>
                <a:spcPts val="600"/>
              </a:spcAft>
            </a:pPr>
            <a:r>
              <a:rPr lang="en-US" altLang="en-US" dirty="0">
                <a:latin typeface="+mn-lt"/>
                <a:cs typeface="+mn-cs"/>
              </a:rPr>
              <a:t>cardiorespiratory training (n=32, 1631 participants)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r</a:t>
            </a:r>
            <a:r>
              <a:rPr lang="en-US" altLang="en-US" dirty="0">
                <a:latin typeface="+mn-lt"/>
                <a:cs typeface="+mn-cs"/>
              </a:rPr>
              <a:t>esistance training (n=20, 779 participants)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m</a:t>
            </a:r>
            <a:r>
              <a:rPr lang="en-US" altLang="en-US" dirty="0">
                <a:latin typeface="+mn-lt"/>
                <a:cs typeface="+mn-cs"/>
              </a:rPr>
              <a:t>ixed training interventions (n=23, 1207 participants)</a:t>
            </a:r>
          </a:p>
          <a:p>
            <a:pPr marL="457200" lvl="1" indent="0">
              <a:spcAft>
                <a:spcPts val="600"/>
              </a:spcAft>
              <a:buNone/>
            </a:pPr>
            <a:endParaRPr lang="en-US" altLang="en-US" dirty="0"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exercise is safe: very few deaths overall, no serious adverse events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endParaRPr lang="en-US" altLang="en-US" sz="1100" dirty="0"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significant reductions in disability by cardiorespiratory and mixed training interventions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endParaRPr lang="en-US" altLang="en-US" dirty="0"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+mn-lt"/>
                <a:cs typeface="+mn-cs"/>
              </a:rPr>
              <a:t>multiple benefits for </a:t>
            </a:r>
            <a:r>
              <a:rPr lang="en-US" dirty="0">
                <a:latin typeface="+mn-lt"/>
                <a:cs typeface="+mn-cs"/>
              </a:rPr>
              <a:t>physical fitness (VO</a:t>
            </a:r>
            <a:r>
              <a:rPr lang="en-US" baseline="-25000" dirty="0">
                <a:latin typeface="+mn-lt"/>
                <a:cs typeface="+mn-cs"/>
              </a:rPr>
              <a:t>2</a:t>
            </a:r>
            <a:r>
              <a:rPr lang="en-US" dirty="0">
                <a:latin typeface="+mn-lt"/>
                <a:cs typeface="+mn-cs"/>
              </a:rPr>
              <a:t> peak and strength), mobility (walking speed) and physical function (balance)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endParaRPr lang="en-US" altLang="en-US" dirty="0">
              <a:latin typeface="+mn-lt"/>
              <a:cs typeface="+mn-c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29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77" y="2385991"/>
            <a:ext cx="3207049" cy="1719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considerations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D7133-9D9C-6B8A-65A9-E23D30CF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043" y="1069976"/>
            <a:ext cx="7175180" cy="5378950"/>
          </a:xfrm>
        </p:spPr>
        <p:txBody>
          <a:bodyPr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+mn-cs"/>
              </a:rPr>
              <a:t>Luo et al. (2020)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GB" sz="2400" dirty="0"/>
              <a:t>f</a:t>
            </a:r>
            <a:r>
              <a:rPr lang="en-GB" sz="2400" dirty="0">
                <a:latin typeface="+mn-lt"/>
                <a:cs typeface="+mn-cs"/>
              </a:rPr>
              <a:t>acilities and equipment to support high-intensity (&gt;70% peak heart rate) cardiorespiratory fitness training (e.g. bodyweight support treadmills and/or static/recumbent cycles)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GB" sz="2400" dirty="0"/>
              <a:t>training dose </a:t>
            </a:r>
            <a:r>
              <a:rPr lang="en-GB" sz="2400" dirty="0">
                <a:latin typeface="+mn-lt"/>
                <a:cs typeface="+mn-cs"/>
              </a:rPr>
              <a:t>should be at least 30-40 minutes, 3-5 times a week for 10-20 weeks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GB" sz="2400" dirty="0"/>
              <a:t>pr</a:t>
            </a:r>
            <a:r>
              <a:rPr lang="en-GB" sz="2400" dirty="0">
                <a:latin typeface="+mn-lt"/>
                <a:cs typeface="+mn-cs"/>
              </a:rPr>
              <a:t>ogrammes of mixed training should also be available at least 3 days per week for 20 weeks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GB" sz="2400" dirty="0"/>
              <a:t>e</a:t>
            </a:r>
            <a:r>
              <a:rPr lang="en-GB" sz="2400" dirty="0">
                <a:latin typeface="+mn-lt"/>
                <a:cs typeface="+mn-cs"/>
              </a:rPr>
              <a:t>xercise aimed at increasing heart rate should be used for those with more severe weakness, such as using arm cycles or seated exercise groups</a:t>
            </a:r>
          </a:p>
        </p:txBody>
      </p:sp>
    </p:spTree>
    <p:extLst>
      <p:ext uri="{BB962C8B-B14F-4D97-AF65-F5344CB8AC3E}">
        <p14:creationId xmlns:p14="http://schemas.microsoft.com/office/powerpoint/2010/main" val="107513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700" dirty="0">
                <a:solidFill>
                  <a:srgbClr val="FFFFFF"/>
                </a:solidFill>
              </a:rPr>
              <a:t>Treatment plan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9B6C83-8F52-494C-A101-9800FC4B9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316579"/>
              </p:ext>
            </p:extLst>
          </p:nvPr>
        </p:nvGraphicFramePr>
        <p:xfrm>
          <a:off x="5100321" y="1860697"/>
          <a:ext cx="6135198" cy="450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169290-ABF9-8D74-0340-ED71BB18F633}"/>
              </a:ext>
            </a:extLst>
          </p:cNvPr>
          <p:cNvSpPr txBox="1"/>
          <p:nvPr/>
        </p:nvSpPr>
        <p:spPr>
          <a:xfrm>
            <a:off x="5100321" y="530239"/>
            <a:ext cx="56825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dirty="0"/>
              <a:t>For the following clips, develop a treatment </a:t>
            </a:r>
          </a:p>
          <a:p>
            <a:r>
              <a:rPr lang="en-US" altLang="en-US" sz="2400" dirty="0"/>
              <a:t>plan considering: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33684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BC63-4131-48D0-8A4F-4E2D2900E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2E4F"/>
                </a:solidFill>
                <a:effectLst/>
                <a:uLnTx/>
                <a:uFillTx/>
                <a:latin typeface="Georgia"/>
                <a:ea typeface="+mn-ea"/>
              </a:rPr>
              <a:t> </a:t>
            </a:r>
          </a:p>
        </p:txBody>
      </p:sp>
      <p:pic>
        <p:nvPicPr>
          <p:cNvPr id="3" name="L knee flexion">
            <a:hlinkClick r:id="" action="ppaction://media"/>
            <a:extLst>
              <a:ext uri="{FF2B5EF4-FFF2-40B4-BE49-F238E27FC236}">
                <a16:creationId xmlns:a16="http://schemas.microsoft.com/office/drawing/2014/main" id="{58D7AE5B-2FBE-1381-B4A9-AD1274433E3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76000" y="1089000"/>
            <a:ext cx="623999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BC63-4131-48D0-8A4F-4E2D2900E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2E4F"/>
                </a:solidFill>
                <a:effectLst/>
                <a:uLnTx/>
                <a:uFillTx/>
                <a:latin typeface="Georgia"/>
                <a:ea typeface="+mn-ea"/>
              </a:rPr>
              <a:t> </a:t>
            </a:r>
          </a:p>
        </p:txBody>
      </p:sp>
      <p:pic>
        <p:nvPicPr>
          <p:cNvPr id="2" name="L knee hyperextension">
            <a:hlinkClick r:id="" action="ppaction://media"/>
            <a:extLst>
              <a:ext uri="{FF2B5EF4-FFF2-40B4-BE49-F238E27FC236}">
                <a16:creationId xmlns:a16="http://schemas.microsoft.com/office/drawing/2014/main" id="{96F0FA19-0C8A-460D-6D21-4807C54DD9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76000" y="1089000"/>
            <a:ext cx="624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3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 and 11. R sided weakness">
            <a:hlinkClick r:id="" action="ppaction://media"/>
            <a:extLst>
              <a:ext uri="{FF2B5EF4-FFF2-40B4-BE49-F238E27FC236}">
                <a16:creationId xmlns:a16="http://schemas.microsoft.com/office/drawing/2014/main" id="{25019293-6439-3648-B1EB-E772CCE382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76000" y="1089000"/>
            <a:ext cx="6240000" cy="468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BC63-4131-48D0-8A4F-4E2D2900E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2E4F"/>
                </a:solidFill>
                <a:effectLst/>
                <a:uLnTx/>
                <a:uFillTx/>
                <a:latin typeface="Georgi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919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12. R sided weakness">
            <a:hlinkClick r:id="" action="ppaction://media"/>
            <a:extLst>
              <a:ext uri="{FF2B5EF4-FFF2-40B4-BE49-F238E27FC236}">
                <a16:creationId xmlns:a16="http://schemas.microsoft.com/office/drawing/2014/main" id="{269B7D32-3588-CF4B-81EE-4E3B3128EE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76000" y="1089000"/>
            <a:ext cx="6240000" cy="468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BC63-4131-48D0-8A4F-4E2D2900E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463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17DEB5-EC90-4FE2-8646-F287BE6E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FEBC38-2750-430F-8AA0-91B18563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98" y="1891970"/>
            <a:ext cx="10321251" cy="46714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Ada L, Dorsch S &amp; Canning C. Strengthening interventions increase strength and improve activity after stroke: a systematic review. Australian Journal of Physiotherapy 2006, 52(4), 241–248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Dodd KJ &amp; Morris ME. Outcomes of progressive resistance strength training following stroke: a systematic review. Clinical Rehabilitation 2004, 18(1), 27–39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GB" altLang="en-US" sz="1800" dirty="0">
                <a:solidFill>
                  <a:schemeClr val="tx1"/>
                </a:solidFill>
              </a:rPr>
              <a:t>Eng J and Tang P. Gait training strategies to optimize walking ability in people with stroke: a synthesis of the evidence. Expert Review of Neurotherapeutics 2007, 7(10), 1417-1436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Lennon S, Ramdharry G and Verheyden G. Physical Management for Neurological Conditions. 5</a:t>
            </a:r>
            <a:r>
              <a:rPr lang="en-US" altLang="en-US" sz="1800" baseline="30000" dirty="0">
                <a:solidFill>
                  <a:schemeClr val="tx1"/>
                </a:solidFill>
              </a:rPr>
              <a:t>th</a:t>
            </a:r>
            <a:r>
              <a:rPr lang="en-US" altLang="en-US" sz="1800" dirty="0">
                <a:solidFill>
                  <a:schemeClr val="tx1"/>
                </a:solidFill>
              </a:rPr>
              <a:t> edition 2024. Elsevier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GB" altLang="en-US" sz="1800" dirty="0">
                <a:solidFill>
                  <a:schemeClr val="tx1"/>
                </a:solidFill>
              </a:rPr>
              <a:t>Luo L, Meng H, Wang Z et al. Effect of high-intensity exercise on cardiorespiratory fitness in stroke survivors: A systematic review and meta-analysis Annals of Physical and Rehabilitation Medicine 2020 63(1), 59-68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GB" sz="1800" dirty="0">
                <a:solidFill>
                  <a:schemeClr val="tx1"/>
                </a:solidFill>
              </a:rPr>
              <a:t>McGlinchey MP, Faulkner-Gurstein R, Sackley CM et al. Factors guiding therapist decision making in the rehabilitation of physical function after severely disabling stroke – an ethnographic study, Disability and Rehabilitation 2024, 46(4), 672-684</a:t>
            </a:r>
          </a:p>
        </p:txBody>
      </p:sp>
    </p:spTree>
    <p:extLst>
      <p:ext uri="{BB962C8B-B14F-4D97-AF65-F5344CB8AC3E}">
        <p14:creationId xmlns:p14="http://schemas.microsoft.com/office/powerpoint/2010/main" val="92411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17DEB5-EC90-4FE2-8646-F287BE6E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FEBC38-2750-430F-8AA0-91B18563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98" y="1891970"/>
            <a:ext cx="10321251" cy="46714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</a:rPr>
              <a:t>Merholz  J, Kugler  J, Storch  A et al. Treadmill training for patients with Parkinson's disease. Cochrane Database of Systematic Reviews 2015, Issue 9. Art. No.: CD007830. DOI: 10.1002/14651858.CD007830.pub4. 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Merholz  J, Thomas  S, Elsner  B. Treadmill training and body weight support for walking after stroke. Cochrane Database of Systematic Reviews 2017, Issue 8. Art. No.: CD002840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GB" altLang="en-US" sz="1800" dirty="0">
                <a:solidFill>
                  <a:schemeClr val="tx1"/>
                </a:solidFill>
              </a:rPr>
              <a:t>Merholz J, Harvey L, Thomas S et al. Is body-weight-supported treadmill training or robotic-assisted gait training superior to overground gait training and other forms of physiotherapy in people with spinal cord injury? A systematic review. Spinal Cord 2017, 55, 722–729</a:t>
            </a:r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Merholz J, Thomas S, Kugler J, Pohl M, Elsner B. Electromechanical-assisted training for walking after stroke. Cochrane Database Syst Rev. 2020 Oct 22;10(10):CD006185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GB" sz="1800" dirty="0">
                <a:solidFill>
                  <a:schemeClr val="tx1"/>
                </a:solidFill>
                <a:latin typeface="+mn-lt"/>
                <a:cs typeface="+mn-cs"/>
              </a:rPr>
              <a:t>National Clinical Guideline for Stroke for the UK and Ireland. London: Intercollegiate Stroke Working Party; 2023. Available at: </a:t>
            </a:r>
            <a:r>
              <a:rPr lang="en-GB" sz="1800" dirty="0">
                <a:solidFill>
                  <a:schemeClr val="tx1"/>
                </a:solidFill>
                <a:latin typeface="+mn-lt"/>
                <a:cs typeface="+mn-cs"/>
                <a:hlinkClick r:id="rId2"/>
              </a:rPr>
              <a:t>www.strokeguideline.org</a:t>
            </a:r>
            <a:endParaRPr lang="en-GB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Saunders  DH, Sanderson  M, Hayes  S et al. Physical fitness training for stroke patients. Cochrane Database of Systematic Reviews 2020, Issue 3. Art. No.: CD003316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Veerbeek JM, van Wegen E, van Peppen R et al. What Is the Evidence for Physical Therapy Poststroke? A Systematic Review and Meta-Analysis. PLoS ONE 2014, 9(2): e87987</a:t>
            </a:r>
          </a:p>
        </p:txBody>
      </p:sp>
    </p:spTree>
    <p:extLst>
      <p:ext uri="{BB962C8B-B14F-4D97-AF65-F5344CB8AC3E}">
        <p14:creationId xmlns:p14="http://schemas.microsoft.com/office/powerpoint/2010/main" val="72405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1364</Words>
  <Application>Microsoft Office PowerPoint</Application>
  <PresentationFormat>Widescreen</PresentationFormat>
  <Paragraphs>122</Paragraphs>
  <Slides>22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Office Theme</vt:lpstr>
      <vt:lpstr>Retraining Mobility</vt:lpstr>
      <vt:lpstr>By the end of this lecture, students should be able to</vt:lpstr>
      <vt:lpstr>Lower Limb and Gait Dysfunction</vt:lpstr>
      <vt:lpstr>International Classification of Functioning, Disability and Health (ICF)</vt:lpstr>
      <vt:lpstr>Rehabilitation for Lower Limb and Gait Dysfunction</vt:lpstr>
      <vt:lpstr>Treadmill Training and Partial Body Weight Support</vt:lpstr>
      <vt:lpstr>Treadmill training and body weight support- stroke</vt:lpstr>
      <vt:lpstr>Electromechanicaland robot-assisted gait training  - stroke</vt:lpstr>
      <vt:lpstr>Treadmill training and body weight support- Parkinson’s disease</vt:lpstr>
      <vt:lpstr>Treadmill training- spinal cord injury</vt:lpstr>
      <vt:lpstr>Strength Training</vt:lpstr>
      <vt:lpstr>Evidence for post-stroke physiotherapy – strengthening exercise</vt:lpstr>
      <vt:lpstr>Endurance Training</vt:lpstr>
      <vt:lpstr>Physical fitness training post-stroke</vt:lpstr>
      <vt:lpstr>Practical considerations</vt:lpstr>
      <vt:lpstr>Treatment plan</vt:lpstr>
      <vt:lpstr>PowerPoint Presentation</vt:lpstr>
      <vt:lpstr>PowerPoint Presentation</vt:lpstr>
      <vt:lpstr>PowerPoint Presentation</vt:lpstr>
      <vt:lpstr>PowerPoint Presentation</vt:lpstr>
      <vt:lpstr>Reference List</vt:lpstr>
      <vt:lpstr>Reference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NRS</dc:title>
  <dc:creator>McGlinchey Mark</dc:creator>
  <cp:lastModifiedBy>Mark McGlinchey</cp:lastModifiedBy>
  <cp:revision>38</cp:revision>
  <dcterms:created xsi:type="dcterms:W3CDTF">2023-01-11T14:10:10Z</dcterms:created>
  <dcterms:modified xsi:type="dcterms:W3CDTF">2024-02-19T15:11:38Z</dcterms:modified>
</cp:coreProperties>
</file>