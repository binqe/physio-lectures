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58" r:id="rId4"/>
    <p:sldId id="274" r:id="rId5"/>
    <p:sldId id="273" r:id="rId6"/>
    <p:sldId id="275" r:id="rId7"/>
    <p:sldId id="259" r:id="rId8"/>
    <p:sldId id="276" r:id="rId9"/>
    <p:sldId id="277" r:id="rId10"/>
    <p:sldId id="278" r:id="rId11"/>
    <p:sldId id="260" r:id="rId12"/>
    <p:sldId id="307" r:id="rId13"/>
    <p:sldId id="308" r:id="rId14"/>
    <p:sldId id="309" r:id="rId15"/>
    <p:sldId id="269" r:id="rId16"/>
    <p:sldId id="283" r:id="rId17"/>
    <p:sldId id="285" r:id="rId18"/>
    <p:sldId id="286" r:id="rId19"/>
    <p:sldId id="287" r:id="rId20"/>
    <p:sldId id="270" r:id="rId21"/>
    <p:sldId id="288" r:id="rId22"/>
    <p:sldId id="310" r:id="rId23"/>
    <p:sldId id="311" r:id="rId24"/>
    <p:sldId id="312" r:id="rId25"/>
    <p:sldId id="26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B24304-B7A9-4098-9EE7-5325806D49A8}" v="24" dt="2023-01-16T17:41:12.2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6498" autoAdjust="0"/>
  </p:normalViewPr>
  <p:slideViewPr>
    <p:cSldViewPr snapToGrid="0">
      <p:cViewPr varScale="1">
        <p:scale>
          <a:sx n="66" d="100"/>
          <a:sy n="66" d="100"/>
        </p:scale>
        <p:origin x="133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k McGlinchey" userId="6e11bbf3-9dcb-4b8b-b03e-52345dfdf79c" providerId="ADAL" clId="{E1B24304-B7A9-4098-9EE7-5325806D49A8}"/>
    <pc:docChg chg="undo custSel modSld">
      <pc:chgData name="Mark McGlinchey" userId="6e11bbf3-9dcb-4b8b-b03e-52345dfdf79c" providerId="ADAL" clId="{E1B24304-B7A9-4098-9EE7-5325806D49A8}" dt="2023-01-16T17:42:23.699" v="514" actId="6549"/>
      <pc:docMkLst>
        <pc:docMk/>
      </pc:docMkLst>
      <pc:sldChg chg="addSp delSp modSp mod">
        <pc:chgData name="Mark McGlinchey" userId="6e11bbf3-9dcb-4b8b-b03e-52345dfdf79c" providerId="ADAL" clId="{E1B24304-B7A9-4098-9EE7-5325806D49A8}" dt="2023-01-16T17:24:42.883" v="5" actId="26606"/>
        <pc:sldMkLst>
          <pc:docMk/>
          <pc:sldMk cId="2848883935" sldId="256"/>
        </pc:sldMkLst>
        <pc:spChg chg="mod">
          <ac:chgData name="Mark McGlinchey" userId="6e11bbf3-9dcb-4b8b-b03e-52345dfdf79c" providerId="ADAL" clId="{E1B24304-B7A9-4098-9EE7-5325806D49A8}" dt="2023-01-16T17:24:42.883" v="5" actId="26606"/>
          <ac:spMkLst>
            <pc:docMk/>
            <pc:sldMk cId="2848883935" sldId="256"/>
            <ac:spMk id="2" creationId="{606B168B-CAF8-4205-8A7C-BD366E45467F}"/>
          </ac:spMkLst>
        </pc:spChg>
        <pc:spChg chg="mod">
          <ac:chgData name="Mark McGlinchey" userId="6e11bbf3-9dcb-4b8b-b03e-52345dfdf79c" providerId="ADAL" clId="{E1B24304-B7A9-4098-9EE7-5325806D49A8}" dt="2023-01-16T17:24:42.883" v="5" actId="26606"/>
          <ac:spMkLst>
            <pc:docMk/>
            <pc:sldMk cId="2848883935" sldId="256"/>
            <ac:spMk id="3" creationId="{4ADC2D4C-DB8A-4716-A71D-EFBD3BCCC6F0}"/>
          </ac:spMkLst>
        </pc:spChg>
        <pc:spChg chg="add del">
          <ac:chgData name="Mark McGlinchey" userId="6e11bbf3-9dcb-4b8b-b03e-52345dfdf79c" providerId="ADAL" clId="{E1B24304-B7A9-4098-9EE7-5325806D49A8}" dt="2023-01-16T17:24:42.883" v="5" actId="26606"/>
          <ac:spMkLst>
            <pc:docMk/>
            <pc:sldMk cId="2848883935" sldId="256"/>
            <ac:spMk id="9" creationId="{E49CC64F-7275-4E33-961B-0C5CDC439875}"/>
          </ac:spMkLst>
        </pc:spChg>
        <pc:spChg chg="add del">
          <ac:chgData name="Mark McGlinchey" userId="6e11bbf3-9dcb-4b8b-b03e-52345dfdf79c" providerId="ADAL" clId="{E1B24304-B7A9-4098-9EE7-5325806D49A8}" dt="2023-01-16T17:24:42.878" v="4" actId="26606"/>
          <ac:spMkLst>
            <pc:docMk/>
            <pc:sldMk cId="2848883935" sldId="256"/>
            <ac:spMk id="14" creationId="{E49CC64F-7275-4E33-961B-0C5CDC439875}"/>
          </ac:spMkLst>
        </pc:spChg>
        <pc:spChg chg="add">
          <ac:chgData name="Mark McGlinchey" userId="6e11bbf3-9dcb-4b8b-b03e-52345dfdf79c" providerId="ADAL" clId="{E1B24304-B7A9-4098-9EE7-5325806D49A8}" dt="2023-01-16T17:24:42.883" v="5" actId="26606"/>
          <ac:spMkLst>
            <pc:docMk/>
            <pc:sldMk cId="2848883935" sldId="256"/>
            <ac:spMk id="16" creationId="{1DB7C82F-AB7E-4F0C-B829-FA1B9C415180}"/>
          </ac:spMkLst>
        </pc:spChg>
        <pc:picChg chg="del">
          <ac:chgData name="Mark McGlinchey" userId="6e11bbf3-9dcb-4b8b-b03e-52345dfdf79c" providerId="ADAL" clId="{E1B24304-B7A9-4098-9EE7-5325806D49A8}" dt="2023-01-16T17:24:23.295" v="0" actId="478"/>
          <ac:picMkLst>
            <pc:docMk/>
            <pc:sldMk cId="2848883935" sldId="256"/>
            <ac:picMk id="4" creationId="{2012AFFF-454D-1795-E6C8-EA08DAD7EC81}"/>
          </ac:picMkLst>
        </pc:picChg>
        <pc:picChg chg="add mod">
          <ac:chgData name="Mark McGlinchey" userId="6e11bbf3-9dcb-4b8b-b03e-52345dfdf79c" providerId="ADAL" clId="{E1B24304-B7A9-4098-9EE7-5325806D49A8}" dt="2023-01-16T17:24:42.883" v="5" actId="26606"/>
          <ac:picMkLst>
            <pc:docMk/>
            <pc:sldMk cId="2848883935" sldId="256"/>
            <ac:picMk id="5" creationId="{A064C8A0-0F55-1E6D-2523-3C08F9730735}"/>
          </ac:picMkLst>
        </pc:picChg>
      </pc:sldChg>
      <pc:sldChg chg="modSp mod">
        <pc:chgData name="Mark McGlinchey" userId="6e11bbf3-9dcb-4b8b-b03e-52345dfdf79c" providerId="ADAL" clId="{E1B24304-B7A9-4098-9EE7-5325806D49A8}" dt="2023-01-16T17:25:07.084" v="13" actId="255"/>
        <pc:sldMkLst>
          <pc:docMk/>
          <pc:sldMk cId="4294822799" sldId="257"/>
        </pc:sldMkLst>
        <pc:spChg chg="mod">
          <ac:chgData name="Mark McGlinchey" userId="6e11bbf3-9dcb-4b8b-b03e-52345dfdf79c" providerId="ADAL" clId="{E1B24304-B7A9-4098-9EE7-5325806D49A8}" dt="2023-01-16T17:25:07.084" v="13" actId="255"/>
          <ac:spMkLst>
            <pc:docMk/>
            <pc:sldMk cId="4294822799" sldId="257"/>
            <ac:spMk id="3" creationId="{6C61C00D-FB11-425A-8880-B6165D822821}"/>
          </ac:spMkLst>
        </pc:spChg>
      </pc:sldChg>
      <pc:sldChg chg="modSp mod">
        <pc:chgData name="Mark McGlinchey" userId="6e11bbf3-9dcb-4b8b-b03e-52345dfdf79c" providerId="ADAL" clId="{E1B24304-B7A9-4098-9EE7-5325806D49A8}" dt="2023-01-16T17:25:14.921" v="14" actId="255"/>
        <pc:sldMkLst>
          <pc:docMk/>
          <pc:sldMk cId="4060999783" sldId="258"/>
        </pc:sldMkLst>
        <pc:spChg chg="mod">
          <ac:chgData name="Mark McGlinchey" userId="6e11bbf3-9dcb-4b8b-b03e-52345dfdf79c" providerId="ADAL" clId="{E1B24304-B7A9-4098-9EE7-5325806D49A8}" dt="2023-01-16T17:25:14.921" v="14" actId="255"/>
          <ac:spMkLst>
            <pc:docMk/>
            <pc:sldMk cId="4060999783" sldId="258"/>
            <ac:spMk id="21" creationId="{57B97942-AAEE-4307-9F25-FB3924D01028}"/>
          </ac:spMkLst>
        </pc:spChg>
      </pc:sldChg>
      <pc:sldChg chg="modSp mod">
        <pc:chgData name="Mark McGlinchey" userId="6e11bbf3-9dcb-4b8b-b03e-52345dfdf79c" providerId="ADAL" clId="{E1B24304-B7A9-4098-9EE7-5325806D49A8}" dt="2023-01-16T17:28:18.715" v="302" actId="14100"/>
        <pc:sldMkLst>
          <pc:docMk/>
          <pc:sldMk cId="3178252556" sldId="259"/>
        </pc:sldMkLst>
        <pc:spChg chg="mod">
          <ac:chgData name="Mark McGlinchey" userId="6e11bbf3-9dcb-4b8b-b03e-52345dfdf79c" providerId="ADAL" clId="{E1B24304-B7A9-4098-9EE7-5325806D49A8}" dt="2023-01-16T17:28:12.644" v="300" actId="14100"/>
          <ac:spMkLst>
            <pc:docMk/>
            <pc:sldMk cId="3178252556" sldId="259"/>
            <ac:spMk id="2" creationId="{D3A765D2-E468-4F87-A021-B139DB32B776}"/>
          </ac:spMkLst>
        </pc:spChg>
        <pc:spChg chg="mod">
          <ac:chgData name="Mark McGlinchey" userId="6e11bbf3-9dcb-4b8b-b03e-52345dfdf79c" providerId="ADAL" clId="{E1B24304-B7A9-4098-9EE7-5325806D49A8}" dt="2023-01-16T17:28:15.876" v="301" actId="14100"/>
          <ac:spMkLst>
            <pc:docMk/>
            <pc:sldMk cId="3178252556" sldId="259"/>
            <ac:spMk id="3" creationId="{E7DB23F6-ACC0-415B-AF34-E8A668CCADD8}"/>
          </ac:spMkLst>
        </pc:spChg>
        <pc:picChg chg="mod">
          <ac:chgData name="Mark McGlinchey" userId="6e11bbf3-9dcb-4b8b-b03e-52345dfdf79c" providerId="ADAL" clId="{E1B24304-B7A9-4098-9EE7-5325806D49A8}" dt="2023-01-16T17:28:18.715" v="302" actId="14100"/>
          <ac:picMkLst>
            <pc:docMk/>
            <pc:sldMk cId="3178252556" sldId="259"/>
            <ac:picMk id="4" creationId="{1BA443EC-35E0-146E-ADE2-FD1A3675CF1E}"/>
          </ac:picMkLst>
        </pc:picChg>
      </pc:sldChg>
      <pc:sldChg chg="modSp mod">
        <pc:chgData name="Mark McGlinchey" userId="6e11bbf3-9dcb-4b8b-b03e-52345dfdf79c" providerId="ADAL" clId="{E1B24304-B7A9-4098-9EE7-5325806D49A8}" dt="2023-01-16T17:29:39.786" v="310" actId="255"/>
        <pc:sldMkLst>
          <pc:docMk/>
          <pc:sldMk cId="3414966085" sldId="260"/>
        </pc:sldMkLst>
        <pc:spChg chg="mod">
          <ac:chgData name="Mark McGlinchey" userId="6e11bbf3-9dcb-4b8b-b03e-52345dfdf79c" providerId="ADAL" clId="{E1B24304-B7A9-4098-9EE7-5325806D49A8}" dt="2023-01-16T17:29:39.786" v="310" actId="255"/>
          <ac:spMkLst>
            <pc:docMk/>
            <pc:sldMk cId="3414966085" sldId="260"/>
            <ac:spMk id="3" creationId="{B6AEDB80-A047-4EB0-A83D-5C650D1E1BB0}"/>
          </ac:spMkLst>
        </pc:spChg>
      </pc:sldChg>
      <pc:sldChg chg="modSp mod">
        <pc:chgData name="Mark McGlinchey" userId="6e11bbf3-9dcb-4b8b-b03e-52345dfdf79c" providerId="ADAL" clId="{E1B24304-B7A9-4098-9EE7-5325806D49A8}" dt="2023-01-16T17:38:48.521" v="329" actId="255"/>
        <pc:sldMkLst>
          <pc:docMk/>
          <pc:sldMk cId="1624788671" sldId="269"/>
        </pc:sldMkLst>
        <pc:spChg chg="mod">
          <ac:chgData name="Mark McGlinchey" userId="6e11bbf3-9dcb-4b8b-b03e-52345dfdf79c" providerId="ADAL" clId="{E1B24304-B7A9-4098-9EE7-5325806D49A8}" dt="2023-01-16T17:38:48.521" v="329" actId="255"/>
          <ac:spMkLst>
            <pc:docMk/>
            <pc:sldMk cId="1624788671" sldId="269"/>
            <ac:spMk id="53" creationId="{C3E8D00F-43E9-7F6C-B49B-3A0B6073EDE5}"/>
          </ac:spMkLst>
        </pc:spChg>
      </pc:sldChg>
      <pc:sldChg chg="modSp mod">
        <pc:chgData name="Mark McGlinchey" userId="6e11bbf3-9dcb-4b8b-b03e-52345dfdf79c" providerId="ADAL" clId="{E1B24304-B7A9-4098-9EE7-5325806D49A8}" dt="2023-01-16T17:40:35.642" v="486" actId="255"/>
        <pc:sldMkLst>
          <pc:docMk/>
          <pc:sldMk cId="3677607961" sldId="270"/>
        </pc:sldMkLst>
        <pc:spChg chg="mod">
          <ac:chgData name="Mark McGlinchey" userId="6e11bbf3-9dcb-4b8b-b03e-52345dfdf79c" providerId="ADAL" clId="{E1B24304-B7A9-4098-9EE7-5325806D49A8}" dt="2023-01-16T17:40:35.642" v="486" actId="255"/>
          <ac:spMkLst>
            <pc:docMk/>
            <pc:sldMk cId="3677607961" sldId="270"/>
            <ac:spMk id="3" creationId="{4B300124-457C-B6EE-ABA7-CE062655F212}"/>
          </ac:spMkLst>
        </pc:spChg>
      </pc:sldChg>
      <pc:sldChg chg="modSp mod">
        <pc:chgData name="Mark McGlinchey" userId="6e11bbf3-9dcb-4b8b-b03e-52345dfdf79c" providerId="ADAL" clId="{E1B24304-B7A9-4098-9EE7-5325806D49A8}" dt="2023-01-16T17:42:23.699" v="514" actId="6549"/>
        <pc:sldMkLst>
          <pc:docMk/>
          <pc:sldMk cId="488102408" sldId="273"/>
        </pc:sldMkLst>
        <pc:spChg chg="mod">
          <ac:chgData name="Mark McGlinchey" userId="6e11bbf3-9dcb-4b8b-b03e-52345dfdf79c" providerId="ADAL" clId="{E1B24304-B7A9-4098-9EE7-5325806D49A8}" dt="2023-01-16T17:42:23.699" v="514" actId="6549"/>
          <ac:spMkLst>
            <pc:docMk/>
            <pc:sldMk cId="488102408" sldId="273"/>
            <ac:spMk id="8" creationId="{DAF354DB-28CD-A789-54A1-3F014B186209}"/>
          </ac:spMkLst>
        </pc:spChg>
      </pc:sldChg>
      <pc:sldChg chg="modSp mod">
        <pc:chgData name="Mark McGlinchey" userId="6e11bbf3-9dcb-4b8b-b03e-52345dfdf79c" providerId="ADAL" clId="{E1B24304-B7A9-4098-9EE7-5325806D49A8}" dt="2023-01-16T17:27:20.079" v="262" actId="20577"/>
        <pc:sldMkLst>
          <pc:docMk/>
          <pc:sldMk cId="67161821" sldId="275"/>
        </pc:sldMkLst>
        <pc:spChg chg="mod">
          <ac:chgData name="Mark McGlinchey" userId="6e11bbf3-9dcb-4b8b-b03e-52345dfdf79c" providerId="ADAL" clId="{E1B24304-B7A9-4098-9EE7-5325806D49A8}" dt="2023-01-16T17:27:20.079" v="262" actId="20577"/>
          <ac:spMkLst>
            <pc:docMk/>
            <pc:sldMk cId="67161821" sldId="275"/>
            <ac:spMk id="3" creationId="{86D8AB4B-9BE8-C5A7-ADED-403FDD521CC5}"/>
          </ac:spMkLst>
        </pc:spChg>
      </pc:sldChg>
      <pc:sldChg chg="modSp mod">
        <pc:chgData name="Mark McGlinchey" userId="6e11bbf3-9dcb-4b8b-b03e-52345dfdf79c" providerId="ADAL" clId="{E1B24304-B7A9-4098-9EE7-5325806D49A8}" dt="2023-01-16T17:28:34.068" v="306" actId="20577"/>
        <pc:sldMkLst>
          <pc:docMk/>
          <pc:sldMk cId="1678423038" sldId="276"/>
        </pc:sldMkLst>
        <pc:spChg chg="mod">
          <ac:chgData name="Mark McGlinchey" userId="6e11bbf3-9dcb-4b8b-b03e-52345dfdf79c" providerId="ADAL" clId="{E1B24304-B7A9-4098-9EE7-5325806D49A8}" dt="2023-01-16T17:28:34.068" v="306" actId="20577"/>
          <ac:spMkLst>
            <pc:docMk/>
            <pc:sldMk cId="1678423038" sldId="276"/>
            <ac:spMk id="3" creationId="{7B6C65D7-C2DD-9930-72F6-819AE8D67DB5}"/>
          </ac:spMkLst>
        </pc:spChg>
      </pc:sldChg>
      <pc:sldChg chg="modSp mod">
        <pc:chgData name="Mark McGlinchey" userId="6e11bbf3-9dcb-4b8b-b03e-52345dfdf79c" providerId="ADAL" clId="{E1B24304-B7A9-4098-9EE7-5325806D49A8}" dt="2023-01-16T17:28:47.486" v="307" actId="255"/>
        <pc:sldMkLst>
          <pc:docMk/>
          <pc:sldMk cId="632129385" sldId="277"/>
        </pc:sldMkLst>
        <pc:spChg chg="mod">
          <ac:chgData name="Mark McGlinchey" userId="6e11bbf3-9dcb-4b8b-b03e-52345dfdf79c" providerId="ADAL" clId="{E1B24304-B7A9-4098-9EE7-5325806D49A8}" dt="2023-01-16T17:28:47.486" v="307" actId="255"/>
          <ac:spMkLst>
            <pc:docMk/>
            <pc:sldMk cId="632129385" sldId="277"/>
            <ac:spMk id="3" creationId="{C58578A9-777C-3896-E686-8D557FB3B6FB}"/>
          </ac:spMkLst>
        </pc:spChg>
      </pc:sldChg>
      <pc:sldChg chg="modSp mod">
        <pc:chgData name="Mark McGlinchey" userId="6e11bbf3-9dcb-4b8b-b03e-52345dfdf79c" providerId="ADAL" clId="{E1B24304-B7A9-4098-9EE7-5325806D49A8}" dt="2023-01-16T17:29:18.302" v="309" actId="255"/>
        <pc:sldMkLst>
          <pc:docMk/>
          <pc:sldMk cId="3335961371" sldId="278"/>
        </pc:sldMkLst>
        <pc:spChg chg="mod">
          <ac:chgData name="Mark McGlinchey" userId="6e11bbf3-9dcb-4b8b-b03e-52345dfdf79c" providerId="ADAL" clId="{E1B24304-B7A9-4098-9EE7-5325806D49A8}" dt="2023-01-16T17:29:18.302" v="309" actId="255"/>
          <ac:spMkLst>
            <pc:docMk/>
            <pc:sldMk cId="3335961371" sldId="278"/>
            <ac:spMk id="3" creationId="{8E45242D-4A95-3E62-6DE6-4FF3EB9DB1E0}"/>
          </ac:spMkLst>
        </pc:spChg>
      </pc:sldChg>
      <pc:sldChg chg="modSp mod">
        <pc:chgData name="Mark McGlinchey" userId="6e11bbf3-9dcb-4b8b-b03e-52345dfdf79c" providerId="ADAL" clId="{E1B24304-B7A9-4098-9EE7-5325806D49A8}" dt="2023-01-16T17:40:02.161" v="475" actId="20577"/>
        <pc:sldMkLst>
          <pc:docMk/>
          <pc:sldMk cId="3295540618" sldId="285"/>
        </pc:sldMkLst>
        <pc:spChg chg="mod">
          <ac:chgData name="Mark McGlinchey" userId="6e11bbf3-9dcb-4b8b-b03e-52345dfdf79c" providerId="ADAL" clId="{E1B24304-B7A9-4098-9EE7-5325806D49A8}" dt="2023-01-16T17:40:02.161" v="475" actId="20577"/>
          <ac:spMkLst>
            <pc:docMk/>
            <pc:sldMk cId="3295540618" sldId="285"/>
            <ac:spMk id="3" creationId="{EE243538-498A-7F63-5AC3-4FA7C13B3AF2}"/>
          </ac:spMkLst>
        </pc:spChg>
      </pc:sldChg>
      <pc:sldChg chg="modSp mod">
        <pc:chgData name="Mark McGlinchey" userId="6e11bbf3-9dcb-4b8b-b03e-52345dfdf79c" providerId="ADAL" clId="{E1B24304-B7A9-4098-9EE7-5325806D49A8}" dt="2023-01-16T17:40:20.025" v="482" actId="20577"/>
        <pc:sldMkLst>
          <pc:docMk/>
          <pc:sldMk cId="1583476629" sldId="286"/>
        </pc:sldMkLst>
        <pc:spChg chg="mod">
          <ac:chgData name="Mark McGlinchey" userId="6e11bbf3-9dcb-4b8b-b03e-52345dfdf79c" providerId="ADAL" clId="{E1B24304-B7A9-4098-9EE7-5325806D49A8}" dt="2023-01-16T17:40:20.025" v="482" actId="20577"/>
          <ac:spMkLst>
            <pc:docMk/>
            <pc:sldMk cId="1583476629" sldId="286"/>
            <ac:spMk id="3" creationId="{607D5011-0992-5ECE-A061-3B80B1E1399F}"/>
          </ac:spMkLst>
        </pc:spChg>
      </pc:sldChg>
      <pc:sldChg chg="modSp">
        <pc:chgData name="Mark McGlinchey" userId="6e11bbf3-9dcb-4b8b-b03e-52345dfdf79c" providerId="ADAL" clId="{E1B24304-B7A9-4098-9EE7-5325806D49A8}" dt="2023-01-16T17:41:12.260" v="488" actId="2085"/>
        <pc:sldMkLst>
          <pc:docMk/>
          <pc:sldMk cId="3358918850" sldId="307"/>
        </pc:sldMkLst>
        <pc:graphicFrameChg chg="mod">
          <ac:chgData name="Mark McGlinchey" userId="6e11bbf3-9dcb-4b8b-b03e-52345dfdf79c" providerId="ADAL" clId="{E1B24304-B7A9-4098-9EE7-5325806D49A8}" dt="2023-01-16T17:41:12.260" v="488" actId="2085"/>
          <ac:graphicFrameMkLst>
            <pc:docMk/>
            <pc:sldMk cId="3358918850" sldId="307"/>
            <ac:graphicFrameMk id="5" creationId="{259B6C83-8F52-494C-A101-9800FC4B927E}"/>
          </ac:graphicFrameMkLst>
        </pc:graphicFrameChg>
      </pc:sldChg>
      <pc:sldChg chg="modSp">
        <pc:chgData name="Mark McGlinchey" userId="6e11bbf3-9dcb-4b8b-b03e-52345dfdf79c" providerId="ADAL" clId="{E1B24304-B7A9-4098-9EE7-5325806D49A8}" dt="2023-01-16T17:34:55.733" v="321"/>
        <pc:sldMkLst>
          <pc:docMk/>
          <pc:sldMk cId="3621680402" sldId="308"/>
        </pc:sldMkLst>
        <pc:graphicFrameChg chg="mod">
          <ac:chgData name="Mark McGlinchey" userId="6e11bbf3-9dcb-4b8b-b03e-52345dfdf79c" providerId="ADAL" clId="{E1B24304-B7A9-4098-9EE7-5325806D49A8}" dt="2023-01-16T17:34:55.733" v="321"/>
          <ac:graphicFrameMkLst>
            <pc:docMk/>
            <pc:sldMk cId="3621680402" sldId="308"/>
            <ac:graphicFrameMk id="5" creationId="{259B6C83-8F52-494C-A101-9800FC4B927E}"/>
          </ac:graphicFrameMkLst>
        </pc:graphicFrameChg>
      </pc:sldChg>
      <pc:sldChg chg="modSp">
        <pc:chgData name="Mark McGlinchey" userId="6e11bbf3-9dcb-4b8b-b03e-52345dfdf79c" providerId="ADAL" clId="{E1B24304-B7A9-4098-9EE7-5325806D49A8}" dt="2023-01-16T17:38:38.156" v="328"/>
        <pc:sldMkLst>
          <pc:docMk/>
          <pc:sldMk cId="1033684928" sldId="309"/>
        </pc:sldMkLst>
        <pc:graphicFrameChg chg="mod">
          <ac:chgData name="Mark McGlinchey" userId="6e11bbf3-9dcb-4b8b-b03e-52345dfdf79c" providerId="ADAL" clId="{E1B24304-B7A9-4098-9EE7-5325806D49A8}" dt="2023-01-16T17:38:38.156" v="328"/>
          <ac:graphicFrameMkLst>
            <pc:docMk/>
            <pc:sldMk cId="1033684928" sldId="309"/>
            <ac:graphicFrameMk id="5" creationId="{259B6C83-8F52-494C-A101-9800FC4B927E}"/>
          </ac:graphicFrameMkLst>
        </pc:graphicFrameChg>
      </pc:sldChg>
    </pc:docChg>
  </pc:docChgLst>
  <pc:docChgLst>
    <pc:chgData name="Mark McGlinchey" userId="6e11bbf3-9dcb-4b8b-b03e-52345dfdf79c" providerId="ADAL" clId="{7867FE49-C990-48A4-90BA-8DBA7D864BFD}"/>
    <pc:docChg chg="undo redo custSel addSld delSld modSld sldOrd">
      <pc:chgData name="Mark McGlinchey" userId="6e11bbf3-9dcb-4b8b-b03e-52345dfdf79c" providerId="ADAL" clId="{7867FE49-C990-48A4-90BA-8DBA7D864BFD}" dt="2023-01-15T15:44:11.707" v="7427" actId="26606"/>
      <pc:docMkLst>
        <pc:docMk/>
      </pc:docMkLst>
      <pc:sldChg chg="addSp modSp mod setBg addAnim setClrOvrMap">
        <pc:chgData name="Mark McGlinchey" userId="6e11bbf3-9dcb-4b8b-b03e-52345dfdf79c" providerId="ADAL" clId="{7867FE49-C990-48A4-90BA-8DBA7D864BFD}" dt="2023-01-15T15:40:51.291" v="7381" actId="1076"/>
        <pc:sldMkLst>
          <pc:docMk/>
          <pc:sldMk cId="2848883935" sldId="256"/>
        </pc:sldMkLst>
        <pc:spChg chg="mod">
          <ac:chgData name="Mark McGlinchey" userId="6e11bbf3-9dcb-4b8b-b03e-52345dfdf79c" providerId="ADAL" clId="{7867FE49-C990-48A4-90BA-8DBA7D864BFD}" dt="2023-01-15T15:40:44.827" v="7380" actId="1076"/>
          <ac:spMkLst>
            <pc:docMk/>
            <pc:sldMk cId="2848883935" sldId="256"/>
            <ac:spMk id="2" creationId="{606B168B-CAF8-4205-8A7C-BD366E45467F}"/>
          </ac:spMkLst>
        </pc:spChg>
        <pc:spChg chg="mod">
          <ac:chgData name="Mark McGlinchey" userId="6e11bbf3-9dcb-4b8b-b03e-52345dfdf79c" providerId="ADAL" clId="{7867FE49-C990-48A4-90BA-8DBA7D864BFD}" dt="2023-01-15T15:40:51.291" v="7381" actId="1076"/>
          <ac:spMkLst>
            <pc:docMk/>
            <pc:sldMk cId="2848883935" sldId="256"/>
            <ac:spMk id="3" creationId="{4ADC2D4C-DB8A-4716-A71D-EFBD3BCCC6F0}"/>
          </ac:spMkLst>
        </pc:spChg>
        <pc:spChg chg="add">
          <ac:chgData name="Mark McGlinchey" userId="6e11bbf3-9dcb-4b8b-b03e-52345dfdf79c" providerId="ADAL" clId="{7867FE49-C990-48A4-90BA-8DBA7D864BFD}" dt="2023-01-15T15:39:59.772" v="7370" actId="26606"/>
          <ac:spMkLst>
            <pc:docMk/>
            <pc:sldMk cId="2848883935" sldId="256"/>
            <ac:spMk id="9" creationId="{E49CC64F-7275-4E33-961B-0C5CDC439875}"/>
          </ac:spMkLst>
        </pc:spChg>
        <pc:picChg chg="add mod modCrop">
          <ac:chgData name="Mark McGlinchey" userId="6e11bbf3-9dcb-4b8b-b03e-52345dfdf79c" providerId="ADAL" clId="{7867FE49-C990-48A4-90BA-8DBA7D864BFD}" dt="2023-01-15T15:40:14.875" v="7374" actId="962"/>
          <ac:picMkLst>
            <pc:docMk/>
            <pc:sldMk cId="2848883935" sldId="256"/>
            <ac:picMk id="4" creationId="{2012AFFF-454D-1795-E6C8-EA08DAD7EC81}"/>
          </ac:picMkLst>
        </pc:picChg>
      </pc:sldChg>
      <pc:sldChg chg="addSp modSp mod setBg">
        <pc:chgData name="Mark McGlinchey" userId="6e11bbf3-9dcb-4b8b-b03e-52345dfdf79c" providerId="ADAL" clId="{7867FE49-C990-48A4-90BA-8DBA7D864BFD}" dt="2023-01-15T15:40:58.231" v="7382" actId="26606"/>
        <pc:sldMkLst>
          <pc:docMk/>
          <pc:sldMk cId="4294822799" sldId="257"/>
        </pc:sldMkLst>
        <pc:spChg chg="mod">
          <ac:chgData name="Mark McGlinchey" userId="6e11bbf3-9dcb-4b8b-b03e-52345dfdf79c" providerId="ADAL" clId="{7867FE49-C990-48A4-90BA-8DBA7D864BFD}" dt="2023-01-15T15:40:58.231" v="7382" actId="26606"/>
          <ac:spMkLst>
            <pc:docMk/>
            <pc:sldMk cId="4294822799" sldId="257"/>
            <ac:spMk id="2" creationId="{F889759B-45C3-4A52-8EC6-AE5022752AE9}"/>
          </ac:spMkLst>
        </pc:spChg>
        <pc:spChg chg="mod">
          <ac:chgData name="Mark McGlinchey" userId="6e11bbf3-9dcb-4b8b-b03e-52345dfdf79c" providerId="ADAL" clId="{7867FE49-C990-48A4-90BA-8DBA7D864BFD}" dt="2023-01-15T15:40:58.231" v="7382" actId="26606"/>
          <ac:spMkLst>
            <pc:docMk/>
            <pc:sldMk cId="4294822799" sldId="257"/>
            <ac:spMk id="3" creationId="{6C61C00D-FB11-425A-8880-B6165D822821}"/>
          </ac:spMkLst>
        </pc:spChg>
        <pc:spChg chg="add">
          <ac:chgData name="Mark McGlinchey" userId="6e11bbf3-9dcb-4b8b-b03e-52345dfdf79c" providerId="ADAL" clId="{7867FE49-C990-48A4-90BA-8DBA7D864BFD}" dt="2023-01-15T15:40:58.231" v="7382" actId="26606"/>
          <ac:spMkLst>
            <pc:docMk/>
            <pc:sldMk cId="4294822799" sldId="257"/>
            <ac:spMk id="8" creationId="{09588DA8-065E-4F6F-8EFD-43104AB2E0CF}"/>
          </ac:spMkLst>
        </pc:spChg>
        <pc:spChg chg="add">
          <ac:chgData name="Mark McGlinchey" userId="6e11bbf3-9dcb-4b8b-b03e-52345dfdf79c" providerId="ADAL" clId="{7867FE49-C990-48A4-90BA-8DBA7D864BFD}" dt="2023-01-15T15:40:58.231" v="7382" actId="26606"/>
          <ac:spMkLst>
            <pc:docMk/>
            <pc:sldMk cId="4294822799" sldId="257"/>
            <ac:spMk id="10" creationId="{C4285719-470E-454C-AF62-8323075F1F5B}"/>
          </ac:spMkLst>
        </pc:spChg>
        <pc:spChg chg="add">
          <ac:chgData name="Mark McGlinchey" userId="6e11bbf3-9dcb-4b8b-b03e-52345dfdf79c" providerId="ADAL" clId="{7867FE49-C990-48A4-90BA-8DBA7D864BFD}" dt="2023-01-15T15:40:58.231" v="7382" actId="26606"/>
          <ac:spMkLst>
            <pc:docMk/>
            <pc:sldMk cId="4294822799" sldId="257"/>
            <ac:spMk id="12" creationId="{CD9FE4EF-C4D8-49A0-B2FF-81D8DB7D8A24}"/>
          </ac:spMkLst>
        </pc:spChg>
        <pc:spChg chg="add">
          <ac:chgData name="Mark McGlinchey" userId="6e11bbf3-9dcb-4b8b-b03e-52345dfdf79c" providerId="ADAL" clId="{7867FE49-C990-48A4-90BA-8DBA7D864BFD}" dt="2023-01-15T15:40:58.231" v="7382" actId="26606"/>
          <ac:spMkLst>
            <pc:docMk/>
            <pc:sldMk cId="4294822799" sldId="257"/>
            <ac:spMk id="14" creationId="{4300840D-0A0B-4512-BACA-B439D5B9C57C}"/>
          </ac:spMkLst>
        </pc:spChg>
        <pc:spChg chg="add">
          <ac:chgData name="Mark McGlinchey" userId="6e11bbf3-9dcb-4b8b-b03e-52345dfdf79c" providerId="ADAL" clId="{7867FE49-C990-48A4-90BA-8DBA7D864BFD}" dt="2023-01-15T15:40:58.231" v="7382" actId="26606"/>
          <ac:spMkLst>
            <pc:docMk/>
            <pc:sldMk cId="4294822799" sldId="257"/>
            <ac:spMk id="16" creationId="{D2B78728-A580-49A7-84F9-6EF6F583ADE0}"/>
          </ac:spMkLst>
        </pc:spChg>
        <pc:spChg chg="add">
          <ac:chgData name="Mark McGlinchey" userId="6e11bbf3-9dcb-4b8b-b03e-52345dfdf79c" providerId="ADAL" clId="{7867FE49-C990-48A4-90BA-8DBA7D864BFD}" dt="2023-01-15T15:40:58.231" v="7382" actId="26606"/>
          <ac:spMkLst>
            <pc:docMk/>
            <pc:sldMk cId="4294822799" sldId="257"/>
            <ac:spMk id="18" creationId="{38FAA1A1-D861-433F-88FA-1E9D6FD31D11}"/>
          </ac:spMkLst>
        </pc:spChg>
        <pc:spChg chg="add">
          <ac:chgData name="Mark McGlinchey" userId="6e11bbf3-9dcb-4b8b-b03e-52345dfdf79c" providerId="ADAL" clId="{7867FE49-C990-48A4-90BA-8DBA7D864BFD}" dt="2023-01-15T15:40:58.231" v="7382" actId="26606"/>
          <ac:spMkLst>
            <pc:docMk/>
            <pc:sldMk cId="4294822799" sldId="257"/>
            <ac:spMk id="20" creationId="{8D71EDA1-87BF-4D5D-AB79-F346FD19278A}"/>
          </ac:spMkLst>
        </pc:spChg>
      </pc:sldChg>
      <pc:sldChg chg="addSp delSp modSp mod setBg">
        <pc:chgData name="Mark McGlinchey" userId="6e11bbf3-9dcb-4b8b-b03e-52345dfdf79c" providerId="ADAL" clId="{7867FE49-C990-48A4-90BA-8DBA7D864BFD}" dt="2023-01-15T15:41:15.497" v="7385" actId="26606"/>
        <pc:sldMkLst>
          <pc:docMk/>
          <pc:sldMk cId="4060999783" sldId="258"/>
        </pc:sldMkLst>
        <pc:spChg chg="mod">
          <ac:chgData name="Mark McGlinchey" userId="6e11bbf3-9dcb-4b8b-b03e-52345dfdf79c" providerId="ADAL" clId="{7867FE49-C990-48A4-90BA-8DBA7D864BFD}" dt="2023-01-15T15:41:15.497" v="7385" actId="26606"/>
          <ac:spMkLst>
            <pc:docMk/>
            <pc:sldMk cId="4060999783" sldId="258"/>
            <ac:spMk id="2" creationId="{DCA12F98-B518-4159-8850-3144E57BE625}"/>
          </ac:spMkLst>
        </pc:spChg>
        <pc:spChg chg="add del mod">
          <ac:chgData name="Mark McGlinchey" userId="6e11bbf3-9dcb-4b8b-b03e-52345dfdf79c" providerId="ADAL" clId="{7867FE49-C990-48A4-90BA-8DBA7D864BFD}" dt="2023-01-15T15:41:15.497" v="7385" actId="26606"/>
          <ac:spMkLst>
            <pc:docMk/>
            <pc:sldMk cId="4060999783" sldId="258"/>
            <ac:spMk id="3" creationId="{57B97942-AAEE-4307-9F25-FB3924D01028}"/>
          </ac:spMkLst>
        </pc:spChg>
        <pc:spChg chg="add">
          <ac:chgData name="Mark McGlinchey" userId="6e11bbf3-9dcb-4b8b-b03e-52345dfdf79c" providerId="ADAL" clId="{7867FE49-C990-48A4-90BA-8DBA7D864BFD}" dt="2023-01-15T15:41:15.497" v="7385" actId="26606"/>
          <ac:spMkLst>
            <pc:docMk/>
            <pc:sldMk cId="4060999783" sldId="258"/>
            <ac:spMk id="8" creationId="{1B15ED52-F352-441B-82BF-E0EA34836D08}"/>
          </ac:spMkLst>
        </pc:spChg>
        <pc:spChg chg="add del">
          <ac:chgData name="Mark McGlinchey" userId="6e11bbf3-9dcb-4b8b-b03e-52345dfdf79c" providerId="ADAL" clId="{7867FE49-C990-48A4-90BA-8DBA7D864BFD}" dt="2023-01-15T15:41:15.465" v="7384" actId="26606"/>
          <ac:spMkLst>
            <pc:docMk/>
            <pc:sldMk cId="4060999783" sldId="258"/>
            <ac:spMk id="9" creationId="{BACC6370-2D7E-4714-9D71-7542949D7D5D}"/>
          </ac:spMkLst>
        </pc:spChg>
        <pc:spChg chg="add">
          <ac:chgData name="Mark McGlinchey" userId="6e11bbf3-9dcb-4b8b-b03e-52345dfdf79c" providerId="ADAL" clId="{7867FE49-C990-48A4-90BA-8DBA7D864BFD}" dt="2023-01-15T15:41:15.497" v="7385" actId="26606"/>
          <ac:spMkLst>
            <pc:docMk/>
            <pc:sldMk cId="4060999783" sldId="258"/>
            <ac:spMk id="10" creationId="{3B2E3793-BFE6-45A2-9B7B-E18844431C99}"/>
          </ac:spMkLst>
        </pc:spChg>
        <pc:spChg chg="add del">
          <ac:chgData name="Mark McGlinchey" userId="6e11bbf3-9dcb-4b8b-b03e-52345dfdf79c" providerId="ADAL" clId="{7867FE49-C990-48A4-90BA-8DBA7D864BFD}" dt="2023-01-15T15:41:15.465" v="7384" actId="26606"/>
          <ac:spMkLst>
            <pc:docMk/>
            <pc:sldMk cId="4060999783" sldId="258"/>
            <ac:spMk id="11" creationId="{256B2C21-A230-48C0-8DF1-C46611373C44}"/>
          </ac:spMkLst>
        </pc:spChg>
        <pc:spChg chg="add">
          <ac:chgData name="Mark McGlinchey" userId="6e11bbf3-9dcb-4b8b-b03e-52345dfdf79c" providerId="ADAL" clId="{7867FE49-C990-48A4-90BA-8DBA7D864BFD}" dt="2023-01-15T15:41:15.497" v="7385" actId="26606"/>
          <ac:spMkLst>
            <pc:docMk/>
            <pc:sldMk cId="4060999783" sldId="258"/>
            <ac:spMk id="12" creationId="{BC4C4868-CB8F-4AF9-9CDB-8108F2C19B67}"/>
          </ac:spMkLst>
        </pc:spChg>
        <pc:spChg chg="add del">
          <ac:chgData name="Mark McGlinchey" userId="6e11bbf3-9dcb-4b8b-b03e-52345dfdf79c" providerId="ADAL" clId="{7867FE49-C990-48A4-90BA-8DBA7D864BFD}" dt="2023-01-15T15:41:15.465" v="7384" actId="26606"/>
          <ac:spMkLst>
            <pc:docMk/>
            <pc:sldMk cId="4060999783" sldId="258"/>
            <ac:spMk id="13" creationId="{3847E18C-932D-4C95-AABA-FEC7C9499AD7}"/>
          </ac:spMkLst>
        </pc:spChg>
        <pc:spChg chg="add">
          <ac:chgData name="Mark McGlinchey" userId="6e11bbf3-9dcb-4b8b-b03e-52345dfdf79c" providerId="ADAL" clId="{7867FE49-C990-48A4-90BA-8DBA7D864BFD}" dt="2023-01-15T15:41:15.497" v="7385" actId="26606"/>
          <ac:spMkLst>
            <pc:docMk/>
            <pc:sldMk cId="4060999783" sldId="258"/>
            <ac:spMk id="14" creationId="{375E0459-6403-40CD-989D-56A4407CA12E}"/>
          </ac:spMkLst>
        </pc:spChg>
        <pc:spChg chg="add del">
          <ac:chgData name="Mark McGlinchey" userId="6e11bbf3-9dcb-4b8b-b03e-52345dfdf79c" providerId="ADAL" clId="{7867FE49-C990-48A4-90BA-8DBA7D864BFD}" dt="2023-01-15T15:41:15.465" v="7384" actId="26606"/>
          <ac:spMkLst>
            <pc:docMk/>
            <pc:sldMk cId="4060999783" sldId="258"/>
            <ac:spMk id="15" creationId="{3150CB11-0C61-439E-910F-5787759E72A0}"/>
          </ac:spMkLst>
        </pc:spChg>
        <pc:spChg chg="add">
          <ac:chgData name="Mark McGlinchey" userId="6e11bbf3-9dcb-4b8b-b03e-52345dfdf79c" providerId="ADAL" clId="{7867FE49-C990-48A4-90BA-8DBA7D864BFD}" dt="2023-01-15T15:41:15.497" v="7385" actId="26606"/>
          <ac:spMkLst>
            <pc:docMk/>
            <pc:sldMk cId="4060999783" sldId="258"/>
            <ac:spMk id="16" creationId="{53E5B1A8-3AC9-4BD1-9BBC-78CA94F2D1BA}"/>
          </ac:spMkLst>
        </pc:spChg>
        <pc:spChg chg="add del">
          <ac:chgData name="Mark McGlinchey" userId="6e11bbf3-9dcb-4b8b-b03e-52345dfdf79c" providerId="ADAL" clId="{7867FE49-C990-48A4-90BA-8DBA7D864BFD}" dt="2023-01-15T15:41:15.465" v="7384" actId="26606"/>
          <ac:spMkLst>
            <pc:docMk/>
            <pc:sldMk cId="4060999783" sldId="258"/>
            <ac:spMk id="17" creationId="{43F8A58B-5155-44CE-A5FF-7647B47D0A7A}"/>
          </ac:spMkLst>
        </pc:spChg>
        <pc:spChg chg="add del">
          <ac:chgData name="Mark McGlinchey" userId="6e11bbf3-9dcb-4b8b-b03e-52345dfdf79c" providerId="ADAL" clId="{7867FE49-C990-48A4-90BA-8DBA7D864BFD}" dt="2023-01-15T15:41:15.465" v="7384" actId="26606"/>
          <ac:spMkLst>
            <pc:docMk/>
            <pc:sldMk cId="4060999783" sldId="258"/>
            <ac:spMk id="19" creationId="{443F2ACA-E6D6-4028-82DD-F03C262D5DE6}"/>
          </ac:spMkLst>
        </pc:spChg>
        <pc:spChg chg="add">
          <ac:chgData name="Mark McGlinchey" userId="6e11bbf3-9dcb-4b8b-b03e-52345dfdf79c" providerId="ADAL" clId="{7867FE49-C990-48A4-90BA-8DBA7D864BFD}" dt="2023-01-15T15:41:15.497" v="7385" actId="26606"/>
          <ac:spMkLst>
            <pc:docMk/>
            <pc:sldMk cId="4060999783" sldId="258"/>
            <ac:spMk id="21" creationId="{57B97942-AAEE-4307-9F25-FB3924D01028}"/>
          </ac:spMkLst>
        </pc:spChg>
        <pc:graphicFrameChg chg="add del">
          <ac:chgData name="Mark McGlinchey" userId="6e11bbf3-9dcb-4b8b-b03e-52345dfdf79c" providerId="ADAL" clId="{7867FE49-C990-48A4-90BA-8DBA7D864BFD}" dt="2023-01-15T15:41:15.465" v="7384" actId="26606"/>
          <ac:graphicFrameMkLst>
            <pc:docMk/>
            <pc:sldMk cId="4060999783" sldId="258"/>
            <ac:graphicFrameMk id="5" creationId="{E41B4228-3BF5-5981-5E4F-A9B5E2B19E77}"/>
          </ac:graphicFrameMkLst>
        </pc:graphicFrameChg>
      </pc:sldChg>
      <pc:sldChg chg="addSp modSp mod setBg">
        <pc:chgData name="Mark McGlinchey" userId="6e11bbf3-9dcb-4b8b-b03e-52345dfdf79c" providerId="ADAL" clId="{7867FE49-C990-48A4-90BA-8DBA7D864BFD}" dt="2023-01-15T15:42:06.993" v="7393" actId="26606"/>
        <pc:sldMkLst>
          <pc:docMk/>
          <pc:sldMk cId="3178252556" sldId="259"/>
        </pc:sldMkLst>
        <pc:spChg chg="mod">
          <ac:chgData name="Mark McGlinchey" userId="6e11bbf3-9dcb-4b8b-b03e-52345dfdf79c" providerId="ADAL" clId="{7867FE49-C990-48A4-90BA-8DBA7D864BFD}" dt="2023-01-15T15:42:06.993" v="7393" actId="26606"/>
          <ac:spMkLst>
            <pc:docMk/>
            <pc:sldMk cId="3178252556" sldId="259"/>
            <ac:spMk id="2" creationId="{D3A765D2-E468-4F87-A021-B139DB32B776}"/>
          </ac:spMkLst>
        </pc:spChg>
        <pc:spChg chg="mod ord">
          <ac:chgData name="Mark McGlinchey" userId="6e11bbf3-9dcb-4b8b-b03e-52345dfdf79c" providerId="ADAL" clId="{7867FE49-C990-48A4-90BA-8DBA7D864BFD}" dt="2023-01-15T15:42:06.993" v="7393" actId="26606"/>
          <ac:spMkLst>
            <pc:docMk/>
            <pc:sldMk cId="3178252556" sldId="259"/>
            <ac:spMk id="3" creationId="{E7DB23F6-ACC0-415B-AF34-E8A668CCADD8}"/>
          </ac:spMkLst>
        </pc:spChg>
        <pc:spChg chg="add">
          <ac:chgData name="Mark McGlinchey" userId="6e11bbf3-9dcb-4b8b-b03e-52345dfdf79c" providerId="ADAL" clId="{7867FE49-C990-48A4-90BA-8DBA7D864BFD}" dt="2023-01-15T15:42:06.993" v="7393" actId="26606"/>
          <ac:spMkLst>
            <pc:docMk/>
            <pc:sldMk cId="3178252556" sldId="259"/>
            <ac:spMk id="9" creationId="{3AFE8227-C443-417B-BA91-520EB1EF4559}"/>
          </ac:spMkLst>
        </pc:spChg>
        <pc:spChg chg="add">
          <ac:chgData name="Mark McGlinchey" userId="6e11bbf3-9dcb-4b8b-b03e-52345dfdf79c" providerId="ADAL" clId="{7867FE49-C990-48A4-90BA-8DBA7D864BFD}" dt="2023-01-15T15:42:06.993" v="7393" actId="26606"/>
          <ac:spMkLst>
            <pc:docMk/>
            <pc:sldMk cId="3178252556" sldId="259"/>
            <ac:spMk id="11" creationId="{907741FC-B544-4A6E-B831-6789D042333D}"/>
          </ac:spMkLst>
        </pc:spChg>
        <pc:spChg chg="add">
          <ac:chgData name="Mark McGlinchey" userId="6e11bbf3-9dcb-4b8b-b03e-52345dfdf79c" providerId="ADAL" clId="{7867FE49-C990-48A4-90BA-8DBA7D864BFD}" dt="2023-01-15T15:42:06.993" v="7393" actId="26606"/>
          <ac:spMkLst>
            <pc:docMk/>
            <pc:sldMk cId="3178252556" sldId="259"/>
            <ac:spMk id="13" creationId="{3F0BE7ED-7814-4273-B18A-F26CC0380380}"/>
          </ac:spMkLst>
        </pc:spChg>
        <pc:picChg chg="add mod">
          <ac:chgData name="Mark McGlinchey" userId="6e11bbf3-9dcb-4b8b-b03e-52345dfdf79c" providerId="ADAL" clId="{7867FE49-C990-48A4-90BA-8DBA7D864BFD}" dt="2023-01-15T15:42:06.993" v="7393" actId="26606"/>
          <ac:picMkLst>
            <pc:docMk/>
            <pc:sldMk cId="3178252556" sldId="259"/>
            <ac:picMk id="4" creationId="{1BA443EC-35E0-146E-ADE2-FD1A3675CF1E}"/>
          </ac:picMkLst>
        </pc:picChg>
      </pc:sldChg>
      <pc:sldChg chg="addSp delSp modSp mod ord setBg">
        <pc:chgData name="Mark McGlinchey" userId="6e11bbf3-9dcb-4b8b-b03e-52345dfdf79c" providerId="ADAL" clId="{7867FE49-C990-48A4-90BA-8DBA7D864BFD}" dt="2023-01-15T15:42:19.365" v="7398" actId="26606"/>
        <pc:sldMkLst>
          <pc:docMk/>
          <pc:sldMk cId="3414966085" sldId="260"/>
        </pc:sldMkLst>
        <pc:spChg chg="mod">
          <ac:chgData name="Mark McGlinchey" userId="6e11bbf3-9dcb-4b8b-b03e-52345dfdf79c" providerId="ADAL" clId="{7867FE49-C990-48A4-90BA-8DBA7D864BFD}" dt="2023-01-15T15:42:19.365" v="7398" actId="26606"/>
          <ac:spMkLst>
            <pc:docMk/>
            <pc:sldMk cId="3414966085" sldId="260"/>
            <ac:spMk id="2" creationId="{26CFFB2E-F76F-413E-B22A-524178085AA5}"/>
          </ac:spMkLst>
        </pc:spChg>
        <pc:spChg chg="mod ord">
          <ac:chgData name="Mark McGlinchey" userId="6e11bbf3-9dcb-4b8b-b03e-52345dfdf79c" providerId="ADAL" clId="{7867FE49-C990-48A4-90BA-8DBA7D864BFD}" dt="2023-01-15T15:42:19.365" v="7398" actId="26606"/>
          <ac:spMkLst>
            <pc:docMk/>
            <pc:sldMk cId="3414966085" sldId="260"/>
            <ac:spMk id="3" creationId="{B6AEDB80-A047-4EB0-A83D-5C650D1E1BB0}"/>
          </ac:spMkLst>
        </pc:spChg>
        <pc:spChg chg="add del">
          <ac:chgData name="Mark McGlinchey" userId="6e11bbf3-9dcb-4b8b-b03e-52345dfdf79c" providerId="ADAL" clId="{7867FE49-C990-48A4-90BA-8DBA7D864BFD}" dt="2023-01-15T15:42:15.669" v="7395" actId="26606"/>
          <ac:spMkLst>
            <pc:docMk/>
            <pc:sldMk cId="3414966085" sldId="260"/>
            <ac:spMk id="9" creationId="{3AFE8227-C443-417B-BA91-520EB1EF4559}"/>
          </ac:spMkLst>
        </pc:spChg>
        <pc:spChg chg="add del">
          <ac:chgData name="Mark McGlinchey" userId="6e11bbf3-9dcb-4b8b-b03e-52345dfdf79c" providerId="ADAL" clId="{7867FE49-C990-48A4-90BA-8DBA7D864BFD}" dt="2023-01-15T15:42:15.669" v="7395" actId="26606"/>
          <ac:spMkLst>
            <pc:docMk/>
            <pc:sldMk cId="3414966085" sldId="260"/>
            <ac:spMk id="11" creationId="{907741FC-B544-4A6E-B831-6789D042333D}"/>
          </ac:spMkLst>
        </pc:spChg>
        <pc:spChg chg="add del">
          <ac:chgData name="Mark McGlinchey" userId="6e11bbf3-9dcb-4b8b-b03e-52345dfdf79c" providerId="ADAL" clId="{7867FE49-C990-48A4-90BA-8DBA7D864BFD}" dt="2023-01-15T15:42:15.669" v="7395" actId="26606"/>
          <ac:spMkLst>
            <pc:docMk/>
            <pc:sldMk cId="3414966085" sldId="260"/>
            <ac:spMk id="13" creationId="{3F0BE7ED-7814-4273-B18A-F26CC0380380}"/>
          </ac:spMkLst>
        </pc:spChg>
        <pc:spChg chg="add del">
          <ac:chgData name="Mark McGlinchey" userId="6e11bbf3-9dcb-4b8b-b03e-52345dfdf79c" providerId="ADAL" clId="{7867FE49-C990-48A4-90BA-8DBA7D864BFD}" dt="2023-01-15T15:42:19.357" v="7397" actId="26606"/>
          <ac:spMkLst>
            <pc:docMk/>
            <pc:sldMk cId="3414966085" sldId="260"/>
            <ac:spMk id="15" creationId="{979E27D9-03C7-44E2-9FF8-15D0C8506AF7}"/>
          </ac:spMkLst>
        </pc:spChg>
        <pc:spChg chg="add del">
          <ac:chgData name="Mark McGlinchey" userId="6e11bbf3-9dcb-4b8b-b03e-52345dfdf79c" providerId="ADAL" clId="{7867FE49-C990-48A4-90BA-8DBA7D864BFD}" dt="2023-01-15T15:42:19.357" v="7397" actId="26606"/>
          <ac:spMkLst>
            <pc:docMk/>
            <pc:sldMk cId="3414966085" sldId="260"/>
            <ac:spMk id="16" creationId="{EEBF1590-3B36-48EE-A89D-3B6F3CB256AB}"/>
          </ac:spMkLst>
        </pc:spChg>
        <pc:spChg chg="add del">
          <ac:chgData name="Mark McGlinchey" userId="6e11bbf3-9dcb-4b8b-b03e-52345dfdf79c" providerId="ADAL" clId="{7867FE49-C990-48A4-90BA-8DBA7D864BFD}" dt="2023-01-15T15:42:19.357" v="7397" actId="26606"/>
          <ac:spMkLst>
            <pc:docMk/>
            <pc:sldMk cId="3414966085" sldId="260"/>
            <ac:spMk id="17" creationId="{AC8F6C8C-AB5A-4548-942D-E3FD40ACBC49}"/>
          </ac:spMkLst>
        </pc:spChg>
        <pc:spChg chg="add">
          <ac:chgData name="Mark McGlinchey" userId="6e11bbf3-9dcb-4b8b-b03e-52345dfdf79c" providerId="ADAL" clId="{7867FE49-C990-48A4-90BA-8DBA7D864BFD}" dt="2023-01-15T15:42:19.365" v="7398" actId="26606"/>
          <ac:spMkLst>
            <pc:docMk/>
            <pc:sldMk cId="3414966085" sldId="260"/>
            <ac:spMk id="19" creationId="{0CCC4BA0-1298-4DBD-86F1-B51D8C9D3437}"/>
          </ac:spMkLst>
        </pc:spChg>
        <pc:spChg chg="add">
          <ac:chgData name="Mark McGlinchey" userId="6e11bbf3-9dcb-4b8b-b03e-52345dfdf79c" providerId="ADAL" clId="{7867FE49-C990-48A4-90BA-8DBA7D864BFD}" dt="2023-01-15T15:42:19.365" v="7398" actId="26606"/>
          <ac:spMkLst>
            <pc:docMk/>
            <pc:sldMk cId="3414966085" sldId="260"/>
            <ac:spMk id="20" creationId="{EEBF1590-3B36-48EE-A89D-3B6F3CB256AB}"/>
          </ac:spMkLst>
        </pc:spChg>
        <pc:spChg chg="add">
          <ac:chgData name="Mark McGlinchey" userId="6e11bbf3-9dcb-4b8b-b03e-52345dfdf79c" providerId="ADAL" clId="{7867FE49-C990-48A4-90BA-8DBA7D864BFD}" dt="2023-01-15T15:42:19.365" v="7398" actId="26606"/>
          <ac:spMkLst>
            <pc:docMk/>
            <pc:sldMk cId="3414966085" sldId="260"/>
            <ac:spMk id="21" creationId="{AC8F6C8C-AB5A-4548-942D-E3FD40ACBC49}"/>
          </ac:spMkLst>
        </pc:spChg>
        <pc:picChg chg="add mod">
          <ac:chgData name="Mark McGlinchey" userId="6e11bbf3-9dcb-4b8b-b03e-52345dfdf79c" providerId="ADAL" clId="{7867FE49-C990-48A4-90BA-8DBA7D864BFD}" dt="2023-01-15T15:42:19.365" v="7398" actId="26606"/>
          <ac:picMkLst>
            <pc:docMk/>
            <pc:sldMk cId="3414966085" sldId="260"/>
            <ac:picMk id="4" creationId="{B97E4FA8-ADE1-1AD6-E0E7-16FF62442CD6}"/>
          </ac:picMkLst>
        </pc:picChg>
        <pc:picChg chg="add del mod">
          <ac:chgData name="Mark McGlinchey" userId="6e11bbf3-9dcb-4b8b-b03e-52345dfdf79c" providerId="ADAL" clId="{7867FE49-C990-48A4-90BA-8DBA7D864BFD}" dt="2023-01-15T13:46:38.913" v="3117"/>
          <ac:picMkLst>
            <pc:docMk/>
            <pc:sldMk cId="3414966085" sldId="260"/>
            <ac:picMk id="1026" creationId="{9C965CB0-BC9E-1E2A-BD16-9169057B2F4D}"/>
          </ac:picMkLst>
        </pc:picChg>
      </pc:sldChg>
      <pc:sldChg chg="del">
        <pc:chgData name="Mark McGlinchey" userId="6e11bbf3-9dcb-4b8b-b03e-52345dfdf79c" providerId="ADAL" clId="{7867FE49-C990-48A4-90BA-8DBA7D864BFD}" dt="2023-01-15T14:16:02.563" v="3371" actId="2696"/>
        <pc:sldMkLst>
          <pc:docMk/>
          <pc:sldMk cId="3009734595" sldId="261"/>
        </pc:sldMkLst>
      </pc:sldChg>
      <pc:sldChg chg="del">
        <pc:chgData name="Mark McGlinchey" userId="6e11bbf3-9dcb-4b8b-b03e-52345dfdf79c" providerId="ADAL" clId="{7867FE49-C990-48A4-90BA-8DBA7D864BFD}" dt="2023-01-15T15:00:09.136" v="5960" actId="2696"/>
        <pc:sldMkLst>
          <pc:docMk/>
          <pc:sldMk cId="305412542" sldId="262"/>
        </pc:sldMkLst>
      </pc:sldChg>
      <pc:sldChg chg="del">
        <pc:chgData name="Mark McGlinchey" userId="6e11bbf3-9dcb-4b8b-b03e-52345dfdf79c" providerId="ADAL" clId="{7867FE49-C990-48A4-90BA-8DBA7D864BFD}" dt="2023-01-15T15:00:04.639" v="5959" actId="2696"/>
        <pc:sldMkLst>
          <pc:docMk/>
          <pc:sldMk cId="2729629157" sldId="263"/>
        </pc:sldMkLst>
      </pc:sldChg>
      <pc:sldChg chg="del">
        <pc:chgData name="Mark McGlinchey" userId="6e11bbf3-9dcb-4b8b-b03e-52345dfdf79c" providerId="ADAL" clId="{7867FE49-C990-48A4-90BA-8DBA7D864BFD}" dt="2023-01-15T14:59:43.748" v="5957" actId="2696"/>
        <pc:sldMkLst>
          <pc:docMk/>
          <pc:sldMk cId="3969225698" sldId="264"/>
        </pc:sldMkLst>
      </pc:sldChg>
      <pc:sldChg chg="modSp del mod">
        <pc:chgData name="Mark McGlinchey" userId="6e11bbf3-9dcb-4b8b-b03e-52345dfdf79c" providerId="ADAL" clId="{7867FE49-C990-48A4-90BA-8DBA7D864BFD}" dt="2023-01-15T14:59:49.896" v="5958" actId="2696"/>
        <pc:sldMkLst>
          <pc:docMk/>
          <pc:sldMk cId="924529790" sldId="265"/>
        </pc:sldMkLst>
        <pc:spChg chg="mod">
          <ac:chgData name="Mark McGlinchey" userId="6e11bbf3-9dcb-4b8b-b03e-52345dfdf79c" providerId="ADAL" clId="{7867FE49-C990-48A4-90BA-8DBA7D864BFD}" dt="2023-01-15T14:15:57.261" v="3370" actId="27636"/>
          <ac:spMkLst>
            <pc:docMk/>
            <pc:sldMk cId="924529790" sldId="265"/>
            <ac:spMk id="3" creationId="{CDF27487-0494-492B-AB7C-35E0AD8862A7}"/>
          </ac:spMkLst>
        </pc:spChg>
      </pc:sldChg>
      <pc:sldChg chg="del">
        <pc:chgData name="Mark McGlinchey" userId="6e11bbf3-9dcb-4b8b-b03e-52345dfdf79c" providerId="ADAL" clId="{7867FE49-C990-48A4-90BA-8DBA7D864BFD}" dt="2023-01-15T15:12:18.748" v="6451" actId="2696"/>
        <pc:sldMkLst>
          <pc:docMk/>
          <pc:sldMk cId="329420952" sldId="266"/>
        </pc:sldMkLst>
      </pc:sldChg>
      <pc:sldChg chg="del">
        <pc:chgData name="Mark McGlinchey" userId="6e11bbf3-9dcb-4b8b-b03e-52345dfdf79c" providerId="ADAL" clId="{7867FE49-C990-48A4-90BA-8DBA7D864BFD}" dt="2023-01-15T15:12:18.748" v="6451" actId="2696"/>
        <pc:sldMkLst>
          <pc:docMk/>
          <pc:sldMk cId="1859573163" sldId="267"/>
        </pc:sldMkLst>
      </pc:sldChg>
      <pc:sldChg chg="modSp mod">
        <pc:chgData name="Mark McGlinchey" userId="6e11bbf3-9dcb-4b8b-b03e-52345dfdf79c" providerId="ADAL" clId="{7867FE49-C990-48A4-90BA-8DBA7D864BFD}" dt="2023-01-15T15:38:39.223" v="7366" actId="20577"/>
        <pc:sldMkLst>
          <pc:docMk/>
          <pc:sldMk cId="1911103292" sldId="268"/>
        </pc:sldMkLst>
        <pc:spChg chg="mod">
          <ac:chgData name="Mark McGlinchey" userId="6e11bbf3-9dcb-4b8b-b03e-52345dfdf79c" providerId="ADAL" clId="{7867FE49-C990-48A4-90BA-8DBA7D864BFD}" dt="2023-01-15T13:47:56.660" v="3132" actId="20577"/>
          <ac:spMkLst>
            <pc:docMk/>
            <pc:sldMk cId="1911103292" sldId="268"/>
            <ac:spMk id="2" creationId="{979B9E53-E3D2-4BFB-ABDE-1D31D2A7F705}"/>
          </ac:spMkLst>
        </pc:spChg>
        <pc:spChg chg="mod">
          <ac:chgData name="Mark McGlinchey" userId="6e11bbf3-9dcb-4b8b-b03e-52345dfdf79c" providerId="ADAL" clId="{7867FE49-C990-48A4-90BA-8DBA7D864BFD}" dt="2023-01-15T15:38:39.223" v="7366" actId="20577"/>
          <ac:spMkLst>
            <pc:docMk/>
            <pc:sldMk cId="1911103292" sldId="268"/>
            <ac:spMk id="3" creationId="{7AD69A85-6A32-4D11-88BF-DE6BC3F437BB}"/>
          </ac:spMkLst>
        </pc:spChg>
      </pc:sldChg>
      <pc:sldChg chg="addSp delSp modSp new mod setBg">
        <pc:chgData name="Mark McGlinchey" userId="6e11bbf3-9dcb-4b8b-b03e-52345dfdf79c" providerId="ADAL" clId="{7867FE49-C990-48A4-90BA-8DBA7D864BFD}" dt="2023-01-15T15:43:05.598" v="7413" actId="26606"/>
        <pc:sldMkLst>
          <pc:docMk/>
          <pc:sldMk cId="1624788671" sldId="269"/>
        </pc:sldMkLst>
        <pc:spChg chg="mod">
          <ac:chgData name="Mark McGlinchey" userId="6e11bbf3-9dcb-4b8b-b03e-52345dfdf79c" providerId="ADAL" clId="{7867FE49-C990-48A4-90BA-8DBA7D864BFD}" dt="2023-01-15T15:43:05.598" v="7413" actId="26606"/>
          <ac:spMkLst>
            <pc:docMk/>
            <pc:sldMk cId="1624788671" sldId="269"/>
            <ac:spMk id="2" creationId="{72748609-0FC6-0E16-82EA-F4FFDCB03992}"/>
          </ac:spMkLst>
        </pc:spChg>
        <pc:spChg chg="add del mod">
          <ac:chgData name="Mark McGlinchey" userId="6e11bbf3-9dcb-4b8b-b03e-52345dfdf79c" providerId="ADAL" clId="{7867FE49-C990-48A4-90BA-8DBA7D864BFD}" dt="2023-01-15T15:43:05.598" v="7413" actId="26606"/>
          <ac:spMkLst>
            <pc:docMk/>
            <pc:sldMk cId="1624788671" sldId="269"/>
            <ac:spMk id="3" creationId="{C3E8D00F-43E9-7F6C-B49B-3A0B6073EDE5}"/>
          </ac:spMkLst>
        </pc:spChg>
        <pc:spChg chg="add del">
          <ac:chgData name="Mark McGlinchey" userId="6e11bbf3-9dcb-4b8b-b03e-52345dfdf79c" providerId="ADAL" clId="{7867FE49-C990-48A4-90BA-8DBA7D864BFD}" dt="2023-01-15T15:43:00.974" v="7404" actId="26606"/>
          <ac:spMkLst>
            <pc:docMk/>
            <pc:sldMk cId="1624788671" sldId="269"/>
            <ac:spMk id="8" creationId="{09588DA8-065E-4F6F-8EFD-43104AB2E0CF}"/>
          </ac:spMkLst>
        </pc:spChg>
        <pc:spChg chg="add del">
          <ac:chgData name="Mark McGlinchey" userId="6e11bbf3-9dcb-4b8b-b03e-52345dfdf79c" providerId="ADAL" clId="{7867FE49-C990-48A4-90BA-8DBA7D864BFD}" dt="2023-01-15T15:43:01.960" v="7406" actId="26606"/>
          <ac:spMkLst>
            <pc:docMk/>
            <pc:sldMk cId="1624788671" sldId="269"/>
            <ac:spMk id="9" creationId="{BACC6370-2D7E-4714-9D71-7542949D7D5D}"/>
          </ac:spMkLst>
        </pc:spChg>
        <pc:spChg chg="add del">
          <ac:chgData name="Mark McGlinchey" userId="6e11bbf3-9dcb-4b8b-b03e-52345dfdf79c" providerId="ADAL" clId="{7867FE49-C990-48A4-90BA-8DBA7D864BFD}" dt="2023-01-15T15:43:00.974" v="7404" actId="26606"/>
          <ac:spMkLst>
            <pc:docMk/>
            <pc:sldMk cId="1624788671" sldId="269"/>
            <ac:spMk id="10" creationId="{C4285719-470E-454C-AF62-8323075F1F5B}"/>
          </ac:spMkLst>
        </pc:spChg>
        <pc:spChg chg="add del">
          <ac:chgData name="Mark McGlinchey" userId="6e11bbf3-9dcb-4b8b-b03e-52345dfdf79c" providerId="ADAL" clId="{7867FE49-C990-48A4-90BA-8DBA7D864BFD}" dt="2023-01-15T15:43:01.960" v="7406" actId="26606"/>
          <ac:spMkLst>
            <pc:docMk/>
            <pc:sldMk cId="1624788671" sldId="269"/>
            <ac:spMk id="11" creationId="{256B2C21-A230-48C0-8DF1-C46611373C44}"/>
          </ac:spMkLst>
        </pc:spChg>
        <pc:spChg chg="add del">
          <ac:chgData name="Mark McGlinchey" userId="6e11bbf3-9dcb-4b8b-b03e-52345dfdf79c" providerId="ADAL" clId="{7867FE49-C990-48A4-90BA-8DBA7D864BFD}" dt="2023-01-15T15:43:00.974" v="7404" actId="26606"/>
          <ac:spMkLst>
            <pc:docMk/>
            <pc:sldMk cId="1624788671" sldId="269"/>
            <ac:spMk id="12" creationId="{CD9FE4EF-C4D8-49A0-B2FF-81D8DB7D8A24}"/>
          </ac:spMkLst>
        </pc:spChg>
        <pc:spChg chg="add del">
          <ac:chgData name="Mark McGlinchey" userId="6e11bbf3-9dcb-4b8b-b03e-52345dfdf79c" providerId="ADAL" clId="{7867FE49-C990-48A4-90BA-8DBA7D864BFD}" dt="2023-01-15T15:43:01.960" v="7406" actId="26606"/>
          <ac:spMkLst>
            <pc:docMk/>
            <pc:sldMk cId="1624788671" sldId="269"/>
            <ac:spMk id="13" creationId="{3847E18C-932D-4C95-AABA-FEC7C9499AD7}"/>
          </ac:spMkLst>
        </pc:spChg>
        <pc:spChg chg="add del">
          <ac:chgData name="Mark McGlinchey" userId="6e11bbf3-9dcb-4b8b-b03e-52345dfdf79c" providerId="ADAL" clId="{7867FE49-C990-48A4-90BA-8DBA7D864BFD}" dt="2023-01-15T15:43:00.974" v="7404" actId="26606"/>
          <ac:spMkLst>
            <pc:docMk/>
            <pc:sldMk cId="1624788671" sldId="269"/>
            <ac:spMk id="14" creationId="{4300840D-0A0B-4512-BACA-B439D5B9C57C}"/>
          </ac:spMkLst>
        </pc:spChg>
        <pc:spChg chg="add del">
          <ac:chgData name="Mark McGlinchey" userId="6e11bbf3-9dcb-4b8b-b03e-52345dfdf79c" providerId="ADAL" clId="{7867FE49-C990-48A4-90BA-8DBA7D864BFD}" dt="2023-01-15T15:43:01.960" v="7406" actId="26606"/>
          <ac:spMkLst>
            <pc:docMk/>
            <pc:sldMk cId="1624788671" sldId="269"/>
            <ac:spMk id="15" creationId="{3150CB11-0C61-439E-910F-5787759E72A0}"/>
          </ac:spMkLst>
        </pc:spChg>
        <pc:spChg chg="add del">
          <ac:chgData name="Mark McGlinchey" userId="6e11bbf3-9dcb-4b8b-b03e-52345dfdf79c" providerId="ADAL" clId="{7867FE49-C990-48A4-90BA-8DBA7D864BFD}" dt="2023-01-15T15:43:00.974" v="7404" actId="26606"/>
          <ac:spMkLst>
            <pc:docMk/>
            <pc:sldMk cId="1624788671" sldId="269"/>
            <ac:spMk id="16" creationId="{D2B78728-A580-49A7-84F9-6EF6F583ADE0}"/>
          </ac:spMkLst>
        </pc:spChg>
        <pc:spChg chg="add del">
          <ac:chgData name="Mark McGlinchey" userId="6e11bbf3-9dcb-4b8b-b03e-52345dfdf79c" providerId="ADAL" clId="{7867FE49-C990-48A4-90BA-8DBA7D864BFD}" dt="2023-01-15T15:43:01.960" v="7406" actId="26606"/>
          <ac:spMkLst>
            <pc:docMk/>
            <pc:sldMk cId="1624788671" sldId="269"/>
            <ac:spMk id="17" creationId="{43F8A58B-5155-44CE-A5FF-7647B47D0A7A}"/>
          </ac:spMkLst>
        </pc:spChg>
        <pc:spChg chg="add del">
          <ac:chgData name="Mark McGlinchey" userId="6e11bbf3-9dcb-4b8b-b03e-52345dfdf79c" providerId="ADAL" clId="{7867FE49-C990-48A4-90BA-8DBA7D864BFD}" dt="2023-01-15T15:43:00.974" v="7404" actId="26606"/>
          <ac:spMkLst>
            <pc:docMk/>
            <pc:sldMk cId="1624788671" sldId="269"/>
            <ac:spMk id="18" creationId="{38FAA1A1-D861-433F-88FA-1E9D6FD31D11}"/>
          </ac:spMkLst>
        </pc:spChg>
        <pc:spChg chg="add del">
          <ac:chgData name="Mark McGlinchey" userId="6e11bbf3-9dcb-4b8b-b03e-52345dfdf79c" providerId="ADAL" clId="{7867FE49-C990-48A4-90BA-8DBA7D864BFD}" dt="2023-01-15T15:43:01.960" v="7406" actId="26606"/>
          <ac:spMkLst>
            <pc:docMk/>
            <pc:sldMk cId="1624788671" sldId="269"/>
            <ac:spMk id="19" creationId="{443F2ACA-E6D6-4028-82DD-F03C262D5DE6}"/>
          </ac:spMkLst>
        </pc:spChg>
        <pc:spChg chg="add del">
          <ac:chgData name="Mark McGlinchey" userId="6e11bbf3-9dcb-4b8b-b03e-52345dfdf79c" providerId="ADAL" clId="{7867FE49-C990-48A4-90BA-8DBA7D864BFD}" dt="2023-01-15T15:43:00.974" v="7404" actId="26606"/>
          <ac:spMkLst>
            <pc:docMk/>
            <pc:sldMk cId="1624788671" sldId="269"/>
            <ac:spMk id="20" creationId="{8D71EDA1-87BF-4D5D-AB79-F346FD19278A}"/>
          </ac:spMkLst>
        </pc:spChg>
        <pc:spChg chg="add del">
          <ac:chgData name="Mark McGlinchey" userId="6e11bbf3-9dcb-4b8b-b03e-52345dfdf79c" providerId="ADAL" clId="{7867FE49-C990-48A4-90BA-8DBA7D864BFD}" dt="2023-01-15T15:43:02.791" v="7408" actId="26606"/>
          <ac:spMkLst>
            <pc:docMk/>
            <pc:sldMk cId="1624788671" sldId="269"/>
            <ac:spMk id="21" creationId="{BACC6370-2D7E-4714-9D71-7542949D7D5D}"/>
          </ac:spMkLst>
        </pc:spChg>
        <pc:spChg chg="add del">
          <ac:chgData name="Mark McGlinchey" userId="6e11bbf3-9dcb-4b8b-b03e-52345dfdf79c" providerId="ADAL" clId="{7867FE49-C990-48A4-90BA-8DBA7D864BFD}" dt="2023-01-15T15:43:02.791" v="7408" actId="26606"/>
          <ac:spMkLst>
            <pc:docMk/>
            <pc:sldMk cId="1624788671" sldId="269"/>
            <ac:spMk id="22" creationId="{256B2C21-A230-48C0-8DF1-C46611373C44}"/>
          </ac:spMkLst>
        </pc:spChg>
        <pc:spChg chg="add del">
          <ac:chgData name="Mark McGlinchey" userId="6e11bbf3-9dcb-4b8b-b03e-52345dfdf79c" providerId="ADAL" clId="{7867FE49-C990-48A4-90BA-8DBA7D864BFD}" dt="2023-01-15T15:43:02.791" v="7408" actId="26606"/>
          <ac:spMkLst>
            <pc:docMk/>
            <pc:sldMk cId="1624788671" sldId="269"/>
            <ac:spMk id="23" creationId="{3847E18C-932D-4C95-AABA-FEC7C9499AD7}"/>
          </ac:spMkLst>
        </pc:spChg>
        <pc:spChg chg="add del">
          <ac:chgData name="Mark McGlinchey" userId="6e11bbf3-9dcb-4b8b-b03e-52345dfdf79c" providerId="ADAL" clId="{7867FE49-C990-48A4-90BA-8DBA7D864BFD}" dt="2023-01-15T15:43:02.791" v="7408" actId="26606"/>
          <ac:spMkLst>
            <pc:docMk/>
            <pc:sldMk cId="1624788671" sldId="269"/>
            <ac:spMk id="24" creationId="{3150CB11-0C61-439E-910F-5787759E72A0}"/>
          </ac:spMkLst>
        </pc:spChg>
        <pc:spChg chg="add del">
          <ac:chgData name="Mark McGlinchey" userId="6e11bbf3-9dcb-4b8b-b03e-52345dfdf79c" providerId="ADAL" clId="{7867FE49-C990-48A4-90BA-8DBA7D864BFD}" dt="2023-01-15T15:43:02.791" v="7408" actId="26606"/>
          <ac:spMkLst>
            <pc:docMk/>
            <pc:sldMk cId="1624788671" sldId="269"/>
            <ac:spMk id="25" creationId="{43F8A58B-5155-44CE-A5FF-7647B47D0A7A}"/>
          </ac:spMkLst>
        </pc:spChg>
        <pc:spChg chg="add del">
          <ac:chgData name="Mark McGlinchey" userId="6e11bbf3-9dcb-4b8b-b03e-52345dfdf79c" providerId="ADAL" clId="{7867FE49-C990-48A4-90BA-8DBA7D864BFD}" dt="2023-01-15T15:43:02.791" v="7408" actId="26606"/>
          <ac:spMkLst>
            <pc:docMk/>
            <pc:sldMk cId="1624788671" sldId="269"/>
            <ac:spMk id="26" creationId="{443F2ACA-E6D6-4028-82DD-F03C262D5DE6}"/>
          </ac:spMkLst>
        </pc:spChg>
        <pc:spChg chg="add del">
          <ac:chgData name="Mark McGlinchey" userId="6e11bbf3-9dcb-4b8b-b03e-52345dfdf79c" providerId="ADAL" clId="{7867FE49-C990-48A4-90BA-8DBA7D864BFD}" dt="2023-01-15T15:43:04.304" v="7410" actId="26606"/>
          <ac:spMkLst>
            <pc:docMk/>
            <pc:sldMk cId="1624788671" sldId="269"/>
            <ac:spMk id="29" creationId="{09588DA8-065E-4F6F-8EFD-43104AB2E0CF}"/>
          </ac:spMkLst>
        </pc:spChg>
        <pc:spChg chg="add del">
          <ac:chgData name="Mark McGlinchey" userId="6e11bbf3-9dcb-4b8b-b03e-52345dfdf79c" providerId="ADAL" clId="{7867FE49-C990-48A4-90BA-8DBA7D864BFD}" dt="2023-01-15T15:43:04.304" v="7410" actId="26606"/>
          <ac:spMkLst>
            <pc:docMk/>
            <pc:sldMk cId="1624788671" sldId="269"/>
            <ac:spMk id="30" creationId="{C4285719-470E-454C-AF62-8323075F1F5B}"/>
          </ac:spMkLst>
        </pc:spChg>
        <pc:spChg chg="add del">
          <ac:chgData name="Mark McGlinchey" userId="6e11bbf3-9dcb-4b8b-b03e-52345dfdf79c" providerId="ADAL" clId="{7867FE49-C990-48A4-90BA-8DBA7D864BFD}" dt="2023-01-15T15:43:04.304" v="7410" actId="26606"/>
          <ac:spMkLst>
            <pc:docMk/>
            <pc:sldMk cId="1624788671" sldId="269"/>
            <ac:spMk id="31" creationId="{CD9FE4EF-C4D8-49A0-B2FF-81D8DB7D8A24}"/>
          </ac:spMkLst>
        </pc:spChg>
        <pc:spChg chg="add del">
          <ac:chgData name="Mark McGlinchey" userId="6e11bbf3-9dcb-4b8b-b03e-52345dfdf79c" providerId="ADAL" clId="{7867FE49-C990-48A4-90BA-8DBA7D864BFD}" dt="2023-01-15T15:43:04.304" v="7410" actId="26606"/>
          <ac:spMkLst>
            <pc:docMk/>
            <pc:sldMk cId="1624788671" sldId="269"/>
            <ac:spMk id="32" creationId="{4300840D-0A0B-4512-BACA-B439D5B9C57C}"/>
          </ac:spMkLst>
        </pc:spChg>
        <pc:spChg chg="add del">
          <ac:chgData name="Mark McGlinchey" userId="6e11bbf3-9dcb-4b8b-b03e-52345dfdf79c" providerId="ADAL" clId="{7867FE49-C990-48A4-90BA-8DBA7D864BFD}" dt="2023-01-15T15:43:04.304" v="7410" actId="26606"/>
          <ac:spMkLst>
            <pc:docMk/>
            <pc:sldMk cId="1624788671" sldId="269"/>
            <ac:spMk id="33" creationId="{D2B78728-A580-49A7-84F9-6EF6F583ADE0}"/>
          </ac:spMkLst>
        </pc:spChg>
        <pc:spChg chg="add del">
          <ac:chgData name="Mark McGlinchey" userId="6e11bbf3-9dcb-4b8b-b03e-52345dfdf79c" providerId="ADAL" clId="{7867FE49-C990-48A4-90BA-8DBA7D864BFD}" dt="2023-01-15T15:43:04.304" v="7410" actId="26606"/>
          <ac:spMkLst>
            <pc:docMk/>
            <pc:sldMk cId="1624788671" sldId="269"/>
            <ac:spMk id="34" creationId="{38FAA1A1-D861-433F-88FA-1E9D6FD31D11}"/>
          </ac:spMkLst>
        </pc:spChg>
        <pc:spChg chg="add del">
          <ac:chgData name="Mark McGlinchey" userId="6e11bbf3-9dcb-4b8b-b03e-52345dfdf79c" providerId="ADAL" clId="{7867FE49-C990-48A4-90BA-8DBA7D864BFD}" dt="2023-01-15T15:43:04.304" v="7410" actId="26606"/>
          <ac:spMkLst>
            <pc:docMk/>
            <pc:sldMk cId="1624788671" sldId="269"/>
            <ac:spMk id="35" creationId="{8D71EDA1-87BF-4D5D-AB79-F346FD19278A}"/>
          </ac:spMkLst>
        </pc:spChg>
        <pc:spChg chg="add del">
          <ac:chgData name="Mark McGlinchey" userId="6e11bbf3-9dcb-4b8b-b03e-52345dfdf79c" providerId="ADAL" clId="{7867FE49-C990-48A4-90BA-8DBA7D864BFD}" dt="2023-01-15T15:43:04.304" v="7410" actId="26606"/>
          <ac:spMkLst>
            <pc:docMk/>
            <pc:sldMk cId="1624788671" sldId="269"/>
            <ac:spMk id="36" creationId="{C3E8D00F-43E9-7F6C-B49B-3A0B6073EDE5}"/>
          </ac:spMkLst>
        </pc:spChg>
        <pc:spChg chg="add del">
          <ac:chgData name="Mark McGlinchey" userId="6e11bbf3-9dcb-4b8b-b03e-52345dfdf79c" providerId="ADAL" clId="{7867FE49-C990-48A4-90BA-8DBA7D864BFD}" dt="2023-01-15T15:43:05.584" v="7412" actId="26606"/>
          <ac:spMkLst>
            <pc:docMk/>
            <pc:sldMk cId="1624788671" sldId="269"/>
            <ac:spMk id="38" creationId="{BACC6370-2D7E-4714-9D71-7542949D7D5D}"/>
          </ac:spMkLst>
        </pc:spChg>
        <pc:spChg chg="add del">
          <ac:chgData name="Mark McGlinchey" userId="6e11bbf3-9dcb-4b8b-b03e-52345dfdf79c" providerId="ADAL" clId="{7867FE49-C990-48A4-90BA-8DBA7D864BFD}" dt="2023-01-15T15:43:05.584" v="7412" actId="26606"/>
          <ac:spMkLst>
            <pc:docMk/>
            <pc:sldMk cId="1624788671" sldId="269"/>
            <ac:spMk id="39" creationId="{256B2C21-A230-48C0-8DF1-C46611373C44}"/>
          </ac:spMkLst>
        </pc:spChg>
        <pc:spChg chg="add del">
          <ac:chgData name="Mark McGlinchey" userId="6e11bbf3-9dcb-4b8b-b03e-52345dfdf79c" providerId="ADAL" clId="{7867FE49-C990-48A4-90BA-8DBA7D864BFD}" dt="2023-01-15T15:43:05.584" v="7412" actId="26606"/>
          <ac:spMkLst>
            <pc:docMk/>
            <pc:sldMk cId="1624788671" sldId="269"/>
            <ac:spMk id="40" creationId="{3847E18C-932D-4C95-AABA-FEC7C9499AD7}"/>
          </ac:spMkLst>
        </pc:spChg>
        <pc:spChg chg="add del">
          <ac:chgData name="Mark McGlinchey" userId="6e11bbf3-9dcb-4b8b-b03e-52345dfdf79c" providerId="ADAL" clId="{7867FE49-C990-48A4-90BA-8DBA7D864BFD}" dt="2023-01-15T15:43:05.584" v="7412" actId="26606"/>
          <ac:spMkLst>
            <pc:docMk/>
            <pc:sldMk cId="1624788671" sldId="269"/>
            <ac:spMk id="41" creationId="{3150CB11-0C61-439E-910F-5787759E72A0}"/>
          </ac:spMkLst>
        </pc:spChg>
        <pc:spChg chg="add del">
          <ac:chgData name="Mark McGlinchey" userId="6e11bbf3-9dcb-4b8b-b03e-52345dfdf79c" providerId="ADAL" clId="{7867FE49-C990-48A4-90BA-8DBA7D864BFD}" dt="2023-01-15T15:43:05.584" v="7412" actId="26606"/>
          <ac:spMkLst>
            <pc:docMk/>
            <pc:sldMk cId="1624788671" sldId="269"/>
            <ac:spMk id="42" creationId="{43F8A58B-5155-44CE-A5FF-7647B47D0A7A}"/>
          </ac:spMkLst>
        </pc:spChg>
        <pc:spChg chg="add del">
          <ac:chgData name="Mark McGlinchey" userId="6e11bbf3-9dcb-4b8b-b03e-52345dfdf79c" providerId="ADAL" clId="{7867FE49-C990-48A4-90BA-8DBA7D864BFD}" dt="2023-01-15T15:43:05.584" v="7412" actId="26606"/>
          <ac:spMkLst>
            <pc:docMk/>
            <pc:sldMk cId="1624788671" sldId="269"/>
            <ac:spMk id="43" creationId="{443F2ACA-E6D6-4028-82DD-F03C262D5DE6}"/>
          </ac:spMkLst>
        </pc:spChg>
        <pc:spChg chg="add">
          <ac:chgData name="Mark McGlinchey" userId="6e11bbf3-9dcb-4b8b-b03e-52345dfdf79c" providerId="ADAL" clId="{7867FE49-C990-48A4-90BA-8DBA7D864BFD}" dt="2023-01-15T15:43:05.598" v="7413" actId="26606"/>
          <ac:spMkLst>
            <pc:docMk/>
            <pc:sldMk cId="1624788671" sldId="269"/>
            <ac:spMk id="46" creationId="{09588DA8-065E-4F6F-8EFD-43104AB2E0CF}"/>
          </ac:spMkLst>
        </pc:spChg>
        <pc:spChg chg="add">
          <ac:chgData name="Mark McGlinchey" userId="6e11bbf3-9dcb-4b8b-b03e-52345dfdf79c" providerId="ADAL" clId="{7867FE49-C990-48A4-90BA-8DBA7D864BFD}" dt="2023-01-15T15:43:05.598" v="7413" actId="26606"/>
          <ac:spMkLst>
            <pc:docMk/>
            <pc:sldMk cId="1624788671" sldId="269"/>
            <ac:spMk id="47" creationId="{C4285719-470E-454C-AF62-8323075F1F5B}"/>
          </ac:spMkLst>
        </pc:spChg>
        <pc:spChg chg="add">
          <ac:chgData name="Mark McGlinchey" userId="6e11bbf3-9dcb-4b8b-b03e-52345dfdf79c" providerId="ADAL" clId="{7867FE49-C990-48A4-90BA-8DBA7D864BFD}" dt="2023-01-15T15:43:05.598" v="7413" actId="26606"/>
          <ac:spMkLst>
            <pc:docMk/>
            <pc:sldMk cId="1624788671" sldId="269"/>
            <ac:spMk id="48" creationId="{CD9FE4EF-C4D8-49A0-B2FF-81D8DB7D8A24}"/>
          </ac:spMkLst>
        </pc:spChg>
        <pc:spChg chg="add">
          <ac:chgData name="Mark McGlinchey" userId="6e11bbf3-9dcb-4b8b-b03e-52345dfdf79c" providerId="ADAL" clId="{7867FE49-C990-48A4-90BA-8DBA7D864BFD}" dt="2023-01-15T15:43:05.598" v="7413" actId="26606"/>
          <ac:spMkLst>
            <pc:docMk/>
            <pc:sldMk cId="1624788671" sldId="269"/>
            <ac:spMk id="49" creationId="{4300840D-0A0B-4512-BACA-B439D5B9C57C}"/>
          </ac:spMkLst>
        </pc:spChg>
        <pc:spChg chg="add">
          <ac:chgData name="Mark McGlinchey" userId="6e11bbf3-9dcb-4b8b-b03e-52345dfdf79c" providerId="ADAL" clId="{7867FE49-C990-48A4-90BA-8DBA7D864BFD}" dt="2023-01-15T15:43:05.598" v="7413" actId="26606"/>
          <ac:spMkLst>
            <pc:docMk/>
            <pc:sldMk cId="1624788671" sldId="269"/>
            <ac:spMk id="50" creationId="{D2B78728-A580-49A7-84F9-6EF6F583ADE0}"/>
          </ac:spMkLst>
        </pc:spChg>
        <pc:spChg chg="add">
          <ac:chgData name="Mark McGlinchey" userId="6e11bbf3-9dcb-4b8b-b03e-52345dfdf79c" providerId="ADAL" clId="{7867FE49-C990-48A4-90BA-8DBA7D864BFD}" dt="2023-01-15T15:43:05.598" v="7413" actId="26606"/>
          <ac:spMkLst>
            <pc:docMk/>
            <pc:sldMk cId="1624788671" sldId="269"/>
            <ac:spMk id="51" creationId="{38FAA1A1-D861-433F-88FA-1E9D6FD31D11}"/>
          </ac:spMkLst>
        </pc:spChg>
        <pc:spChg chg="add">
          <ac:chgData name="Mark McGlinchey" userId="6e11bbf3-9dcb-4b8b-b03e-52345dfdf79c" providerId="ADAL" clId="{7867FE49-C990-48A4-90BA-8DBA7D864BFD}" dt="2023-01-15T15:43:05.598" v="7413" actId="26606"/>
          <ac:spMkLst>
            <pc:docMk/>
            <pc:sldMk cId="1624788671" sldId="269"/>
            <ac:spMk id="52" creationId="{8D71EDA1-87BF-4D5D-AB79-F346FD19278A}"/>
          </ac:spMkLst>
        </pc:spChg>
        <pc:spChg chg="add">
          <ac:chgData name="Mark McGlinchey" userId="6e11bbf3-9dcb-4b8b-b03e-52345dfdf79c" providerId="ADAL" clId="{7867FE49-C990-48A4-90BA-8DBA7D864BFD}" dt="2023-01-15T15:43:05.598" v="7413" actId="26606"/>
          <ac:spMkLst>
            <pc:docMk/>
            <pc:sldMk cId="1624788671" sldId="269"/>
            <ac:spMk id="53" creationId="{C3E8D00F-43E9-7F6C-B49B-3A0B6073EDE5}"/>
          </ac:spMkLst>
        </pc:spChg>
        <pc:graphicFrameChg chg="add del">
          <ac:chgData name="Mark McGlinchey" userId="6e11bbf3-9dcb-4b8b-b03e-52345dfdf79c" providerId="ADAL" clId="{7867FE49-C990-48A4-90BA-8DBA7D864BFD}" dt="2023-01-15T15:43:01.960" v="7406" actId="26606"/>
          <ac:graphicFrameMkLst>
            <pc:docMk/>
            <pc:sldMk cId="1624788671" sldId="269"/>
            <ac:graphicFrameMk id="5" creationId="{6758B70B-26AB-71EE-2C8B-BC12E2C6C60D}"/>
          </ac:graphicFrameMkLst>
        </pc:graphicFrameChg>
        <pc:graphicFrameChg chg="add del">
          <ac:chgData name="Mark McGlinchey" userId="6e11bbf3-9dcb-4b8b-b03e-52345dfdf79c" providerId="ADAL" clId="{7867FE49-C990-48A4-90BA-8DBA7D864BFD}" dt="2023-01-15T15:43:02.791" v="7408" actId="26606"/>
          <ac:graphicFrameMkLst>
            <pc:docMk/>
            <pc:sldMk cId="1624788671" sldId="269"/>
            <ac:graphicFrameMk id="27" creationId="{4BB228FE-A173-6BB3-9BFC-3A7305341B1A}"/>
          </ac:graphicFrameMkLst>
        </pc:graphicFrameChg>
        <pc:graphicFrameChg chg="add del">
          <ac:chgData name="Mark McGlinchey" userId="6e11bbf3-9dcb-4b8b-b03e-52345dfdf79c" providerId="ADAL" clId="{7867FE49-C990-48A4-90BA-8DBA7D864BFD}" dt="2023-01-15T15:43:05.584" v="7412" actId="26606"/>
          <ac:graphicFrameMkLst>
            <pc:docMk/>
            <pc:sldMk cId="1624788671" sldId="269"/>
            <ac:graphicFrameMk id="44" creationId="{4BB228FE-A173-6BB3-9BFC-3A7305341B1A}"/>
          </ac:graphicFrameMkLst>
        </pc:graphicFrameChg>
      </pc:sldChg>
      <pc:sldChg chg="addSp delSp modSp new mod ord setBg">
        <pc:chgData name="Mark McGlinchey" userId="6e11bbf3-9dcb-4b8b-b03e-52345dfdf79c" providerId="ADAL" clId="{7867FE49-C990-48A4-90BA-8DBA7D864BFD}" dt="2023-01-15T15:44:11.707" v="7427" actId="26606"/>
        <pc:sldMkLst>
          <pc:docMk/>
          <pc:sldMk cId="3677607961" sldId="270"/>
        </pc:sldMkLst>
        <pc:spChg chg="mod">
          <ac:chgData name="Mark McGlinchey" userId="6e11bbf3-9dcb-4b8b-b03e-52345dfdf79c" providerId="ADAL" clId="{7867FE49-C990-48A4-90BA-8DBA7D864BFD}" dt="2023-01-15T15:44:11.707" v="7427" actId="26606"/>
          <ac:spMkLst>
            <pc:docMk/>
            <pc:sldMk cId="3677607961" sldId="270"/>
            <ac:spMk id="2" creationId="{00F77BD9-03B8-4554-8491-F2CD5BC7F7CC}"/>
          </ac:spMkLst>
        </pc:spChg>
        <pc:spChg chg="mod">
          <ac:chgData name="Mark McGlinchey" userId="6e11bbf3-9dcb-4b8b-b03e-52345dfdf79c" providerId="ADAL" clId="{7867FE49-C990-48A4-90BA-8DBA7D864BFD}" dt="2023-01-15T15:44:11.707" v="7427" actId="26606"/>
          <ac:spMkLst>
            <pc:docMk/>
            <pc:sldMk cId="3677607961" sldId="270"/>
            <ac:spMk id="3" creationId="{4B300124-457C-B6EE-ABA7-CE062655F212}"/>
          </ac:spMkLst>
        </pc:spChg>
        <pc:spChg chg="add">
          <ac:chgData name="Mark McGlinchey" userId="6e11bbf3-9dcb-4b8b-b03e-52345dfdf79c" providerId="ADAL" clId="{7867FE49-C990-48A4-90BA-8DBA7D864BFD}" dt="2023-01-15T15:44:11.707" v="7427" actId="26606"/>
          <ac:spMkLst>
            <pc:docMk/>
            <pc:sldMk cId="3677607961" sldId="270"/>
            <ac:spMk id="12" creationId="{979E27D9-03C7-44E2-9FF8-15D0C8506AF7}"/>
          </ac:spMkLst>
        </pc:spChg>
        <pc:spChg chg="add">
          <ac:chgData name="Mark McGlinchey" userId="6e11bbf3-9dcb-4b8b-b03e-52345dfdf79c" providerId="ADAL" clId="{7867FE49-C990-48A4-90BA-8DBA7D864BFD}" dt="2023-01-15T15:44:11.707" v="7427" actId="26606"/>
          <ac:spMkLst>
            <pc:docMk/>
            <pc:sldMk cId="3677607961" sldId="270"/>
            <ac:spMk id="14" creationId="{EEBF1590-3B36-48EE-A89D-3B6F3CB256AB}"/>
          </ac:spMkLst>
        </pc:spChg>
        <pc:spChg chg="add">
          <ac:chgData name="Mark McGlinchey" userId="6e11bbf3-9dcb-4b8b-b03e-52345dfdf79c" providerId="ADAL" clId="{7867FE49-C990-48A4-90BA-8DBA7D864BFD}" dt="2023-01-15T15:44:11.707" v="7427" actId="26606"/>
          <ac:spMkLst>
            <pc:docMk/>
            <pc:sldMk cId="3677607961" sldId="270"/>
            <ac:spMk id="16" creationId="{AC8F6C8C-AB5A-4548-942D-E3FD40ACBC49}"/>
          </ac:spMkLst>
        </pc:spChg>
        <pc:picChg chg="add del mod modCrop">
          <ac:chgData name="Mark McGlinchey" userId="6e11bbf3-9dcb-4b8b-b03e-52345dfdf79c" providerId="ADAL" clId="{7867FE49-C990-48A4-90BA-8DBA7D864BFD}" dt="2023-01-15T15:31:32.606" v="6999" actId="478"/>
          <ac:picMkLst>
            <pc:docMk/>
            <pc:sldMk cId="3677607961" sldId="270"/>
            <ac:picMk id="5" creationId="{3058CA0C-1A9A-C76A-C3FA-AAE2A1B7CB3E}"/>
          </ac:picMkLst>
        </pc:picChg>
        <pc:picChg chg="add mod modCrop">
          <ac:chgData name="Mark McGlinchey" userId="6e11bbf3-9dcb-4b8b-b03e-52345dfdf79c" providerId="ADAL" clId="{7867FE49-C990-48A4-90BA-8DBA7D864BFD}" dt="2023-01-15T15:44:11.707" v="7427" actId="26606"/>
          <ac:picMkLst>
            <pc:docMk/>
            <pc:sldMk cId="3677607961" sldId="270"/>
            <ac:picMk id="7" creationId="{E5BEBC1A-1C82-BC86-858E-14D423F6EA50}"/>
          </ac:picMkLst>
        </pc:picChg>
      </pc:sldChg>
      <pc:sldChg chg="addSp delSp modSp new del mod">
        <pc:chgData name="Mark McGlinchey" userId="6e11bbf3-9dcb-4b8b-b03e-52345dfdf79c" providerId="ADAL" clId="{7867FE49-C990-48A4-90BA-8DBA7D864BFD}" dt="2023-01-15T14:59:20.226" v="5956" actId="2696"/>
        <pc:sldMkLst>
          <pc:docMk/>
          <pc:sldMk cId="2845055142" sldId="271"/>
        </pc:sldMkLst>
        <pc:spChg chg="mod">
          <ac:chgData name="Mark McGlinchey" userId="6e11bbf3-9dcb-4b8b-b03e-52345dfdf79c" providerId="ADAL" clId="{7867FE49-C990-48A4-90BA-8DBA7D864BFD}" dt="2023-01-15T14:43:20.822" v="5026" actId="20577"/>
          <ac:spMkLst>
            <pc:docMk/>
            <pc:sldMk cId="2845055142" sldId="271"/>
            <ac:spMk id="2" creationId="{1AD10428-32DA-ADAA-E414-F201678483EF}"/>
          </ac:spMkLst>
        </pc:spChg>
        <pc:spChg chg="del">
          <ac:chgData name="Mark McGlinchey" userId="6e11bbf3-9dcb-4b8b-b03e-52345dfdf79c" providerId="ADAL" clId="{7867FE49-C990-48A4-90BA-8DBA7D864BFD}" dt="2023-01-15T14:43:29.370" v="5027" actId="3680"/>
          <ac:spMkLst>
            <pc:docMk/>
            <pc:sldMk cId="2845055142" sldId="271"/>
            <ac:spMk id="3" creationId="{92D6B3D9-AA43-50C1-9E6B-0CD342F31C39}"/>
          </ac:spMkLst>
        </pc:spChg>
        <pc:graphicFrameChg chg="add mod ord modGraphic">
          <ac:chgData name="Mark McGlinchey" userId="6e11bbf3-9dcb-4b8b-b03e-52345dfdf79c" providerId="ADAL" clId="{7867FE49-C990-48A4-90BA-8DBA7D864BFD}" dt="2023-01-15T14:43:48.199" v="5077" actId="20577"/>
          <ac:graphicFrameMkLst>
            <pc:docMk/>
            <pc:sldMk cId="2845055142" sldId="271"/>
            <ac:graphicFrameMk id="4" creationId="{BAE5170F-6E6C-4920-0200-1B920FC5EE8E}"/>
          </ac:graphicFrameMkLst>
        </pc:graphicFrameChg>
      </pc:sldChg>
      <pc:sldChg chg="new del">
        <pc:chgData name="Mark McGlinchey" userId="6e11bbf3-9dcb-4b8b-b03e-52345dfdf79c" providerId="ADAL" clId="{7867FE49-C990-48A4-90BA-8DBA7D864BFD}" dt="2023-01-15T15:12:18.748" v="6451" actId="2696"/>
        <pc:sldMkLst>
          <pc:docMk/>
          <pc:sldMk cId="654832484" sldId="272"/>
        </pc:sldMkLst>
      </pc:sldChg>
      <pc:sldChg chg="addSp delSp modSp new mod modNotesTx">
        <pc:chgData name="Mark McGlinchey" userId="6e11bbf3-9dcb-4b8b-b03e-52345dfdf79c" providerId="ADAL" clId="{7867FE49-C990-48A4-90BA-8DBA7D864BFD}" dt="2023-01-15T15:11:37.757" v="6448" actId="2711"/>
        <pc:sldMkLst>
          <pc:docMk/>
          <pc:sldMk cId="488102408" sldId="273"/>
        </pc:sldMkLst>
        <pc:spChg chg="mod">
          <ac:chgData name="Mark McGlinchey" userId="6e11bbf3-9dcb-4b8b-b03e-52345dfdf79c" providerId="ADAL" clId="{7867FE49-C990-48A4-90BA-8DBA7D864BFD}" dt="2023-01-15T13:31:01.570" v="2012" actId="20577"/>
          <ac:spMkLst>
            <pc:docMk/>
            <pc:sldMk cId="488102408" sldId="273"/>
            <ac:spMk id="2" creationId="{9A5EB201-24AB-3F6F-EC9A-5ECF0FDDB707}"/>
          </ac:spMkLst>
        </pc:spChg>
        <pc:spChg chg="del mod">
          <ac:chgData name="Mark McGlinchey" userId="6e11bbf3-9dcb-4b8b-b03e-52345dfdf79c" providerId="ADAL" clId="{7867FE49-C990-48A4-90BA-8DBA7D864BFD}" dt="2023-01-15T13:31:05.345" v="2013" actId="478"/>
          <ac:spMkLst>
            <pc:docMk/>
            <pc:sldMk cId="488102408" sldId="273"/>
            <ac:spMk id="3" creationId="{87E03F74-DBCE-3462-1A2F-26CA835093BF}"/>
          </ac:spMkLst>
        </pc:spChg>
        <pc:spChg chg="add del mod">
          <ac:chgData name="Mark McGlinchey" userId="6e11bbf3-9dcb-4b8b-b03e-52345dfdf79c" providerId="ADAL" clId="{7867FE49-C990-48A4-90BA-8DBA7D864BFD}" dt="2023-01-15T13:31:07.401" v="2015" actId="478"/>
          <ac:spMkLst>
            <pc:docMk/>
            <pc:sldMk cId="488102408" sldId="273"/>
            <ac:spMk id="5" creationId="{0F153A61-2F15-26CD-E01F-14EEA1CD36E7}"/>
          </ac:spMkLst>
        </pc:spChg>
        <pc:spChg chg="add mod">
          <ac:chgData name="Mark McGlinchey" userId="6e11bbf3-9dcb-4b8b-b03e-52345dfdf79c" providerId="ADAL" clId="{7867FE49-C990-48A4-90BA-8DBA7D864BFD}" dt="2023-01-15T15:11:37.757" v="6448" actId="2711"/>
          <ac:spMkLst>
            <pc:docMk/>
            <pc:sldMk cId="488102408" sldId="273"/>
            <ac:spMk id="8" creationId="{DAF354DB-28CD-A789-54A1-3F014B186209}"/>
          </ac:spMkLst>
        </pc:spChg>
        <pc:picChg chg="add del mod modCrop">
          <ac:chgData name="Mark McGlinchey" userId="6e11bbf3-9dcb-4b8b-b03e-52345dfdf79c" providerId="ADAL" clId="{7867FE49-C990-48A4-90BA-8DBA7D864BFD}" dt="2023-01-15T13:41:38.017" v="2882" actId="478"/>
          <ac:picMkLst>
            <pc:docMk/>
            <pc:sldMk cId="488102408" sldId="273"/>
            <ac:picMk id="7" creationId="{59EF05E7-60E5-D8A8-45C0-9DC54F48F945}"/>
          </ac:picMkLst>
        </pc:picChg>
        <pc:picChg chg="add mod">
          <ac:chgData name="Mark McGlinchey" userId="6e11bbf3-9dcb-4b8b-b03e-52345dfdf79c" providerId="ADAL" clId="{7867FE49-C990-48A4-90BA-8DBA7D864BFD}" dt="2023-01-15T13:41:43.257" v="2887" actId="1076"/>
          <ac:picMkLst>
            <pc:docMk/>
            <pc:sldMk cId="488102408" sldId="273"/>
            <ac:picMk id="10" creationId="{2C8D7288-FF74-11E8-F486-925E8AEA5425}"/>
          </ac:picMkLst>
        </pc:picChg>
      </pc:sldChg>
      <pc:sldChg chg="addSp delSp modSp new mod ord setBg">
        <pc:chgData name="Mark McGlinchey" userId="6e11bbf3-9dcb-4b8b-b03e-52345dfdf79c" providerId="ADAL" clId="{7867FE49-C990-48A4-90BA-8DBA7D864BFD}" dt="2023-01-15T15:44:02.268" v="7426" actId="26606"/>
        <pc:sldMkLst>
          <pc:docMk/>
          <pc:sldMk cId="2787836029" sldId="274"/>
        </pc:sldMkLst>
        <pc:spChg chg="del">
          <ac:chgData name="Mark McGlinchey" userId="6e11bbf3-9dcb-4b8b-b03e-52345dfdf79c" providerId="ADAL" clId="{7867FE49-C990-48A4-90BA-8DBA7D864BFD}" dt="2023-01-15T13:12:34.061" v="1321" actId="478"/>
          <ac:spMkLst>
            <pc:docMk/>
            <pc:sldMk cId="2787836029" sldId="274"/>
            <ac:spMk id="2" creationId="{D796B530-B7B5-D9DD-3F0C-F90029454212}"/>
          </ac:spMkLst>
        </pc:spChg>
        <pc:spChg chg="del mod">
          <ac:chgData name="Mark McGlinchey" userId="6e11bbf3-9dcb-4b8b-b03e-52345dfdf79c" providerId="ADAL" clId="{7867FE49-C990-48A4-90BA-8DBA7D864BFD}" dt="2023-01-15T13:12:32.587" v="1320" actId="478"/>
          <ac:spMkLst>
            <pc:docMk/>
            <pc:sldMk cId="2787836029" sldId="274"/>
            <ac:spMk id="3" creationId="{D74A6507-4135-2E5E-C284-DBFF2FD427FC}"/>
          </ac:spMkLst>
        </pc:spChg>
        <pc:spChg chg="add del">
          <ac:chgData name="Mark McGlinchey" userId="6e11bbf3-9dcb-4b8b-b03e-52345dfdf79c" providerId="ADAL" clId="{7867FE49-C990-48A4-90BA-8DBA7D864BFD}" dt="2023-01-15T15:44:02.268" v="7426" actId="26606"/>
          <ac:spMkLst>
            <pc:docMk/>
            <pc:sldMk cId="2787836029" sldId="274"/>
            <ac:spMk id="12" creationId="{AB8C311F-7253-4AED-9701-7FC0708C41C7}"/>
          </ac:spMkLst>
        </pc:spChg>
        <pc:spChg chg="add del">
          <ac:chgData name="Mark McGlinchey" userId="6e11bbf3-9dcb-4b8b-b03e-52345dfdf79c" providerId="ADAL" clId="{7867FE49-C990-48A4-90BA-8DBA7D864BFD}" dt="2023-01-15T15:44:02.268" v="7426" actId="26606"/>
          <ac:spMkLst>
            <pc:docMk/>
            <pc:sldMk cId="2787836029" sldId="274"/>
            <ac:spMk id="14" creationId="{E2384209-CB15-4CDF-9D31-C44FD9A3F20D}"/>
          </ac:spMkLst>
        </pc:spChg>
        <pc:spChg chg="add del">
          <ac:chgData name="Mark McGlinchey" userId="6e11bbf3-9dcb-4b8b-b03e-52345dfdf79c" providerId="ADAL" clId="{7867FE49-C990-48A4-90BA-8DBA7D864BFD}" dt="2023-01-15T15:44:02.268" v="7426" actId="26606"/>
          <ac:spMkLst>
            <pc:docMk/>
            <pc:sldMk cId="2787836029" sldId="274"/>
            <ac:spMk id="16" creationId="{2633B3B5-CC90-43F0-8714-D31D1F3F0209}"/>
          </ac:spMkLst>
        </pc:spChg>
        <pc:spChg chg="add del">
          <ac:chgData name="Mark McGlinchey" userId="6e11bbf3-9dcb-4b8b-b03e-52345dfdf79c" providerId="ADAL" clId="{7867FE49-C990-48A4-90BA-8DBA7D864BFD}" dt="2023-01-15T15:44:02.268" v="7426" actId="26606"/>
          <ac:spMkLst>
            <pc:docMk/>
            <pc:sldMk cId="2787836029" sldId="274"/>
            <ac:spMk id="18" creationId="{A8D57A06-A426-446D-B02C-A2DC6B62E45E}"/>
          </ac:spMkLst>
        </pc:spChg>
        <pc:picChg chg="add del mod modCrop">
          <ac:chgData name="Mark McGlinchey" userId="6e11bbf3-9dcb-4b8b-b03e-52345dfdf79c" providerId="ADAL" clId="{7867FE49-C990-48A4-90BA-8DBA7D864BFD}" dt="2023-01-15T13:41:20.340" v="2876" actId="478"/>
          <ac:picMkLst>
            <pc:docMk/>
            <pc:sldMk cId="2787836029" sldId="274"/>
            <ac:picMk id="5" creationId="{68267857-9B53-1B8F-0A22-14D984A9881E}"/>
          </ac:picMkLst>
        </pc:picChg>
        <pc:picChg chg="add mod">
          <ac:chgData name="Mark McGlinchey" userId="6e11bbf3-9dcb-4b8b-b03e-52345dfdf79c" providerId="ADAL" clId="{7867FE49-C990-48A4-90BA-8DBA7D864BFD}" dt="2023-01-15T15:44:02.268" v="7426" actId="26606"/>
          <ac:picMkLst>
            <pc:docMk/>
            <pc:sldMk cId="2787836029" sldId="274"/>
            <ac:picMk id="7" creationId="{C8C46004-43CB-10F2-5EBA-E69A18848E8B}"/>
          </ac:picMkLst>
        </pc:picChg>
      </pc:sldChg>
      <pc:sldChg chg="addSp modSp new mod setBg">
        <pc:chgData name="Mark McGlinchey" userId="6e11bbf3-9dcb-4b8b-b03e-52345dfdf79c" providerId="ADAL" clId="{7867FE49-C990-48A4-90BA-8DBA7D864BFD}" dt="2023-01-15T15:41:32.372" v="7386" actId="26606"/>
        <pc:sldMkLst>
          <pc:docMk/>
          <pc:sldMk cId="67161821" sldId="275"/>
        </pc:sldMkLst>
        <pc:spChg chg="mod">
          <ac:chgData name="Mark McGlinchey" userId="6e11bbf3-9dcb-4b8b-b03e-52345dfdf79c" providerId="ADAL" clId="{7867FE49-C990-48A4-90BA-8DBA7D864BFD}" dt="2023-01-15T15:41:32.372" v="7386" actId="26606"/>
          <ac:spMkLst>
            <pc:docMk/>
            <pc:sldMk cId="67161821" sldId="275"/>
            <ac:spMk id="2" creationId="{CA9F70EA-4E79-581D-A58D-A27FB9F3A3B0}"/>
          </ac:spMkLst>
        </pc:spChg>
        <pc:spChg chg="mod">
          <ac:chgData name="Mark McGlinchey" userId="6e11bbf3-9dcb-4b8b-b03e-52345dfdf79c" providerId="ADAL" clId="{7867FE49-C990-48A4-90BA-8DBA7D864BFD}" dt="2023-01-15T15:41:32.372" v="7386" actId="26606"/>
          <ac:spMkLst>
            <pc:docMk/>
            <pc:sldMk cId="67161821" sldId="275"/>
            <ac:spMk id="3" creationId="{86D8AB4B-9BE8-C5A7-ADED-403FDD521CC5}"/>
          </ac:spMkLst>
        </pc:spChg>
        <pc:spChg chg="add">
          <ac:chgData name="Mark McGlinchey" userId="6e11bbf3-9dcb-4b8b-b03e-52345dfdf79c" providerId="ADAL" clId="{7867FE49-C990-48A4-90BA-8DBA7D864BFD}" dt="2023-01-15T15:41:32.372" v="7386" actId="26606"/>
          <ac:spMkLst>
            <pc:docMk/>
            <pc:sldMk cId="67161821" sldId="275"/>
            <ac:spMk id="8" creationId="{1B15ED52-F352-441B-82BF-E0EA34836D08}"/>
          </ac:spMkLst>
        </pc:spChg>
        <pc:spChg chg="add">
          <ac:chgData name="Mark McGlinchey" userId="6e11bbf3-9dcb-4b8b-b03e-52345dfdf79c" providerId="ADAL" clId="{7867FE49-C990-48A4-90BA-8DBA7D864BFD}" dt="2023-01-15T15:41:32.372" v="7386" actId="26606"/>
          <ac:spMkLst>
            <pc:docMk/>
            <pc:sldMk cId="67161821" sldId="275"/>
            <ac:spMk id="10" creationId="{3B2E3793-BFE6-45A2-9B7B-E18844431C99}"/>
          </ac:spMkLst>
        </pc:spChg>
        <pc:spChg chg="add">
          <ac:chgData name="Mark McGlinchey" userId="6e11bbf3-9dcb-4b8b-b03e-52345dfdf79c" providerId="ADAL" clId="{7867FE49-C990-48A4-90BA-8DBA7D864BFD}" dt="2023-01-15T15:41:32.372" v="7386" actId="26606"/>
          <ac:spMkLst>
            <pc:docMk/>
            <pc:sldMk cId="67161821" sldId="275"/>
            <ac:spMk id="12" creationId="{BC4C4868-CB8F-4AF9-9CDB-8108F2C19B67}"/>
          </ac:spMkLst>
        </pc:spChg>
        <pc:spChg chg="add">
          <ac:chgData name="Mark McGlinchey" userId="6e11bbf3-9dcb-4b8b-b03e-52345dfdf79c" providerId="ADAL" clId="{7867FE49-C990-48A4-90BA-8DBA7D864BFD}" dt="2023-01-15T15:41:32.372" v="7386" actId="26606"/>
          <ac:spMkLst>
            <pc:docMk/>
            <pc:sldMk cId="67161821" sldId="275"/>
            <ac:spMk id="14" creationId="{375E0459-6403-40CD-989D-56A4407CA12E}"/>
          </ac:spMkLst>
        </pc:spChg>
        <pc:spChg chg="add">
          <ac:chgData name="Mark McGlinchey" userId="6e11bbf3-9dcb-4b8b-b03e-52345dfdf79c" providerId="ADAL" clId="{7867FE49-C990-48A4-90BA-8DBA7D864BFD}" dt="2023-01-15T15:41:32.372" v="7386" actId="26606"/>
          <ac:spMkLst>
            <pc:docMk/>
            <pc:sldMk cId="67161821" sldId="275"/>
            <ac:spMk id="16" creationId="{53E5B1A8-3AC9-4BD1-9BBC-78CA94F2D1BA}"/>
          </ac:spMkLst>
        </pc:spChg>
      </pc:sldChg>
      <pc:sldChg chg="addSp modSp new mod setBg">
        <pc:chgData name="Mark McGlinchey" userId="6e11bbf3-9dcb-4b8b-b03e-52345dfdf79c" providerId="ADAL" clId="{7867FE49-C990-48A4-90BA-8DBA7D864BFD}" dt="2023-01-15T15:41:50.559" v="7389" actId="26606"/>
        <pc:sldMkLst>
          <pc:docMk/>
          <pc:sldMk cId="1678423038" sldId="276"/>
        </pc:sldMkLst>
        <pc:spChg chg="mod">
          <ac:chgData name="Mark McGlinchey" userId="6e11bbf3-9dcb-4b8b-b03e-52345dfdf79c" providerId="ADAL" clId="{7867FE49-C990-48A4-90BA-8DBA7D864BFD}" dt="2023-01-15T15:41:50.559" v="7389" actId="26606"/>
          <ac:spMkLst>
            <pc:docMk/>
            <pc:sldMk cId="1678423038" sldId="276"/>
            <ac:spMk id="2" creationId="{8B34EDEC-6892-D367-A4D0-DC4630113D92}"/>
          </ac:spMkLst>
        </pc:spChg>
        <pc:spChg chg="mod">
          <ac:chgData name="Mark McGlinchey" userId="6e11bbf3-9dcb-4b8b-b03e-52345dfdf79c" providerId="ADAL" clId="{7867FE49-C990-48A4-90BA-8DBA7D864BFD}" dt="2023-01-15T15:41:50.559" v="7389" actId="26606"/>
          <ac:spMkLst>
            <pc:docMk/>
            <pc:sldMk cId="1678423038" sldId="276"/>
            <ac:spMk id="3" creationId="{7B6C65D7-C2DD-9930-72F6-819AE8D67DB5}"/>
          </ac:spMkLst>
        </pc:spChg>
        <pc:spChg chg="add">
          <ac:chgData name="Mark McGlinchey" userId="6e11bbf3-9dcb-4b8b-b03e-52345dfdf79c" providerId="ADAL" clId="{7867FE49-C990-48A4-90BA-8DBA7D864BFD}" dt="2023-01-15T15:41:50.559" v="7389" actId="26606"/>
          <ac:spMkLst>
            <pc:docMk/>
            <pc:sldMk cId="1678423038" sldId="276"/>
            <ac:spMk id="8" creationId="{09588DA8-065E-4F6F-8EFD-43104AB2E0CF}"/>
          </ac:spMkLst>
        </pc:spChg>
        <pc:spChg chg="add">
          <ac:chgData name="Mark McGlinchey" userId="6e11bbf3-9dcb-4b8b-b03e-52345dfdf79c" providerId="ADAL" clId="{7867FE49-C990-48A4-90BA-8DBA7D864BFD}" dt="2023-01-15T15:41:50.559" v="7389" actId="26606"/>
          <ac:spMkLst>
            <pc:docMk/>
            <pc:sldMk cId="1678423038" sldId="276"/>
            <ac:spMk id="10" creationId="{C4285719-470E-454C-AF62-8323075F1F5B}"/>
          </ac:spMkLst>
        </pc:spChg>
        <pc:spChg chg="add">
          <ac:chgData name="Mark McGlinchey" userId="6e11bbf3-9dcb-4b8b-b03e-52345dfdf79c" providerId="ADAL" clId="{7867FE49-C990-48A4-90BA-8DBA7D864BFD}" dt="2023-01-15T15:41:50.559" v="7389" actId="26606"/>
          <ac:spMkLst>
            <pc:docMk/>
            <pc:sldMk cId="1678423038" sldId="276"/>
            <ac:spMk id="12" creationId="{CD9FE4EF-C4D8-49A0-B2FF-81D8DB7D8A24}"/>
          </ac:spMkLst>
        </pc:spChg>
        <pc:spChg chg="add">
          <ac:chgData name="Mark McGlinchey" userId="6e11bbf3-9dcb-4b8b-b03e-52345dfdf79c" providerId="ADAL" clId="{7867FE49-C990-48A4-90BA-8DBA7D864BFD}" dt="2023-01-15T15:41:50.559" v="7389" actId="26606"/>
          <ac:spMkLst>
            <pc:docMk/>
            <pc:sldMk cId="1678423038" sldId="276"/>
            <ac:spMk id="14" creationId="{4300840D-0A0B-4512-BACA-B439D5B9C57C}"/>
          </ac:spMkLst>
        </pc:spChg>
        <pc:spChg chg="add">
          <ac:chgData name="Mark McGlinchey" userId="6e11bbf3-9dcb-4b8b-b03e-52345dfdf79c" providerId="ADAL" clId="{7867FE49-C990-48A4-90BA-8DBA7D864BFD}" dt="2023-01-15T15:41:50.559" v="7389" actId="26606"/>
          <ac:spMkLst>
            <pc:docMk/>
            <pc:sldMk cId="1678423038" sldId="276"/>
            <ac:spMk id="16" creationId="{D2B78728-A580-49A7-84F9-6EF6F583ADE0}"/>
          </ac:spMkLst>
        </pc:spChg>
        <pc:spChg chg="add">
          <ac:chgData name="Mark McGlinchey" userId="6e11bbf3-9dcb-4b8b-b03e-52345dfdf79c" providerId="ADAL" clId="{7867FE49-C990-48A4-90BA-8DBA7D864BFD}" dt="2023-01-15T15:41:50.559" v="7389" actId="26606"/>
          <ac:spMkLst>
            <pc:docMk/>
            <pc:sldMk cId="1678423038" sldId="276"/>
            <ac:spMk id="18" creationId="{38FAA1A1-D861-433F-88FA-1E9D6FD31D11}"/>
          </ac:spMkLst>
        </pc:spChg>
        <pc:spChg chg="add">
          <ac:chgData name="Mark McGlinchey" userId="6e11bbf3-9dcb-4b8b-b03e-52345dfdf79c" providerId="ADAL" clId="{7867FE49-C990-48A4-90BA-8DBA7D864BFD}" dt="2023-01-15T15:41:50.559" v="7389" actId="26606"/>
          <ac:spMkLst>
            <pc:docMk/>
            <pc:sldMk cId="1678423038" sldId="276"/>
            <ac:spMk id="20" creationId="{8D71EDA1-87BF-4D5D-AB79-F346FD19278A}"/>
          </ac:spMkLst>
        </pc:spChg>
      </pc:sldChg>
      <pc:sldChg chg="addSp delSp modSp new mod setBg">
        <pc:chgData name="Mark McGlinchey" userId="6e11bbf3-9dcb-4b8b-b03e-52345dfdf79c" providerId="ADAL" clId="{7867FE49-C990-48A4-90BA-8DBA7D864BFD}" dt="2023-01-15T15:42:00.885" v="7391" actId="26606"/>
        <pc:sldMkLst>
          <pc:docMk/>
          <pc:sldMk cId="632129385" sldId="277"/>
        </pc:sldMkLst>
        <pc:spChg chg="mod">
          <ac:chgData name="Mark McGlinchey" userId="6e11bbf3-9dcb-4b8b-b03e-52345dfdf79c" providerId="ADAL" clId="{7867FE49-C990-48A4-90BA-8DBA7D864BFD}" dt="2023-01-15T15:42:00.885" v="7391" actId="26606"/>
          <ac:spMkLst>
            <pc:docMk/>
            <pc:sldMk cId="632129385" sldId="277"/>
            <ac:spMk id="2" creationId="{ED2A8205-4180-9D3F-7843-7A744A9E2977}"/>
          </ac:spMkLst>
        </pc:spChg>
        <pc:spChg chg="mod">
          <ac:chgData name="Mark McGlinchey" userId="6e11bbf3-9dcb-4b8b-b03e-52345dfdf79c" providerId="ADAL" clId="{7867FE49-C990-48A4-90BA-8DBA7D864BFD}" dt="2023-01-15T15:42:00.885" v="7391" actId="26606"/>
          <ac:spMkLst>
            <pc:docMk/>
            <pc:sldMk cId="632129385" sldId="277"/>
            <ac:spMk id="3" creationId="{C58578A9-777C-3896-E686-8D557FB3B6FB}"/>
          </ac:spMkLst>
        </pc:spChg>
        <pc:spChg chg="add del">
          <ac:chgData name="Mark McGlinchey" userId="6e11bbf3-9dcb-4b8b-b03e-52345dfdf79c" providerId="ADAL" clId="{7867FE49-C990-48A4-90BA-8DBA7D864BFD}" dt="2023-01-15T15:42:00.885" v="7391" actId="26606"/>
          <ac:spMkLst>
            <pc:docMk/>
            <pc:sldMk cId="632129385" sldId="277"/>
            <ac:spMk id="8" creationId="{DEE2AD96-B495-4E06-9291-B71706F728CB}"/>
          </ac:spMkLst>
        </pc:spChg>
        <pc:spChg chg="add del">
          <ac:chgData name="Mark McGlinchey" userId="6e11bbf3-9dcb-4b8b-b03e-52345dfdf79c" providerId="ADAL" clId="{7867FE49-C990-48A4-90BA-8DBA7D864BFD}" dt="2023-01-15T15:42:00.885" v="7391" actId="26606"/>
          <ac:spMkLst>
            <pc:docMk/>
            <pc:sldMk cId="632129385" sldId="277"/>
            <ac:spMk id="10" creationId="{53CF6D67-C5A8-4ADD-9E8E-1E38CA1D3166}"/>
          </ac:spMkLst>
        </pc:spChg>
        <pc:spChg chg="add del">
          <ac:chgData name="Mark McGlinchey" userId="6e11bbf3-9dcb-4b8b-b03e-52345dfdf79c" providerId="ADAL" clId="{7867FE49-C990-48A4-90BA-8DBA7D864BFD}" dt="2023-01-15T15:42:00.885" v="7391" actId="26606"/>
          <ac:spMkLst>
            <pc:docMk/>
            <pc:sldMk cId="632129385" sldId="277"/>
            <ac:spMk id="12" creationId="{86909FA0-B515-4681-B7A8-FA281D133B94}"/>
          </ac:spMkLst>
        </pc:spChg>
        <pc:spChg chg="add del">
          <ac:chgData name="Mark McGlinchey" userId="6e11bbf3-9dcb-4b8b-b03e-52345dfdf79c" providerId="ADAL" clId="{7867FE49-C990-48A4-90BA-8DBA7D864BFD}" dt="2023-01-15T15:42:00.885" v="7391" actId="26606"/>
          <ac:spMkLst>
            <pc:docMk/>
            <pc:sldMk cId="632129385" sldId="277"/>
            <ac:spMk id="14" creationId="{21C9FE86-FCC3-4A31-AA1C-C882262B7FE7}"/>
          </ac:spMkLst>
        </pc:spChg>
        <pc:spChg chg="add del">
          <ac:chgData name="Mark McGlinchey" userId="6e11bbf3-9dcb-4b8b-b03e-52345dfdf79c" providerId="ADAL" clId="{7867FE49-C990-48A4-90BA-8DBA7D864BFD}" dt="2023-01-15T15:42:00.885" v="7391" actId="26606"/>
          <ac:spMkLst>
            <pc:docMk/>
            <pc:sldMk cId="632129385" sldId="277"/>
            <ac:spMk id="16" creationId="{7D96243B-ECED-4B71-8E06-AE9A285EAD20}"/>
          </ac:spMkLst>
        </pc:spChg>
        <pc:spChg chg="add del">
          <ac:chgData name="Mark McGlinchey" userId="6e11bbf3-9dcb-4b8b-b03e-52345dfdf79c" providerId="ADAL" clId="{7867FE49-C990-48A4-90BA-8DBA7D864BFD}" dt="2023-01-15T15:42:00.885" v="7391" actId="26606"/>
          <ac:spMkLst>
            <pc:docMk/>
            <pc:sldMk cId="632129385" sldId="277"/>
            <ac:spMk id="18" creationId="{A09989E4-EFDC-4A90-A633-E0525FB4139E}"/>
          </ac:spMkLst>
        </pc:spChg>
        <pc:spChg chg="add">
          <ac:chgData name="Mark McGlinchey" userId="6e11bbf3-9dcb-4b8b-b03e-52345dfdf79c" providerId="ADAL" clId="{7867FE49-C990-48A4-90BA-8DBA7D864BFD}" dt="2023-01-15T15:42:00.885" v="7391" actId="26606"/>
          <ac:spMkLst>
            <pc:docMk/>
            <pc:sldMk cId="632129385" sldId="277"/>
            <ac:spMk id="23" creationId="{09588DA8-065E-4F6F-8EFD-43104AB2E0CF}"/>
          </ac:spMkLst>
        </pc:spChg>
        <pc:spChg chg="add">
          <ac:chgData name="Mark McGlinchey" userId="6e11bbf3-9dcb-4b8b-b03e-52345dfdf79c" providerId="ADAL" clId="{7867FE49-C990-48A4-90BA-8DBA7D864BFD}" dt="2023-01-15T15:42:00.885" v="7391" actId="26606"/>
          <ac:spMkLst>
            <pc:docMk/>
            <pc:sldMk cId="632129385" sldId="277"/>
            <ac:spMk id="25" creationId="{C4285719-470E-454C-AF62-8323075F1F5B}"/>
          </ac:spMkLst>
        </pc:spChg>
        <pc:spChg chg="add">
          <ac:chgData name="Mark McGlinchey" userId="6e11bbf3-9dcb-4b8b-b03e-52345dfdf79c" providerId="ADAL" clId="{7867FE49-C990-48A4-90BA-8DBA7D864BFD}" dt="2023-01-15T15:42:00.885" v="7391" actId="26606"/>
          <ac:spMkLst>
            <pc:docMk/>
            <pc:sldMk cId="632129385" sldId="277"/>
            <ac:spMk id="27" creationId="{CD9FE4EF-C4D8-49A0-B2FF-81D8DB7D8A24}"/>
          </ac:spMkLst>
        </pc:spChg>
        <pc:spChg chg="add">
          <ac:chgData name="Mark McGlinchey" userId="6e11bbf3-9dcb-4b8b-b03e-52345dfdf79c" providerId="ADAL" clId="{7867FE49-C990-48A4-90BA-8DBA7D864BFD}" dt="2023-01-15T15:42:00.885" v="7391" actId="26606"/>
          <ac:spMkLst>
            <pc:docMk/>
            <pc:sldMk cId="632129385" sldId="277"/>
            <ac:spMk id="29" creationId="{4300840D-0A0B-4512-BACA-B439D5B9C57C}"/>
          </ac:spMkLst>
        </pc:spChg>
        <pc:spChg chg="add">
          <ac:chgData name="Mark McGlinchey" userId="6e11bbf3-9dcb-4b8b-b03e-52345dfdf79c" providerId="ADAL" clId="{7867FE49-C990-48A4-90BA-8DBA7D864BFD}" dt="2023-01-15T15:42:00.885" v="7391" actId="26606"/>
          <ac:spMkLst>
            <pc:docMk/>
            <pc:sldMk cId="632129385" sldId="277"/>
            <ac:spMk id="31" creationId="{D2B78728-A580-49A7-84F9-6EF6F583ADE0}"/>
          </ac:spMkLst>
        </pc:spChg>
        <pc:spChg chg="add">
          <ac:chgData name="Mark McGlinchey" userId="6e11bbf3-9dcb-4b8b-b03e-52345dfdf79c" providerId="ADAL" clId="{7867FE49-C990-48A4-90BA-8DBA7D864BFD}" dt="2023-01-15T15:42:00.885" v="7391" actId="26606"/>
          <ac:spMkLst>
            <pc:docMk/>
            <pc:sldMk cId="632129385" sldId="277"/>
            <ac:spMk id="33" creationId="{38FAA1A1-D861-433F-88FA-1E9D6FD31D11}"/>
          </ac:spMkLst>
        </pc:spChg>
        <pc:spChg chg="add">
          <ac:chgData name="Mark McGlinchey" userId="6e11bbf3-9dcb-4b8b-b03e-52345dfdf79c" providerId="ADAL" clId="{7867FE49-C990-48A4-90BA-8DBA7D864BFD}" dt="2023-01-15T15:42:00.885" v="7391" actId="26606"/>
          <ac:spMkLst>
            <pc:docMk/>
            <pc:sldMk cId="632129385" sldId="277"/>
            <ac:spMk id="35" creationId="{8D71EDA1-87BF-4D5D-AB79-F346FD19278A}"/>
          </ac:spMkLst>
        </pc:spChg>
      </pc:sldChg>
      <pc:sldChg chg="addSp modSp new mod setBg">
        <pc:chgData name="Mark McGlinchey" userId="6e11bbf3-9dcb-4b8b-b03e-52345dfdf79c" providerId="ADAL" clId="{7867FE49-C990-48A4-90BA-8DBA7D864BFD}" dt="2023-01-15T15:42:03.432" v="7392" actId="26606"/>
        <pc:sldMkLst>
          <pc:docMk/>
          <pc:sldMk cId="3335961371" sldId="278"/>
        </pc:sldMkLst>
        <pc:spChg chg="mod">
          <ac:chgData name="Mark McGlinchey" userId="6e11bbf3-9dcb-4b8b-b03e-52345dfdf79c" providerId="ADAL" clId="{7867FE49-C990-48A4-90BA-8DBA7D864BFD}" dt="2023-01-15T15:42:03.432" v="7392" actId="26606"/>
          <ac:spMkLst>
            <pc:docMk/>
            <pc:sldMk cId="3335961371" sldId="278"/>
            <ac:spMk id="2" creationId="{E6D27627-02C0-9645-5AC3-01CF4637FC70}"/>
          </ac:spMkLst>
        </pc:spChg>
        <pc:spChg chg="mod">
          <ac:chgData name="Mark McGlinchey" userId="6e11bbf3-9dcb-4b8b-b03e-52345dfdf79c" providerId="ADAL" clId="{7867FE49-C990-48A4-90BA-8DBA7D864BFD}" dt="2023-01-15T15:42:03.432" v="7392" actId="26606"/>
          <ac:spMkLst>
            <pc:docMk/>
            <pc:sldMk cId="3335961371" sldId="278"/>
            <ac:spMk id="3" creationId="{8E45242D-4A95-3E62-6DE6-4FF3EB9DB1E0}"/>
          </ac:spMkLst>
        </pc:spChg>
        <pc:spChg chg="add">
          <ac:chgData name="Mark McGlinchey" userId="6e11bbf3-9dcb-4b8b-b03e-52345dfdf79c" providerId="ADAL" clId="{7867FE49-C990-48A4-90BA-8DBA7D864BFD}" dt="2023-01-15T15:42:03.432" v="7392" actId="26606"/>
          <ac:spMkLst>
            <pc:docMk/>
            <pc:sldMk cId="3335961371" sldId="278"/>
            <ac:spMk id="8" creationId="{09588DA8-065E-4F6F-8EFD-43104AB2E0CF}"/>
          </ac:spMkLst>
        </pc:spChg>
        <pc:spChg chg="add">
          <ac:chgData name="Mark McGlinchey" userId="6e11bbf3-9dcb-4b8b-b03e-52345dfdf79c" providerId="ADAL" clId="{7867FE49-C990-48A4-90BA-8DBA7D864BFD}" dt="2023-01-15T15:42:03.432" v="7392" actId="26606"/>
          <ac:spMkLst>
            <pc:docMk/>
            <pc:sldMk cId="3335961371" sldId="278"/>
            <ac:spMk id="10" creationId="{C4285719-470E-454C-AF62-8323075F1F5B}"/>
          </ac:spMkLst>
        </pc:spChg>
        <pc:spChg chg="add">
          <ac:chgData name="Mark McGlinchey" userId="6e11bbf3-9dcb-4b8b-b03e-52345dfdf79c" providerId="ADAL" clId="{7867FE49-C990-48A4-90BA-8DBA7D864BFD}" dt="2023-01-15T15:42:03.432" v="7392" actId="26606"/>
          <ac:spMkLst>
            <pc:docMk/>
            <pc:sldMk cId="3335961371" sldId="278"/>
            <ac:spMk id="12" creationId="{CD9FE4EF-C4D8-49A0-B2FF-81D8DB7D8A24}"/>
          </ac:spMkLst>
        </pc:spChg>
        <pc:spChg chg="add">
          <ac:chgData name="Mark McGlinchey" userId="6e11bbf3-9dcb-4b8b-b03e-52345dfdf79c" providerId="ADAL" clId="{7867FE49-C990-48A4-90BA-8DBA7D864BFD}" dt="2023-01-15T15:42:03.432" v="7392" actId="26606"/>
          <ac:spMkLst>
            <pc:docMk/>
            <pc:sldMk cId="3335961371" sldId="278"/>
            <ac:spMk id="14" creationId="{4300840D-0A0B-4512-BACA-B439D5B9C57C}"/>
          </ac:spMkLst>
        </pc:spChg>
        <pc:spChg chg="add">
          <ac:chgData name="Mark McGlinchey" userId="6e11bbf3-9dcb-4b8b-b03e-52345dfdf79c" providerId="ADAL" clId="{7867FE49-C990-48A4-90BA-8DBA7D864BFD}" dt="2023-01-15T15:42:03.432" v="7392" actId="26606"/>
          <ac:spMkLst>
            <pc:docMk/>
            <pc:sldMk cId="3335961371" sldId="278"/>
            <ac:spMk id="16" creationId="{D2B78728-A580-49A7-84F9-6EF6F583ADE0}"/>
          </ac:spMkLst>
        </pc:spChg>
        <pc:spChg chg="add">
          <ac:chgData name="Mark McGlinchey" userId="6e11bbf3-9dcb-4b8b-b03e-52345dfdf79c" providerId="ADAL" clId="{7867FE49-C990-48A4-90BA-8DBA7D864BFD}" dt="2023-01-15T15:42:03.432" v="7392" actId="26606"/>
          <ac:spMkLst>
            <pc:docMk/>
            <pc:sldMk cId="3335961371" sldId="278"/>
            <ac:spMk id="18" creationId="{38FAA1A1-D861-433F-88FA-1E9D6FD31D11}"/>
          </ac:spMkLst>
        </pc:spChg>
        <pc:spChg chg="add">
          <ac:chgData name="Mark McGlinchey" userId="6e11bbf3-9dcb-4b8b-b03e-52345dfdf79c" providerId="ADAL" clId="{7867FE49-C990-48A4-90BA-8DBA7D864BFD}" dt="2023-01-15T15:42:03.432" v="7392" actId="26606"/>
          <ac:spMkLst>
            <pc:docMk/>
            <pc:sldMk cId="3335961371" sldId="278"/>
            <ac:spMk id="20" creationId="{8D71EDA1-87BF-4D5D-AB79-F346FD19278A}"/>
          </ac:spMkLst>
        </pc:spChg>
      </pc:sldChg>
      <pc:sldChg chg="addSp delSp modSp new mod setBg">
        <pc:chgData name="Mark McGlinchey" userId="6e11bbf3-9dcb-4b8b-b03e-52345dfdf79c" providerId="ADAL" clId="{7867FE49-C990-48A4-90BA-8DBA7D864BFD}" dt="2023-01-15T15:42:26.132" v="7399" actId="26606"/>
        <pc:sldMkLst>
          <pc:docMk/>
          <pc:sldMk cId="2748884155" sldId="279"/>
        </pc:sldMkLst>
        <pc:spChg chg="mod">
          <ac:chgData name="Mark McGlinchey" userId="6e11bbf3-9dcb-4b8b-b03e-52345dfdf79c" providerId="ADAL" clId="{7867FE49-C990-48A4-90BA-8DBA7D864BFD}" dt="2023-01-15T15:42:26.132" v="7399" actId="26606"/>
          <ac:spMkLst>
            <pc:docMk/>
            <pc:sldMk cId="2748884155" sldId="279"/>
            <ac:spMk id="2" creationId="{4FE09BF0-6E89-EB54-542C-AA5E78BF0772}"/>
          </ac:spMkLst>
        </pc:spChg>
        <pc:spChg chg="del mod">
          <ac:chgData name="Mark McGlinchey" userId="6e11bbf3-9dcb-4b8b-b03e-52345dfdf79c" providerId="ADAL" clId="{7867FE49-C990-48A4-90BA-8DBA7D864BFD}" dt="2023-01-15T15:42:26.132" v="7399" actId="26606"/>
          <ac:spMkLst>
            <pc:docMk/>
            <pc:sldMk cId="2748884155" sldId="279"/>
            <ac:spMk id="3" creationId="{FFBE413E-0628-D326-CEC4-983C03D414CC}"/>
          </ac:spMkLst>
        </pc:spChg>
        <pc:spChg chg="add">
          <ac:chgData name="Mark McGlinchey" userId="6e11bbf3-9dcb-4b8b-b03e-52345dfdf79c" providerId="ADAL" clId="{7867FE49-C990-48A4-90BA-8DBA7D864BFD}" dt="2023-01-15T15:42:26.132" v="7399" actId="26606"/>
          <ac:spMkLst>
            <pc:docMk/>
            <pc:sldMk cId="2748884155" sldId="279"/>
            <ac:spMk id="9" creationId="{BACC6370-2D7E-4714-9D71-7542949D7D5D}"/>
          </ac:spMkLst>
        </pc:spChg>
        <pc:spChg chg="add">
          <ac:chgData name="Mark McGlinchey" userId="6e11bbf3-9dcb-4b8b-b03e-52345dfdf79c" providerId="ADAL" clId="{7867FE49-C990-48A4-90BA-8DBA7D864BFD}" dt="2023-01-15T15:42:26.132" v="7399" actId="26606"/>
          <ac:spMkLst>
            <pc:docMk/>
            <pc:sldMk cId="2748884155" sldId="279"/>
            <ac:spMk id="11" creationId="{256B2C21-A230-48C0-8DF1-C46611373C44}"/>
          </ac:spMkLst>
        </pc:spChg>
        <pc:spChg chg="add">
          <ac:chgData name="Mark McGlinchey" userId="6e11bbf3-9dcb-4b8b-b03e-52345dfdf79c" providerId="ADAL" clId="{7867FE49-C990-48A4-90BA-8DBA7D864BFD}" dt="2023-01-15T15:42:26.132" v="7399" actId="26606"/>
          <ac:spMkLst>
            <pc:docMk/>
            <pc:sldMk cId="2748884155" sldId="279"/>
            <ac:spMk id="13" creationId="{3847E18C-932D-4C95-AABA-FEC7C9499AD7}"/>
          </ac:spMkLst>
        </pc:spChg>
        <pc:spChg chg="add">
          <ac:chgData name="Mark McGlinchey" userId="6e11bbf3-9dcb-4b8b-b03e-52345dfdf79c" providerId="ADAL" clId="{7867FE49-C990-48A4-90BA-8DBA7D864BFD}" dt="2023-01-15T15:42:26.132" v="7399" actId="26606"/>
          <ac:spMkLst>
            <pc:docMk/>
            <pc:sldMk cId="2748884155" sldId="279"/>
            <ac:spMk id="15" creationId="{3150CB11-0C61-439E-910F-5787759E72A0}"/>
          </ac:spMkLst>
        </pc:spChg>
        <pc:spChg chg="add">
          <ac:chgData name="Mark McGlinchey" userId="6e11bbf3-9dcb-4b8b-b03e-52345dfdf79c" providerId="ADAL" clId="{7867FE49-C990-48A4-90BA-8DBA7D864BFD}" dt="2023-01-15T15:42:26.132" v="7399" actId="26606"/>
          <ac:spMkLst>
            <pc:docMk/>
            <pc:sldMk cId="2748884155" sldId="279"/>
            <ac:spMk id="17" creationId="{43F8A58B-5155-44CE-A5FF-7647B47D0A7A}"/>
          </ac:spMkLst>
        </pc:spChg>
        <pc:spChg chg="add">
          <ac:chgData name="Mark McGlinchey" userId="6e11bbf3-9dcb-4b8b-b03e-52345dfdf79c" providerId="ADAL" clId="{7867FE49-C990-48A4-90BA-8DBA7D864BFD}" dt="2023-01-15T15:42:26.132" v="7399" actId="26606"/>
          <ac:spMkLst>
            <pc:docMk/>
            <pc:sldMk cId="2748884155" sldId="279"/>
            <ac:spMk id="19" creationId="{443F2ACA-E6D6-4028-82DD-F03C262D5DE6}"/>
          </ac:spMkLst>
        </pc:spChg>
        <pc:graphicFrameChg chg="add">
          <ac:chgData name="Mark McGlinchey" userId="6e11bbf3-9dcb-4b8b-b03e-52345dfdf79c" providerId="ADAL" clId="{7867FE49-C990-48A4-90BA-8DBA7D864BFD}" dt="2023-01-15T15:42:26.132" v="7399" actId="26606"/>
          <ac:graphicFrameMkLst>
            <pc:docMk/>
            <pc:sldMk cId="2748884155" sldId="279"/>
            <ac:graphicFrameMk id="5" creationId="{93B68E99-F40D-BA2B-DE14-07734681EDB0}"/>
          </ac:graphicFrameMkLst>
        </pc:graphicFrameChg>
      </pc:sldChg>
      <pc:sldChg chg="addSp delSp modSp new mod setBg">
        <pc:chgData name="Mark McGlinchey" userId="6e11bbf3-9dcb-4b8b-b03e-52345dfdf79c" providerId="ADAL" clId="{7867FE49-C990-48A4-90BA-8DBA7D864BFD}" dt="2023-01-15T15:42:31.883" v="7400" actId="26606"/>
        <pc:sldMkLst>
          <pc:docMk/>
          <pc:sldMk cId="2815761886" sldId="280"/>
        </pc:sldMkLst>
        <pc:spChg chg="mod">
          <ac:chgData name="Mark McGlinchey" userId="6e11bbf3-9dcb-4b8b-b03e-52345dfdf79c" providerId="ADAL" clId="{7867FE49-C990-48A4-90BA-8DBA7D864BFD}" dt="2023-01-15T15:42:31.883" v="7400" actId="26606"/>
          <ac:spMkLst>
            <pc:docMk/>
            <pc:sldMk cId="2815761886" sldId="280"/>
            <ac:spMk id="2" creationId="{C40FD887-9530-82A9-2CE2-9486835DF672}"/>
          </ac:spMkLst>
        </pc:spChg>
        <pc:spChg chg="del mod">
          <ac:chgData name="Mark McGlinchey" userId="6e11bbf3-9dcb-4b8b-b03e-52345dfdf79c" providerId="ADAL" clId="{7867FE49-C990-48A4-90BA-8DBA7D864BFD}" dt="2023-01-15T15:42:31.883" v="7400" actId="26606"/>
          <ac:spMkLst>
            <pc:docMk/>
            <pc:sldMk cId="2815761886" sldId="280"/>
            <ac:spMk id="3" creationId="{F6F71CFD-358A-117E-B466-5E0105BFA199}"/>
          </ac:spMkLst>
        </pc:spChg>
        <pc:spChg chg="add">
          <ac:chgData name="Mark McGlinchey" userId="6e11bbf3-9dcb-4b8b-b03e-52345dfdf79c" providerId="ADAL" clId="{7867FE49-C990-48A4-90BA-8DBA7D864BFD}" dt="2023-01-15T15:42:31.883" v="7400" actId="26606"/>
          <ac:spMkLst>
            <pc:docMk/>
            <pc:sldMk cId="2815761886" sldId="280"/>
            <ac:spMk id="9" creationId="{BACC6370-2D7E-4714-9D71-7542949D7D5D}"/>
          </ac:spMkLst>
        </pc:spChg>
        <pc:spChg chg="add">
          <ac:chgData name="Mark McGlinchey" userId="6e11bbf3-9dcb-4b8b-b03e-52345dfdf79c" providerId="ADAL" clId="{7867FE49-C990-48A4-90BA-8DBA7D864BFD}" dt="2023-01-15T15:42:31.883" v="7400" actId="26606"/>
          <ac:spMkLst>
            <pc:docMk/>
            <pc:sldMk cId="2815761886" sldId="280"/>
            <ac:spMk id="11" creationId="{256B2C21-A230-48C0-8DF1-C46611373C44}"/>
          </ac:spMkLst>
        </pc:spChg>
        <pc:spChg chg="add">
          <ac:chgData name="Mark McGlinchey" userId="6e11bbf3-9dcb-4b8b-b03e-52345dfdf79c" providerId="ADAL" clId="{7867FE49-C990-48A4-90BA-8DBA7D864BFD}" dt="2023-01-15T15:42:31.883" v="7400" actId="26606"/>
          <ac:spMkLst>
            <pc:docMk/>
            <pc:sldMk cId="2815761886" sldId="280"/>
            <ac:spMk id="13" creationId="{3847E18C-932D-4C95-AABA-FEC7C9499AD7}"/>
          </ac:spMkLst>
        </pc:spChg>
        <pc:spChg chg="add">
          <ac:chgData name="Mark McGlinchey" userId="6e11bbf3-9dcb-4b8b-b03e-52345dfdf79c" providerId="ADAL" clId="{7867FE49-C990-48A4-90BA-8DBA7D864BFD}" dt="2023-01-15T15:42:31.883" v="7400" actId="26606"/>
          <ac:spMkLst>
            <pc:docMk/>
            <pc:sldMk cId="2815761886" sldId="280"/>
            <ac:spMk id="15" creationId="{3150CB11-0C61-439E-910F-5787759E72A0}"/>
          </ac:spMkLst>
        </pc:spChg>
        <pc:spChg chg="add">
          <ac:chgData name="Mark McGlinchey" userId="6e11bbf3-9dcb-4b8b-b03e-52345dfdf79c" providerId="ADAL" clId="{7867FE49-C990-48A4-90BA-8DBA7D864BFD}" dt="2023-01-15T15:42:31.883" v="7400" actId="26606"/>
          <ac:spMkLst>
            <pc:docMk/>
            <pc:sldMk cId="2815761886" sldId="280"/>
            <ac:spMk id="17" creationId="{43F8A58B-5155-44CE-A5FF-7647B47D0A7A}"/>
          </ac:spMkLst>
        </pc:spChg>
        <pc:spChg chg="add">
          <ac:chgData name="Mark McGlinchey" userId="6e11bbf3-9dcb-4b8b-b03e-52345dfdf79c" providerId="ADAL" clId="{7867FE49-C990-48A4-90BA-8DBA7D864BFD}" dt="2023-01-15T15:42:31.883" v="7400" actId="26606"/>
          <ac:spMkLst>
            <pc:docMk/>
            <pc:sldMk cId="2815761886" sldId="280"/>
            <ac:spMk id="19" creationId="{443F2ACA-E6D6-4028-82DD-F03C262D5DE6}"/>
          </ac:spMkLst>
        </pc:spChg>
        <pc:graphicFrameChg chg="add">
          <ac:chgData name="Mark McGlinchey" userId="6e11bbf3-9dcb-4b8b-b03e-52345dfdf79c" providerId="ADAL" clId="{7867FE49-C990-48A4-90BA-8DBA7D864BFD}" dt="2023-01-15T15:42:31.883" v="7400" actId="26606"/>
          <ac:graphicFrameMkLst>
            <pc:docMk/>
            <pc:sldMk cId="2815761886" sldId="280"/>
            <ac:graphicFrameMk id="5" creationId="{479B3670-68AF-ACF6-907F-283C6C5C915E}"/>
          </ac:graphicFrameMkLst>
        </pc:graphicFrameChg>
      </pc:sldChg>
      <pc:sldChg chg="addSp delSp modSp new mod setBg modNotesTx">
        <pc:chgData name="Mark McGlinchey" userId="6e11bbf3-9dcb-4b8b-b03e-52345dfdf79c" providerId="ADAL" clId="{7867FE49-C990-48A4-90BA-8DBA7D864BFD}" dt="2023-01-15T15:42:49.899" v="7402" actId="26606"/>
        <pc:sldMkLst>
          <pc:docMk/>
          <pc:sldMk cId="1548106465" sldId="281"/>
        </pc:sldMkLst>
        <pc:spChg chg="mod">
          <ac:chgData name="Mark McGlinchey" userId="6e11bbf3-9dcb-4b8b-b03e-52345dfdf79c" providerId="ADAL" clId="{7867FE49-C990-48A4-90BA-8DBA7D864BFD}" dt="2023-01-15T15:42:49.899" v="7402" actId="26606"/>
          <ac:spMkLst>
            <pc:docMk/>
            <pc:sldMk cId="1548106465" sldId="281"/>
            <ac:spMk id="2" creationId="{6E40EA06-A890-A9C0-8B58-BD6F1104EABA}"/>
          </ac:spMkLst>
        </pc:spChg>
        <pc:spChg chg="del mod">
          <ac:chgData name="Mark McGlinchey" userId="6e11bbf3-9dcb-4b8b-b03e-52345dfdf79c" providerId="ADAL" clId="{7867FE49-C990-48A4-90BA-8DBA7D864BFD}" dt="2023-01-15T15:42:49.899" v="7402" actId="26606"/>
          <ac:spMkLst>
            <pc:docMk/>
            <pc:sldMk cId="1548106465" sldId="281"/>
            <ac:spMk id="3" creationId="{2E20CA06-37C1-C905-43E4-999E626FF1DE}"/>
          </ac:spMkLst>
        </pc:spChg>
        <pc:spChg chg="add del">
          <ac:chgData name="Mark McGlinchey" userId="6e11bbf3-9dcb-4b8b-b03e-52345dfdf79c" providerId="ADAL" clId="{7867FE49-C990-48A4-90BA-8DBA7D864BFD}" dt="2023-01-15T15:42:49.899" v="7402" actId="26606"/>
          <ac:spMkLst>
            <pc:docMk/>
            <pc:sldMk cId="1548106465" sldId="281"/>
            <ac:spMk id="8" creationId="{09588DA8-065E-4F6F-8EFD-43104AB2E0CF}"/>
          </ac:spMkLst>
        </pc:spChg>
        <pc:spChg chg="add del">
          <ac:chgData name="Mark McGlinchey" userId="6e11bbf3-9dcb-4b8b-b03e-52345dfdf79c" providerId="ADAL" clId="{7867FE49-C990-48A4-90BA-8DBA7D864BFD}" dt="2023-01-15T15:42:49.899" v="7402" actId="26606"/>
          <ac:spMkLst>
            <pc:docMk/>
            <pc:sldMk cId="1548106465" sldId="281"/>
            <ac:spMk id="10" creationId="{C4285719-470E-454C-AF62-8323075F1F5B}"/>
          </ac:spMkLst>
        </pc:spChg>
        <pc:spChg chg="add del">
          <ac:chgData name="Mark McGlinchey" userId="6e11bbf3-9dcb-4b8b-b03e-52345dfdf79c" providerId="ADAL" clId="{7867FE49-C990-48A4-90BA-8DBA7D864BFD}" dt="2023-01-15T15:42:49.899" v="7402" actId="26606"/>
          <ac:spMkLst>
            <pc:docMk/>
            <pc:sldMk cId="1548106465" sldId="281"/>
            <ac:spMk id="12" creationId="{CD9FE4EF-C4D8-49A0-B2FF-81D8DB7D8A24}"/>
          </ac:spMkLst>
        </pc:spChg>
        <pc:spChg chg="add del">
          <ac:chgData name="Mark McGlinchey" userId="6e11bbf3-9dcb-4b8b-b03e-52345dfdf79c" providerId="ADAL" clId="{7867FE49-C990-48A4-90BA-8DBA7D864BFD}" dt="2023-01-15T15:42:49.899" v="7402" actId="26606"/>
          <ac:spMkLst>
            <pc:docMk/>
            <pc:sldMk cId="1548106465" sldId="281"/>
            <ac:spMk id="14" creationId="{4300840D-0A0B-4512-BACA-B439D5B9C57C}"/>
          </ac:spMkLst>
        </pc:spChg>
        <pc:spChg chg="add del">
          <ac:chgData name="Mark McGlinchey" userId="6e11bbf3-9dcb-4b8b-b03e-52345dfdf79c" providerId="ADAL" clId="{7867FE49-C990-48A4-90BA-8DBA7D864BFD}" dt="2023-01-15T15:42:49.899" v="7402" actId="26606"/>
          <ac:spMkLst>
            <pc:docMk/>
            <pc:sldMk cId="1548106465" sldId="281"/>
            <ac:spMk id="16" creationId="{D2B78728-A580-49A7-84F9-6EF6F583ADE0}"/>
          </ac:spMkLst>
        </pc:spChg>
        <pc:spChg chg="add del">
          <ac:chgData name="Mark McGlinchey" userId="6e11bbf3-9dcb-4b8b-b03e-52345dfdf79c" providerId="ADAL" clId="{7867FE49-C990-48A4-90BA-8DBA7D864BFD}" dt="2023-01-15T15:42:49.899" v="7402" actId="26606"/>
          <ac:spMkLst>
            <pc:docMk/>
            <pc:sldMk cId="1548106465" sldId="281"/>
            <ac:spMk id="18" creationId="{38FAA1A1-D861-433F-88FA-1E9D6FD31D11}"/>
          </ac:spMkLst>
        </pc:spChg>
        <pc:spChg chg="add del">
          <ac:chgData name="Mark McGlinchey" userId="6e11bbf3-9dcb-4b8b-b03e-52345dfdf79c" providerId="ADAL" clId="{7867FE49-C990-48A4-90BA-8DBA7D864BFD}" dt="2023-01-15T15:42:49.899" v="7402" actId="26606"/>
          <ac:spMkLst>
            <pc:docMk/>
            <pc:sldMk cId="1548106465" sldId="281"/>
            <ac:spMk id="20" creationId="{8D71EDA1-87BF-4D5D-AB79-F346FD19278A}"/>
          </ac:spMkLst>
        </pc:spChg>
        <pc:spChg chg="add">
          <ac:chgData name="Mark McGlinchey" userId="6e11bbf3-9dcb-4b8b-b03e-52345dfdf79c" providerId="ADAL" clId="{7867FE49-C990-48A4-90BA-8DBA7D864BFD}" dt="2023-01-15T15:42:49.899" v="7402" actId="26606"/>
          <ac:spMkLst>
            <pc:docMk/>
            <pc:sldMk cId="1548106465" sldId="281"/>
            <ac:spMk id="26" creationId="{BACC6370-2D7E-4714-9D71-7542949D7D5D}"/>
          </ac:spMkLst>
        </pc:spChg>
        <pc:spChg chg="add">
          <ac:chgData name="Mark McGlinchey" userId="6e11bbf3-9dcb-4b8b-b03e-52345dfdf79c" providerId="ADAL" clId="{7867FE49-C990-48A4-90BA-8DBA7D864BFD}" dt="2023-01-15T15:42:49.899" v="7402" actId="26606"/>
          <ac:spMkLst>
            <pc:docMk/>
            <pc:sldMk cId="1548106465" sldId="281"/>
            <ac:spMk id="28" creationId="{256B2C21-A230-48C0-8DF1-C46611373C44}"/>
          </ac:spMkLst>
        </pc:spChg>
        <pc:spChg chg="add">
          <ac:chgData name="Mark McGlinchey" userId="6e11bbf3-9dcb-4b8b-b03e-52345dfdf79c" providerId="ADAL" clId="{7867FE49-C990-48A4-90BA-8DBA7D864BFD}" dt="2023-01-15T15:42:49.899" v="7402" actId="26606"/>
          <ac:spMkLst>
            <pc:docMk/>
            <pc:sldMk cId="1548106465" sldId="281"/>
            <ac:spMk id="30" creationId="{3847E18C-932D-4C95-AABA-FEC7C9499AD7}"/>
          </ac:spMkLst>
        </pc:spChg>
        <pc:spChg chg="add">
          <ac:chgData name="Mark McGlinchey" userId="6e11bbf3-9dcb-4b8b-b03e-52345dfdf79c" providerId="ADAL" clId="{7867FE49-C990-48A4-90BA-8DBA7D864BFD}" dt="2023-01-15T15:42:49.899" v="7402" actId="26606"/>
          <ac:spMkLst>
            <pc:docMk/>
            <pc:sldMk cId="1548106465" sldId="281"/>
            <ac:spMk id="32" creationId="{3150CB11-0C61-439E-910F-5787759E72A0}"/>
          </ac:spMkLst>
        </pc:spChg>
        <pc:spChg chg="add">
          <ac:chgData name="Mark McGlinchey" userId="6e11bbf3-9dcb-4b8b-b03e-52345dfdf79c" providerId="ADAL" clId="{7867FE49-C990-48A4-90BA-8DBA7D864BFD}" dt="2023-01-15T15:42:49.899" v="7402" actId="26606"/>
          <ac:spMkLst>
            <pc:docMk/>
            <pc:sldMk cId="1548106465" sldId="281"/>
            <ac:spMk id="34" creationId="{43F8A58B-5155-44CE-A5FF-7647B47D0A7A}"/>
          </ac:spMkLst>
        </pc:spChg>
        <pc:spChg chg="add">
          <ac:chgData name="Mark McGlinchey" userId="6e11bbf3-9dcb-4b8b-b03e-52345dfdf79c" providerId="ADAL" clId="{7867FE49-C990-48A4-90BA-8DBA7D864BFD}" dt="2023-01-15T15:42:49.899" v="7402" actId="26606"/>
          <ac:spMkLst>
            <pc:docMk/>
            <pc:sldMk cId="1548106465" sldId="281"/>
            <ac:spMk id="36" creationId="{443F2ACA-E6D6-4028-82DD-F03C262D5DE6}"/>
          </ac:spMkLst>
        </pc:spChg>
        <pc:graphicFrameChg chg="add">
          <ac:chgData name="Mark McGlinchey" userId="6e11bbf3-9dcb-4b8b-b03e-52345dfdf79c" providerId="ADAL" clId="{7867FE49-C990-48A4-90BA-8DBA7D864BFD}" dt="2023-01-15T15:42:49.899" v="7402" actId="26606"/>
          <ac:graphicFrameMkLst>
            <pc:docMk/>
            <pc:sldMk cId="1548106465" sldId="281"/>
            <ac:graphicFrameMk id="22" creationId="{2E80A3BB-EBF6-B5D0-6CA9-0E5205390604}"/>
          </ac:graphicFrameMkLst>
        </pc:graphicFrameChg>
      </pc:sldChg>
      <pc:sldChg chg="modSp new del mod">
        <pc:chgData name="Mark McGlinchey" userId="6e11bbf3-9dcb-4b8b-b03e-52345dfdf79c" providerId="ADAL" clId="{7867FE49-C990-48A4-90BA-8DBA7D864BFD}" dt="2023-01-15T14:58:47.271" v="5955" actId="2696"/>
        <pc:sldMkLst>
          <pc:docMk/>
          <pc:sldMk cId="2837081143" sldId="282"/>
        </pc:sldMkLst>
        <pc:spChg chg="mod">
          <ac:chgData name="Mark McGlinchey" userId="6e11bbf3-9dcb-4b8b-b03e-52345dfdf79c" providerId="ADAL" clId="{7867FE49-C990-48A4-90BA-8DBA7D864BFD}" dt="2023-01-15T14:13:12.124" v="3364"/>
          <ac:spMkLst>
            <pc:docMk/>
            <pc:sldMk cId="2837081143" sldId="282"/>
            <ac:spMk id="3" creationId="{ED6C9EFD-305B-8DCD-9D18-95FF1F100550}"/>
          </ac:spMkLst>
        </pc:spChg>
      </pc:sldChg>
      <pc:sldChg chg="addSp delSp modSp new mod setBg">
        <pc:chgData name="Mark McGlinchey" userId="6e11bbf3-9dcb-4b8b-b03e-52345dfdf79c" providerId="ADAL" clId="{7867FE49-C990-48A4-90BA-8DBA7D864BFD}" dt="2023-01-15T15:43:10.783" v="7414" actId="26606"/>
        <pc:sldMkLst>
          <pc:docMk/>
          <pc:sldMk cId="3212430082" sldId="283"/>
        </pc:sldMkLst>
        <pc:spChg chg="mod">
          <ac:chgData name="Mark McGlinchey" userId="6e11bbf3-9dcb-4b8b-b03e-52345dfdf79c" providerId="ADAL" clId="{7867FE49-C990-48A4-90BA-8DBA7D864BFD}" dt="2023-01-15T15:43:10.783" v="7414" actId="26606"/>
          <ac:spMkLst>
            <pc:docMk/>
            <pc:sldMk cId="3212430082" sldId="283"/>
            <ac:spMk id="2" creationId="{0A6A3396-5998-5A91-7AE0-CA8E00C7887C}"/>
          </ac:spMkLst>
        </pc:spChg>
        <pc:spChg chg="del mod">
          <ac:chgData name="Mark McGlinchey" userId="6e11bbf3-9dcb-4b8b-b03e-52345dfdf79c" providerId="ADAL" clId="{7867FE49-C990-48A4-90BA-8DBA7D864BFD}" dt="2023-01-15T15:43:10.783" v="7414" actId="26606"/>
          <ac:spMkLst>
            <pc:docMk/>
            <pc:sldMk cId="3212430082" sldId="283"/>
            <ac:spMk id="3" creationId="{643F90F2-6017-A0ED-89E6-04DF7BAD506A}"/>
          </ac:spMkLst>
        </pc:spChg>
        <pc:spChg chg="add">
          <ac:chgData name="Mark McGlinchey" userId="6e11bbf3-9dcb-4b8b-b03e-52345dfdf79c" providerId="ADAL" clId="{7867FE49-C990-48A4-90BA-8DBA7D864BFD}" dt="2023-01-15T15:43:10.783" v="7414" actId="26606"/>
          <ac:spMkLst>
            <pc:docMk/>
            <pc:sldMk cId="3212430082" sldId="283"/>
            <ac:spMk id="9" creationId="{BACC6370-2D7E-4714-9D71-7542949D7D5D}"/>
          </ac:spMkLst>
        </pc:spChg>
        <pc:spChg chg="add">
          <ac:chgData name="Mark McGlinchey" userId="6e11bbf3-9dcb-4b8b-b03e-52345dfdf79c" providerId="ADAL" clId="{7867FE49-C990-48A4-90BA-8DBA7D864BFD}" dt="2023-01-15T15:43:10.783" v="7414" actId="26606"/>
          <ac:spMkLst>
            <pc:docMk/>
            <pc:sldMk cId="3212430082" sldId="283"/>
            <ac:spMk id="11" creationId="{F68B3F68-107C-434F-AA38-110D5EA91B85}"/>
          </ac:spMkLst>
        </pc:spChg>
        <pc:spChg chg="add">
          <ac:chgData name="Mark McGlinchey" userId="6e11bbf3-9dcb-4b8b-b03e-52345dfdf79c" providerId="ADAL" clId="{7867FE49-C990-48A4-90BA-8DBA7D864BFD}" dt="2023-01-15T15:43:10.783" v="7414" actId="26606"/>
          <ac:spMkLst>
            <pc:docMk/>
            <pc:sldMk cId="3212430082" sldId="283"/>
            <ac:spMk id="13" creationId="{AAD0DBB9-1A4B-4391-81D4-CB19F9AB918A}"/>
          </ac:spMkLst>
        </pc:spChg>
        <pc:spChg chg="add">
          <ac:chgData name="Mark McGlinchey" userId="6e11bbf3-9dcb-4b8b-b03e-52345dfdf79c" providerId="ADAL" clId="{7867FE49-C990-48A4-90BA-8DBA7D864BFD}" dt="2023-01-15T15:43:10.783" v="7414" actId="26606"/>
          <ac:spMkLst>
            <pc:docMk/>
            <pc:sldMk cId="3212430082" sldId="283"/>
            <ac:spMk id="15" creationId="{063BBA22-50EA-4C4D-BE05-F1CE4E63AA56}"/>
          </ac:spMkLst>
        </pc:spChg>
        <pc:graphicFrameChg chg="add">
          <ac:chgData name="Mark McGlinchey" userId="6e11bbf3-9dcb-4b8b-b03e-52345dfdf79c" providerId="ADAL" clId="{7867FE49-C990-48A4-90BA-8DBA7D864BFD}" dt="2023-01-15T15:43:10.783" v="7414" actId="26606"/>
          <ac:graphicFrameMkLst>
            <pc:docMk/>
            <pc:sldMk cId="3212430082" sldId="283"/>
            <ac:graphicFrameMk id="5" creationId="{9E2FE47F-5DFD-E2D8-F301-4C5385EB6713}"/>
          </ac:graphicFrameMkLst>
        </pc:graphicFrameChg>
      </pc:sldChg>
      <pc:sldChg chg="modSp new del mod">
        <pc:chgData name="Mark McGlinchey" userId="6e11bbf3-9dcb-4b8b-b03e-52345dfdf79c" providerId="ADAL" clId="{7867FE49-C990-48A4-90BA-8DBA7D864BFD}" dt="2023-01-15T15:26:02.818" v="6950" actId="2696"/>
        <pc:sldMkLst>
          <pc:docMk/>
          <pc:sldMk cId="67885829" sldId="284"/>
        </pc:sldMkLst>
        <pc:spChg chg="mod">
          <ac:chgData name="Mark McGlinchey" userId="6e11bbf3-9dcb-4b8b-b03e-52345dfdf79c" providerId="ADAL" clId="{7867FE49-C990-48A4-90BA-8DBA7D864BFD}" dt="2023-01-15T14:10:16.076" v="3354"/>
          <ac:spMkLst>
            <pc:docMk/>
            <pc:sldMk cId="67885829" sldId="284"/>
            <ac:spMk id="3" creationId="{5529F47F-F9F1-EBBA-ADBD-2D4B8C0D3AEF}"/>
          </ac:spMkLst>
        </pc:spChg>
      </pc:sldChg>
      <pc:sldChg chg="addSp delSp modSp new mod setBg">
        <pc:chgData name="Mark McGlinchey" userId="6e11bbf3-9dcb-4b8b-b03e-52345dfdf79c" providerId="ADAL" clId="{7867FE49-C990-48A4-90BA-8DBA7D864BFD}" dt="2023-01-15T15:43:22.798" v="7423" actId="26606"/>
        <pc:sldMkLst>
          <pc:docMk/>
          <pc:sldMk cId="3295540618" sldId="285"/>
        </pc:sldMkLst>
        <pc:spChg chg="mod">
          <ac:chgData name="Mark McGlinchey" userId="6e11bbf3-9dcb-4b8b-b03e-52345dfdf79c" providerId="ADAL" clId="{7867FE49-C990-48A4-90BA-8DBA7D864BFD}" dt="2023-01-15T15:43:22.798" v="7423" actId="26606"/>
          <ac:spMkLst>
            <pc:docMk/>
            <pc:sldMk cId="3295540618" sldId="285"/>
            <ac:spMk id="2" creationId="{B9176738-5E7E-3B5A-253C-3547D5B85EBA}"/>
          </ac:spMkLst>
        </pc:spChg>
        <pc:spChg chg="mod ord">
          <ac:chgData name="Mark McGlinchey" userId="6e11bbf3-9dcb-4b8b-b03e-52345dfdf79c" providerId="ADAL" clId="{7867FE49-C990-48A4-90BA-8DBA7D864BFD}" dt="2023-01-15T15:43:22.798" v="7423" actId="26606"/>
          <ac:spMkLst>
            <pc:docMk/>
            <pc:sldMk cId="3295540618" sldId="285"/>
            <ac:spMk id="3" creationId="{EE243538-498A-7F63-5AC3-4FA7C13B3AF2}"/>
          </ac:spMkLst>
        </pc:spChg>
        <pc:spChg chg="add del">
          <ac:chgData name="Mark McGlinchey" userId="6e11bbf3-9dcb-4b8b-b03e-52345dfdf79c" providerId="ADAL" clId="{7867FE49-C990-48A4-90BA-8DBA7D864BFD}" dt="2023-01-15T15:43:18.973" v="7416" actId="26606"/>
          <ac:spMkLst>
            <pc:docMk/>
            <pc:sldMk cId="3295540618" sldId="285"/>
            <ac:spMk id="9" creationId="{2596F992-698C-48C0-9D89-70DA4CE927EF}"/>
          </ac:spMkLst>
        </pc:spChg>
        <pc:spChg chg="add del">
          <ac:chgData name="Mark McGlinchey" userId="6e11bbf3-9dcb-4b8b-b03e-52345dfdf79c" providerId="ADAL" clId="{7867FE49-C990-48A4-90BA-8DBA7D864BFD}" dt="2023-01-15T15:43:18.973" v="7416" actId="26606"/>
          <ac:spMkLst>
            <pc:docMk/>
            <pc:sldMk cId="3295540618" sldId="285"/>
            <ac:spMk id="11" creationId="{A344AAA5-41F4-4862-97EF-688D31DC7567}"/>
          </ac:spMkLst>
        </pc:spChg>
        <pc:spChg chg="add del">
          <ac:chgData name="Mark McGlinchey" userId="6e11bbf3-9dcb-4b8b-b03e-52345dfdf79c" providerId="ADAL" clId="{7867FE49-C990-48A4-90BA-8DBA7D864BFD}" dt="2023-01-15T15:43:18.973" v="7416" actId="26606"/>
          <ac:spMkLst>
            <pc:docMk/>
            <pc:sldMk cId="3295540618" sldId="285"/>
            <ac:spMk id="13" creationId="{69E1A62C-2AAF-4B3E-8CDB-65E237080997}"/>
          </ac:spMkLst>
        </pc:spChg>
        <pc:spChg chg="add del">
          <ac:chgData name="Mark McGlinchey" userId="6e11bbf3-9dcb-4b8b-b03e-52345dfdf79c" providerId="ADAL" clId="{7867FE49-C990-48A4-90BA-8DBA7D864BFD}" dt="2023-01-15T15:43:19.678" v="7418" actId="26606"/>
          <ac:spMkLst>
            <pc:docMk/>
            <pc:sldMk cId="3295540618" sldId="285"/>
            <ac:spMk id="15" creationId="{2813A4FA-24A5-41ED-A534-3807D1B2F344}"/>
          </ac:spMkLst>
        </pc:spChg>
        <pc:spChg chg="add del">
          <ac:chgData name="Mark McGlinchey" userId="6e11bbf3-9dcb-4b8b-b03e-52345dfdf79c" providerId="ADAL" clId="{7867FE49-C990-48A4-90BA-8DBA7D864BFD}" dt="2023-01-15T15:43:19.678" v="7418" actId="26606"/>
          <ac:spMkLst>
            <pc:docMk/>
            <pc:sldMk cId="3295540618" sldId="285"/>
            <ac:spMk id="16" creationId="{12609869-9E80-471B-A487-A53288E0E791}"/>
          </ac:spMkLst>
        </pc:spChg>
        <pc:spChg chg="add del">
          <ac:chgData name="Mark McGlinchey" userId="6e11bbf3-9dcb-4b8b-b03e-52345dfdf79c" providerId="ADAL" clId="{7867FE49-C990-48A4-90BA-8DBA7D864BFD}" dt="2023-01-15T15:43:19.678" v="7418" actId="26606"/>
          <ac:spMkLst>
            <pc:docMk/>
            <pc:sldMk cId="3295540618" sldId="285"/>
            <ac:spMk id="17" creationId="{C3944F27-CA70-4E84-A51A-E6BF89558979}"/>
          </ac:spMkLst>
        </pc:spChg>
        <pc:spChg chg="add del">
          <ac:chgData name="Mark McGlinchey" userId="6e11bbf3-9dcb-4b8b-b03e-52345dfdf79c" providerId="ADAL" clId="{7867FE49-C990-48A4-90BA-8DBA7D864BFD}" dt="2023-01-15T15:43:19.678" v="7418" actId="26606"/>
          <ac:spMkLst>
            <pc:docMk/>
            <pc:sldMk cId="3295540618" sldId="285"/>
            <ac:spMk id="18" creationId="{7004738A-9D34-43E8-97D2-CA0EED4F8BE0}"/>
          </ac:spMkLst>
        </pc:spChg>
        <pc:spChg chg="add del">
          <ac:chgData name="Mark McGlinchey" userId="6e11bbf3-9dcb-4b8b-b03e-52345dfdf79c" providerId="ADAL" clId="{7867FE49-C990-48A4-90BA-8DBA7D864BFD}" dt="2023-01-15T15:43:19.678" v="7418" actId="26606"/>
          <ac:spMkLst>
            <pc:docMk/>
            <pc:sldMk cId="3295540618" sldId="285"/>
            <ac:spMk id="19" creationId="{B8B8D07F-F13E-443E-BA68-2D26672D76B9}"/>
          </ac:spMkLst>
        </pc:spChg>
        <pc:spChg chg="add del">
          <ac:chgData name="Mark McGlinchey" userId="6e11bbf3-9dcb-4b8b-b03e-52345dfdf79c" providerId="ADAL" clId="{7867FE49-C990-48A4-90BA-8DBA7D864BFD}" dt="2023-01-15T15:43:21.190" v="7420" actId="26606"/>
          <ac:spMkLst>
            <pc:docMk/>
            <pc:sldMk cId="3295540618" sldId="285"/>
            <ac:spMk id="21" creationId="{1B15ED52-F352-441B-82BF-E0EA34836D08}"/>
          </ac:spMkLst>
        </pc:spChg>
        <pc:spChg chg="add del">
          <ac:chgData name="Mark McGlinchey" userId="6e11bbf3-9dcb-4b8b-b03e-52345dfdf79c" providerId="ADAL" clId="{7867FE49-C990-48A4-90BA-8DBA7D864BFD}" dt="2023-01-15T15:43:21.190" v="7420" actId="26606"/>
          <ac:spMkLst>
            <pc:docMk/>
            <pc:sldMk cId="3295540618" sldId="285"/>
            <ac:spMk id="22" creationId="{61707E60-CEC9-4661-AA82-69242EB4BDC3}"/>
          </ac:spMkLst>
        </pc:spChg>
        <pc:spChg chg="add del">
          <ac:chgData name="Mark McGlinchey" userId="6e11bbf3-9dcb-4b8b-b03e-52345dfdf79c" providerId="ADAL" clId="{7867FE49-C990-48A4-90BA-8DBA7D864BFD}" dt="2023-01-15T15:43:21.190" v="7420" actId="26606"/>
          <ac:spMkLst>
            <pc:docMk/>
            <pc:sldMk cId="3295540618" sldId="285"/>
            <ac:spMk id="23" creationId="{8F035CD8-AE30-4146-96F2-036B0CE5E4F3}"/>
          </ac:spMkLst>
        </pc:spChg>
        <pc:spChg chg="add del">
          <ac:chgData name="Mark McGlinchey" userId="6e11bbf3-9dcb-4b8b-b03e-52345dfdf79c" providerId="ADAL" clId="{7867FE49-C990-48A4-90BA-8DBA7D864BFD}" dt="2023-01-15T15:43:22.791" v="7422" actId="26606"/>
          <ac:spMkLst>
            <pc:docMk/>
            <pc:sldMk cId="3295540618" sldId="285"/>
            <ac:spMk id="25" creationId="{3346177D-ADC4-4968-B747-5CFCD390B5B9}"/>
          </ac:spMkLst>
        </pc:spChg>
        <pc:spChg chg="add del">
          <ac:chgData name="Mark McGlinchey" userId="6e11bbf3-9dcb-4b8b-b03e-52345dfdf79c" providerId="ADAL" clId="{7867FE49-C990-48A4-90BA-8DBA7D864BFD}" dt="2023-01-15T15:43:22.791" v="7422" actId="26606"/>
          <ac:spMkLst>
            <pc:docMk/>
            <pc:sldMk cId="3295540618" sldId="285"/>
            <ac:spMk id="26" creationId="{0844A943-BF79-4FEA-ABB1-3BD54D236606}"/>
          </ac:spMkLst>
        </pc:spChg>
        <pc:spChg chg="add del">
          <ac:chgData name="Mark McGlinchey" userId="6e11bbf3-9dcb-4b8b-b03e-52345dfdf79c" providerId="ADAL" clId="{7867FE49-C990-48A4-90BA-8DBA7D864BFD}" dt="2023-01-15T15:43:22.791" v="7422" actId="26606"/>
          <ac:spMkLst>
            <pc:docMk/>
            <pc:sldMk cId="3295540618" sldId="285"/>
            <ac:spMk id="27" creationId="{6437CC72-F4A8-4DC3-AFAB-D22C482C8100}"/>
          </ac:spMkLst>
        </pc:spChg>
        <pc:spChg chg="add">
          <ac:chgData name="Mark McGlinchey" userId="6e11bbf3-9dcb-4b8b-b03e-52345dfdf79c" providerId="ADAL" clId="{7867FE49-C990-48A4-90BA-8DBA7D864BFD}" dt="2023-01-15T15:43:22.798" v="7423" actId="26606"/>
          <ac:spMkLst>
            <pc:docMk/>
            <pc:sldMk cId="3295540618" sldId="285"/>
            <ac:spMk id="29" creationId="{2596F992-698C-48C0-9D89-70DA4CE927EF}"/>
          </ac:spMkLst>
        </pc:spChg>
        <pc:spChg chg="add">
          <ac:chgData name="Mark McGlinchey" userId="6e11bbf3-9dcb-4b8b-b03e-52345dfdf79c" providerId="ADAL" clId="{7867FE49-C990-48A4-90BA-8DBA7D864BFD}" dt="2023-01-15T15:43:22.798" v="7423" actId="26606"/>
          <ac:spMkLst>
            <pc:docMk/>
            <pc:sldMk cId="3295540618" sldId="285"/>
            <ac:spMk id="30" creationId="{A344AAA5-41F4-4862-97EF-688D31DC7567}"/>
          </ac:spMkLst>
        </pc:spChg>
        <pc:spChg chg="add">
          <ac:chgData name="Mark McGlinchey" userId="6e11bbf3-9dcb-4b8b-b03e-52345dfdf79c" providerId="ADAL" clId="{7867FE49-C990-48A4-90BA-8DBA7D864BFD}" dt="2023-01-15T15:43:22.798" v="7423" actId="26606"/>
          <ac:spMkLst>
            <pc:docMk/>
            <pc:sldMk cId="3295540618" sldId="285"/>
            <ac:spMk id="31" creationId="{69E1A62C-2AAF-4B3E-8CDB-65E237080997}"/>
          </ac:spMkLst>
        </pc:spChg>
        <pc:picChg chg="add mod">
          <ac:chgData name="Mark McGlinchey" userId="6e11bbf3-9dcb-4b8b-b03e-52345dfdf79c" providerId="ADAL" clId="{7867FE49-C990-48A4-90BA-8DBA7D864BFD}" dt="2023-01-15T15:43:22.798" v="7423" actId="26606"/>
          <ac:picMkLst>
            <pc:docMk/>
            <pc:sldMk cId="3295540618" sldId="285"/>
            <ac:picMk id="4" creationId="{A8AF8C60-400E-75C3-07DC-7ABF9D7AA7D0}"/>
          </ac:picMkLst>
        </pc:picChg>
        <pc:picChg chg="add del">
          <ac:chgData name="Mark McGlinchey" userId="6e11bbf3-9dcb-4b8b-b03e-52345dfdf79c" providerId="ADAL" clId="{7867FE49-C990-48A4-90BA-8DBA7D864BFD}" dt="2023-01-15T15:07:02.891" v="6347"/>
          <ac:picMkLst>
            <pc:docMk/>
            <pc:sldMk cId="3295540618" sldId="285"/>
            <ac:picMk id="2050" creationId="{46D6E16D-A8A9-80DD-A731-894904FEAB91}"/>
          </ac:picMkLst>
        </pc:picChg>
      </pc:sldChg>
      <pc:sldChg chg="addSp modSp new mod setBg">
        <pc:chgData name="Mark McGlinchey" userId="6e11bbf3-9dcb-4b8b-b03e-52345dfdf79c" providerId="ADAL" clId="{7867FE49-C990-48A4-90BA-8DBA7D864BFD}" dt="2023-01-15T15:43:33.657" v="7424" actId="26606"/>
        <pc:sldMkLst>
          <pc:docMk/>
          <pc:sldMk cId="1583476629" sldId="286"/>
        </pc:sldMkLst>
        <pc:spChg chg="mod">
          <ac:chgData name="Mark McGlinchey" userId="6e11bbf3-9dcb-4b8b-b03e-52345dfdf79c" providerId="ADAL" clId="{7867FE49-C990-48A4-90BA-8DBA7D864BFD}" dt="2023-01-15T15:43:33.657" v="7424" actId="26606"/>
          <ac:spMkLst>
            <pc:docMk/>
            <pc:sldMk cId="1583476629" sldId="286"/>
            <ac:spMk id="2" creationId="{F4A4E1DA-14AD-4040-4AF3-74D524B1A2FC}"/>
          </ac:spMkLst>
        </pc:spChg>
        <pc:spChg chg="mod">
          <ac:chgData name="Mark McGlinchey" userId="6e11bbf3-9dcb-4b8b-b03e-52345dfdf79c" providerId="ADAL" clId="{7867FE49-C990-48A4-90BA-8DBA7D864BFD}" dt="2023-01-15T15:43:33.657" v="7424" actId="26606"/>
          <ac:spMkLst>
            <pc:docMk/>
            <pc:sldMk cId="1583476629" sldId="286"/>
            <ac:spMk id="3" creationId="{607D5011-0992-5ECE-A061-3B80B1E1399F}"/>
          </ac:spMkLst>
        </pc:spChg>
        <pc:spChg chg="add">
          <ac:chgData name="Mark McGlinchey" userId="6e11bbf3-9dcb-4b8b-b03e-52345dfdf79c" providerId="ADAL" clId="{7867FE49-C990-48A4-90BA-8DBA7D864BFD}" dt="2023-01-15T15:43:33.657" v="7424" actId="26606"/>
          <ac:spMkLst>
            <pc:docMk/>
            <pc:sldMk cId="1583476629" sldId="286"/>
            <ac:spMk id="8" creationId="{09588DA8-065E-4F6F-8EFD-43104AB2E0CF}"/>
          </ac:spMkLst>
        </pc:spChg>
        <pc:spChg chg="add">
          <ac:chgData name="Mark McGlinchey" userId="6e11bbf3-9dcb-4b8b-b03e-52345dfdf79c" providerId="ADAL" clId="{7867FE49-C990-48A4-90BA-8DBA7D864BFD}" dt="2023-01-15T15:43:33.657" v="7424" actId="26606"/>
          <ac:spMkLst>
            <pc:docMk/>
            <pc:sldMk cId="1583476629" sldId="286"/>
            <ac:spMk id="10" creationId="{C4285719-470E-454C-AF62-8323075F1F5B}"/>
          </ac:spMkLst>
        </pc:spChg>
        <pc:spChg chg="add">
          <ac:chgData name="Mark McGlinchey" userId="6e11bbf3-9dcb-4b8b-b03e-52345dfdf79c" providerId="ADAL" clId="{7867FE49-C990-48A4-90BA-8DBA7D864BFD}" dt="2023-01-15T15:43:33.657" v="7424" actId="26606"/>
          <ac:spMkLst>
            <pc:docMk/>
            <pc:sldMk cId="1583476629" sldId="286"/>
            <ac:spMk id="12" creationId="{CD9FE4EF-C4D8-49A0-B2FF-81D8DB7D8A24}"/>
          </ac:spMkLst>
        </pc:spChg>
        <pc:spChg chg="add">
          <ac:chgData name="Mark McGlinchey" userId="6e11bbf3-9dcb-4b8b-b03e-52345dfdf79c" providerId="ADAL" clId="{7867FE49-C990-48A4-90BA-8DBA7D864BFD}" dt="2023-01-15T15:43:33.657" v="7424" actId="26606"/>
          <ac:spMkLst>
            <pc:docMk/>
            <pc:sldMk cId="1583476629" sldId="286"/>
            <ac:spMk id="14" creationId="{4300840D-0A0B-4512-BACA-B439D5B9C57C}"/>
          </ac:spMkLst>
        </pc:spChg>
        <pc:spChg chg="add">
          <ac:chgData name="Mark McGlinchey" userId="6e11bbf3-9dcb-4b8b-b03e-52345dfdf79c" providerId="ADAL" clId="{7867FE49-C990-48A4-90BA-8DBA7D864BFD}" dt="2023-01-15T15:43:33.657" v="7424" actId="26606"/>
          <ac:spMkLst>
            <pc:docMk/>
            <pc:sldMk cId="1583476629" sldId="286"/>
            <ac:spMk id="16" creationId="{D2B78728-A580-49A7-84F9-6EF6F583ADE0}"/>
          </ac:spMkLst>
        </pc:spChg>
        <pc:spChg chg="add">
          <ac:chgData name="Mark McGlinchey" userId="6e11bbf3-9dcb-4b8b-b03e-52345dfdf79c" providerId="ADAL" clId="{7867FE49-C990-48A4-90BA-8DBA7D864BFD}" dt="2023-01-15T15:43:33.657" v="7424" actId="26606"/>
          <ac:spMkLst>
            <pc:docMk/>
            <pc:sldMk cId="1583476629" sldId="286"/>
            <ac:spMk id="18" creationId="{38FAA1A1-D861-433F-88FA-1E9D6FD31D11}"/>
          </ac:spMkLst>
        </pc:spChg>
        <pc:spChg chg="add">
          <ac:chgData name="Mark McGlinchey" userId="6e11bbf3-9dcb-4b8b-b03e-52345dfdf79c" providerId="ADAL" clId="{7867FE49-C990-48A4-90BA-8DBA7D864BFD}" dt="2023-01-15T15:43:33.657" v="7424" actId="26606"/>
          <ac:spMkLst>
            <pc:docMk/>
            <pc:sldMk cId="1583476629" sldId="286"/>
            <ac:spMk id="20" creationId="{8D71EDA1-87BF-4D5D-AB79-F346FD19278A}"/>
          </ac:spMkLst>
        </pc:spChg>
      </pc:sldChg>
      <pc:sldChg chg="modSp new del mod">
        <pc:chgData name="Mark McGlinchey" userId="6e11bbf3-9dcb-4b8b-b03e-52345dfdf79c" providerId="ADAL" clId="{7867FE49-C990-48A4-90BA-8DBA7D864BFD}" dt="2023-01-15T15:00:26.648" v="5961" actId="2696"/>
        <pc:sldMkLst>
          <pc:docMk/>
          <pc:sldMk cId="2278294402" sldId="287"/>
        </pc:sldMkLst>
        <pc:spChg chg="mod">
          <ac:chgData name="Mark McGlinchey" userId="6e11bbf3-9dcb-4b8b-b03e-52345dfdf79c" providerId="ADAL" clId="{7867FE49-C990-48A4-90BA-8DBA7D864BFD}" dt="2023-01-15T14:10:51.147" v="3361" actId="27636"/>
          <ac:spMkLst>
            <pc:docMk/>
            <pc:sldMk cId="2278294402" sldId="287"/>
            <ac:spMk id="3" creationId="{19B45AC6-A239-866E-DB48-1753D24F87DA}"/>
          </ac:spMkLst>
        </pc:spChg>
      </pc:sldChg>
      <pc:sldChg chg="addSp delSp modSp new mod setBg addAnim delAnim">
        <pc:chgData name="Mark McGlinchey" userId="6e11bbf3-9dcb-4b8b-b03e-52345dfdf79c" providerId="ADAL" clId="{7867FE49-C990-48A4-90BA-8DBA7D864BFD}" dt="2023-01-15T15:09:16.934" v="6445" actId="1076"/>
        <pc:sldMkLst>
          <pc:docMk/>
          <pc:sldMk cId="2785105697" sldId="287"/>
        </pc:sldMkLst>
        <pc:spChg chg="mod ord">
          <ac:chgData name="Mark McGlinchey" userId="6e11bbf3-9dcb-4b8b-b03e-52345dfdf79c" providerId="ADAL" clId="{7867FE49-C990-48A4-90BA-8DBA7D864BFD}" dt="2023-01-15T15:09:04.806" v="6441" actId="26606"/>
          <ac:spMkLst>
            <pc:docMk/>
            <pc:sldMk cId="2785105697" sldId="287"/>
            <ac:spMk id="2" creationId="{DF2D8B89-182D-E6AA-60C3-1C0F90A7D3F1}"/>
          </ac:spMkLst>
        </pc:spChg>
        <pc:spChg chg="del">
          <ac:chgData name="Mark McGlinchey" userId="6e11bbf3-9dcb-4b8b-b03e-52345dfdf79c" providerId="ADAL" clId="{7867FE49-C990-48A4-90BA-8DBA7D864BFD}" dt="2023-01-15T15:08:57.111" v="6435" actId="478"/>
          <ac:spMkLst>
            <pc:docMk/>
            <pc:sldMk cId="2785105697" sldId="287"/>
            <ac:spMk id="3" creationId="{D660127B-0D31-66BB-45CF-48F8F659204C}"/>
          </ac:spMkLst>
        </pc:spChg>
        <pc:spChg chg="add del">
          <ac:chgData name="Mark McGlinchey" userId="6e11bbf3-9dcb-4b8b-b03e-52345dfdf79c" providerId="ADAL" clId="{7867FE49-C990-48A4-90BA-8DBA7D864BFD}" dt="2023-01-15T15:09:04.806" v="6441" actId="26606"/>
          <ac:spMkLst>
            <pc:docMk/>
            <pc:sldMk cId="2785105697" sldId="287"/>
            <ac:spMk id="3079" creationId="{37C89E4B-3C9F-44B9-8B86-D9E3D112D8EC}"/>
          </ac:spMkLst>
        </pc:spChg>
        <pc:picChg chg="add mod">
          <ac:chgData name="Mark McGlinchey" userId="6e11bbf3-9dcb-4b8b-b03e-52345dfdf79c" providerId="ADAL" clId="{7867FE49-C990-48A4-90BA-8DBA7D864BFD}" dt="2023-01-15T15:09:16.934" v="6445" actId="1076"/>
          <ac:picMkLst>
            <pc:docMk/>
            <pc:sldMk cId="2785105697" sldId="287"/>
            <ac:picMk id="4" creationId="{738B7B1F-491B-5F42-F0AF-FFB9DBC44837}"/>
          </ac:picMkLst>
        </pc:picChg>
        <pc:picChg chg="add del mod">
          <ac:chgData name="Mark McGlinchey" userId="6e11bbf3-9dcb-4b8b-b03e-52345dfdf79c" providerId="ADAL" clId="{7867FE49-C990-48A4-90BA-8DBA7D864BFD}" dt="2023-01-15T15:09:05.378" v="6442"/>
          <ac:picMkLst>
            <pc:docMk/>
            <pc:sldMk cId="2785105697" sldId="287"/>
            <ac:picMk id="3074" creationId="{7CB9CCD7-2EE7-3064-0915-331BEEB8651B}"/>
          </ac:picMkLst>
        </pc:picChg>
        <pc:cxnChg chg="add del">
          <ac:chgData name="Mark McGlinchey" userId="6e11bbf3-9dcb-4b8b-b03e-52345dfdf79c" providerId="ADAL" clId="{7867FE49-C990-48A4-90BA-8DBA7D864BFD}" dt="2023-01-15T15:09:04.806" v="6441" actId="26606"/>
          <ac:cxnSpMkLst>
            <pc:docMk/>
            <pc:sldMk cId="2785105697" sldId="287"/>
            <ac:cxnSpMk id="3081" creationId="{AA2EAA10-076F-46BD-8F0F-B9A2FB77A85C}"/>
          </ac:cxnSpMkLst>
        </pc:cxnChg>
        <pc:cxnChg chg="add del">
          <ac:chgData name="Mark McGlinchey" userId="6e11bbf3-9dcb-4b8b-b03e-52345dfdf79c" providerId="ADAL" clId="{7867FE49-C990-48A4-90BA-8DBA7D864BFD}" dt="2023-01-15T15:09:04.806" v="6441" actId="26606"/>
          <ac:cxnSpMkLst>
            <pc:docMk/>
            <pc:sldMk cId="2785105697" sldId="287"/>
            <ac:cxnSpMk id="3083" creationId="{D891E407-403B-4764-86C9-33A56D3BCAA3}"/>
          </ac:cxnSpMkLst>
        </pc:cxnChg>
      </pc:sldChg>
      <pc:sldChg chg="addSp delSp modSp new mod">
        <pc:chgData name="Mark McGlinchey" userId="6e11bbf3-9dcb-4b8b-b03e-52345dfdf79c" providerId="ADAL" clId="{7867FE49-C990-48A4-90BA-8DBA7D864BFD}" dt="2023-01-15T15:29:28.862" v="6996" actId="1076"/>
        <pc:sldMkLst>
          <pc:docMk/>
          <pc:sldMk cId="1085043321" sldId="288"/>
        </pc:sldMkLst>
        <pc:spChg chg="del">
          <ac:chgData name="Mark McGlinchey" userId="6e11bbf3-9dcb-4b8b-b03e-52345dfdf79c" providerId="ADAL" clId="{7867FE49-C990-48A4-90BA-8DBA7D864BFD}" dt="2023-01-15T15:29:03.970" v="6989" actId="478"/>
          <ac:spMkLst>
            <pc:docMk/>
            <pc:sldMk cId="1085043321" sldId="288"/>
            <ac:spMk id="2" creationId="{EAEDA19E-B991-298B-456E-D61AE68D1899}"/>
          </ac:spMkLst>
        </pc:spChg>
        <pc:spChg chg="del">
          <ac:chgData name="Mark McGlinchey" userId="6e11bbf3-9dcb-4b8b-b03e-52345dfdf79c" providerId="ADAL" clId="{7867FE49-C990-48A4-90BA-8DBA7D864BFD}" dt="2023-01-15T15:29:05.177" v="6990" actId="478"/>
          <ac:spMkLst>
            <pc:docMk/>
            <pc:sldMk cId="1085043321" sldId="288"/>
            <ac:spMk id="3" creationId="{A267F39F-AC85-D883-7061-3F7A150F5EDE}"/>
          </ac:spMkLst>
        </pc:spChg>
        <pc:picChg chg="add mod modCrop">
          <ac:chgData name="Mark McGlinchey" userId="6e11bbf3-9dcb-4b8b-b03e-52345dfdf79c" providerId="ADAL" clId="{7867FE49-C990-48A4-90BA-8DBA7D864BFD}" dt="2023-01-15T15:29:28.862" v="6996" actId="1076"/>
          <ac:picMkLst>
            <pc:docMk/>
            <pc:sldMk cId="1085043321" sldId="288"/>
            <ac:picMk id="5" creationId="{30053284-2C49-54BE-674A-CAC49E19D5F6}"/>
          </ac:picMkLst>
        </pc:picChg>
      </pc:sldChg>
      <pc:sldChg chg="modSp add del mod">
        <pc:chgData name="Mark McGlinchey" userId="6e11bbf3-9dcb-4b8b-b03e-52345dfdf79c" providerId="ADAL" clId="{7867FE49-C990-48A4-90BA-8DBA7D864BFD}" dt="2023-01-15T14:55:31.911" v="5915" actId="2696"/>
        <pc:sldMkLst>
          <pc:docMk/>
          <pc:sldMk cId="2367216065" sldId="288"/>
        </pc:sldMkLst>
        <pc:spChg chg="mod">
          <ac:chgData name="Mark McGlinchey" userId="6e11bbf3-9dcb-4b8b-b03e-52345dfdf79c" providerId="ADAL" clId="{7867FE49-C990-48A4-90BA-8DBA7D864BFD}" dt="2023-01-15T14:55:07.943" v="5914" actId="255"/>
          <ac:spMkLst>
            <pc:docMk/>
            <pc:sldMk cId="2367216065" sldId="288"/>
            <ac:spMk id="3" creationId="{2E20CA06-37C1-C905-43E4-999E626FF1DE}"/>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2.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ata3.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sv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sv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68FBE1-6893-424C-A811-821A1B6D4E45}" type="doc">
      <dgm:prSet loTypeId="urn:microsoft.com/office/officeart/2018/2/layout/IconVerticalSolidList" loCatId="icon" qsTypeId="urn:microsoft.com/office/officeart/2005/8/quickstyle/simple4" qsCatId="simple" csTypeId="urn:microsoft.com/office/officeart/2018/5/colors/Iconchunking_neutralbg_colorful1" csCatId="colorful" phldr="1"/>
      <dgm:spPr/>
      <dgm:t>
        <a:bodyPr/>
        <a:lstStyle/>
        <a:p>
          <a:endParaRPr lang="en-US"/>
        </a:p>
      </dgm:t>
    </dgm:pt>
    <dgm:pt modelId="{CDEB7752-E585-4D5B-888F-C8C792A70A83}">
      <dgm:prSet custT="1"/>
      <dgm:spPr/>
      <dgm:t>
        <a:bodyPr/>
        <a:lstStyle/>
        <a:p>
          <a:pPr>
            <a:lnSpc>
              <a:spcPct val="100000"/>
            </a:lnSpc>
          </a:pPr>
          <a:r>
            <a:rPr lang="en-US" sz="2400" dirty="0"/>
            <a:t>Hypertension</a:t>
          </a:r>
        </a:p>
      </dgm:t>
    </dgm:pt>
    <dgm:pt modelId="{E4FF274C-1CA8-4EFD-A6F8-7553E63AFF51}" type="parTrans" cxnId="{A1B752AF-210B-4636-BFC7-9B6B35A03F91}">
      <dgm:prSet/>
      <dgm:spPr/>
      <dgm:t>
        <a:bodyPr/>
        <a:lstStyle/>
        <a:p>
          <a:endParaRPr lang="en-US"/>
        </a:p>
      </dgm:t>
    </dgm:pt>
    <dgm:pt modelId="{83D22A0C-BEE5-49F8-A66A-84177F0AB8A1}" type="sibTrans" cxnId="{A1B752AF-210B-4636-BFC7-9B6B35A03F91}">
      <dgm:prSet/>
      <dgm:spPr/>
      <dgm:t>
        <a:bodyPr/>
        <a:lstStyle/>
        <a:p>
          <a:endParaRPr lang="en-US"/>
        </a:p>
      </dgm:t>
    </dgm:pt>
    <dgm:pt modelId="{424C62B0-6EA1-4BD6-AC9D-FF496115BA3F}">
      <dgm:prSet custT="1"/>
      <dgm:spPr/>
      <dgm:t>
        <a:bodyPr/>
        <a:lstStyle/>
        <a:p>
          <a:pPr>
            <a:lnSpc>
              <a:spcPct val="100000"/>
            </a:lnSpc>
          </a:pPr>
          <a:r>
            <a:rPr lang="en-GB" sz="2400" dirty="0"/>
            <a:t>Atrial fibrillation</a:t>
          </a:r>
          <a:endParaRPr lang="en-US" sz="2400" dirty="0"/>
        </a:p>
      </dgm:t>
    </dgm:pt>
    <dgm:pt modelId="{E12734C0-B9B0-4785-86D0-5CF40FAEFFB6}" type="parTrans" cxnId="{CFCFA61C-456E-4331-9EA1-ED35DBE45D5D}">
      <dgm:prSet/>
      <dgm:spPr/>
      <dgm:t>
        <a:bodyPr/>
        <a:lstStyle/>
        <a:p>
          <a:endParaRPr lang="en-US"/>
        </a:p>
      </dgm:t>
    </dgm:pt>
    <dgm:pt modelId="{9CE1A0D2-0308-40D8-A28B-589E22E302CB}" type="sibTrans" cxnId="{CFCFA61C-456E-4331-9EA1-ED35DBE45D5D}">
      <dgm:prSet/>
      <dgm:spPr/>
      <dgm:t>
        <a:bodyPr/>
        <a:lstStyle/>
        <a:p>
          <a:endParaRPr lang="en-US"/>
        </a:p>
      </dgm:t>
    </dgm:pt>
    <dgm:pt modelId="{26BC310B-C98F-4C5F-9F7A-19C97F304102}">
      <dgm:prSet custT="1"/>
      <dgm:spPr/>
      <dgm:t>
        <a:bodyPr/>
        <a:lstStyle/>
        <a:p>
          <a:pPr>
            <a:lnSpc>
              <a:spcPct val="100000"/>
            </a:lnSpc>
          </a:pPr>
          <a:r>
            <a:rPr lang="en-GB" sz="2400" dirty="0"/>
            <a:t>Hypercholesterolaemia</a:t>
          </a:r>
          <a:endParaRPr lang="en-US" sz="2400" dirty="0"/>
        </a:p>
      </dgm:t>
    </dgm:pt>
    <dgm:pt modelId="{FE137874-93E4-470D-99C4-2FAEC96B7D09}" type="parTrans" cxnId="{C66F09D0-EA3A-4E44-B55F-9C778A999276}">
      <dgm:prSet/>
      <dgm:spPr/>
      <dgm:t>
        <a:bodyPr/>
        <a:lstStyle/>
        <a:p>
          <a:endParaRPr lang="en-US"/>
        </a:p>
      </dgm:t>
    </dgm:pt>
    <dgm:pt modelId="{5321581D-753F-4C4D-A38D-9EC72618AC0F}" type="sibTrans" cxnId="{C66F09D0-EA3A-4E44-B55F-9C778A999276}">
      <dgm:prSet/>
      <dgm:spPr/>
      <dgm:t>
        <a:bodyPr/>
        <a:lstStyle/>
        <a:p>
          <a:endParaRPr lang="en-US"/>
        </a:p>
      </dgm:t>
    </dgm:pt>
    <dgm:pt modelId="{54732161-C56E-43D6-9927-B43FBCFC845C}">
      <dgm:prSet custT="1"/>
      <dgm:spPr/>
      <dgm:t>
        <a:bodyPr/>
        <a:lstStyle/>
        <a:p>
          <a:pPr>
            <a:lnSpc>
              <a:spcPct val="100000"/>
            </a:lnSpc>
          </a:pPr>
          <a:r>
            <a:rPr lang="en-GB" sz="2400" dirty="0"/>
            <a:t>Diabetes mellitus</a:t>
          </a:r>
          <a:endParaRPr lang="en-US" sz="2400" dirty="0"/>
        </a:p>
      </dgm:t>
    </dgm:pt>
    <dgm:pt modelId="{6B250E2A-BC37-494B-BBD8-168C5346E717}" type="parTrans" cxnId="{7B136CB6-8E77-4766-9381-23A8C5542856}">
      <dgm:prSet/>
      <dgm:spPr/>
      <dgm:t>
        <a:bodyPr/>
        <a:lstStyle/>
        <a:p>
          <a:endParaRPr lang="en-US"/>
        </a:p>
      </dgm:t>
    </dgm:pt>
    <dgm:pt modelId="{362696B3-3778-4916-B4F7-B574D3A8620E}" type="sibTrans" cxnId="{7B136CB6-8E77-4766-9381-23A8C5542856}">
      <dgm:prSet/>
      <dgm:spPr/>
      <dgm:t>
        <a:bodyPr/>
        <a:lstStyle/>
        <a:p>
          <a:endParaRPr lang="en-US"/>
        </a:p>
      </dgm:t>
    </dgm:pt>
    <dgm:pt modelId="{4A3925B0-83E1-4586-A6DA-F912C4ABADC3}">
      <dgm:prSet custT="1"/>
      <dgm:spPr/>
      <dgm:t>
        <a:bodyPr/>
        <a:lstStyle/>
        <a:p>
          <a:pPr>
            <a:lnSpc>
              <a:spcPct val="100000"/>
            </a:lnSpc>
          </a:pPr>
          <a:endParaRPr lang="en-US" sz="2400" dirty="0"/>
        </a:p>
      </dgm:t>
    </dgm:pt>
    <dgm:pt modelId="{ED39F059-FC30-489B-A124-96075E68ACC8}" type="parTrans" cxnId="{464EC210-6273-4D08-8D11-D42E15A547A5}">
      <dgm:prSet/>
      <dgm:spPr/>
      <dgm:t>
        <a:bodyPr/>
        <a:lstStyle/>
        <a:p>
          <a:endParaRPr lang="en-US"/>
        </a:p>
      </dgm:t>
    </dgm:pt>
    <dgm:pt modelId="{1BF97C82-AFE8-49DC-B400-2D612685C3BE}" type="sibTrans" cxnId="{464EC210-6273-4D08-8D11-D42E15A547A5}">
      <dgm:prSet/>
      <dgm:spPr/>
      <dgm:t>
        <a:bodyPr/>
        <a:lstStyle/>
        <a:p>
          <a:endParaRPr lang="en-US"/>
        </a:p>
      </dgm:t>
    </dgm:pt>
    <dgm:pt modelId="{463B2605-0646-4D78-9EFC-F9D288BBEEEB}" type="pres">
      <dgm:prSet presAssocID="{6568FBE1-6893-424C-A811-821A1B6D4E45}" presName="root" presStyleCnt="0">
        <dgm:presLayoutVars>
          <dgm:dir/>
          <dgm:resizeHandles val="exact"/>
        </dgm:presLayoutVars>
      </dgm:prSet>
      <dgm:spPr/>
    </dgm:pt>
    <dgm:pt modelId="{2D940B06-C4DA-43D2-AE98-C0C6C2447CCA}" type="pres">
      <dgm:prSet presAssocID="{CDEB7752-E585-4D5B-888F-C8C792A70A83}" presName="compNode" presStyleCnt="0"/>
      <dgm:spPr/>
    </dgm:pt>
    <dgm:pt modelId="{2D565765-4C35-4C7D-AD77-5FAD6C906538}" type="pres">
      <dgm:prSet presAssocID="{CDEB7752-E585-4D5B-888F-C8C792A70A83}" presName="bgRect" presStyleLbl="bgShp" presStyleIdx="0" presStyleCnt="4" custLinFactNeighborX="413" custLinFactNeighborY="432"/>
      <dgm:spPr>
        <a:solidFill>
          <a:schemeClr val="accent1">
            <a:lumMod val="20000"/>
            <a:lumOff val="80000"/>
          </a:schemeClr>
        </a:solidFill>
      </dgm:spPr>
    </dgm:pt>
    <dgm:pt modelId="{81535162-711A-4C6A-817D-AF457E5D253C}" type="pres">
      <dgm:prSet presAssocID="{CDEB7752-E585-4D5B-888F-C8C792A70A83}" presName="iconRect" presStyleLbl="node1" presStyleIdx="0" presStyleCnt="4" custLinFactNeighborY="-544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Stethoscope with solid fill"/>
        </a:ext>
      </dgm:extLst>
    </dgm:pt>
    <dgm:pt modelId="{275E9222-A38E-4B54-82A2-089289C910E5}" type="pres">
      <dgm:prSet presAssocID="{CDEB7752-E585-4D5B-888F-C8C792A70A83}" presName="spaceRect" presStyleCnt="0"/>
      <dgm:spPr/>
    </dgm:pt>
    <dgm:pt modelId="{A2640F47-9111-4CB9-979B-014AACBCF886}" type="pres">
      <dgm:prSet presAssocID="{CDEB7752-E585-4D5B-888F-C8C792A70A83}" presName="parTx" presStyleLbl="revTx" presStyleIdx="0" presStyleCnt="5">
        <dgm:presLayoutVars>
          <dgm:chMax val="0"/>
          <dgm:chPref val="0"/>
        </dgm:presLayoutVars>
      </dgm:prSet>
      <dgm:spPr/>
    </dgm:pt>
    <dgm:pt modelId="{E51D57E5-5935-44B4-949B-AE749B4A4C0D}" type="pres">
      <dgm:prSet presAssocID="{83D22A0C-BEE5-49F8-A66A-84177F0AB8A1}" presName="sibTrans" presStyleCnt="0"/>
      <dgm:spPr/>
    </dgm:pt>
    <dgm:pt modelId="{7F0303CA-6D8E-4F9F-BC93-A8EE721DB1D9}" type="pres">
      <dgm:prSet presAssocID="{424C62B0-6EA1-4BD6-AC9D-FF496115BA3F}" presName="compNode" presStyleCnt="0"/>
      <dgm:spPr/>
    </dgm:pt>
    <dgm:pt modelId="{C33C35B9-A69A-4B3A-A518-C3BE9900A0FC}" type="pres">
      <dgm:prSet presAssocID="{424C62B0-6EA1-4BD6-AC9D-FF496115BA3F}" presName="bgRect" presStyleLbl="bgShp" presStyleIdx="1" presStyleCnt="4" custLinFactNeighborY="2994"/>
      <dgm:spPr>
        <a:solidFill>
          <a:schemeClr val="accent1">
            <a:lumMod val="20000"/>
            <a:lumOff val="80000"/>
          </a:schemeClr>
        </a:solidFill>
      </dgm:spPr>
    </dgm:pt>
    <dgm:pt modelId="{974F0C83-C542-4682-B39D-61AF943C2A92}" type="pres">
      <dgm:prSet presAssocID="{424C62B0-6EA1-4BD6-AC9D-FF496115BA3F}"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Heart with pulse with solid fill"/>
        </a:ext>
      </dgm:extLst>
    </dgm:pt>
    <dgm:pt modelId="{F7AB4F52-A768-4B27-AEF8-A996B1F9B0B5}" type="pres">
      <dgm:prSet presAssocID="{424C62B0-6EA1-4BD6-AC9D-FF496115BA3F}" presName="spaceRect" presStyleCnt="0"/>
      <dgm:spPr/>
    </dgm:pt>
    <dgm:pt modelId="{A45F074F-5816-42F0-A638-DF40285630A6}" type="pres">
      <dgm:prSet presAssocID="{424C62B0-6EA1-4BD6-AC9D-FF496115BA3F}" presName="parTx" presStyleLbl="revTx" presStyleIdx="1" presStyleCnt="5">
        <dgm:presLayoutVars>
          <dgm:chMax val="0"/>
          <dgm:chPref val="0"/>
        </dgm:presLayoutVars>
      </dgm:prSet>
      <dgm:spPr/>
    </dgm:pt>
    <dgm:pt modelId="{81863842-55EB-4F76-8BC4-BB0430AF61C6}" type="pres">
      <dgm:prSet presAssocID="{9CE1A0D2-0308-40D8-A28B-589E22E302CB}" presName="sibTrans" presStyleCnt="0"/>
      <dgm:spPr/>
    </dgm:pt>
    <dgm:pt modelId="{A282150B-2384-43B3-AF54-ECD88A3AC266}" type="pres">
      <dgm:prSet presAssocID="{26BC310B-C98F-4C5F-9F7A-19C97F304102}" presName="compNode" presStyleCnt="0"/>
      <dgm:spPr/>
    </dgm:pt>
    <dgm:pt modelId="{1A30D7EA-8420-48E4-83CA-AEC2BB5E6627}" type="pres">
      <dgm:prSet presAssocID="{26BC310B-C98F-4C5F-9F7A-19C97F304102}" presName="bgRect" presStyleLbl="bgShp" presStyleIdx="2" presStyleCnt="4"/>
      <dgm:spPr>
        <a:solidFill>
          <a:schemeClr val="accent1">
            <a:lumMod val="20000"/>
            <a:lumOff val="80000"/>
          </a:schemeClr>
        </a:solidFill>
        <a:ln>
          <a:solidFill>
            <a:schemeClr val="accent1">
              <a:lumMod val="20000"/>
              <a:lumOff val="80000"/>
            </a:schemeClr>
          </a:solidFill>
        </a:ln>
      </dgm:spPr>
    </dgm:pt>
    <dgm:pt modelId="{FF2805F4-52B7-42C3-B370-EB9BBBC45B8D}" type="pres">
      <dgm:prSet presAssocID="{26BC310B-C98F-4C5F-9F7A-19C97F304102}"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IV with solid fill"/>
        </a:ext>
      </dgm:extLst>
    </dgm:pt>
    <dgm:pt modelId="{38AD8FA5-086B-4DAF-89E1-481AD6CA9587}" type="pres">
      <dgm:prSet presAssocID="{26BC310B-C98F-4C5F-9F7A-19C97F304102}" presName="spaceRect" presStyleCnt="0"/>
      <dgm:spPr/>
    </dgm:pt>
    <dgm:pt modelId="{4ABFDA1C-C22B-45A1-B4A5-2E033AA70E03}" type="pres">
      <dgm:prSet presAssocID="{26BC310B-C98F-4C5F-9F7A-19C97F304102}" presName="parTx" presStyleLbl="revTx" presStyleIdx="2" presStyleCnt="5">
        <dgm:presLayoutVars>
          <dgm:chMax val="0"/>
          <dgm:chPref val="0"/>
        </dgm:presLayoutVars>
      </dgm:prSet>
      <dgm:spPr/>
    </dgm:pt>
    <dgm:pt modelId="{90D167A9-D381-4A5C-8C26-DC59A6882838}" type="pres">
      <dgm:prSet presAssocID="{5321581D-753F-4C4D-A38D-9EC72618AC0F}" presName="sibTrans" presStyleCnt="0"/>
      <dgm:spPr/>
    </dgm:pt>
    <dgm:pt modelId="{B4B24548-803A-40B2-8855-18289E23DB07}" type="pres">
      <dgm:prSet presAssocID="{54732161-C56E-43D6-9927-B43FBCFC845C}" presName="compNode" presStyleCnt="0"/>
      <dgm:spPr/>
    </dgm:pt>
    <dgm:pt modelId="{6690F4A3-70D8-4F45-9AC5-DFED0906B17D}" type="pres">
      <dgm:prSet presAssocID="{54732161-C56E-43D6-9927-B43FBCFC845C}" presName="bgRect" presStyleLbl="bgShp" presStyleIdx="3" presStyleCnt="4" custLinFactNeighborX="413" custLinFactNeighborY="-3992"/>
      <dgm:spPr>
        <a:solidFill>
          <a:schemeClr val="accent1">
            <a:lumMod val="20000"/>
            <a:lumOff val="80000"/>
          </a:schemeClr>
        </a:solidFill>
        <a:ln>
          <a:solidFill>
            <a:schemeClr val="accent1">
              <a:lumMod val="20000"/>
              <a:lumOff val="80000"/>
            </a:schemeClr>
          </a:solidFill>
        </a:ln>
      </dgm:spPr>
    </dgm:pt>
    <dgm:pt modelId="{9AF7F62D-99D7-45DB-95A6-C921B5D7D7D7}" type="pres">
      <dgm:prSet presAssocID="{54732161-C56E-43D6-9927-B43FBCFC845C}" presName="iconRect" presStyleLbl="node1" presStyleIdx="3" presStyleCnt="4" custLinFactNeighborY="7259"/>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Medicine with solid fill"/>
        </a:ext>
      </dgm:extLst>
    </dgm:pt>
    <dgm:pt modelId="{978C1FF5-6F14-43A6-A338-9EFCC60BCDCE}" type="pres">
      <dgm:prSet presAssocID="{54732161-C56E-43D6-9927-B43FBCFC845C}" presName="spaceRect" presStyleCnt="0"/>
      <dgm:spPr/>
    </dgm:pt>
    <dgm:pt modelId="{72259768-EC27-4D83-B081-B4F1CEF1DE05}" type="pres">
      <dgm:prSet presAssocID="{54732161-C56E-43D6-9927-B43FBCFC845C}" presName="parTx" presStyleLbl="revTx" presStyleIdx="3" presStyleCnt="5" custScaleX="150965" custLinFactNeighborX="19758" custLinFactNeighborY="8409">
        <dgm:presLayoutVars>
          <dgm:chMax val="0"/>
          <dgm:chPref val="0"/>
        </dgm:presLayoutVars>
      </dgm:prSet>
      <dgm:spPr/>
    </dgm:pt>
    <dgm:pt modelId="{D952EF51-4EBE-487E-B7EC-E4E580E9DE72}" type="pres">
      <dgm:prSet presAssocID="{54732161-C56E-43D6-9927-B43FBCFC845C}" presName="desTx" presStyleLbl="revTx" presStyleIdx="4" presStyleCnt="5">
        <dgm:presLayoutVars/>
      </dgm:prSet>
      <dgm:spPr/>
    </dgm:pt>
  </dgm:ptLst>
  <dgm:cxnLst>
    <dgm:cxn modelId="{464EC210-6273-4D08-8D11-D42E15A547A5}" srcId="{54732161-C56E-43D6-9927-B43FBCFC845C}" destId="{4A3925B0-83E1-4586-A6DA-F912C4ABADC3}" srcOrd="0" destOrd="0" parTransId="{ED39F059-FC30-489B-A124-96075E68ACC8}" sibTransId="{1BF97C82-AFE8-49DC-B400-2D612685C3BE}"/>
    <dgm:cxn modelId="{CFCFA61C-456E-4331-9EA1-ED35DBE45D5D}" srcId="{6568FBE1-6893-424C-A811-821A1B6D4E45}" destId="{424C62B0-6EA1-4BD6-AC9D-FF496115BA3F}" srcOrd="1" destOrd="0" parTransId="{E12734C0-B9B0-4785-86D0-5CF40FAEFFB6}" sibTransId="{9CE1A0D2-0308-40D8-A28B-589E22E302CB}"/>
    <dgm:cxn modelId="{FC282930-8EEA-491B-88BE-38D77058BCD6}" type="presOf" srcId="{CDEB7752-E585-4D5B-888F-C8C792A70A83}" destId="{A2640F47-9111-4CB9-979B-014AACBCF886}" srcOrd="0" destOrd="0" presId="urn:microsoft.com/office/officeart/2018/2/layout/IconVerticalSolidList"/>
    <dgm:cxn modelId="{8AB0E73C-222A-4791-91F9-D6B39FE4B89D}" type="presOf" srcId="{4A3925B0-83E1-4586-A6DA-F912C4ABADC3}" destId="{D952EF51-4EBE-487E-B7EC-E4E580E9DE72}" srcOrd="0" destOrd="0" presId="urn:microsoft.com/office/officeart/2018/2/layout/IconVerticalSolidList"/>
    <dgm:cxn modelId="{00CFF858-5CA5-4A7B-BE3B-A15DF8BD803B}" type="presOf" srcId="{26BC310B-C98F-4C5F-9F7A-19C97F304102}" destId="{4ABFDA1C-C22B-45A1-B4A5-2E033AA70E03}" srcOrd="0" destOrd="0" presId="urn:microsoft.com/office/officeart/2018/2/layout/IconVerticalSolidList"/>
    <dgm:cxn modelId="{82EB2D8D-A74E-4765-856C-B708701001E2}" type="presOf" srcId="{54732161-C56E-43D6-9927-B43FBCFC845C}" destId="{72259768-EC27-4D83-B081-B4F1CEF1DE05}" srcOrd="0" destOrd="0" presId="urn:microsoft.com/office/officeart/2018/2/layout/IconVerticalSolidList"/>
    <dgm:cxn modelId="{4E47989D-AD67-495C-8DE9-705FB0546ADD}" type="presOf" srcId="{6568FBE1-6893-424C-A811-821A1B6D4E45}" destId="{463B2605-0646-4D78-9EFC-F9D288BBEEEB}" srcOrd="0" destOrd="0" presId="urn:microsoft.com/office/officeart/2018/2/layout/IconVerticalSolidList"/>
    <dgm:cxn modelId="{A1B752AF-210B-4636-BFC7-9B6B35A03F91}" srcId="{6568FBE1-6893-424C-A811-821A1B6D4E45}" destId="{CDEB7752-E585-4D5B-888F-C8C792A70A83}" srcOrd="0" destOrd="0" parTransId="{E4FF274C-1CA8-4EFD-A6F8-7553E63AFF51}" sibTransId="{83D22A0C-BEE5-49F8-A66A-84177F0AB8A1}"/>
    <dgm:cxn modelId="{7B136CB6-8E77-4766-9381-23A8C5542856}" srcId="{6568FBE1-6893-424C-A811-821A1B6D4E45}" destId="{54732161-C56E-43D6-9927-B43FBCFC845C}" srcOrd="3" destOrd="0" parTransId="{6B250E2A-BC37-494B-BBD8-168C5346E717}" sibTransId="{362696B3-3778-4916-B4F7-B574D3A8620E}"/>
    <dgm:cxn modelId="{D4A755BE-2C16-4ED1-997F-62D08AF91A8B}" type="presOf" srcId="{424C62B0-6EA1-4BD6-AC9D-FF496115BA3F}" destId="{A45F074F-5816-42F0-A638-DF40285630A6}" srcOrd="0" destOrd="0" presId="urn:microsoft.com/office/officeart/2018/2/layout/IconVerticalSolidList"/>
    <dgm:cxn modelId="{C66F09D0-EA3A-4E44-B55F-9C778A999276}" srcId="{6568FBE1-6893-424C-A811-821A1B6D4E45}" destId="{26BC310B-C98F-4C5F-9F7A-19C97F304102}" srcOrd="2" destOrd="0" parTransId="{FE137874-93E4-470D-99C4-2FAEC96B7D09}" sibTransId="{5321581D-753F-4C4D-A38D-9EC72618AC0F}"/>
    <dgm:cxn modelId="{ACB5FC1C-CBC2-45C4-B081-5DB8398D54C7}" type="presParOf" srcId="{463B2605-0646-4D78-9EFC-F9D288BBEEEB}" destId="{2D940B06-C4DA-43D2-AE98-C0C6C2447CCA}" srcOrd="0" destOrd="0" presId="urn:microsoft.com/office/officeart/2018/2/layout/IconVerticalSolidList"/>
    <dgm:cxn modelId="{C1E51020-C81A-42EF-A524-A126A28EB6CB}" type="presParOf" srcId="{2D940B06-C4DA-43D2-AE98-C0C6C2447CCA}" destId="{2D565765-4C35-4C7D-AD77-5FAD6C906538}" srcOrd="0" destOrd="0" presId="urn:microsoft.com/office/officeart/2018/2/layout/IconVerticalSolidList"/>
    <dgm:cxn modelId="{723FD3FA-8E6A-48F6-BDCB-F4F49F6AA543}" type="presParOf" srcId="{2D940B06-C4DA-43D2-AE98-C0C6C2447CCA}" destId="{81535162-711A-4C6A-817D-AF457E5D253C}" srcOrd="1" destOrd="0" presId="urn:microsoft.com/office/officeart/2018/2/layout/IconVerticalSolidList"/>
    <dgm:cxn modelId="{A77F0569-09D9-4D4F-A676-17909BDCB030}" type="presParOf" srcId="{2D940B06-C4DA-43D2-AE98-C0C6C2447CCA}" destId="{275E9222-A38E-4B54-82A2-089289C910E5}" srcOrd="2" destOrd="0" presId="urn:microsoft.com/office/officeart/2018/2/layout/IconVerticalSolidList"/>
    <dgm:cxn modelId="{C0F4FEB8-1B04-4F9E-9A8E-3126BCDBAB5D}" type="presParOf" srcId="{2D940B06-C4DA-43D2-AE98-C0C6C2447CCA}" destId="{A2640F47-9111-4CB9-979B-014AACBCF886}" srcOrd="3" destOrd="0" presId="urn:microsoft.com/office/officeart/2018/2/layout/IconVerticalSolidList"/>
    <dgm:cxn modelId="{375B5EF9-C85B-47DA-B428-A6DF735469BA}" type="presParOf" srcId="{463B2605-0646-4D78-9EFC-F9D288BBEEEB}" destId="{E51D57E5-5935-44B4-949B-AE749B4A4C0D}" srcOrd="1" destOrd="0" presId="urn:microsoft.com/office/officeart/2018/2/layout/IconVerticalSolidList"/>
    <dgm:cxn modelId="{43BBAAD0-475D-43E5-8841-A7EEED9EC418}" type="presParOf" srcId="{463B2605-0646-4D78-9EFC-F9D288BBEEEB}" destId="{7F0303CA-6D8E-4F9F-BC93-A8EE721DB1D9}" srcOrd="2" destOrd="0" presId="urn:microsoft.com/office/officeart/2018/2/layout/IconVerticalSolidList"/>
    <dgm:cxn modelId="{AFBF660A-7BBF-4563-B036-34751493C526}" type="presParOf" srcId="{7F0303CA-6D8E-4F9F-BC93-A8EE721DB1D9}" destId="{C33C35B9-A69A-4B3A-A518-C3BE9900A0FC}" srcOrd="0" destOrd="0" presId="urn:microsoft.com/office/officeart/2018/2/layout/IconVerticalSolidList"/>
    <dgm:cxn modelId="{B99E9900-2FB0-482C-A8BD-88246AED7798}" type="presParOf" srcId="{7F0303CA-6D8E-4F9F-BC93-A8EE721DB1D9}" destId="{974F0C83-C542-4682-B39D-61AF943C2A92}" srcOrd="1" destOrd="0" presId="urn:microsoft.com/office/officeart/2018/2/layout/IconVerticalSolidList"/>
    <dgm:cxn modelId="{611F5249-9FF0-444C-B147-2A3C65837608}" type="presParOf" srcId="{7F0303CA-6D8E-4F9F-BC93-A8EE721DB1D9}" destId="{F7AB4F52-A768-4B27-AEF8-A996B1F9B0B5}" srcOrd="2" destOrd="0" presId="urn:microsoft.com/office/officeart/2018/2/layout/IconVerticalSolidList"/>
    <dgm:cxn modelId="{CBD5EBC3-4FAD-4B9E-9476-660FCF719525}" type="presParOf" srcId="{7F0303CA-6D8E-4F9F-BC93-A8EE721DB1D9}" destId="{A45F074F-5816-42F0-A638-DF40285630A6}" srcOrd="3" destOrd="0" presId="urn:microsoft.com/office/officeart/2018/2/layout/IconVerticalSolidList"/>
    <dgm:cxn modelId="{AEBC6993-6670-4D90-A7D0-5EB0B438C9EB}" type="presParOf" srcId="{463B2605-0646-4D78-9EFC-F9D288BBEEEB}" destId="{81863842-55EB-4F76-8BC4-BB0430AF61C6}" srcOrd="3" destOrd="0" presId="urn:microsoft.com/office/officeart/2018/2/layout/IconVerticalSolidList"/>
    <dgm:cxn modelId="{E9D6384E-9BA7-42EC-AEC1-50F21C016AC9}" type="presParOf" srcId="{463B2605-0646-4D78-9EFC-F9D288BBEEEB}" destId="{A282150B-2384-43B3-AF54-ECD88A3AC266}" srcOrd="4" destOrd="0" presId="urn:microsoft.com/office/officeart/2018/2/layout/IconVerticalSolidList"/>
    <dgm:cxn modelId="{CCCB6856-498A-4B47-88BE-77F6E75CBACB}" type="presParOf" srcId="{A282150B-2384-43B3-AF54-ECD88A3AC266}" destId="{1A30D7EA-8420-48E4-83CA-AEC2BB5E6627}" srcOrd="0" destOrd="0" presId="urn:microsoft.com/office/officeart/2018/2/layout/IconVerticalSolidList"/>
    <dgm:cxn modelId="{EA05CDDD-C69E-471A-B910-0FB3CDED2E43}" type="presParOf" srcId="{A282150B-2384-43B3-AF54-ECD88A3AC266}" destId="{FF2805F4-52B7-42C3-B370-EB9BBBC45B8D}" srcOrd="1" destOrd="0" presId="urn:microsoft.com/office/officeart/2018/2/layout/IconVerticalSolidList"/>
    <dgm:cxn modelId="{AC099F0F-28FD-42D0-A0CE-33771E148FBB}" type="presParOf" srcId="{A282150B-2384-43B3-AF54-ECD88A3AC266}" destId="{38AD8FA5-086B-4DAF-89E1-481AD6CA9587}" srcOrd="2" destOrd="0" presId="urn:microsoft.com/office/officeart/2018/2/layout/IconVerticalSolidList"/>
    <dgm:cxn modelId="{FE390D63-35A2-4148-8E2F-C4CF6014DFC0}" type="presParOf" srcId="{A282150B-2384-43B3-AF54-ECD88A3AC266}" destId="{4ABFDA1C-C22B-45A1-B4A5-2E033AA70E03}" srcOrd="3" destOrd="0" presId="urn:microsoft.com/office/officeart/2018/2/layout/IconVerticalSolidList"/>
    <dgm:cxn modelId="{316B5760-5CAC-45F1-9F3C-60774C4D2970}" type="presParOf" srcId="{463B2605-0646-4D78-9EFC-F9D288BBEEEB}" destId="{90D167A9-D381-4A5C-8C26-DC59A6882838}" srcOrd="5" destOrd="0" presId="urn:microsoft.com/office/officeart/2018/2/layout/IconVerticalSolidList"/>
    <dgm:cxn modelId="{71CAB9F8-37D4-47F7-A1F4-F97C378D19B8}" type="presParOf" srcId="{463B2605-0646-4D78-9EFC-F9D288BBEEEB}" destId="{B4B24548-803A-40B2-8855-18289E23DB07}" srcOrd="6" destOrd="0" presId="urn:microsoft.com/office/officeart/2018/2/layout/IconVerticalSolidList"/>
    <dgm:cxn modelId="{FC3654A5-0972-44CE-B16F-83EAED49E82C}" type="presParOf" srcId="{B4B24548-803A-40B2-8855-18289E23DB07}" destId="{6690F4A3-70D8-4F45-9AC5-DFED0906B17D}" srcOrd="0" destOrd="0" presId="urn:microsoft.com/office/officeart/2018/2/layout/IconVerticalSolidList"/>
    <dgm:cxn modelId="{9B87881D-76CE-4104-B17B-24E2BF7B6EB7}" type="presParOf" srcId="{B4B24548-803A-40B2-8855-18289E23DB07}" destId="{9AF7F62D-99D7-45DB-95A6-C921B5D7D7D7}" srcOrd="1" destOrd="0" presId="urn:microsoft.com/office/officeart/2018/2/layout/IconVerticalSolidList"/>
    <dgm:cxn modelId="{82FB49BB-4C25-4892-8629-5FAFACE97729}" type="presParOf" srcId="{B4B24548-803A-40B2-8855-18289E23DB07}" destId="{978C1FF5-6F14-43A6-A338-9EFCC60BCDCE}" srcOrd="2" destOrd="0" presId="urn:microsoft.com/office/officeart/2018/2/layout/IconVerticalSolidList"/>
    <dgm:cxn modelId="{1AD1E6C4-E640-4F63-818A-B44CBF945640}" type="presParOf" srcId="{B4B24548-803A-40B2-8855-18289E23DB07}" destId="{72259768-EC27-4D83-B081-B4F1CEF1DE05}" srcOrd="3" destOrd="0" presId="urn:microsoft.com/office/officeart/2018/2/layout/IconVerticalSolidList"/>
    <dgm:cxn modelId="{9E2B7F30-0FA1-4B78-9C7D-A5BAF26F5579}" type="presParOf" srcId="{B4B24548-803A-40B2-8855-18289E23DB07}" destId="{D952EF51-4EBE-487E-B7EC-E4E580E9DE72}"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568FBE1-6893-424C-A811-821A1B6D4E45}" type="doc">
      <dgm:prSet loTypeId="urn:microsoft.com/office/officeart/2018/2/layout/IconVerticalSolidList" loCatId="icon" qsTypeId="urn:microsoft.com/office/officeart/2005/8/quickstyle/simple4" qsCatId="simple" csTypeId="urn:microsoft.com/office/officeart/2018/5/colors/Iconchunking_neutralbg_colorful1" csCatId="colorful" phldr="1"/>
      <dgm:spPr/>
      <dgm:t>
        <a:bodyPr/>
        <a:lstStyle/>
        <a:p>
          <a:endParaRPr lang="en-US"/>
        </a:p>
      </dgm:t>
    </dgm:pt>
    <dgm:pt modelId="{CDEB7752-E585-4D5B-888F-C8C792A70A83}">
      <dgm:prSet custT="1"/>
      <dgm:spPr/>
      <dgm:t>
        <a:bodyPr/>
        <a:lstStyle/>
        <a:p>
          <a:pPr>
            <a:lnSpc>
              <a:spcPct val="100000"/>
            </a:lnSpc>
          </a:pPr>
          <a:r>
            <a:rPr lang="en-GB" sz="2400" dirty="0"/>
            <a:t>Physical inactivity</a:t>
          </a:r>
          <a:endParaRPr lang="en-US" sz="2400" dirty="0"/>
        </a:p>
      </dgm:t>
    </dgm:pt>
    <dgm:pt modelId="{E4FF274C-1CA8-4EFD-A6F8-7553E63AFF51}" type="parTrans" cxnId="{A1B752AF-210B-4636-BFC7-9B6B35A03F91}">
      <dgm:prSet/>
      <dgm:spPr/>
      <dgm:t>
        <a:bodyPr/>
        <a:lstStyle/>
        <a:p>
          <a:endParaRPr lang="en-US"/>
        </a:p>
      </dgm:t>
    </dgm:pt>
    <dgm:pt modelId="{83D22A0C-BEE5-49F8-A66A-84177F0AB8A1}" type="sibTrans" cxnId="{A1B752AF-210B-4636-BFC7-9B6B35A03F91}">
      <dgm:prSet/>
      <dgm:spPr/>
      <dgm:t>
        <a:bodyPr/>
        <a:lstStyle/>
        <a:p>
          <a:endParaRPr lang="en-US"/>
        </a:p>
      </dgm:t>
    </dgm:pt>
    <dgm:pt modelId="{424C62B0-6EA1-4BD6-AC9D-FF496115BA3F}">
      <dgm:prSet custT="1"/>
      <dgm:spPr/>
      <dgm:t>
        <a:bodyPr/>
        <a:lstStyle/>
        <a:p>
          <a:pPr>
            <a:lnSpc>
              <a:spcPct val="100000"/>
            </a:lnSpc>
          </a:pPr>
          <a:r>
            <a:rPr lang="en-GB" sz="2400" dirty="0"/>
            <a:t>Poor diet/obesity</a:t>
          </a:r>
          <a:endParaRPr lang="en-US" sz="2400" dirty="0"/>
        </a:p>
      </dgm:t>
    </dgm:pt>
    <dgm:pt modelId="{E12734C0-B9B0-4785-86D0-5CF40FAEFFB6}" type="parTrans" cxnId="{CFCFA61C-456E-4331-9EA1-ED35DBE45D5D}">
      <dgm:prSet/>
      <dgm:spPr/>
      <dgm:t>
        <a:bodyPr/>
        <a:lstStyle/>
        <a:p>
          <a:endParaRPr lang="en-US"/>
        </a:p>
      </dgm:t>
    </dgm:pt>
    <dgm:pt modelId="{9CE1A0D2-0308-40D8-A28B-589E22E302CB}" type="sibTrans" cxnId="{CFCFA61C-456E-4331-9EA1-ED35DBE45D5D}">
      <dgm:prSet/>
      <dgm:spPr/>
      <dgm:t>
        <a:bodyPr/>
        <a:lstStyle/>
        <a:p>
          <a:endParaRPr lang="en-US"/>
        </a:p>
      </dgm:t>
    </dgm:pt>
    <dgm:pt modelId="{26BC310B-C98F-4C5F-9F7A-19C97F304102}">
      <dgm:prSet custT="1"/>
      <dgm:spPr/>
      <dgm:t>
        <a:bodyPr/>
        <a:lstStyle/>
        <a:p>
          <a:pPr>
            <a:lnSpc>
              <a:spcPct val="100000"/>
            </a:lnSpc>
          </a:pPr>
          <a:r>
            <a:rPr lang="en-GB" sz="2400" dirty="0"/>
            <a:t>Smoking</a:t>
          </a:r>
          <a:endParaRPr lang="en-US" sz="2400" dirty="0"/>
        </a:p>
      </dgm:t>
    </dgm:pt>
    <dgm:pt modelId="{FE137874-93E4-470D-99C4-2FAEC96B7D09}" type="parTrans" cxnId="{C66F09D0-EA3A-4E44-B55F-9C778A999276}">
      <dgm:prSet/>
      <dgm:spPr/>
      <dgm:t>
        <a:bodyPr/>
        <a:lstStyle/>
        <a:p>
          <a:endParaRPr lang="en-US"/>
        </a:p>
      </dgm:t>
    </dgm:pt>
    <dgm:pt modelId="{5321581D-753F-4C4D-A38D-9EC72618AC0F}" type="sibTrans" cxnId="{C66F09D0-EA3A-4E44-B55F-9C778A999276}">
      <dgm:prSet/>
      <dgm:spPr/>
      <dgm:t>
        <a:bodyPr/>
        <a:lstStyle/>
        <a:p>
          <a:endParaRPr lang="en-US"/>
        </a:p>
      </dgm:t>
    </dgm:pt>
    <dgm:pt modelId="{54732161-C56E-43D6-9927-B43FBCFC845C}">
      <dgm:prSet custT="1"/>
      <dgm:spPr/>
      <dgm:t>
        <a:bodyPr/>
        <a:lstStyle/>
        <a:p>
          <a:pPr>
            <a:lnSpc>
              <a:spcPct val="100000"/>
            </a:lnSpc>
          </a:pPr>
          <a:r>
            <a:rPr lang="en-GB" sz="2400" dirty="0"/>
            <a:t>Alcohol consumption</a:t>
          </a:r>
          <a:endParaRPr lang="en-US" sz="2400" dirty="0"/>
        </a:p>
      </dgm:t>
    </dgm:pt>
    <dgm:pt modelId="{6B250E2A-BC37-494B-BBD8-168C5346E717}" type="parTrans" cxnId="{7B136CB6-8E77-4766-9381-23A8C5542856}">
      <dgm:prSet/>
      <dgm:spPr/>
      <dgm:t>
        <a:bodyPr/>
        <a:lstStyle/>
        <a:p>
          <a:endParaRPr lang="en-US"/>
        </a:p>
      </dgm:t>
    </dgm:pt>
    <dgm:pt modelId="{362696B3-3778-4916-B4F7-B574D3A8620E}" type="sibTrans" cxnId="{7B136CB6-8E77-4766-9381-23A8C5542856}">
      <dgm:prSet/>
      <dgm:spPr/>
      <dgm:t>
        <a:bodyPr/>
        <a:lstStyle/>
        <a:p>
          <a:endParaRPr lang="en-US"/>
        </a:p>
      </dgm:t>
    </dgm:pt>
    <dgm:pt modelId="{4A3925B0-83E1-4586-A6DA-F912C4ABADC3}">
      <dgm:prSet custT="1"/>
      <dgm:spPr/>
      <dgm:t>
        <a:bodyPr/>
        <a:lstStyle/>
        <a:p>
          <a:pPr>
            <a:lnSpc>
              <a:spcPct val="100000"/>
            </a:lnSpc>
          </a:pPr>
          <a:endParaRPr lang="en-US" sz="2400" dirty="0"/>
        </a:p>
      </dgm:t>
    </dgm:pt>
    <dgm:pt modelId="{1BF97C82-AFE8-49DC-B400-2D612685C3BE}" type="sibTrans" cxnId="{464EC210-6273-4D08-8D11-D42E15A547A5}">
      <dgm:prSet/>
      <dgm:spPr/>
      <dgm:t>
        <a:bodyPr/>
        <a:lstStyle/>
        <a:p>
          <a:endParaRPr lang="en-US"/>
        </a:p>
      </dgm:t>
    </dgm:pt>
    <dgm:pt modelId="{ED39F059-FC30-489B-A124-96075E68ACC8}" type="parTrans" cxnId="{464EC210-6273-4D08-8D11-D42E15A547A5}">
      <dgm:prSet/>
      <dgm:spPr/>
      <dgm:t>
        <a:bodyPr/>
        <a:lstStyle/>
        <a:p>
          <a:endParaRPr lang="en-US"/>
        </a:p>
      </dgm:t>
    </dgm:pt>
    <dgm:pt modelId="{463B2605-0646-4D78-9EFC-F9D288BBEEEB}" type="pres">
      <dgm:prSet presAssocID="{6568FBE1-6893-424C-A811-821A1B6D4E45}" presName="root" presStyleCnt="0">
        <dgm:presLayoutVars>
          <dgm:dir/>
          <dgm:resizeHandles val="exact"/>
        </dgm:presLayoutVars>
      </dgm:prSet>
      <dgm:spPr/>
    </dgm:pt>
    <dgm:pt modelId="{2D940B06-C4DA-43D2-AE98-C0C6C2447CCA}" type="pres">
      <dgm:prSet presAssocID="{CDEB7752-E585-4D5B-888F-C8C792A70A83}" presName="compNode" presStyleCnt="0"/>
      <dgm:spPr/>
    </dgm:pt>
    <dgm:pt modelId="{2D565765-4C35-4C7D-AD77-5FAD6C906538}" type="pres">
      <dgm:prSet presAssocID="{CDEB7752-E585-4D5B-888F-C8C792A70A83}" presName="bgRect" presStyleLbl="bgShp" presStyleIdx="0" presStyleCnt="4"/>
      <dgm:spPr>
        <a:solidFill>
          <a:schemeClr val="accent1">
            <a:lumMod val="20000"/>
            <a:lumOff val="80000"/>
          </a:schemeClr>
        </a:solidFill>
      </dgm:spPr>
    </dgm:pt>
    <dgm:pt modelId="{81535162-711A-4C6A-817D-AF457E5D253C}" type="pres">
      <dgm:prSet presAssocID="{CDEB7752-E585-4D5B-888F-C8C792A70A83}"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Run with solid fill"/>
        </a:ext>
      </dgm:extLst>
    </dgm:pt>
    <dgm:pt modelId="{275E9222-A38E-4B54-82A2-089289C910E5}" type="pres">
      <dgm:prSet presAssocID="{CDEB7752-E585-4D5B-888F-C8C792A70A83}" presName="spaceRect" presStyleCnt="0"/>
      <dgm:spPr/>
    </dgm:pt>
    <dgm:pt modelId="{A2640F47-9111-4CB9-979B-014AACBCF886}" type="pres">
      <dgm:prSet presAssocID="{CDEB7752-E585-4D5B-888F-C8C792A70A83}" presName="parTx" presStyleLbl="revTx" presStyleIdx="0" presStyleCnt="5">
        <dgm:presLayoutVars>
          <dgm:chMax val="0"/>
          <dgm:chPref val="0"/>
        </dgm:presLayoutVars>
      </dgm:prSet>
      <dgm:spPr/>
    </dgm:pt>
    <dgm:pt modelId="{E51D57E5-5935-44B4-949B-AE749B4A4C0D}" type="pres">
      <dgm:prSet presAssocID="{83D22A0C-BEE5-49F8-A66A-84177F0AB8A1}" presName="sibTrans" presStyleCnt="0"/>
      <dgm:spPr/>
    </dgm:pt>
    <dgm:pt modelId="{7F0303CA-6D8E-4F9F-BC93-A8EE721DB1D9}" type="pres">
      <dgm:prSet presAssocID="{424C62B0-6EA1-4BD6-AC9D-FF496115BA3F}" presName="compNode" presStyleCnt="0"/>
      <dgm:spPr/>
    </dgm:pt>
    <dgm:pt modelId="{C33C35B9-A69A-4B3A-A518-C3BE9900A0FC}" type="pres">
      <dgm:prSet presAssocID="{424C62B0-6EA1-4BD6-AC9D-FF496115BA3F}" presName="bgRect" presStyleLbl="bgShp" presStyleIdx="1" presStyleCnt="4"/>
      <dgm:spPr>
        <a:solidFill>
          <a:schemeClr val="accent1">
            <a:lumMod val="20000"/>
            <a:lumOff val="80000"/>
          </a:schemeClr>
        </a:solidFill>
      </dgm:spPr>
    </dgm:pt>
    <dgm:pt modelId="{974F0C83-C542-4682-B39D-61AF943C2A92}" type="pres">
      <dgm:prSet presAssocID="{424C62B0-6EA1-4BD6-AC9D-FF496115BA3F}"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Ice cream with solid fill"/>
        </a:ext>
      </dgm:extLst>
    </dgm:pt>
    <dgm:pt modelId="{F7AB4F52-A768-4B27-AEF8-A996B1F9B0B5}" type="pres">
      <dgm:prSet presAssocID="{424C62B0-6EA1-4BD6-AC9D-FF496115BA3F}" presName="spaceRect" presStyleCnt="0"/>
      <dgm:spPr/>
    </dgm:pt>
    <dgm:pt modelId="{A45F074F-5816-42F0-A638-DF40285630A6}" type="pres">
      <dgm:prSet presAssocID="{424C62B0-6EA1-4BD6-AC9D-FF496115BA3F}" presName="parTx" presStyleLbl="revTx" presStyleIdx="1" presStyleCnt="5">
        <dgm:presLayoutVars>
          <dgm:chMax val="0"/>
          <dgm:chPref val="0"/>
        </dgm:presLayoutVars>
      </dgm:prSet>
      <dgm:spPr/>
    </dgm:pt>
    <dgm:pt modelId="{81863842-55EB-4F76-8BC4-BB0430AF61C6}" type="pres">
      <dgm:prSet presAssocID="{9CE1A0D2-0308-40D8-A28B-589E22E302CB}" presName="sibTrans" presStyleCnt="0"/>
      <dgm:spPr/>
    </dgm:pt>
    <dgm:pt modelId="{A282150B-2384-43B3-AF54-ECD88A3AC266}" type="pres">
      <dgm:prSet presAssocID="{26BC310B-C98F-4C5F-9F7A-19C97F304102}" presName="compNode" presStyleCnt="0"/>
      <dgm:spPr/>
    </dgm:pt>
    <dgm:pt modelId="{1A30D7EA-8420-48E4-83CA-AEC2BB5E6627}" type="pres">
      <dgm:prSet presAssocID="{26BC310B-C98F-4C5F-9F7A-19C97F304102}" presName="bgRect" presStyleLbl="bgShp" presStyleIdx="2" presStyleCnt="4"/>
      <dgm:spPr>
        <a:solidFill>
          <a:schemeClr val="accent1">
            <a:lumMod val="20000"/>
            <a:lumOff val="80000"/>
          </a:schemeClr>
        </a:solidFill>
        <a:ln>
          <a:solidFill>
            <a:schemeClr val="accent1">
              <a:lumMod val="20000"/>
              <a:lumOff val="80000"/>
            </a:schemeClr>
          </a:solidFill>
        </a:ln>
      </dgm:spPr>
    </dgm:pt>
    <dgm:pt modelId="{FF2805F4-52B7-42C3-B370-EB9BBBC45B8D}" type="pres">
      <dgm:prSet presAssocID="{26BC310B-C98F-4C5F-9F7A-19C97F304102}"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Smoking with solid fill"/>
        </a:ext>
      </dgm:extLst>
    </dgm:pt>
    <dgm:pt modelId="{38AD8FA5-086B-4DAF-89E1-481AD6CA9587}" type="pres">
      <dgm:prSet presAssocID="{26BC310B-C98F-4C5F-9F7A-19C97F304102}" presName="spaceRect" presStyleCnt="0"/>
      <dgm:spPr/>
    </dgm:pt>
    <dgm:pt modelId="{4ABFDA1C-C22B-45A1-B4A5-2E033AA70E03}" type="pres">
      <dgm:prSet presAssocID="{26BC310B-C98F-4C5F-9F7A-19C97F304102}" presName="parTx" presStyleLbl="revTx" presStyleIdx="2" presStyleCnt="5">
        <dgm:presLayoutVars>
          <dgm:chMax val="0"/>
          <dgm:chPref val="0"/>
        </dgm:presLayoutVars>
      </dgm:prSet>
      <dgm:spPr/>
    </dgm:pt>
    <dgm:pt modelId="{90D167A9-D381-4A5C-8C26-DC59A6882838}" type="pres">
      <dgm:prSet presAssocID="{5321581D-753F-4C4D-A38D-9EC72618AC0F}" presName="sibTrans" presStyleCnt="0"/>
      <dgm:spPr/>
    </dgm:pt>
    <dgm:pt modelId="{B4B24548-803A-40B2-8855-18289E23DB07}" type="pres">
      <dgm:prSet presAssocID="{54732161-C56E-43D6-9927-B43FBCFC845C}" presName="compNode" presStyleCnt="0"/>
      <dgm:spPr/>
    </dgm:pt>
    <dgm:pt modelId="{6690F4A3-70D8-4F45-9AC5-DFED0906B17D}" type="pres">
      <dgm:prSet presAssocID="{54732161-C56E-43D6-9927-B43FBCFC845C}" presName="bgRect" presStyleLbl="bgShp" presStyleIdx="3" presStyleCnt="4"/>
      <dgm:spPr>
        <a:solidFill>
          <a:schemeClr val="accent1">
            <a:lumMod val="20000"/>
            <a:lumOff val="80000"/>
          </a:schemeClr>
        </a:solidFill>
        <a:ln>
          <a:solidFill>
            <a:schemeClr val="accent1">
              <a:lumMod val="20000"/>
              <a:lumOff val="80000"/>
            </a:schemeClr>
          </a:solidFill>
        </a:ln>
      </dgm:spPr>
    </dgm:pt>
    <dgm:pt modelId="{9AF7F62D-99D7-45DB-95A6-C921B5D7D7D7}" type="pres">
      <dgm:prSet presAssocID="{54732161-C56E-43D6-9927-B43FBCFC845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Martini with solid fill"/>
        </a:ext>
      </dgm:extLst>
    </dgm:pt>
    <dgm:pt modelId="{978C1FF5-6F14-43A6-A338-9EFCC60BCDCE}" type="pres">
      <dgm:prSet presAssocID="{54732161-C56E-43D6-9927-B43FBCFC845C}" presName="spaceRect" presStyleCnt="0"/>
      <dgm:spPr/>
    </dgm:pt>
    <dgm:pt modelId="{72259768-EC27-4D83-B081-B4F1CEF1DE05}" type="pres">
      <dgm:prSet presAssocID="{54732161-C56E-43D6-9927-B43FBCFC845C}" presName="parTx" presStyleLbl="revTx" presStyleIdx="3" presStyleCnt="5" custScaleX="150965" custLinFactNeighborX="19758" custLinFactNeighborY="8409">
        <dgm:presLayoutVars>
          <dgm:chMax val="0"/>
          <dgm:chPref val="0"/>
        </dgm:presLayoutVars>
      </dgm:prSet>
      <dgm:spPr/>
    </dgm:pt>
    <dgm:pt modelId="{D952EF51-4EBE-487E-B7EC-E4E580E9DE72}" type="pres">
      <dgm:prSet presAssocID="{54732161-C56E-43D6-9927-B43FBCFC845C}" presName="desTx" presStyleLbl="revTx" presStyleIdx="4" presStyleCnt="5">
        <dgm:presLayoutVars/>
      </dgm:prSet>
      <dgm:spPr/>
    </dgm:pt>
  </dgm:ptLst>
  <dgm:cxnLst>
    <dgm:cxn modelId="{464EC210-6273-4D08-8D11-D42E15A547A5}" srcId="{54732161-C56E-43D6-9927-B43FBCFC845C}" destId="{4A3925B0-83E1-4586-A6DA-F912C4ABADC3}" srcOrd="0" destOrd="0" parTransId="{ED39F059-FC30-489B-A124-96075E68ACC8}" sibTransId="{1BF97C82-AFE8-49DC-B400-2D612685C3BE}"/>
    <dgm:cxn modelId="{CFCFA61C-456E-4331-9EA1-ED35DBE45D5D}" srcId="{6568FBE1-6893-424C-A811-821A1B6D4E45}" destId="{424C62B0-6EA1-4BD6-AC9D-FF496115BA3F}" srcOrd="1" destOrd="0" parTransId="{E12734C0-B9B0-4785-86D0-5CF40FAEFFB6}" sibTransId="{9CE1A0D2-0308-40D8-A28B-589E22E302CB}"/>
    <dgm:cxn modelId="{FC282930-8EEA-491B-88BE-38D77058BCD6}" type="presOf" srcId="{CDEB7752-E585-4D5B-888F-C8C792A70A83}" destId="{A2640F47-9111-4CB9-979B-014AACBCF886}" srcOrd="0" destOrd="0" presId="urn:microsoft.com/office/officeart/2018/2/layout/IconVerticalSolidList"/>
    <dgm:cxn modelId="{8AB0E73C-222A-4791-91F9-D6B39FE4B89D}" type="presOf" srcId="{4A3925B0-83E1-4586-A6DA-F912C4ABADC3}" destId="{D952EF51-4EBE-487E-B7EC-E4E580E9DE72}" srcOrd="0" destOrd="0" presId="urn:microsoft.com/office/officeart/2018/2/layout/IconVerticalSolidList"/>
    <dgm:cxn modelId="{00CFF858-5CA5-4A7B-BE3B-A15DF8BD803B}" type="presOf" srcId="{26BC310B-C98F-4C5F-9F7A-19C97F304102}" destId="{4ABFDA1C-C22B-45A1-B4A5-2E033AA70E03}" srcOrd="0" destOrd="0" presId="urn:microsoft.com/office/officeart/2018/2/layout/IconVerticalSolidList"/>
    <dgm:cxn modelId="{82EB2D8D-A74E-4765-856C-B708701001E2}" type="presOf" srcId="{54732161-C56E-43D6-9927-B43FBCFC845C}" destId="{72259768-EC27-4D83-B081-B4F1CEF1DE05}" srcOrd="0" destOrd="0" presId="urn:microsoft.com/office/officeart/2018/2/layout/IconVerticalSolidList"/>
    <dgm:cxn modelId="{4E47989D-AD67-495C-8DE9-705FB0546ADD}" type="presOf" srcId="{6568FBE1-6893-424C-A811-821A1B6D4E45}" destId="{463B2605-0646-4D78-9EFC-F9D288BBEEEB}" srcOrd="0" destOrd="0" presId="urn:microsoft.com/office/officeart/2018/2/layout/IconVerticalSolidList"/>
    <dgm:cxn modelId="{A1B752AF-210B-4636-BFC7-9B6B35A03F91}" srcId="{6568FBE1-6893-424C-A811-821A1B6D4E45}" destId="{CDEB7752-E585-4D5B-888F-C8C792A70A83}" srcOrd="0" destOrd="0" parTransId="{E4FF274C-1CA8-4EFD-A6F8-7553E63AFF51}" sibTransId="{83D22A0C-BEE5-49F8-A66A-84177F0AB8A1}"/>
    <dgm:cxn modelId="{7B136CB6-8E77-4766-9381-23A8C5542856}" srcId="{6568FBE1-6893-424C-A811-821A1B6D4E45}" destId="{54732161-C56E-43D6-9927-B43FBCFC845C}" srcOrd="3" destOrd="0" parTransId="{6B250E2A-BC37-494B-BBD8-168C5346E717}" sibTransId="{362696B3-3778-4916-B4F7-B574D3A8620E}"/>
    <dgm:cxn modelId="{D4A755BE-2C16-4ED1-997F-62D08AF91A8B}" type="presOf" srcId="{424C62B0-6EA1-4BD6-AC9D-FF496115BA3F}" destId="{A45F074F-5816-42F0-A638-DF40285630A6}" srcOrd="0" destOrd="0" presId="urn:microsoft.com/office/officeart/2018/2/layout/IconVerticalSolidList"/>
    <dgm:cxn modelId="{C66F09D0-EA3A-4E44-B55F-9C778A999276}" srcId="{6568FBE1-6893-424C-A811-821A1B6D4E45}" destId="{26BC310B-C98F-4C5F-9F7A-19C97F304102}" srcOrd="2" destOrd="0" parTransId="{FE137874-93E4-470D-99C4-2FAEC96B7D09}" sibTransId="{5321581D-753F-4C4D-A38D-9EC72618AC0F}"/>
    <dgm:cxn modelId="{ACB5FC1C-CBC2-45C4-B081-5DB8398D54C7}" type="presParOf" srcId="{463B2605-0646-4D78-9EFC-F9D288BBEEEB}" destId="{2D940B06-C4DA-43D2-AE98-C0C6C2447CCA}" srcOrd="0" destOrd="0" presId="urn:microsoft.com/office/officeart/2018/2/layout/IconVerticalSolidList"/>
    <dgm:cxn modelId="{C1E51020-C81A-42EF-A524-A126A28EB6CB}" type="presParOf" srcId="{2D940B06-C4DA-43D2-AE98-C0C6C2447CCA}" destId="{2D565765-4C35-4C7D-AD77-5FAD6C906538}" srcOrd="0" destOrd="0" presId="urn:microsoft.com/office/officeart/2018/2/layout/IconVerticalSolidList"/>
    <dgm:cxn modelId="{723FD3FA-8E6A-48F6-BDCB-F4F49F6AA543}" type="presParOf" srcId="{2D940B06-C4DA-43D2-AE98-C0C6C2447CCA}" destId="{81535162-711A-4C6A-817D-AF457E5D253C}" srcOrd="1" destOrd="0" presId="urn:microsoft.com/office/officeart/2018/2/layout/IconVerticalSolidList"/>
    <dgm:cxn modelId="{A77F0569-09D9-4D4F-A676-17909BDCB030}" type="presParOf" srcId="{2D940B06-C4DA-43D2-AE98-C0C6C2447CCA}" destId="{275E9222-A38E-4B54-82A2-089289C910E5}" srcOrd="2" destOrd="0" presId="urn:microsoft.com/office/officeart/2018/2/layout/IconVerticalSolidList"/>
    <dgm:cxn modelId="{C0F4FEB8-1B04-4F9E-9A8E-3126BCDBAB5D}" type="presParOf" srcId="{2D940B06-C4DA-43D2-AE98-C0C6C2447CCA}" destId="{A2640F47-9111-4CB9-979B-014AACBCF886}" srcOrd="3" destOrd="0" presId="urn:microsoft.com/office/officeart/2018/2/layout/IconVerticalSolidList"/>
    <dgm:cxn modelId="{375B5EF9-C85B-47DA-B428-A6DF735469BA}" type="presParOf" srcId="{463B2605-0646-4D78-9EFC-F9D288BBEEEB}" destId="{E51D57E5-5935-44B4-949B-AE749B4A4C0D}" srcOrd="1" destOrd="0" presId="urn:microsoft.com/office/officeart/2018/2/layout/IconVerticalSolidList"/>
    <dgm:cxn modelId="{43BBAAD0-475D-43E5-8841-A7EEED9EC418}" type="presParOf" srcId="{463B2605-0646-4D78-9EFC-F9D288BBEEEB}" destId="{7F0303CA-6D8E-4F9F-BC93-A8EE721DB1D9}" srcOrd="2" destOrd="0" presId="urn:microsoft.com/office/officeart/2018/2/layout/IconVerticalSolidList"/>
    <dgm:cxn modelId="{AFBF660A-7BBF-4563-B036-34751493C526}" type="presParOf" srcId="{7F0303CA-6D8E-4F9F-BC93-A8EE721DB1D9}" destId="{C33C35B9-A69A-4B3A-A518-C3BE9900A0FC}" srcOrd="0" destOrd="0" presId="urn:microsoft.com/office/officeart/2018/2/layout/IconVerticalSolidList"/>
    <dgm:cxn modelId="{B99E9900-2FB0-482C-A8BD-88246AED7798}" type="presParOf" srcId="{7F0303CA-6D8E-4F9F-BC93-A8EE721DB1D9}" destId="{974F0C83-C542-4682-B39D-61AF943C2A92}" srcOrd="1" destOrd="0" presId="urn:microsoft.com/office/officeart/2018/2/layout/IconVerticalSolidList"/>
    <dgm:cxn modelId="{611F5249-9FF0-444C-B147-2A3C65837608}" type="presParOf" srcId="{7F0303CA-6D8E-4F9F-BC93-A8EE721DB1D9}" destId="{F7AB4F52-A768-4B27-AEF8-A996B1F9B0B5}" srcOrd="2" destOrd="0" presId="urn:microsoft.com/office/officeart/2018/2/layout/IconVerticalSolidList"/>
    <dgm:cxn modelId="{CBD5EBC3-4FAD-4B9E-9476-660FCF719525}" type="presParOf" srcId="{7F0303CA-6D8E-4F9F-BC93-A8EE721DB1D9}" destId="{A45F074F-5816-42F0-A638-DF40285630A6}" srcOrd="3" destOrd="0" presId="urn:microsoft.com/office/officeart/2018/2/layout/IconVerticalSolidList"/>
    <dgm:cxn modelId="{AEBC6993-6670-4D90-A7D0-5EB0B438C9EB}" type="presParOf" srcId="{463B2605-0646-4D78-9EFC-F9D288BBEEEB}" destId="{81863842-55EB-4F76-8BC4-BB0430AF61C6}" srcOrd="3" destOrd="0" presId="urn:microsoft.com/office/officeart/2018/2/layout/IconVerticalSolidList"/>
    <dgm:cxn modelId="{E9D6384E-9BA7-42EC-AEC1-50F21C016AC9}" type="presParOf" srcId="{463B2605-0646-4D78-9EFC-F9D288BBEEEB}" destId="{A282150B-2384-43B3-AF54-ECD88A3AC266}" srcOrd="4" destOrd="0" presId="urn:microsoft.com/office/officeart/2018/2/layout/IconVerticalSolidList"/>
    <dgm:cxn modelId="{CCCB6856-498A-4B47-88BE-77F6E75CBACB}" type="presParOf" srcId="{A282150B-2384-43B3-AF54-ECD88A3AC266}" destId="{1A30D7EA-8420-48E4-83CA-AEC2BB5E6627}" srcOrd="0" destOrd="0" presId="urn:microsoft.com/office/officeart/2018/2/layout/IconVerticalSolidList"/>
    <dgm:cxn modelId="{EA05CDDD-C69E-471A-B910-0FB3CDED2E43}" type="presParOf" srcId="{A282150B-2384-43B3-AF54-ECD88A3AC266}" destId="{FF2805F4-52B7-42C3-B370-EB9BBBC45B8D}" srcOrd="1" destOrd="0" presId="urn:microsoft.com/office/officeart/2018/2/layout/IconVerticalSolidList"/>
    <dgm:cxn modelId="{AC099F0F-28FD-42D0-A0CE-33771E148FBB}" type="presParOf" srcId="{A282150B-2384-43B3-AF54-ECD88A3AC266}" destId="{38AD8FA5-086B-4DAF-89E1-481AD6CA9587}" srcOrd="2" destOrd="0" presId="urn:microsoft.com/office/officeart/2018/2/layout/IconVerticalSolidList"/>
    <dgm:cxn modelId="{FE390D63-35A2-4148-8E2F-C4CF6014DFC0}" type="presParOf" srcId="{A282150B-2384-43B3-AF54-ECD88A3AC266}" destId="{4ABFDA1C-C22B-45A1-B4A5-2E033AA70E03}" srcOrd="3" destOrd="0" presId="urn:microsoft.com/office/officeart/2018/2/layout/IconVerticalSolidList"/>
    <dgm:cxn modelId="{316B5760-5CAC-45F1-9F3C-60774C4D2970}" type="presParOf" srcId="{463B2605-0646-4D78-9EFC-F9D288BBEEEB}" destId="{90D167A9-D381-4A5C-8C26-DC59A6882838}" srcOrd="5" destOrd="0" presId="urn:microsoft.com/office/officeart/2018/2/layout/IconVerticalSolidList"/>
    <dgm:cxn modelId="{71CAB9F8-37D4-47F7-A1F4-F97C378D19B8}" type="presParOf" srcId="{463B2605-0646-4D78-9EFC-F9D288BBEEEB}" destId="{B4B24548-803A-40B2-8855-18289E23DB07}" srcOrd="6" destOrd="0" presId="urn:microsoft.com/office/officeart/2018/2/layout/IconVerticalSolidList"/>
    <dgm:cxn modelId="{FC3654A5-0972-44CE-B16F-83EAED49E82C}" type="presParOf" srcId="{B4B24548-803A-40B2-8855-18289E23DB07}" destId="{6690F4A3-70D8-4F45-9AC5-DFED0906B17D}" srcOrd="0" destOrd="0" presId="urn:microsoft.com/office/officeart/2018/2/layout/IconVerticalSolidList"/>
    <dgm:cxn modelId="{9B87881D-76CE-4104-B17B-24E2BF7B6EB7}" type="presParOf" srcId="{B4B24548-803A-40B2-8855-18289E23DB07}" destId="{9AF7F62D-99D7-45DB-95A6-C921B5D7D7D7}" srcOrd="1" destOrd="0" presId="urn:microsoft.com/office/officeart/2018/2/layout/IconVerticalSolidList"/>
    <dgm:cxn modelId="{82FB49BB-4C25-4892-8629-5FAFACE97729}" type="presParOf" srcId="{B4B24548-803A-40B2-8855-18289E23DB07}" destId="{978C1FF5-6F14-43A6-A338-9EFCC60BCDCE}" srcOrd="2" destOrd="0" presId="urn:microsoft.com/office/officeart/2018/2/layout/IconVerticalSolidList"/>
    <dgm:cxn modelId="{1AD1E6C4-E640-4F63-818A-B44CBF945640}" type="presParOf" srcId="{B4B24548-803A-40B2-8855-18289E23DB07}" destId="{72259768-EC27-4D83-B081-B4F1CEF1DE05}" srcOrd="3" destOrd="0" presId="urn:microsoft.com/office/officeart/2018/2/layout/IconVerticalSolidList"/>
    <dgm:cxn modelId="{9E2B7F30-0FA1-4B78-9C7D-A5BAF26F5579}" type="presParOf" srcId="{B4B24548-803A-40B2-8855-18289E23DB07}" destId="{D952EF51-4EBE-487E-B7EC-E4E580E9DE72}"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568FBE1-6893-424C-A811-821A1B6D4E45}" type="doc">
      <dgm:prSet loTypeId="urn:microsoft.com/office/officeart/2018/2/layout/IconVerticalSolidList" loCatId="icon" qsTypeId="urn:microsoft.com/office/officeart/2005/8/quickstyle/simple4" qsCatId="simple" csTypeId="urn:microsoft.com/office/officeart/2018/5/colors/Iconchunking_neutralbg_colorful1" csCatId="colorful" phldr="1"/>
      <dgm:spPr/>
      <dgm:t>
        <a:bodyPr/>
        <a:lstStyle/>
        <a:p>
          <a:endParaRPr lang="en-US"/>
        </a:p>
      </dgm:t>
    </dgm:pt>
    <dgm:pt modelId="{CDEB7752-E585-4D5B-888F-C8C792A70A83}">
      <dgm:prSet custT="1"/>
      <dgm:spPr/>
      <dgm:t>
        <a:bodyPr/>
        <a:lstStyle/>
        <a:p>
          <a:pPr>
            <a:lnSpc>
              <a:spcPct val="100000"/>
            </a:lnSpc>
          </a:pPr>
          <a:r>
            <a:rPr lang="en-US" sz="2400" dirty="0"/>
            <a:t>Age</a:t>
          </a:r>
        </a:p>
      </dgm:t>
    </dgm:pt>
    <dgm:pt modelId="{E4FF274C-1CA8-4EFD-A6F8-7553E63AFF51}" type="parTrans" cxnId="{A1B752AF-210B-4636-BFC7-9B6B35A03F91}">
      <dgm:prSet/>
      <dgm:spPr/>
      <dgm:t>
        <a:bodyPr/>
        <a:lstStyle/>
        <a:p>
          <a:endParaRPr lang="en-US"/>
        </a:p>
      </dgm:t>
    </dgm:pt>
    <dgm:pt modelId="{83D22A0C-BEE5-49F8-A66A-84177F0AB8A1}" type="sibTrans" cxnId="{A1B752AF-210B-4636-BFC7-9B6B35A03F91}">
      <dgm:prSet/>
      <dgm:spPr/>
      <dgm:t>
        <a:bodyPr/>
        <a:lstStyle/>
        <a:p>
          <a:endParaRPr lang="en-US"/>
        </a:p>
      </dgm:t>
    </dgm:pt>
    <dgm:pt modelId="{424C62B0-6EA1-4BD6-AC9D-FF496115BA3F}">
      <dgm:prSet custT="1"/>
      <dgm:spPr/>
      <dgm:t>
        <a:bodyPr/>
        <a:lstStyle/>
        <a:p>
          <a:pPr>
            <a:lnSpc>
              <a:spcPct val="100000"/>
            </a:lnSpc>
          </a:pPr>
          <a:r>
            <a:rPr lang="en-GB" sz="2400" dirty="0"/>
            <a:t>Sex</a:t>
          </a:r>
          <a:endParaRPr lang="en-US" sz="2400" dirty="0"/>
        </a:p>
      </dgm:t>
    </dgm:pt>
    <dgm:pt modelId="{E12734C0-B9B0-4785-86D0-5CF40FAEFFB6}" type="parTrans" cxnId="{CFCFA61C-456E-4331-9EA1-ED35DBE45D5D}">
      <dgm:prSet/>
      <dgm:spPr/>
      <dgm:t>
        <a:bodyPr/>
        <a:lstStyle/>
        <a:p>
          <a:endParaRPr lang="en-US"/>
        </a:p>
      </dgm:t>
    </dgm:pt>
    <dgm:pt modelId="{9CE1A0D2-0308-40D8-A28B-589E22E302CB}" type="sibTrans" cxnId="{CFCFA61C-456E-4331-9EA1-ED35DBE45D5D}">
      <dgm:prSet/>
      <dgm:spPr/>
      <dgm:t>
        <a:bodyPr/>
        <a:lstStyle/>
        <a:p>
          <a:endParaRPr lang="en-US"/>
        </a:p>
      </dgm:t>
    </dgm:pt>
    <dgm:pt modelId="{26BC310B-C98F-4C5F-9F7A-19C97F304102}">
      <dgm:prSet custT="1"/>
      <dgm:spPr/>
      <dgm:t>
        <a:bodyPr/>
        <a:lstStyle/>
        <a:p>
          <a:pPr>
            <a:lnSpc>
              <a:spcPct val="100000"/>
            </a:lnSpc>
          </a:pPr>
          <a:r>
            <a:rPr lang="en-GB" sz="2400" dirty="0"/>
            <a:t>Race</a:t>
          </a:r>
          <a:endParaRPr lang="en-US" sz="2400" dirty="0"/>
        </a:p>
      </dgm:t>
    </dgm:pt>
    <dgm:pt modelId="{FE137874-93E4-470D-99C4-2FAEC96B7D09}" type="parTrans" cxnId="{C66F09D0-EA3A-4E44-B55F-9C778A999276}">
      <dgm:prSet/>
      <dgm:spPr/>
      <dgm:t>
        <a:bodyPr/>
        <a:lstStyle/>
        <a:p>
          <a:endParaRPr lang="en-US"/>
        </a:p>
      </dgm:t>
    </dgm:pt>
    <dgm:pt modelId="{5321581D-753F-4C4D-A38D-9EC72618AC0F}" type="sibTrans" cxnId="{C66F09D0-EA3A-4E44-B55F-9C778A999276}">
      <dgm:prSet/>
      <dgm:spPr/>
      <dgm:t>
        <a:bodyPr/>
        <a:lstStyle/>
        <a:p>
          <a:endParaRPr lang="en-US"/>
        </a:p>
      </dgm:t>
    </dgm:pt>
    <dgm:pt modelId="{54732161-C56E-43D6-9927-B43FBCFC845C}">
      <dgm:prSet custT="1"/>
      <dgm:spPr/>
      <dgm:t>
        <a:bodyPr/>
        <a:lstStyle/>
        <a:p>
          <a:pPr>
            <a:lnSpc>
              <a:spcPct val="100000"/>
            </a:lnSpc>
          </a:pPr>
          <a:r>
            <a:rPr lang="en-GB" sz="2400" dirty="0"/>
            <a:t>Family history</a:t>
          </a:r>
          <a:endParaRPr lang="en-US" sz="2400" dirty="0"/>
        </a:p>
      </dgm:t>
    </dgm:pt>
    <dgm:pt modelId="{6B250E2A-BC37-494B-BBD8-168C5346E717}" type="parTrans" cxnId="{7B136CB6-8E77-4766-9381-23A8C5542856}">
      <dgm:prSet/>
      <dgm:spPr/>
      <dgm:t>
        <a:bodyPr/>
        <a:lstStyle/>
        <a:p>
          <a:endParaRPr lang="en-US"/>
        </a:p>
      </dgm:t>
    </dgm:pt>
    <dgm:pt modelId="{362696B3-3778-4916-B4F7-B574D3A8620E}" type="sibTrans" cxnId="{7B136CB6-8E77-4766-9381-23A8C5542856}">
      <dgm:prSet/>
      <dgm:spPr/>
      <dgm:t>
        <a:bodyPr/>
        <a:lstStyle/>
        <a:p>
          <a:endParaRPr lang="en-US"/>
        </a:p>
      </dgm:t>
    </dgm:pt>
    <dgm:pt modelId="{4A3925B0-83E1-4586-A6DA-F912C4ABADC3}">
      <dgm:prSet custT="1"/>
      <dgm:spPr/>
      <dgm:t>
        <a:bodyPr/>
        <a:lstStyle/>
        <a:p>
          <a:pPr>
            <a:lnSpc>
              <a:spcPct val="100000"/>
            </a:lnSpc>
          </a:pPr>
          <a:endParaRPr lang="en-US" sz="2400" dirty="0"/>
        </a:p>
      </dgm:t>
    </dgm:pt>
    <dgm:pt modelId="{ED39F059-FC30-489B-A124-96075E68ACC8}" type="parTrans" cxnId="{464EC210-6273-4D08-8D11-D42E15A547A5}">
      <dgm:prSet/>
      <dgm:spPr/>
      <dgm:t>
        <a:bodyPr/>
        <a:lstStyle/>
        <a:p>
          <a:endParaRPr lang="en-US"/>
        </a:p>
      </dgm:t>
    </dgm:pt>
    <dgm:pt modelId="{1BF97C82-AFE8-49DC-B400-2D612685C3BE}" type="sibTrans" cxnId="{464EC210-6273-4D08-8D11-D42E15A547A5}">
      <dgm:prSet/>
      <dgm:spPr/>
      <dgm:t>
        <a:bodyPr/>
        <a:lstStyle/>
        <a:p>
          <a:endParaRPr lang="en-US"/>
        </a:p>
      </dgm:t>
    </dgm:pt>
    <dgm:pt modelId="{67A04AC2-C62E-49F7-8407-1A5994BDF589}">
      <dgm:prSet custT="1"/>
      <dgm:spPr/>
      <dgm:t>
        <a:bodyPr/>
        <a:lstStyle/>
        <a:p>
          <a:pPr>
            <a:lnSpc>
              <a:spcPct val="100000"/>
            </a:lnSpc>
          </a:pPr>
          <a:r>
            <a:rPr lang="en-GB" sz="2400" dirty="0"/>
            <a:t>Congenital factors</a:t>
          </a:r>
        </a:p>
      </dgm:t>
    </dgm:pt>
    <dgm:pt modelId="{0DE5422E-FBBB-4753-9453-ED75CA008671}" type="parTrans" cxnId="{5A6C5668-72D3-4A01-A7C8-E86FE0CD74AA}">
      <dgm:prSet/>
      <dgm:spPr/>
      <dgm:t>
        <a:bodyPr/>
        <a:lstStyle/>
        <a:p>
          <a:endParaRPr lang="en-GB"/>
        </a:p>
      </dgm:t>
    </dgm:pt>
    <dgm:pt modelId="{D7C30824-6E80-466F-B3D1-77A2DB2C0CF7}" type="sibTrans" cxnId="{5A6C5668-72D3-4A01-A7C8-E86FE0CD74AA}">
      <dgm:prSet/>
      <dgm:spPr/>
      <dgm:t>
        <a:bodyPr/>
        <a:lstStyle/>
        <a:p>
          <a:endParaRPr lang="en-GB"/>
        </a:p>
      </dgm:t>
    </dgm:pt>
    <dgm:pt modelId="{DB289E55-193B-4548-8CE3-A4A2E54F90AA}">
      <dgm:prSet custT="1"/>
      <dgm:spPr/>
      <dgm:t>
        <a:bodyPr/>
        <a:lstStyle/>
        <a:p>
          <a:pPr>
            <a:lnSpc>
              <a:spcPct val="100000"/>
            </a:lnSpc>
          </a:pPr>
          <a:r>
            <a:rPr lang="en-GB" sz="2400" dirty="0"/>
            <a:t>Previous stroke or TIA</a:t>
          </a:r>
        </a:p>
      </dgm:t>
    </dgm:pt>
    <dgm:pt modelId="{1AFF11F6-8BD2-4EEA-943A-F4CC9B5E65C3}" type="parTrans" cxnId="{C3A52544-A430-486C-BECA-96EF7A2A2BA9}">
      <dgm:prSet/>
      <dgm:spPr/>
      <dgm:t>
        <a:bodyPr/>
        <a:lstStyle/>
        <a:p>
          <a:endParaRPr lang="en-GB"/>
        </a:p>
      </dgm:t>
    </dgm:pt>
    <dgm:pt modelId="{6F763FEB-52A5-4CBE-A8B2-B0F4AB150DC0}" type="sibTrans" cxnId="{C3A52544-A430-486C-BECA-96EF7A2A2BA9}">
      <dgm:prSet/>
      <dgm:spPr/>
      <dgm:t>
        <a:bodyPr/>
        <a:lstStyle/>
        <a:p>
          <a:endParaRPr lang="en-GB"/>
        </a:p>
      </dgm:t>
    </dgm:pt>
    <dgm:pt modelId="{463B2605-0646-4D78-9EFC-F9D288BBEEEB}" type="pres">
      <dgm:prSet presAssocID="{6568FBE1-6893-424C-A811-821A1B6D4E45}" presName="root" presStyleCnt="0">
        <dgm:presLayoutVars>
          <dgm:dir/>
          <dgm:resizeHandles val="exact"/>
        </dgm:presLayoutVars>
      </dgm:prSet>
      <dgm:spPr/>
    </dgm:pt>
    <dgm:pt modelId="{2D940B06-C4DA-43D2-AE98-C0C6C2447CCA}" type="pres">
      <dgm:prSet presAssocID="{CDEB7752-E585-4D5B-888F-C8C792A70A83}" presName="compNode" presStyleCnt="0"/>
      <dgm:spPr/>
    </dgm:pt>
    <dgm:pt modelId="{2D565765-4C35-4C7D-AD77-5FAD6C906538}" type="pres">
      <dgm:prSet presAssocID="{CDEB7752-E585-4D5B-888F-C8C792A70A83}" presName="bgRect" presStyleLbl="bgShp" presStyleIdx="0" presStyleCnt="6"/>
      <dgm:spPr>
        <a:solidFill>
          <a:schemeClr val="accent1">
            <a:lumMod val="20000"/>
            <a:lumOff val="80000"/>
          </a:schemeClr>
        </a:solidFill>
      </dgm:spPr>
    </dgm:pt>
    <dgm:pt modelId="{81535162-711A-4C6A-817D-AF457E5D253C}" type="pres">
      <dgm:prSet presAssocID="{CDEB7752-E585-4D5B-888F-C8C792A70A83}"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Man with cane with solid fill"/>
        </a:ext>
      </dgm:extLst>
    </dgm:pt>
    <dgm:pt modelId="{275E9222-A38E-4B54-82A2-089289C910E5}" type="pres">
      <dgm:prSet presAssocID="{CDEB7752-E585-4D5B-888F-C8C792A70A83}" presName="spaceRect" presStyleCnt="0"/>
      <dgm:spPr/>
    </dgm:pt>
    <dgm:pt modelId="{A2640F47-9111-4CB9-979B-014AACBCF886}" type="pres">
      <dgm:prSet presAssocID="{CDEB7752-E585-4D5B-888F-C8C792A70A83}" presName="parTx" presStyleLbl="revTx" presStyleIdx="0" presStyleCnt="7">
        <dgm:presLayoutVars>
          <dgm:chMax val="0"/>
          <dgm:chPref val="0"/>
        </dgm:presLayoutVars>
      </dgm:prSet>
      <dgm:spPr/>
    </dgm:pt>
    <dgm:pt modelId="{E51D57E5-5935-44B4-949B-AE749B4A4C0D}" type="pres">
      <dgm:prSet presAssocID="{83D22A0C-BEE5-49F8-A66A-84177F0AB8A1}" presName="sibTrans" presStyleCnt="0"/>
      <dgm:spPr/>
    </dgm:pt>
    <dgm:pt modelId="{7F0303CA-6D8E-4F9F-BC93-A8EE721DB1D9}" type="pres">
      <dgm:prSet presAssocID="{424C62B0-6EA1-4BD6-AC9D-FF496115BA3F}" presName="compNode" presStyleCnt="0"/>
      <dgm:spPr/>
    </dgm:pt>
    <dgm:pt modelId="{C33C35B9-A69A-4B3A-A518-C3BE9900A0FC}" type="pres">
      <dgm:prSet presAssocID="{424C62B0-6EA1-4BD6-AC9D-FF496115BA3F}" presName="bgRect" presStyleLbl="bgShp" presStyleIdx="1" presStyleCnt="6"/>
      <dgm:spPr>
        <a:solidFill>
          <a:schemeClr val="accent1">
            <a:lumMod val="20000"/>
            <a:lumOff val="80000"/>
          </a:schemeClr>
        </a:solidFill>
      </dgm:spPr>
    </dgm:pt>
    <dgm:pt modelId="{974F0C83-C542-4682-B39D-61AF943C2A92}" type="pres">
      <dgm:prSet presAssocID="{424C62B0-6EA1-4BD6-AC9D-FF496115BA3F}" presName="iconRect" presStyleLbl="node1" presStyleIdx="1" presStyleCnt="6"/>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Gender with solid fill"/>
        </a:ext>
      </dgm:extLst>
    </dgm:pt>
    <dgm:pt modelId="{F7AB4F52-A768-4B27-AEF8-A996B1F9B0B5}" type="pres">
      <dgm:prSet presAssocID="{424C62B0-6EA1-4BD6-AC9D-FF496115BA3F}" presName="spaceRect" presStyleCnt="0"/>
      <dgm:spPr/>
    </dgm:pt>
    <dgm:pt modelId="{A45F074F-5816-42F0-A638-DF40285630A6}" type="pres">
      <dgm:prSet presAssocID="{424C62B0-6EA1-4BD6-AC9D-FF496115BA3F}" presName="parTx" presStyleLbl="revTx" presStyleIdx="1" presStyleCnt="7">
        <dgm:presLayoutVars>
          <dgm:chMax val="0"/>
          <dgm:chPref val="0"/>
        </dgm:presLayoutVars>
      </dgm:prSet>
      <dgm:spPr/>
    </dgm:pt>
    <dgm:pt modelId="{81863842-55EB-4F76-8BC4-BB0430AF61C6}" type="pres">
      <dgm:prSet presAssocID="{9CE1A0D2-0308-40D8-A28B-589E22E302CB}" presName="sibTrans" presStyleCnt="0"/>
      <dgm:spPr/>
    </dgm:pt>
    <dgm:pt modelId="{A282150B-2384-43B3-AF54-ECD88A3AC266}" type="pres">
      <dgm:prSet presAssocID="{26BC310B-C98F-4C5F-9F7A-19C97F304102}" presName="compNode" presStyleCnt="0"/>
      <dgm:spPr/>
    </dgm:pt>
    <dgm:pt modelId="{1A30D7EA-8420-48E4-83CA-AEC2BB5E6627}" type="pres">
      <dgm:prSet presAssocID="{26BC310B-C98F-4C5F-9F7A-19C97F304102}" presName="bgRect" presStyleLbl="bgShp" presStyleIdx="2" presStyleCnt="6"/>
      <dgm:spPr>
        <a:solidFill>
          <a:schemeClr val="accent1">
            <a:lumMod val="20000"/>
            <a:lumOff val="80000"/>
          </a:schemeClr>
        </a:solidFill>
        <a:ln>
          <a:solidFill>
            <a:schemeClr val="accent1">
              <a:lumMod val="20000"/>
              <a:lumOff val="80000"/>
            </a:schemeClr>
          </a:solidFill>
        </a:ln>
      </dgm:spPr>
    </dgm:pt>
    <dgm:pt modelId="{FF2805F4-52B7-42C3-B370-EB9BBBC45B8D}" type="pres">
      <dgm:prSet presAssocID="{26BC310B-C98F-4C5F-9F7A-19C97F304102}" presName="iconRect" presStyleLbl="node1" presStyleIdx="2" presStyleCnt="6"/>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Group of people with solid fill"/>
        </a:ext>
      </dgm:extLst>
    </dgm:pt>
    <dgm:pt modelId="{38AD8FA5-086B-4DAF-89E1-481AD6CA9587}" type="pres">
      <dgm:prSet presAssocID="{26BC310B-C98F-4C5F-9F7A-19C97F304102}" presName="spaceRect" presStyleCnt="0"/>
      <dgm:spPr/>
    </dgm:pt>
    <dgm:pt modelId="{4ABFDA1C-C22B-45A1-B4A5-2E033AA70E03}" type="pres">
      <dgm:prSet presAssocID="{26BC310B-C98F-4C5F-9F7A-19C97F304102}" presName="parTx" presStyleLbl="revTx" presStyleIdx="2" presStyleCnt="7">
        <dgm:presLayoutVars>
          <dgm:chMax val="0"/>
          <dgm:chPref val="0"/>
        </dgm:presLayoutVars>
      </dgm:prSet>
      <dgm:spPr/>
    </dgm:pt>
    <dgm:pt modelId="{90D167A9-D381-4A5C-8C26-DC59A6882838}" type="pres">
      <dgm:prSet presAssocID="{5321581D-753F-4C4D-A38D-9EC72618AC0F}" presName="sibTrans" presStyleCnt="0"/>
      <dgm:spPr/>
    </dgm:pt>
    <dgm:pt modelId="{B4B24548-803A-40B2-8855-18289E23DB07}" type="pres">
      <dgm:prSet presAssocID="{54732161-C56E-43D6-9927-B43FBCFC845C}" presName="compNode" presStyleCnt="0"/>
      <dgm:spPr/>
    </dgm:pt>
    <dgm:pt modelId="{6690F4A3-70D8-4F45-9AC5-DFED0906B17D}" type="pres">
      <dgm:prSet presAssocID="{54732161-C56E-43D6-9927-B43FBCFC845C}" presName="bgRect" presStyleLbl="bgShp" presStyleIdx="3" presStyleCnt="6" custLinFactNeighborX="413" custLinFactNeighborY="434"/>
      <dgm:spPr>
        <a:solidFill>
          <a:schemeClr val="accent1">
            <a:lumMod val="20000"/>
            <a:lumOff val="80000"/>
          </a:schemeClr>
        </a:solidFill>
        <a:ln>
          <a:solidFill>
            <a:schemeClr val="accent1">
              <a:lumMod val="20000"/>
              <a:lumOff val="80000"/>
            </a:schemeClr>
          </a:solidFill>
        </a:ln>
      </dgm:spPr>
    </dgm:pt>
    <dgm:pt modelId="{9AF7F62D-99D7-45DB-95A6-C921B5D7D7D7}" type="pres">
      <dgm:prSet presAssocID="{54732161-C56E-43D6-9927-B43FBCFC845C}" presName="iconRect" presStyleLbl="node1" presStyleIdx="3" presStyleCnt="6"/>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Family with boy with solid fill"/>
        </a:ext>
      </dgm:extLst>
    </dgm:pt>
    <dgm:pt modelId="{978C1FF5-6F14-43A6-A338-9EFCC60BCDCE}" type="pres">
      <dgm:prSet presAssocID="{54732161-C56E-43D6-9927-B43FBCFC845C}" presName="spaceRect" presStyleCnt="0"/>
      <dgm:spPr/>
    </dgm:pt>
    <dgm:pt modelId="{72259768-EC27-4D83-B081-B4F1CEF1DE05}" type="pres">
      <dgm:prSet presAssocID="{54732161-C56E-43D6-9927-B43FBCFC845C}" presName="parTx" presStyleLbl="revTx" presStyleIdx="3" presStyleCnt="7" custScaleX="150965" custLinFactNeighborX="19758" custLinFactNeighborY="8409">
        <dgm:presLayoutVars>
          <dgm:chMax val="0"/>
          <dgm:chPref val="0"/>
        </dgm:presLayoutVars>
      </dgm:prSet>
      <dgm:spPr/>
    </dgm:pt>
    <dgm:pt modelId="{D952EF51-4EBE-487E-B7EC-E4E580E9DE72}" type="pres">
      <dgm:prSet presAssocID="{54732161-C56E-43D6-9927-B43FBCFC845C}" presName="desTx" presStyleLbl="revTx" presStyleIdx="4" presStyleCnt="7">
        <dgm:presLayoutVars/>
      </dgm:prSet>
      <dgm:spPr/>
    </dgm:pt>
    <dgm:pt modelId="{310D68B5-AD18-4733-9019-7B3B90332B0F}" type="pres">
      <dgm:prSet presAssocID="{362696B3-3778-4916-B4F7-B574D3A8620E}" presName="sibTrans" presStyleCnt="0"/>
      <dgm:spPr/>
    </dgm:pt>
    <dgm:pt modelId="{CD8B9DD2-17DE-4660-A57F-DBE1551934E5}" type="pres">
      <dgm:prSet presAssocID="{DB289E55-193B-4548-8CE3-A4A2E54F90AA}" presName="compNode" presStyleCnt="0"/>
      <dgm:spPr/>
    </dgm:pt>
    <dgm:pt modelId="{D4D67EC1-0CB1-4CB0-ABD1-1B85735369D4}" type="pres">
      <dgm:prSet presAssocID="{DB289E55-193B-4548-8CE3-A4A2E54F90AA}" presName="bgRect" presStyleLbl="bgShp" presStyleIdx="4" presStyleCnt="6"/>
      <dgm:spPr>
        <a:solidFill>
          <a:schemeClr val="accent1">
            <a:lumMod val="20000"/>
            <a:lumOff val="80000"/>
          </a:schemeClr>
        </a:solidFill>
      </dgm:spPr>
    </dgm:pt>
    <dgm:pt modelId="{CB8E20FB-E818-400A-B8E7-0147B730159D}" type="pres">
      <dgm:prSet presAssocID="{DB289E55-193B-4548-8CE3-A4A2E54F90AA}" presName="iconRect" presStyleLbl="node1" presStyleIdx="4" presStyleCnt="6"/>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dgm:spPr>
      <dgm:extLst>
        <a:ext uri="{E40237B7-FDA0-4F09-8148-C483321AD2D9}">
          <dgm14:cNvPr xmlns:dgm14="http://schemas.microsoft.com/office/drawing/2010/diagram" id="0" name="" descr="Brain in head with solid fill"/>
        </a:ext>
      </dgm:extLst>
    </dgm:pt>
    <dgm:pt modelId="{5B0FABAE-4128-43E6-8C50-F7AC72C56D9B}" type="pres">
      <dgm:prSet presAssocID="{DB289E55-193B-4548-8CE3-A4A2E54F90AA}" presName="spaceRect" presStyleCnt="0"/>
      <dgm:spPr/>
    </dgm:pt>
    <dgm:pt modelId="{3EB00964-669E-4104-9BAF-47E8A9626D82}" type="pres">
      <dgm:prSet presAssocID="{DB289E55-193B-4548-8CE3-A4A2E54F90AA}" presName="parTx" presStyleLbl="revTx" presStyleIdx="5" presStyleCnt="7">
        <dgm:presLayoutVars>
          <dgm:chMax val="0"/>
          <dgm:chPref val="0"/>
        </dgm:presLayoutVars>
      </dgm:prSet>
      <dgm:spPr/>
    </dgm:pt>
    <dgm:pt modelId="{A0055651-1DAD-4B12-983A-863BDEFDDBD7}" type="pres">
      <dgm:prSet presAssocID="{6F763FEB-52A5-4CBE-A8B2-B0F4AB150DC0}" presName="sibTrans" presStyleCnt="0"/>
      <dgm:spPr/>
    </dgm:pt>
    <dgm:pt modelId="{FDF263D6-2693-4B41-9319-25D354355D45}" type="pres">
      <dgm:prSet presAssocID="{67A04AC2-C62E-49F7-8407-1A5994BDF589}" presName="compNode" presStyleCnt="0"/>
      <dgm:spPr/>
    </dgm:pt>
    <dgm:pt modelId="{C88A605D-4577-4873-8C6F-189EF94E4012}" type="pres">
      <dgm:prSet presAssocID="{67A04AC2-C62E-49F7-8407-1A5994BDF589}" presName="bgRect" presStyleLbl="bgShp" presStyleIdx="5" presStyleCnt="6" custLinFactNeighborY="-5047"/>
      <dgm:spPr>
        <a:solidFill>
          <a:schemeClr val="accent1">
            <a:lumMod val="20000"/>
            <a:lumOff val="80000"/>
          </a:schemeClr>
        </a:solidFill>
      </dgm:spPr>
    </dgm:pt>
    <dgm:pt modelId="{5C886C9E-4F5E-41F4-B0ED-B5ECF31E5677}" type="pres">
      <dgm:prSet presAssocID="{67A04AC2-C62E-49F7-8407-1A5994BDF589}" presName="iconRect" presStyleLbl="node1" presStyleIdx="5" presStyleCnt="6" custLinFactNeighborY="9176"/>
      <dgm:spPr>
        <a:blipFill>
          <a:blip xmlns:r="http://schemas.openxmlformats.org/officeDocument/2006/relationships" r:embed="rId11">
            <a:extLst>
              <a:ext uri="{96DAC541-7B7A-43D3-8B79-37D633B846F1}">
                <asvg:svgBlip xmlns:asvg="http://schemas.microsoft.com/office/drawing/2016/SVG/main" r:embed="rId12"/>
              </a:ext>
            </a:extLst>
          </a:blip>
          <a:srcRect/>
          <a:stretch>
            <a:fillRect/>
          </a:stretch>
        </a:blipFill>
      </dgm:spPr>
      <dgm:extLst>
        <a:ext uri="{E40237B7-FDA0-4F09-8148-C483321AD2D9}">
          <dgm14:cNvPr xmlns:dgm14="http://schemas.microsoft.com/office/drawing/2010/diagram" id="0" name="" descr="Heart with solid fill"/>
        </a:ext>
      </dgm:extLst>
    </dgm:pt>
    <dgm:pt modelId="{9F8AA26A-EA1F-4B10-938A-E4466B1EFDC5}" type="pres">
      <dgm:prSet presAssocID="{67A04AC2-C62E-49F7-8407-1A5994BDF589}" presName="spaceRect" presStyleCnt="0"/>
      <dgm:spPr/>
    </dgm:pt>
    <dgm:pt modelId="{8798F5AC-3ED1-464F-9E20-4D55F9ED589F}" type="pres">
      <dgm:prSet presAssocID="{67A04AC2-C62E-49F7-8407-1A5994BDF589}" presName="parTx" presStyleLbl="revTx" presStyleIdx="6" presStyleCnt="7">
        <dgm:presLayoutVars>
          <dgm:chMax val="0"/>
          <dgm:chPref val="0"/>
        </dgm:presLayoutVars>
      </dgm:prSet>
      <dgm:spPr/>
    </dgm:pt>
  </dgm:ptLst>
  <dgm:cxnLst>
    <dgm:cxn modelId="{464EC210-6273-4D08-8D11-D42E15A547A5}" srcId="{54732161-C56E-43D6-9927-B43FBCFC845C}" destId="{4A3925B0-83E1-4586-A6DA-F912C4ABADC3}" srcOrd="0" destOrd="0" parTransId="{ED39F059-FC30-489B-A124-96075E68ACC8}" sibTransId="{1BF97C82-AFE8-49DC-B400-2D612685C3BE}"/>
    <dgm:cxn modelId="{CFCFA61C-456E-4331-9EA1-ED35DBE45D5D}" srcId="{6568FBE1-6893-424C-A811-821A1B6D4E45}" destId="{424C62B0-6EA1-4BD6-AC9D-FF496115BA3F}" srcOrd="1" destOrd="0" parTransId="{E12734C0-B9B0-4785-86D0-5CF40FAEFFB6}" sibTransId="{9CE1A0D2-0308-40D8-A28B-589E22E302CB}"/>
    <dgm:cxn modelId="{FC282930-8EEA-491B-88BE-38D77058BCD6}" type="presOf" srcId="{CDEB7752-E585-4D5B-888F-C8C792A70A83}" destId="{A2640F47-9111-4CB9-979B-014AACBCF886}" srcOrd="0" destOrd="0" presId="urn:microsoft.com/office/officeart/2018/2/layout/IconVerticalSolidList"/>
    <dgm:cxn modelId="{8AB0E73C-222A-4791-91F9-D6B39FE4B89D}" type="presOf" srcId="{4A3925B0-83E1-4586-A6DA-F912C4ABADC3}" destId="{D952EF51-4EBE-487E-B7EC-E4E580E9DE72}" srcOrd="0" destOrd="0" presId="urn:microsoft.com/office/officeart/2018/2/layout/IconVerticalSolidList"/>
    <dgm:cxn modelId="{C3A52544-A430-486C-BECA-96EF7A2A2BA9}" srcId="{6568FBE1-6893-424C-A811-821A1B6D4E45}" destId="{DB289E55-193B-4548-8CE3-A4A2E54F90AA}" srcOrd="4" destOrd="0" parTransId="{1AFF11F6-8BD2-4EEA-943A-F4CC9B5E65C3}" sibTransId="{6F763FEB-52A5-4CBE-A8B2-B0F4AB150DC0}"/>
    <dgm:cxn modelId="{5A6C5668-72D3-4A01-A7C8-E86FE0CD74AA}" srcId="{6568FBE1-6893-424C-A811-821A1B6D4E45}" destId="{67A04AC2-C62E-49F7-8407-1A5994BDF589}" srcOrd="5" destOrd="0" parTransId="{0DE5422E-FBBB-4753-9453-ED75CA008671}" sibTransId="{D7C30824-6E80-466F-B3D1-77A2DB2C0CF7}"/>
    <dgm:cxn modelId="{BAA19656-FF0F-4334-B601-6C2D9048B14E}" type="presOf" srcId="{DB289E55-193B-4548-8CE3-A4A2E54F90AA}" destId="{3EB00964-669E-4104-9BAF-47E8A9626D82}" srcOrd="0" destOrd="0" presId="urn:microsoft.com/office/officeart/2018/2/layout/IconVerticalSolidList"/>
    <dgm:cxn modelId="{00CFF858-5CA5-4A7B-BE3B-A15DF8BD803B}" type="presOf" srcId="{26BC310B-C98F-4C5F-9F7A-19C97F304102}" destId="{4ABFDA1C-C22B-45A1-B4A5-2E033AA70E03}" srcOrd="0" destOrd="0" presId="urn:microsoft.com/office/officeart/2018/2/layout/IconVerticalSolidList"/>
    <dgm:cxn modelId="{0390D57C-650C-42DC-88E8-5DD6894E1E34}" type="presOf" srcId="{67A04AC2-C62E-49F7-8407-1A5994BDF589}" destId="{8798F5AC-3ED1-464F-9E20-4D55F9ED589F}" srcOrd="0" destOrd="0" presId="urn:microsoft.com/office/officeart/2018/2/layout/IconVerticalSolidList"/>
    <dgm:cxn modelId="{82EB2D8D-A74E-4765-856C-B708701001E2}" type="presOf" srcId="{54732161-C56E-43D6-9927-B43FBCFC845C}" destId="{72259768-EC27-4D83-B081-B4F1CEF1DE05}" srcOrd="0" destOrd="0" presId="urn:microsoft.com/office/officeart/2018/2/layout/IconVerticalSolidList"/>
    <dgm:cxn modelId="{4E47989D-AD67-495C-8DE9-705FB0546ADD}" type="presOf" srcId="{6568FBE1-6893-424C-A811-821A1B6D4E45}" destId="{463B2605-0646-4D78-9EFC-F9D288BBEEEB}" srcOrd="0" destOrd="0" presId="urn:microsoft.com/office/officeart/2018/2/layout/IconVerticalSolidList"/>
    <dgm:cxn modelId="{A1B752AF-210B-4636-BFC7-9B6B35A03F91}" srcId="{6568FBE1-6893-424C-A811-821A1B6D4E45}" destId="{CDEB7752-E585-4D5B-888F-C8C792A70A83}" srcOrd="0" destOrd="0" parTransId="{E4FF274C-1CA8-4EFD-A6F8-7553E63AFF51}" sibTransId="{83D22A0C-BEE5-49F8-A66A-84177F0AB8A1}"/>
    <dgm:cxn modelId="{7B136CB6-8E77-4766-9381-23A8C5542856}" srcId="{6568FBE1-6893-424C-A811-821A1B6D4E45}" destId="{54732161-C56E-43D6-9927-B43FBCFC845C}" srcOrd="3" destOrd="0" parTransId="{6B250E2A-BC37-494B-BBD8-168C5346E717}" sibTransId="{362696B3-3778-4916-B4F7-B574D3A8620E}"/>
    <dgm:cxn modelId="{D4A755BE-2C16-4ED1-997F-62D08AF91A8B}" type="presOf" srcId="{424C62B0-6EA1-4BD6-AC9D-FF496115BA3F}" destId="{A45F074F-5816-42F0-A638-DF40285630A6}" srcOrd="0" destOrd="0" presId="urn:microsoft.com/office/officeart/2018/2/layout/IconVerticalSolidList"/>
    <dgm:cxn modelId="{C66F09D0-EA3A-4E44-B55F-9C778A999276}" srcId="{6568FBE1-6893-424C-A811-821A1B6D4E45}" destId="{26BC310B-C98F-4C5F-9F7A-19C97F304102}" srcOrd="2" destOrd="0" parTransId="{FE137874-93E4-470D-99C4-2FAEC96B7D09}" sibTransId="{5321581D-753F-4C4D-A38D-9EC72618AC0F}"/>
    <dgm:cxn modelId="{ACB5FC1C-CBC2-45C4-B081-5DB8398D54C7}" type="presParOf" srcId="{463B2605-0646-4D78-9EFC-F9D288BBEEEB}" destId="{2D940B06-C4DA-43D2-AE98-C0C6C2447CCA}" srcOrd="0" destOrd="0" presId="urn:microsoft.com/office/officeart/2018/2/layout/IconVerticalSolidList"/>
    <dgm:cxn modelId="{C1E51020-C81A-42EF-A524-A126A28EB6CB}" type="presParOf" srcId="{2D940B06-C4DA-43D2-AE98-C0C6C2447CCA}" destId="{2D565765-4C35-4C7D-AD77-5FAD6C906538}" srcOrd="0" destOrd="0" presId="urn:microsoft.com/office/officeart/2018/2/layout/IconVerticalSolidList"/>
    <dgm:cxn modelId="{723FD3FA-8E6A-48F6-BDCB-F4F49F6AA543}" type="presParOf" srcId="{2D940B06-C4DA-43D2-AE98-C0C6C2447CCA}" destId="{81535162-711A-4C6A-817D-AF457E5D253C}" srcOrd="1" destOrd="0" presId="urn:microsoft.com/office/officeart/2018/2/layout/IconVerticalSolidList"/>
    <dgm:cxn modelId="{A77F0569-09D9-4D4F-A676-17909BDCB030}" type="presParOf" srcId="{2D940B06-C4DA-43D2-AE98-C0C6C2447CCA}" destId="{275E9222-A38E-4B54-82A2-089289C910E5}" srcOrd="2" destOrd="0" presId="urn:microsoft.com/office/officeart/2018/2/layout/IconVerticalSolidList"/>
    <dgm:cxn modelId="{C0F4FEB8-1B04-4F9E-9A8E-3126BCDBAB5D}" type="presParOf" srcId="{2D940B06-C4DA-43D2-AE98-C0C6C2447CCA}" destId="{A2640F47-9111-4CB9-979B-014AACBCF886}" srcOrd="3" destOrd="0" presId="urn:microsoft.com/office/officeart/2018/2/layout/IconVerticalSolidList"/>
    <dgm:cxn modelId="{375B5EF9-C85B-47DA-B428-A6DF735469BA}" type="presParOf" srcId="{463B2605-0646-4D78-9EFC-F9D288BBEEEB}" destId="{E51D57E5-5935-44B4-949B-AE749B4A4C0D}" srcOrd="1" destOrd="0" presId="urn:microsoft.com/office/officeart/2018/2/layout/IconVerticalSolidList"/>
    <dgm:cxn modelId="{43BBAAD0-475D-43E5-8841-A7EEED9EC418}" type="presParOf" srcId="{463B2605-0646-4D78-9EFC-F9D288BBEEEB}" destId="{7F0303CA-6D8E-4F9F-BC93-A8EE721DB1D9}" srcOrd="2" destOrd="0" presId="urn:microsoft.com/office/officeart/2018/2/layout/IconVerticalSolidList"/>
    <dgm:cxn modelId="{AFBF660A-7BBF-4563-B036-34751493C526}" type="presParOf" srcId="{7F0303CA-6D8E-4F9F-BC93-A8EE721DB1D9}" destId="{C33C35B9-A69A-4B3A-A518-C3BE9900A0FC}" srcOrd="0" destOrd="0" presId="urn:microsoft.com/office/officeart/2018/2/layout/IconVerticalSolidList"/>
    <dgm:cxn modelId="{B99E9900-2FB0-482C-A8BD-88246AED7798}" type="presParOf" srcId="{7F0303CA-6D8E-4F9F-BC93-A8EE721DB1D9}" destId="{974F0C83-C542-4682-B39D-61AF943C2A92}" srcOrd="1" destOrd="0" presId="urn:microsoft.com/office/officeart/2018/2/layout/IconVerticalSolidList"/>
    <dgm:cxn modelId="{611F5249-9FF0-444C-B147-2A3C65837608}" type="presParOf" srcId="{7F0303CA-6D8E-4F9F-BC93-A8EE721DB1D9}" destId="{F7AB4F52-A768-4B27-AEF8-A996B1F9B0B5}" srcOrd="2" destOrd="0" presId="urn:microsoft.com/office/officeart/2018/2/layout/IconVerticalSolidList"/>
    <dgm:cxn modelId="{CBD5EBC3-4FAD-4B9E-9476-660FCF719525}" type="presParOf" srcId="{7F0303CA-6D8E-4F9F-BC93-A8EE721DB1D9}" destId="{A45F074F-5816-42F0-A638-DF40285630A6}" srcOrd="3" destOrd="0" presId="urn:microsoft.com/office/officeart/2018/2/layout/IconVerticalSolidList"/>
    <dgm:cxn modelId="{AEBC6993-6670-4D90-A7D0-5EB0B438C9EB}" type="presParOf" srcId="{463B2605-0646-4D78-9EFC-F9D288BBEEEB}" destId="{81863842-55EB-4F76-8BC4-BB0430AF61C6}" srcOrd="3" destOrd="0" presId="urn:microsoft.com/office/officeart/2018/2/layout/IconVerticalSolidList"/>
    <dgm:cxn modelId="{E9D6384E-9BA7-42EC-AEC1-50F21C016AC9}" type="presParOf" srcId="{463B2605-0646-4D78-9EFC-F9D288BBEEEB}" destId="{A282150B-2384-43B3-AF54-ECD88A3AC266}" srcOrd="4" destOrd="0" presId="urn:microsoft.com/office/officeart/2018/2/layout/IconVerticalSolidList"/>
    <dgm:cxn modelId="{CCCB6856-498A-4B47-88BE-77F6E75CBACB}" type="presParOf" srcId="{A282150B-2384-43B3-AF54-ECD88A3AC266}" destId="{1A30D7EA-8420-48E4-83CA-AEC2BB5E6627}" srcOrd="0" destOrd="0" presId="urn:microsoft.com/office/officeart/2018/2/layout/IconVerticalSolidList"/>
    <dgm:cxn modelId="{EA05CDDD-C69E-471A-B910-0FB3CDED2E43}" type="presParOf" srcId="{A282150B-2384-43B3-AF54-ECD88A3AC266}" destId="{FF2805F4-52B7-42C3-B370-EB9BBBC45B8D}" srcOrd="1" destOrd="0" presId="urn:microsoft.com/office/officeart/2018/2/layout/IconVerticalSolidList"/>
    <dgm:cxn modelId="{AC099F0F-28FD-42D0-A0CE-33771E148FBB}" type="presParOf" srcId="{A282150B-2384-43B3-AF54-ECD88A3AC266}" destId="{38AD8FA5-086B-4DAF-89E1-481AD6CA9587}" srcOrd="2" destOrd="0" presId="urn:microsoft.com/office/officeart/2018/2/layout/IconVerticalSolidList"/>
    <dgm:cxn modelId="{FE390D63-35A2-4148-8E2F-C4CF6014DFC0}" type="presParOf" srcId="{A282150B-2384-43B3-AF54-ECD88A3AC266}" destId="{4ABFDA1C-C22B-45A1-B4A5-2E033AA70E03}" srcOrd="3" destOrd="0" presId="urn:microsoft.com/office/officeart/2018/2/layout/IconVerticalSolidList"/>
    <dgm:cxn modelId="{316B5760-5CAC-45F1-9F3C-60774C4D2970}" type="presParOf" srcId="{463B2605-0646-4D78-9EFC-F9D288BBEEEB}" destId="{90D167A9-D381-4A5C-8C26-DC59A6882838}" srcOrd="5" destOrd="0" presId="urn:microsoft.com/office/officeart/2018/2/layout/IconVerticalSolidList"/>
    <dgm:cxn modelId="{71CAB9F8-37D4-47F7-A1F4-F97C378D19B8}" type="presParOf" srcId="{463B2605-0646-4D78-9EFC-F9D288BBEEEB}" destId="{B4B24548-803A-40B2-8855-18289E23DB07}" srcOrd="6" destOrd="0" presId="urn:microsoft.com/office/officeart/2018/2/layout/IconVerticalSolidList"/>
    <dgm:cxn modelId="{FC3654A5-0972-44CE-B16F-83EAED49E82C}" type="presParOf" srcId="{B4B24548-803A-40B2-8855-18289E23DB07}" destId="{6690F4A3-70D8-4F45-9AC5-DFED0906B17D}" srcOrd="0" destOrd="0" presId="urn:microsoft.com/office/officeart/2018/2/layout/IconVerticalSolidList"/>
    <dgm:cxn modelId="{9B87881D-76CE-4104-B17B-24E2BF7B6EB7}" type="presParOf" srcId="{B4B24548-803A-40B2-8855-18289E23DB07}" destId="{9AF7F62D-99D7-45DB-95A6-C921B5D7D7D7}" srcOrd="1" destOrd="0" presId="urn:microsoft.com/office/officeart/2018/2/layout/IconVerticalSolidList"/>
    <dgm:cxn modelId="{82FB49BB-4C25-4892-8629-5FAFACE97729}" type="presParOf" srcId="{B4B24548-803A-40B2-8855-18289E23DB07}" destId="{978C1FF5-6F14-43A6-A338-9EFCC60BCDCE}" srcOrd="2" destOrd="0" presId="urn:microsoft.com/office/officeart/2018/2/layout/IconVerticalSolidList"/>
    <dgm:cxn modelId="{1AD1E6C4-E640-4F63-818A-B44CBF945640}" type="presParOf" srcId="{B4B24548-803A-40B2-8855-18289E23DB07}" destId="{72259768-EC27-4D83-B081-B4F1CEF1DE05}" srcOrd="3" destOrd="0" presId="urn:microsoft.com/office/officeart/2018/2/layout/IconVerticalSolidList"/>
    <dgm:cxn modelId="{9E2B7F30-0FA1-4B78-9C7D-A5BAF26F5579}" type="presParOf" srcId="{B4B24548-803A-40B2-8855-18289E23DB07}" destId="{D952EF51-4EBE-487E-B7EC-E4E580E9DE72}" srcOrd="4" destOrd="0" presId="urn:microsoft.com/office/officeart/2018/2/layout/IconVerticalSolidList"/>
    <dgm:cxn modelId="{6CAB34D2-EC3A-4596-AEA1-6161CBDAC493}" type="presParOf" srcId="{463B2605-0646-4D78-9EFC-F9D288BBEEEB}" destId="{310D68B5-AD18-4733-9019-7B3B90332B0F}" srcOrd="7" destOrd="0" presId="urn:microsoft.com/office/officeart/2018/2/layout/IconVerticalSolidList"/>
    <dgm:cxn modelId="{87F6A692-0E16-4ED4-8453-71EF87DFFE72}" type="presParOf" srcId="{463B2605-0646-4D78-9EFC-F9D288BBEEEB}" destId="{CD8B9DD2-17DE-4660-A57F-DBE1551934E5}" srcOrd="8" destOrd="0" presId="urn:microsoft.com/office/officeart/2018/2/layout/IconVerticalSolidList"/>
    <dgm:cxn modelId="{28CEF77D-A9BA-48BE-BC42-B66DD1BAD8AE}" type="presParOf" srcId="{CD8B9DD2-17DE-4660-A57F-DBE1551934E5}" destId="{D4D67EC1-0CB1-4CB0-ABD1-1B85735369D4}" srcOrd="0" destOrd="0" presId="urn:microsoft.com/office/officeart/2018/2/layout/IconVerticalSolidList"/>
    <dgm:cxn modelId="{5219930E-39E9-47B3-9D34-3F5681DFB915}" type="presParOf" srcId="{CD8B9DD2-17DE-4660-A57F-DBE1551934E5}" destId="{CB8E20FB-E818-400A-B8E7-0147B730159D}" srcOrd="1" destOrd="0" presId="urn:microsoft.com/office/officeart/2018/2/layout/IconVerticalSolidList"/>
    <dgm:cxn modelId="{404209D6-AF43-44E8-B8D4-8DD64232510F}" type="presParOf" srcId="{CD8B9DD2-17DE-4660-A57F-DBE1551934E5}" destId="{5B0FABAE-4128-43E6-8C50-F7AC72C56D9B}" srcOrd="2" destOrd="0" presId="urn:microsoft.com/office/officeart/2018/2/layout/IconVerticalSolidList"/>
    <dgm:cxn modelId="{B3046ED8-2564-4FB1-922C-2C2984BEEBEF}" type="presParOf" srcId="{CD8B9DD2-17DE-4660-A57F-DBE1551934E5}" destId="{3EB00964-669E-4104-9BAF-47E8A9626D82}" srcOrd="3" destOrd="0" presId="urn:microsoft.com/office/officeart/2018/2/layout/IconVerticalSolidList"/>
    <dgm:cxn modelId="{1DA72B49-97EB-4A47-8A77-FEB12ACF210F}" type="presParOf" srcId="{463B2605-0646-4D78-9EFC-F9D288BBEEEB}" destId="{A0055651-1DAD-4B12-983A-863BDEFDDBD7}" srcOrd="9" destOrd="0" presId="urn:microsoft.com/office/officeart/2018/2/layout/IconVerticalSolidList"/>
    <dgm:cxn modelId="{28BDAB56-905B-4855-A96E-DC7BF3A01E56}" type="presParOf" srcId="{463B2605-0646-4D78-9EFC-F9D288BBEEEB}" destId="{FDF263D6-2693-4B41-9319-25D354355D45}" srcOrd="10" destOrd="0" presId="urn:microsoft.com/office/officeart/2018/2/layout/IconVerticalSolidList"/>
    <dgm:cxn modelId="{BCC24EF4-9A8E-4B0D-894A-FA0E97C6B466}" type="presParOf" srcId="{FDF263D6-2693-4B41-9319-25D354355D45}" destId="{C88A605D-4577-4873-8C6F-189EF94E4012}" srcOrd="0" destOrd="0" presId="urn:microsoft.com/office/officeart/2018/2/layout/IconVerticalSolidList"/>
    <dgm:cxn modelId="{91D04C2D-50CF-49A3-9A49-30F1495C6297}" type="presParOf" srcId="{FDF263D6-2693-4B41-9319-25D354355D45}" destId="{5C886C9E-4F5E-41F4-B0ED-B5ECF31E5677}" srcOrd="1" destOrd="0" presId="urn:microsoft.com/office/officeart/2018/2/layout/IconVerticalSolidList"/>
    <dgm:cxn modelId="{389B1835-6BB7-4A40-8C9D-150351F235AE}" type="presParOf" srcId="{FDF263D6-2693-4B41-9319-25D354355D45}" destId="{9F8AA26A-EA1F-4B10-938A-E4466B1EFDC5}" srcOrd="2" destOrd="0" presId="urn:microsoft.com/office/officeart/2018/2/layout/IconVerticalSolidList"/>
    <dgm:cxn modelId="{2F452A74-812E-4181-877A-0A4EDBC4FDAB}" type="presParOf" srcId="{FDF263D6-2693-4B41-9319-25D354355D45}" destId="{8798F5AC-3ED1-464F-9E20-4D55F9ED589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9FB2680-61C3-4FA0-BB8C-C32B193FBAF7}" type="doc">
      <dgm:prSet loTypeId="urn:microsoft.com/office/officeart/2005/8/layout/hierarchy1" loCatId="hierarchy" qsTypeId="urn:microsoft.com/office/officeart/2005/8/quickstyle/simple1" qsCatId="simple" csTypeId="urn:microsoft.com/office/officeart/2005/8/colors/accent2_2" csCatId="accent2" phldr="1"/>
      <dgm:spPr/>
      <dgm:t>
        <a:bodyPr/>
        <a:lstStyle/>
        <a:p>
          <a:endParaRPr lang="en-US"/>
        </a:p>
      </dgm:t>
    </dgm:pt>
    <dgm:pt modelId="{8A55386B-6544-4EE4-85D3-B4FC347C79F3}">
      <dgm:prSet/>
      <dgm:spPr>
        <a:ln>
          <a:solidFill>
            <a:schemeClr val="accent1"/>
          </a:solidFill>
        </a:ln>
      </dgm:spPr>
      <dgm:t>
        <a:bodyPr/>
        <a:lstStyle/>
        <a:p>
          <a:r>
            <a:rPr lang="en-GB"/>
            <a:t>antiplatelet agent (e.g. clopidogrel) </a:t>
          </a:r>
          <a:r>
            <a:rPr lang="en-GB" b="0" i="0" baseline="0"/>
            <a:t>for long-term vascular prevention in people with ischaemic stroke or TIA without paroxysmal or permanent atrial fibrillation </a:t>
          </a:r>
          <a:endParaRPr lang="en-US"/>
        </a:p>
      </dgm:t>
    </dgm:pt>
    <dgm:pt modelId="{CE5F622A-4D24-4A10-AD83-8A7B3686A927}" type="parTrans" cxnId="{1E1DB866-B04C-4D81-BE2A-A3826D6BED3C}">
      <dgm:prSet/>
      <dgm:spPr/>
      <dgm:t>
        <a:bodyPr/>
        <a:lstStyle/>
        <a:p>
          <a:endParaRPr lang="en-US"/>
        </a:p>
      </dgm:t>
    </dgm:pt>
    <dgm:pt modelId="{943414D4-33A2-4F60-8198-8A9BA7A9CFF3}" type="sibTrans" cxnId="{1E1DB866-B04C-4D81-BE2A-A3826D6BED3C}">
      <dgm:prSet/>
      <dgm:spPr/>
      <dgm:t>
        <a:bodyPr/>
        <a:lstStyle/>
        <a:p>
          <a:endParaRPr lang="en-US"/>
        </a:p>
      </dgm:t>
    </dgm:pt>
    <dgm:pt modelId="{5F669CDC-547F-4AF7-A9D7-35EF9D853E66}">
      <dgm:prSet/>
      <dgm:spPr>
        <a:ln>
          <a:solidFill>
            <a:schemeClr val="accent1"/>
          </a:solidFill>
        </a:ln>
      </dgm:spPr>
      <dgm:t>
        <a:bodyPr/>
        <a:lstStyle/>
        <a:p>
          <a:r>
            <a:rPr lang="en-GB"/>
            <a:t>anticoagulation f</a:t>
          </a:r>
          <a:r>
            <a:rPr lang="en-GB" b="0" i="0" baseline="0"/>
            <a:t>or people with ischaemic stroke or TIA and paroxysmal, persistent or permanent atrial fibrillation or atrial flutter</a:t>
          </a:r>
          <a:endParaRPr lang="en-US"/>
        </a:p>
      </dgm:t>
    </dgm:pt>
    <dgm:pt modelId="{B40C1841-C62F-4816-9684-844992B02C80}" type="parTrans" cxnId="{34D3464D-27C7-4B5C-A9F2-2347A765D9DF}">
      <dgm:prSet/>
      <dgm:spPr/>
      <dgm:t>
        <a:bodyPr/>
        <a:lstStyle/>
        <a:p>
          <a:endParaRPr lang="en-US"/>
        </a:p>
      </dgm:t>
    </dgm:pt>
    <dgm:pt modelId="{98844269-007E-4CF3-8E91-A4ED702453FD}" type="sibTrans" cxnId="{34D3464D-27C7-4B5C-A9F2-2347A765D9DF}">
      <dgm:prSet/>
      <dgm:spPr/>
      <dgm:t>
        <a:bodyPr/>
        <a:lstStyle/>
        <a:p>
          <a:endParaRPr lang="en-US"/>
        </a:p>
      </dgm:t>
    </dgm:pt>
    <dgm:pt modelId="{A696FFD0-DC2C-46F3-81BE-DF56E70287DA}" type="pres">
      <dgm:prSet presAssocID="{29FB2680-61C3-4FA0-BB8C-C32B193FBAF7}" presName="hierChild1" presStyleCnt="0">
        <dgm:presLayoutVars>
          <dgm:chPref val="1"/>
          <dgm:dir/>
          <dgm:animOne val="branch"/>
          <dgm:animLvl val="lvl"/>
          <dgm:resizeHandles/>
        </dgm:presLayoutVars>
      </dgm:prSet>
      <dgm:spPr/>
    </dgm:pt>
    <dgm:pt modelId="{BFC8CCBB-1076-4D28-8B01-71FFA96CEC4A}" type="pres">
      <dgm:prSet presAssocID="{8A55386B-6544-4EE4-85D3-B4FC347C79F3}" presName="hierRoot1" presStyleCnt="0"/>
      <dgm:spPr/>
    </dgm:pt>
    <dgm:pt modelId="{F6979BE9-2211-4524-A475-7F25D08CB7FC}" type="pres">
      <dgm:prSet presAssocID="{8A55386B-6544-4EE4-85D3-B4FC347C79F3}" presName="composite" presStyleCnt="0"/>
      <dgm:spPr/>
    </dgm:pt>
    <dgm:pt modelId="{F934BA2F-11FB-4313-8D4C-B8DDFD5AA788}" type="pres">
      <dgm:prSet presAssocID="{8A55386B-6544-4EE4-85D3-B4FC347C79F3}" presName="background" presStyleLbl="node0" presStyleIdx="0" presStyleCnt="2"/>
      <dgm:spPr>
        <a:solidFill>
          <a:schemeClr val="accent1">
            <a:lumMod val="60000"/>
            <a:lumOff val="40000"/>
          </a:schemeClr>
        </a:solidFill>
      </dgm:spPr>
    </dgm:pt>
    <dgm:pt modelId="{ED467210-84B7-4F1B-AD26-C417C738083C}" type="pres">
      <dgm:prSet presAssocID="{8A55386B-6544-4EE4-85D3-B4FC347C79F3}" presName="text" presStyleLbl="fgAcc0" presStyleIdx="0" presStyleCnt="2">
        <dgm:presLayoutVars>
          <dgm:chPref val="3"/>
        </dgm:presLayoutVars>
      </dgm:prSet>
      <dgm:spPr/>
    </dgm:pt>
    <dgm:pt modelId="{21FFE51E-B9F6-4D84-B819-6ACDDC535A59}" type="pres">
      <dgm:prSet presAssocID="{8A55386B-6544-4EE4-85D3-B4FC347C79F3}" presName="hierChild2" presStyleCnt="0"/>
      <dgm:spPr/>
    </dgm:pt>
    <dgm:pt modelId="{BA588627-DE96-47D0-B538-24E5C3E4356C}" type="pres">
      <dgm:prSet presAssocID="{5F669CDC-547F-4AF7-A9D7-35EF9D853E66}" presName="hierRoot1" presStyleCnt="0"/>
      <dgm:spPr/>
    </dgm:pt>
    <dgm:pt modelId="{899012A8-B8A1-457C-A3A3-C53F13987948}" type="pres">
      <dgm:prSet presAssocID="{5F669CDC-547F-4AF7-A9D7-35EF9D853E66}" presName="composite" presStyleCnt="0"/>
      <dgm:spPr/>
    </dgm:pt>
    <dgm:pt modelId="{7F54F1BF-6F87-4BDB-9D45-974169361A7B}" type="pres">
      <dgm:prSet presAssocID="{5F669CDC-547F-4AF7-A9D7-35EF9D853E66}" presName="background" presStyleLbl="node0" presStyleIdx="1" presStyleCnt="2"/>
      <dgm:spPr>
        <a:solidFill>
          <a:schemeClr val="accent1">
            <a:lumMod val="60000"/>
            <a:lumOff val="40000"/>
          </a:schemeClr>
        </a:solidFill>
      </dgm:spPr>
    </dgm:pt>
    <dgm:pt modelId="{47E2937A-55CD-4A9C-BE27-54C0F747E135}" type="pres">
      <dgm:prSet presAssocID="{5F669CDC-547F-4AF7-A9D7-35EF9D853E66}" presName="text" presStyleLbl="fgAcc0" presStyleIdx="1" presStyleCnt="2" custLinFactNeighborX="1097">
        <dgm:presLayoutVars>
          <dgm:chPref val="3"/>
        </dgm:presLayoutVars>
      </dgm:prSet>
      <dgm:spPr/>
    </dgm:pt>
    <dgm:pt modelId="{EC6D5E7B-A82F-480F-AEE1-C36CBA9F7573}" type="pres">
      <dgm:prSet presAssocID="{5F669CDC-547F-4AF7-A9D7-35EF9D853E66}" presName="hierChild2" presStyleCnt="0"/>
      <dgm:spPr/>
    </dgm:pt>
  </dgm:ptLst>
  <dgm:cxnLst>
    <dgm:cxn modelId="{661BBB14-CDC5-44C1-B1D7-E03FAA219C3D}" type="presOf" srcId="{5F669CDC-547F-4AF7-A9D7-35EF9D853E66}" destId="{47E2937A-55CD-4A9C-BE27-54C0F747E135}" srcOrd="0" destOrd="0" presId="urn:microsoft.com/office/officeart/2005/8/layout/hierarchy1"/>
    <dgm:cxn modelId="{1E1DB866-B04C-4D81-BE2A-A3826D6BED3C}" srcId="{29FB2680-61C3-4FA0-BB8C-C32B193FBAF7}" destId="{8A55386B-6544-4EE4-85D3-B4FC347C79F3}" srcOrd="0" destOrd="0" parTransId="{CE5F622A-4D24-4A10-AD83-8A7B3686A927}" sibTransId="{943414D4-33A2-4F60-8198-8A9BA7A9CFF3}"/>
    <dgm:cxn modelId="{34D3464D-27C7-4B5C-A9F2-2347A765D9DF}" srcId="{29FB2680-61C3-4FA0-BB8C-C32B193FBAF7}" destId="{5F669CDC-547F-4AF7-A9D7-35EF9D853E66}" srcOrd="1" destOrd="0" parTransId="{B40C1841-C62F-4816-9684-844992B02C80}" sibTransId="{98844269-007E-4CF3-8E91-A4ED702453FD}"/>
    <dgm:cxn modelId="{F74B52D2-1808-435A-A8D9-7A894C243296}" type="presOf" srcId="{29FB2680-61C3-4FA0-BB8C-C32B193FBAF7}" destId="{A696FFD0-DC2C-46F3-81BE-DF56E70287DA}" srcOrd="0" destOrd="0" presId="urn:microsoft.com/office/officeart/2005/8/layout/hierarchy1"/>
    <dgm:cxn modelId="{91C98CD7-8C1A-40EF-805A-4A476A6434B1}" type="presOf" srcId="{8A55386B-6544-4EE4-85D3-B4FC347C79F3}" destId="{ED467210-84B7-4F1B-AD26-C417C738083C}" srcOrd="0" destOrd="0" presId="urn:microsoft.com/office/officeart/2005/8/layout/hierarchy1"/>
    <dgm:cxn modelId="{9DDAC0A9-94A3-4B2B-9224-339449E7A7F1}" type="presParOf" srcId="{A696FFD0-DC2C-46F3-81BE-DF56E70287DA}" destId="{BFC8CCBB-1076-4D28-8B01-71FFA96CEC4A}" srcOrd="0" destOrd="0" presId="urn:microsoft.com/office/officeart/2005/8/layout/hierarchy1"/>
    <dgm:cxn modelId="{BBBEA83D-78BA-4130-8C58-ADD07E34156D}" type="presParOf" srcId="{BFC8CCBB-1076-4D28-8B01-71FFA96CEC4A}" destId="{F6979BE9-2211-4524-A475-7F25D08CB7FC}" srcOrd="0" destOrd="0" presId="urn:microsoft.com/office/officeart/2005/8/layout/hierarchy1"/>
    <dgm:cxn modelId="{0895FA1E-D48A-45CC-B023-37B227AD12D8}" type="presParOf" srcId="{F6979BE9-2211-4524-A475-7F25D08CB7FC}" destId="{F934BA2F-11FB-4313-8D4C-B8DDFD5AA788}" srcOrd="0" destOrd="0" presId="urn:microsoft.com/office/officeart/2005/8/layout/hierarchy1"/>
    <dgm:cxn modelId="{04800351-D4D1-46F9-AEA6-A1FB7B5524D7}" type="presParOf" srcId="{F6979BE9-2211-4524-A475-7F25D08CB7FC}" destId="{ED467210-84B7-4F1B-AD26-C417C738083C}" srcOrd="1" destOrd="0" presId="urn:microsoft.com/office/officeart/2005/8/layout/hierarchy1"/>
    <dgm:cxn modelId="{695BE9A3-6265-4CCA-B2F6-A714FA1FA09A}" type="presParOf" srcId="{BFC8CCBB-1076-4D28-8B01-71FFA96CEC4A}" destId="{21FFE51E-B9F6-4D84-B819-6ACDDC535A59}" srcOrd="1" destOrd="0" presId="urn:microsoft.com/office/officeart/2005/8/layout/hierarchy1"/>
    <dgm:cxn modelId="{FF3F1415-46BE-4A8B-9283-FF77D723C6FF}" type="presParOf" srcId="{A696FFD0-DC2C-46F3-81BE-DF56E70287DA}" destId="{BA588627-DE96-47D0-B538-24E5C3E4356C}" srcOrd="1" destOrd="0" presId="urn:microsoft.com/office/officeart/2005/8/layout/hierarchy1"/>
    <dgm:cxn modelId="{77900518-D2A1-4563-9829-11816381E9BB}" type="presParOf" srcId="{BA588627-DE96-47D0-B538-24E5C3E4356C}" destId="{899012A8-B8A1-457C-A3A3-C53F13987948}" srcOrd="0" destOrd="0" presId="urn:microsoft.com/office/officeart/2005/8/layout/hierarchy1"/>
    <dgm:cxn modelId="{ED0BD721-F126-4A0D-8163-F3C901B3EBDA}" type="presParOf" srcId="{899012A8-B8A1-457C-A3A3-C53F13987948}" destId="{7F54F1BF-6F87-4BDB-9D45-974169361A7B}" srcOrd="0" destOrd="0" presId="urn:microsoft.com/office/officeart/2005/8/layout/hierarchy1"/>
    <dgm:cxn modelId="{EA231624-0DCD-4555-A74D-BB9975662C92}" type="presParOf" srcId="{899012A8-B8A1-457C-A3A3-C53F13987948}" destId="{47E2937A-55CD-4A9C-BE27-54C0F747E135}" srcOrd="1" destOrd="0" presId="urn:microsoft.com/office/officeart/2005/8/layout/hierarchy1"/>
    <dgm:cxn modelId="{9D799215-B21A-4646-BA68-2F785F851E7C}" type="presParOf" srcId="{BA588627-DE96-47D0-B538-24E5C3E4356C}" destId="{EC6D5E7B-A82F-480F-AEE1-C36CBA9F757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565765-4C35-4C7D-AD77-5FAD6C906538}">
      <dsp:nvSpPr>
        <dsp:cNvPr id="0" name=""/>
        <dsp:cNvSpPr/>
      </dsp:nvSpPr>
      <dsp:spPr>
        <a:xfrm>
          <a:off x="0" y="7790"/>
          <a:ext cx="6513603" cy="1238008"/>
        </a:xfrm>
        <a:prstGeom prst="roundRect">
          <a:avLst>
            <a:gd name="adj" fmla="val 10000"/>
          </a:avLst>
        </a:prstGeom>
        <a:solidFill>
          <a:schemeClr val="accent1">
            <a:lumMod val="20000"/>
            <a:lumOff val="80000"/>
          </a:schemeClr>
        </a:solidFill>
        <a:ln>
          <a:noFill/>
        </a:ln>
        <a:effectLst/>
      </dsp:spPr>
      <dsp:style>
        <a:lnRef idx="0">
          <a:scrgbClr r="0" g="0" b="0"/>
        </a:lnRef>
        <a:fillRef idx="1">
          <a:scrgbClr r="0" g="0" b="0"/>
        </a:fillRef>
        <a:effectRef idx="2">
          <a:scrgbClr r="0" g="0" b="0"/>
        </a:effectRef>
        <a:fontRef idx="minor"/>
      </dsp:style>
    </dsp:sp>
    <dsp:sp modelId="{81535162-711A-4C6A-817D-AF457E5D253C}">
      <dsp:nvSpPr>
        <dsp:cNvPr id="0" name=""/>
        <dsp:cNvSpPr/>
      </dsp:nvSpPr>
      <dsp:spPr>
        <a:xfrm>
          <a:off x="374497" y="243926"/>
          <a:ext cx="680904" cy="680904"/>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A2640F47-9111-4CB9-979B-014AACBCF886}">
      <dsp:nvSpPr>
        <dsp:cNvPr id="0" name=""/>
        <dsp:cNvSpPr/>
      </dsp:nvSpPr>
      <dsp:spPr>
        <a:xfrm>
          <a:off x="1429899" y="2442"/>
          <a:ext cx="5083704"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marL="0" lvl="0" indent="0" algn="l" defTabSz="1066800">
            <a:lnSpc>
              <a:spcPct val="100000"/>
            </a:lnSpc>
            <a:spcBef>
              <a:spcPct val="0"/>
            </a:spcBef>
            <a:spcAft>
              <a:spcPct val="35000"/>
            </a:spcAft>
            <a:buNone/>
          </a:pPr>
          <a:r>
            <a:rPr lang="en-US" sz="2400" kern="1200" dirty="0"/>
            <a:t>Hypertension</a:t>
          </a:r>
        </a:p>
      </dsp:txBody>
      <dsp:txXfrm>
        <a:off x="1429899" y="2442"/>
        <a:ext cx="5083704" cy="1238008"/>
      </dsp:txXfrm>
    </dsp:sp>
    <dsp:sp modelId="{C33C35B9-A69A-4B3A-A518-C3BE9900A0FC}">
      <dsp:nvSpPr>
        <dsp:cNvPr id="0" name=""/>
        <dsp:cNvSpPr/>
      </dsp:nvSpPr>
      <dsp:spPr>
        <a:xfrm>
          <a:off x="0" y="1587019"/>
          <a:ext cx="6513603" cy="1238008"/>
        </a:xfrm>
        <a:prstGeom prst="roundRect">
          <a:avLst>
            <a:gd name="adj" fmla="val 10000"/>
          </a:avLst>
        </a:prstGeom>
        <a:solidFill>
          <a:schemeClr val="accent1">
            <a:lumMod val="20000"/>
            <a:lumOff val="80000"/>
          </a:schemeClr>
        </a:solidFill>
        <a:ln>
          <a:noFill/>
        </a:ln>
        <a:effectLst/>
      </dsp:spPr>
      <dsp:style>
        <a:lnRef idx="0">
          <a:scrgbClr r="0" g="0" b="0"/>
        </a:lnRef>
        <a:fillRef idx="1">
          <a:scrgbClr r="0" g="0" b="0"/>
        </a:fillRef>
        <a:effectRef idx="2">
          <a:scrgbClr r="0" g="0" b="0"/>
        </a:effectRef>
        <a:fontRef idx="minor"/>
      </dsp:style>
    </dsp:sp>
    <dsp:sp modelId="{974F0C83-C542-4682-B39D-61AF943C2A92}">
      <dsp:nvSpPr>
        <dsp:cNvPr id="0" name=""/>
        <dsp:cNvSpPr/>
      </dsp:nvSpPr>
      <dsp:spPr>
        <a:xfrm>
          <a:off x="374497" y="1828505"/>
          <a:ext cx="680904" cy="680904"/>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A45F074F-5816-42F0-A638-DF40285630A6}">
      <dsp:nvSpPr>
        <dsp:cNvPr id="0" name=""/>
        <dsp:cNvSpPr/>
      </dsp:nvSpPr>
      <dsp:spPr>
        <a:xfrm>
          <a:off x="1429899" y="1549953"/>
          <a:ext cx="5083704"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marL="0" lvl="0" indent="0" algn="l" defTabSz="1066800">
            <a:lnSpc>
              <a:spcPct val="100000"/>
            </a:lnSpc>
            <a:spcBef>
              <a:spcPct val="0"/>
            </a:spcBef>
            <a:spcAft>
              <a:spcPct val="35000"/>
            </a:spcAft>
            <a:buNone/>
          </a:pPr>
          <a:r>
            <a:rPr lang="en-GB" sz="2400" kern="1200" dirty="0"/>
            <a:t>Atrial fibrillation</a:t>
          </a:r>
          <a:endParaRPr lang="en-US" sz="2400" kern="1200" dirty="0"/>
        </a:p>
      </dsp:txBody>
      <dsp:txXfrm>
        <a:off x="1429899" y="1549953"/>
        <a:ext cx="5083704" cy="1238008"/>
      </dsp:txXfrm>
    </dsp:sp>
    <dsp:sp modelId="{1A30D7EA-8420-48E4-83CA-AEC2BB5E6627}">
      <dsp:nvSpPr>
        <dsp:cNvPr id="0" name=""/>
        <dsp:cNvSpPr/>
      </dsp:nvSpPr>
      <dsp:spPr>
        <a:xfrm>
          <a:off x="0" y="3097464"/>
          <a:ext cx="6513603" cy="1238008"/>
        </a:xfrm>
        <a:prstGeom prst="roundRect">
          <a:avLst>
            <a:gd name="adj" fmla="val 10000"/>
          </a:avLst>
        </a:prstGeom>
        <a:solidFill>
          <a:schemeClr val="accent1">
            <a:lumMod val="20000"/>
            <a:lumOff val="80000"/>
          </a:schemeClr>
        </a:solidFill>
        <a:ln>
          <a:solidFill>
            <a:schemeClr val="accent1">
              <a:lumMod val="20000"/>
              <a:lumOff val="80000"/>
            </a:schemeClr>
          </a:solidFill>
        </a:ln>
        <a:effectLst/>
      </dsp:spPr>
      <dsp:style>
        <a:lnRef idx="0">
          <a:scrgbClr r="0" g="0" b="0"/>
        </a:lnRef>
        <a:fillRef idx="1">
          <a:scrgbClr r="0" g="0" b="0"/>
        </a:fillRef>
        <a:effectRef idx="2">
          <a:scrgbClr r="0" g="0" b="0"/>
        </a:effectRef>
        <a:fontRef idx="minor"/>
      </dsp:style>
    </dsp:sp>
    <dsp:sp modelId="{FF2805F4-52B7-42C3-B370-EB9BBBC45B8D}">
      <dsp:nvSpPr>
        <dsp:cNvPr id="0" name=""/>
        <dsp:cNvSpPr/>
      </dsp:nvSpPr>
      <dsp:spPr>
        <a:xfrm>
          <a:off x="374497" y="3376015"/>
          <a:ext cx="680904" cy="680904"/>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4ABFDA1C-C22B-45A1-B4A5-2E033AA70E03}">
      <dsp:nvSpPr>
        <dsp:cNvPr id="0" name=""/>
        <dsp:cNvSpPr/>
      </dsp:nvSpPr>
      <dsp:spPr>
        <a:xfrm>
          <a:off x="1429899" y="3097464"/>
          <a:ext cx="5083704"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marL="0" lvl="0" indent="0" algn="l" defTabSz="1066800">
            <a:lnSpc>
              <a:spcPct val="100000"/>
            </a:lnSpc>
            <a:spcBef>
              <a:spcPct val="0"/>
            </a:spcBef>
            <a:spcAft>
              <a:spcPct val="35000"/>
            </a:spcAft>
            <a:buNone/>
          </a:pPr>
          <a:r>
            <a:rPr lang="en-GB" sz="2400" kern="1200" dirty="0"/>
            <a:t>Hypercholesterolaemia</a:t>
          </a:r>
          <a:endParaRPr lang="en-US" sz="2400" kern="1200" dirty="0"/>
        </a:p>
      </dsp:txBody>
      <dsp:txXfrm>
        <a:off x="1429899" y="3097464"/>
        <a:ext cx="5083704" cy="1238008"/>
      </dsp:txXfrm>
    </dsp:sp>
    <dsp:sp modelId="{6690F4A3-70D8-4F45-9AC5-DFED0906B17D}">
      <dsp:nvSpPr>
        <dsp:cNvPr id="0" name=""/>
        <dsp:cNvSpPr/>
      </dsp:nvSpPr>
      <dsp:spPr>
        <a:xfrm>
          <a:off x="0" y="4595553"/>
          <a:ext cx="6513603" cy="1238008"/>
        </a:xfrm>
        <a:prstGeom prst="roundRect">
          <a:avLst>
            <a:gd name="adj" fmla="val 10000"/>
          </a:avLst>
        </a:prstGeom>
        <a:solidFill>
          <a:schemeClr val="accent1">
            <a:lumMod val="20000"/>
            <a:lumOff val="80000"/>
          </a:schemeClr>
        </a:solidFill>
        <a:ln>
          <a:solidFill>
            <a:schemeClr val="accent1">
              <a:lumMod val="20000"/>
              <a:lumOff val="80000"/>
            </a:schemeClr>
          </a:solidFill>
        </a:ln>
        <a:effectLst/>
      </dsp:spPr>
      <dsp:style>
        <a:lnRef idx="0">
          <a:scrgbClr r="0" g="0" b="0"/>
        </a:lnRef>
        <a:fillRef idx="1">
          <a:scrgbClr r="0" g="0" b="0"/>
        </a:fillRef>
        <a:effectRef idx="2">
          <a:scrgbClr r="0" g="0" b="0"/>
        </a:effectRef>
        <a:fontRef idx="minor"/>
      </dsp:style>
    </dsp:sp>
    <dsp:sp modelId="{9AF7F62D-99D7-45DB-95A6-C921B5D7D7D7}">
      <dsp:nvSpPr>
        <dsp:cNvPr id="0" name=""/>
        <dsp:cNvSpPr/>
      </dsp:nvSpPr>
      <dsp:spPr>
        <a:xfrm>
          <a:off x="374497" y="4972953"/>
          <a:ext cx="680904" cy="680904"/>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72259768-EC27-4D83-B081-B4F1CEF1DE05}">
      <dsp:nvSpPr>
        <dsp:cNvPr id="0" name=""/>
        <dsp:cNvSpPr/>
      </dsp:nvSpPr>
      <dsp:spPr>
        <a:xfrm>
          <a:off x="1262107" y="4647417"/>
          <a:ext cx="4424968"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marL="0" lvl="0" indent="0" algn="l" defTabSz="1066800">
            <a:lnSpc>
              <a:spcPct val="100000"/>
            </a:lnSpc>
            <a:spcBef>
              <a:spcPct val="0"/>
            </a:spcBef>
            <a:spcAft>
              <a:spcPct val="35000"/>
            </a:spcAft>
            <a:buNone/>
          </a:pPr>
          <a:r>
            <a:rPr lang="en-GB" sz="2400" kern="1200" dirty="0"/>
            <a:t>Diabetes mellitus</a:t>
          </a:r>
          <a:endParaRPr lang="en-US" sz="2400" kern="1200" dirty="0"/>
        </a:p>
      </dsp:txBody>
      <dsp:txXfrm>
        <a:off x="1262107" y="4647417"/>
        <a:ext cx="4424968" cy="1238008"/>
      </dsp:txXfrm>
    </dsp:sp>
    <dsp:sp modelId="{D952EF51-4EBE-487E-B7EC-E4E580E9DE72}">
      <dsp:nvSpPr>
        <dsp:cNvPr id="0" name=""/>
        <dsp:cNvSpPr/>
      </dsp:nvSpPr>
      <dsp:spPr>
        <a:xfrm>
          <a:off x="4361021" y="4644974"/>
          <a:ext cx="2152582"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marL="0" lvl="0" indent="0" algn="l" defTabSz="1066800">
            <a:lnSpc>
              <a:spcPct val="100000"/>
            </a:lnSpc>
            <a:spcBef>
              <a:spcPct val="0"/>
            </a:spcBef>
            <a:spcAft>
              <a:spcPct val="35000"/>
            </a:spcAft>
            <a:buNone/>
          </a:pPr>
          <a:endParaRPr lang="en-US" sz="2400" kern="1200" dirty="0"/>
        </a:p>
      </dsp:txBody>
      <dsp:txXfrm>
        <a:off x="4361021" y="4644974"/>
        <a:ext cx="2152582" cy="12380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565765-4C35-4C7D-AD77-5FAD6C906538}">
      <dsp:nvSpPr>
        <dsp:cNvPr id="0" name=""/>
        <dsp:cNvSpPr/>
      </dsp:nvSpPr>
      <dsp:spPr>
        <a:xfrm>
          <a:off x="0" y="2442"/>
          <a:ext cx="6513603" cy="1238008"/>
        </a:xfrm>
        <a:prstGeom prst="roundRect">
          <a:avLst>
            <a:gd name="adj" fmla="val 10000"/>
          </a:avLst>
        </a:prstGeom>
        <a:solidFill>
          <a:schemeClr val="accent1">
            <a:lumMod val="20000"/>
            <a:lumOff val="80000"/>
          </a:schemeClr>
        </a:solidFill>
        <a:ln>
          <a:noFill/>
        </a:ln>
        <a:effectLst/>
      </dsp:spPr>
      <dsp:style>
        <a:lnRef idx="0">
          <a:scrgbClr r="0" g="0" b="0"/>
        </a:lnRef>
        <a:fillRef idx="1">
          <a:scrgbClr r="0" g="0" b="0"/>
        </a:fillRef>
        <a:effectRef idx="2">
          <a:scrgbClr r="0" g="0" b="0"/>
        </a:effectRef>
        <a:fontRef idx="minor"/>
      </dsp:style>
    </dsp:sp>
    <dsp:sp modelId="{81535162-711A-4C6A-817D-AF457E5D253C}">
      <dsp:nvSpPr>
        <dsp:cNvPr id="0" name=""/>
        <dsp:cNvSpPr/>
      </dsp:nvSpPr>
      <dsp:spPr>
        <a:xfrm>
          <a:off x="374497" y="280994"/>
          <a:ext cx="680904" cy="680904"/>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A2640F47-9111-4CB9-979B-014AACBCF886}">
      <dsp:nvSpPr>
        <dsp:cNvPr id="0" name=""/>
        <dsp:cNvSpPr/>
      </dsp:nvSpPr>
      <dsp:spPr>
        <a:xfrm>
          <a:off x="1429899" y="2442"/>
          <a:ext cx="5083704"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marL="0" lvl="0" indent="0" algn="l" defTabSz="1066800">
            <a:lnSpc>
              <a:spcPct val="100000"/>
            </a:lnSpc>
            <a:spcBef>
              <a:spcPct val="0"/>
            </a:spcBef>
            <a:spcAft>
              <a:spcPct val="35000"/>
            </a:spcAft>
            <a:buNone/>
          </a:pPr>
          <a:r>
            <a:rPr lang="en-GB" sz="2400" kern="1200" dirty="0"/>
            <a:t>Physical inactivity</a:t>
          </a:r>
          <a:endParaRPr lang="en-US" sz="2400" kern="1200" dirty="0"/>
        </a:p>
      </dsp:txBody>
      <dsp:txXfrm>
        <a:off x="1429899" y="2442"/>
        <a:ext cx="5083704" cy="1238008"/>
      </dsp:txXfrm>
    </dsp:sp>
    <dsp:sp modelId="{C33C35B9-A69A-4B3A-A518-C3BE9900A0FC}">
      <dsp:nvSpPr>
        <dsp:cNvPr id="0" name=""/>
        <dsp:cNvSpPr/>
      </dsp:nvSpPr>
      <dsp:spPr>
        <a:xfrm>
          <a:off x="0" y="1549953"/>
          <a:ext cx="6513603" cy="1238008"/>
        </a:xfrm>
        <a:prstGeom prst="roundRect">
          <a:avLst>
            <a:gd name="adj" fmla="val 10000"/>
          </a:avLst>
        </a:prstGeom>
        <a:solidFill>
          <a:schemeClr val="accent1">
            <a:lumMod val="20000"/>
            <a:lumOff val="80000"/>
          </a:schemeClr>
        </a:solidFill>
        <a:ln>
          <a:noFill/>
        </a:ln>
        <a:effectLst/>
      </dsp:spPr>
      <dsp:style>
        <a:lnRef idx="0">
          <a:scrgbClr r="0" g="0" b="0"/>
        </a:lnRef>
        <a:fillRef idx="1">
          <a:scrgbClr r="0" g="0" b="0"/>
        </a:fillRef>
        <a:effectRef idx="2">
          <a:scrgbClr r="0" g="0" b="0"/>
        </a:effectRef>
        <a:fontRef idx="minor"/>
      </dsp:style>
    </dsp:sp>
    <dsp:sp modelId="{974F0C83-C542-4682-B39D-61AF943C2A92}">
      <dsp:nvSpPr>
        <dsp:cNvPr id="0" name=""/>
        <dsp:cNvSpPr/>
      </dsp:nvSpPr>
      <dsp:spPr>
        <a:xfrm>
          <a:off x="374497" y="1828505"/>
          <a:ext cx="680904" cy="680904"/>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A45F074F-5816-42F0-A638-DF40285630A6}">
      <dsp:nvSpPr>
        <dsp:cNvPr id="0" name=""/>
        <dsp:cNvSpPr/>
      </dsp:nvSpPr>
      <dsp:spPr>
        <a:xfrm>
          <a:off x="1429899" y="1549953"/>
          <a:ext cx="5083704"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marL="0" lvl="0" indent="0" algn="l" defTabSz="1066800">
            <a:lnSpc>
              <a:spcPct val="100000"/>
            </a:lnSpc>
            <a:spcBef>
              <a:spcPct val="0"/>
            </a:spcBef>
            <a:spcAft>
              <a:spcPct val="35000"/>
            </a:spcAft>
            <a:buNone/>
          </a:pPr>
          <a:r>
            <a:rPr lang="en-GB" sz="2400" kern="1200" dirty="0"/>
            <a:t>Poor diet/obesity</a:t>
          </a:r>
          <a:endParaRPr lang="en-US" sz="2400" kern="1200" dirty="0"/>
        </a:p>
      </dsp:txBody>
      <dsp:txXfrm>
        <a:off x="1429899" y="1549953"/>
        <a:ext cx="5083704" cy="1238008"/>
      </dsp:txXfrm>
    </dsp:sp>
    <dsp:sp modelId="{1A30D7EA-8420-48E4-83CA-AEC2BB5E6627}">
      <dsp:nvSpPr>
        <dsp:cNvPr id="0" name=""/>
        <dsp:cNvSpPr/>
      </dsp:nvSpPr>
      <dsp:spPr>
        <a:xfrm>
          <a:off x="0" y="3097464"/>
          <a:ext cx="6513603" cy="1238008"/>
        </a:xfrm>
        <a:prstGeom prst="roundRect">
          <a:avLst>
            <a:gd name="adj" fmla="val 10000"/>
          </a:avLst>
        </a:prstGeom>
        <a:solidFill>
          <a:schemeClr val="accent1">
            <a:lumMod val="20000"/>
            <a:lumOff val="80000"/>
          </a:schemeClr>
        </a:solidFill>
        <a:ln>
          <a:solidFill>
            <a:schemeClr val="accent1">
              <a:lumMod val="20000"/>
              <a:lumOff val="80000"/>
            </a:schemeClr>
          </a:solidFill>
        </a:ln>
        <a:effectLst/>
      </dsp:spPr>
      <dsp:style>
        <a:lnRef idx="0">
          <a:scrgbClr r="0" g="0" b="0"/>
        </a:lnRef>
        <a:fillRef idx="1">
          <a:scrgbClr r="0" g="0" b="0"/>
        </a:fillRef>
        <a:effectRef idx="2">
          <a:scrgbClr r="0" g="0" b="0"/>
        </a:effectRef>
        <a:fontRef idx="minor"/>
      </dsp:style>
    </dsp:sp>
    <dsp:sp modelId="{FF2805F4-52B7-42C3-B370-EB9BBBC45B8D}">
      <dsp:nvSpPr>
        <dsp:cNvPr id="0" name=""/>
        <dsp:cNvSpPr/>
      </dsp:nvSpPr>
      <dsp:spPr>
        <a:xfrm>
          <a:off x="374497" y="3376015"/>
          <a:ext cx="680904" cy="680904"/>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4ABFDA1C-C22B-45A1-B4A5-2E033AA70E03}">
      <dsp:nvSpPr>
        <dsp:cNvPr id="0" name=""/>
        <dsp:cNvSpPr/>
      </dsp:nvSpPr>
      <dsp:spPr>
        <a:xfrm>
          <a:off x="1429899" y="3097464"/>
          <a:ext cx="5083704"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marL="0" lvl="0" indent="0" algn="l" defTabSz="1066800">
            <a:lnSpc>
              <a:spcPct val="100000"/>
            </a:lnSpc>
            <a:spcBef>
              <a:spcPct val="0"/>
            </a:spcBef>
            <a:spcAft>
              <a:spcPct val="35000"/>
            </a:spcAft>
            <a:buNone/>
          </a:pPr>
          <a:r>
            <a:rPr lang="en-GB" sz="2400" kern="1200" dirty="0"/>
            <a:t>Smoking</a:t>
          </a:r>
          <a:endParaRPr lang="en-US" sz="2400" kern="1200" dirty="0"/>
        </a:p>
      </dsp:txBody>
      <dsp:txXfrm>
        <a:off x="1429899" y="3097464"/>
        <a:ext cx="5083704" cy="1238008"/>
      </dsp:txXfrm>
    </dsp:sp>
    <dsp:sp modelId="{6690F4A3-70D8-4F45-9AC5-DFED0906B17D}">
      <dsp:nvSpPr>
        <dsp:cNvPr id="0" name=""/>
        <dsp:cNvSpPr/>
      </dsp:nvSpPr>
      <dsp:spPr>
        <a:xfrm>
          <a:off x="0" y="4644974"/>
          <a:ext cx="6513603" cy="1238008"/>
        </a:xfrm>
        <a:prstGeom prst="roundRect">
          <a:avLst>
            <a:gd name="adj" fmla="val 10000"/>
          </a:avLst>
        </a:prstGeom>
        <a:solidFill>
          <a:schemeClr val="accent1">
            <a:lumMod val="20000"/>
            <a:lumOff val="80000"/>
          </a:schemeClr>
        </a:solidFill>
        <a:ln>
          <a:solidFill>
            <a:schemeClr val="accent1">
              <a:lumMod val="20000"/>
              <a:lumOff val="80000"/>
            </a:schemeClr>
          </a:solidFill>
        </a:ln>
        <a:effectLst/>
      </dsp:spPr>
      <dsp:style>
        <a:lnRef idx="0">
          <a:scrgbClr r="0" g="0" b="0"/>
        </a:lnRef>
        <a:fillRef idx="1">
          <a:scrgbClr r="0" g="0" b="0"/>
        </a:fillRef>
        <a:effectRef idx="2">
          <a:scrgbClr r="0" g="0" b="0"/>
        </a:effectRef>
        <a:fontRef idx="minor"/>
      </dsp:style>
    </dsp:sp>
    <dsp:sp modelId="{9AF7F62D-99D7-45DB-95A6-C921B5D7D7D7}">
      <dsp:nvSpPr>
        <dsp:cNvPr id="0" name=""/>
        <dsp:cNvSpPr/>
      </dsp:nvSpPr>
      <dsp:spPr>
        <a:xfrm>
          <a:off x="374497" y="4923526"/>
          <a:ext cx="680904" cy="68090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72259768-EC27-4D83-B081-B4F1CEF1DE05}">
      <dsp:nvSpPr>
        <dsp:cNvPr id="0" name=""/>
        <dsp:cNvSpPr/>
      </dsp:nvSpPr>
      <dsp:spPr>
        <a:xfrm>
          <a:off x="1262107" y="4647417"/>
          <a:ext cx="4424968"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marL="0" lvl="0" indent="0" algn="l" defTabSz="1066800">
            <a:lnSpc>
              <a:spcPct val="100000"/>
            </a:lnSpc>
            <a:spcBef>
              <a:spcPct val="0"/>
            </a:spcBef>
            <a:spcAft>
              <a:spcPct val="35000"/>
            </a:spcAft>
            <a:buNone/>
          </a:pPr>
          <a:r>
            <a:rPr lang="en-GB" sz="2400" kern="1200" dirty="0"/>
            <a:t>Alcohol consumption</a:t>
          </a:r>
          <a:endParaRPr lang="en-US" sz="2400" kern="1200" dirty="0"/>
        </a:p>
      </dsp:txBody>
      <dsp:txXfrm>
        <a:off x="1262107" y="4647417"/>
        <a:ext cx="4424968" cy="1238008"/>
      </dsp:txXfrm>
    </dsp:sp>
    <dsp:sp modelId="{D952EF51-4EBE-487E-B7EC-E4E580E9DE72}">
      <dsp:nvSpPr>
        <dsp:cNvPr id="0" name=""/>
        <dsp:cNvSpPr/>
      </dsp:nvSpPr>
      <dsp:spPr>
        <a:xfrm>
          <a:off x="4361021" y="4644974"/>
          <a:ext cx="2152582"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marL="0" lvl="0" indent="0" algn="l" defTabSz="1066800">
            <a:lnSpc>
              <a:spcPct val="100000"/>
            </a:lnSpc>
            <a:spcBef>
              <a:spcPct val="0"/>
            </a:spcBef>
            <a:spcAft>
              <a:spcPct val="35000"/>
            </a:spcAft>
            <a:buNone/>
          </a:pPr>
          <a:endParaRPr lang="en-US" sz="2400" kern="1200" dirty="0"/>
        </a:p>
      </dsp:txBody>
      <dsp:txXfrm>
        <a:off x="4361021" y="4644974"/>
        <a:ext cx="2152582" cy="12380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565765-4C35-4C7D-AD77-5FAD6C906538}">
      <dsp:nvSpPr>
        <dsp:cNvPr id="0" name=""/>
        <dsp:cNvSpPr/>
      </dsp:nvSpPr>
      <dsp:spPr>
        <a:xfrm>
          <a:off x="0" y="1903"/>
          <a:ext cx="6513603" cy="811257"/>
        </a:xfrm>
        <a:prstGeom prst="roundRect">
          <a:avLst>
            <a:gd name="adj" fmla="val 10000"/>
          </a:avLst>
        </a:prstGeom>
        <a:solidFill>
          <a:schemeClr val="accent1">
            <a:lumMod val="20000"/>
            <a:lumOff val="80000"/>
          </a:schemeClr>
        </a:solidFill>
        <a:ln>
          <a:noFill/>
        </a:ln>
        <a:effectLst/>
      </dsp:spPr>
      <dsp:style>
        <a:lnRef idx="0">
          <a:scrgbClr r="0" g="0" b="0"/>
        </a:lnRef>
        <a:fillRef idx="1">
          <a:scrgbClr r="0" g="0" b="0"/>
        </a:fillRef>
        <a:effectRef idx="2">
          <a:scrgbClr r="0" g="0" b="0"/>
        </a:effectRef>
        <a:fontRef idx="minor"/>
      </dsp:style>
    </dsp:sp>
    <dsp:sp modelId="{81535162-711A-4C6A-817D-AF457E5D253C}">
      <dsp:nvSpPr>
        <dsp:cNvPr id="0" name=""/>
        <dsp:cNvSpPr/>
      </dsp:nvSpPr>
      <dsp:spPr>
        <a:xfrm>
          <a:off x="245405" y="184436"/>
          <a:ext cx="446191" cy="4461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A2640F47-9111-4CB9-979B-014AACBCF886}">
      <dsp:nvSpPr>
        <dsp:cNvPr id="0" name=""/>
        <dsp:cNvSpPr/>
      </dsp:nvSpPr>
      <dsp:spPr>
        <a:xfrm>
          <a:off x="937002" y="1903"/>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1066800">
            <a:lnSpc>
              <a:spcPct val="100000"/>
            </a:lnSpc>
            <a:spcBef>
              <a:spcPct val="0"/>
            </a:spcBef>
            <a:spcAft>
              <a:spcPct val="35000"/>
            </a:spcAft>
            <a:buNone/>
          </a:pPr>
          <a:r>
            <a:rPr lang="en-US" sz="2400" kern="1200" dirty="0"/>
            <a:t>Age</a:t>
          </a:r>
        </a:p>
      </dsp:txBody>
      <dsp:txXfrm>
        <a:off x="937002" y="1903"/>
        <a:ext cx="5576601" cy="811257"/>
      </dsp:txXfrm>
    </dsp:sp>
    <dsp:sp modelId="{C33C35B9-A69A-4B3A-A518-C3BE9900A0FC}">
      <dsp:nvSpPr>
        <dsp:cNvPr id="0" name=""/>
        <dsp:cNvSpPr/>
      </dsp:nvSpPr>
      <dsp:spPr>
        <a:xfrm>
          <a:off x="0" y="1015975"/>
          <a:ext cx="6513603" cy="811257"/>
        </a:xfrm>
        <a:prstGeom prst="roundRect">
          <a:avLst>
            <a:gd name="adj" fmla="val 10000"/>
          </a:avLst>
        </a:prstGeom>
        <a:solidFill>
          <a:schemeClr val="accent1">
            <a:lumMod val="20000"/>
            <a:lumOff val="80000"/>
          </a:schemeClr>
        </a:solidFill>
        <a:ln>
          <a:noFill/>
        </a:ln>
        <a:effectLst/>
      </dsp:spPr>
      <dsp:style>
        <a:lnRef idx="0">
          <a:scrgbClr r="0" g="0" b="0"/>
        </a:lnRef>
        <a:fillRef idx="1">
          <a:scrgbClr r="0" g="0" b="0"/>
        </a:fillRef>
        <a:effectRef idx="2">
          <a:scrgbClr r="0" g="0" b="0"/>
        </a:effectRef>
        <a:fontRef idx="minor"/>
      </dsp:style>
    </dsp:sp>
    <dsp:sp modelId="{974F0C83-C542-4682-B39D-61AF943C2A92}">
      <dsp:nvSpPr>
        <dsp:cNvPr id="0" name=""/>
        <dsp:cNvSpPr/>
      </dsp:nvSpPr>
      <dsp:spPr>
        <a:xfrm>
          <a:off x="245405" y="1198508"/>
          <a:ext cx="446191" cy="446191"/>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A45F074F-5816-42F0-A638-DF40285630A6}">
      <dsp:nvSpPr>
        <dsp:cNvPr id="0" name=""/>
        <dsp:cNvSpPr/>
      </dsp:nvSpPr>
      <dsp:spPr>
        <a:xfrm>
          <a:off x="937002" y="1015975"/>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1066800">
            <a:lnSpc>
              <a:spcPct val="100000"/>
            </a:lnSpc>
            <a:spcBef>
              <a:spcPct val="0"/>
            </a:spcBef>
            <a:spcAft>
              <a:spcPct val="35000"/>
            </a:spcAft>
            <a:buNone/>
          </a:pPr>
          <a:r>
            <a:rPr lang="en-GB" sz="2400" kern="1200" dirty="0"/>
            <a:t>Sex</a:t>
          </a:r>
          <a:endParaRPr lang="en-US" sz="2400" kern="1200" dirty="0"/>
        </a:p>
      </dsp:txBody>
      <dsp:txXfrm>
        <a:off x="937002" y="1015975"/>
        <a:ext cx="5576601" cy="811257"/>
      </dsp:txXfrm>
    </dsp:sp>
    <dsp:sp modelId="{1A30D7EA-8420-48E4-83CA-AEC2BB5E6627}">
      <dsp:nvSpPr>
        <dsp:cNvPr id="0" name=""/>
        <dsp:cNvSpPr/>
      </dsp:nvSpPr>
      <dsp:spPr>
        <a:xfrm>
          <a:off x="0" y="2030048"/>
          <a:ext cx="6513603" cy="811257"/>
        </a:xfrm>
        <a:prstGeom prst="roundRect">
          <a:avLst>
            <a:gd name="adj" fmla="val 10000"/>
          </a:avLst>
        </a:prstGeom>
        <a:solidFill>
          <a:schemeClr val="accent1">
            <a:lumMod val="20000"/>
            <a:lumOff val="80000"/>
          </a:schemeClr>
        </a:solidFill>
        <a:ln>
          <a:solidFill>
            <a:schemeClr val="accent1">
              <a:lumMod val="20000"/>
              <a:lumOff val="80000"/>
            </a:schemeClr>
          </a:solidFill>
        </a:ln>
        <a:effectLst/>
      </dsp:spPr>
      <dsp:style>
        <a:lnRef idx="0">
          <a:scrgbClr r="0" g="0" b="0"/>
        </a:lnRef>
        <a:fillRef idx="1">
          <a:scrgbClr r="0" g="0" b="0"/>
        </a:fillRef>
        <a:effectRef idx="2">
          <a:scrgbClr r="0" g="0" b="0"/>
        </a:effectRef>
        <a:fontRef idx="minor"/>
      </dsp:style>
    </dsp:sp>
    <dsp:sp modelId="{FF2805F4-52B7-42C3-B370-EB9BBBC45B8D}">
      <dsp:nvSpPr>
        <dsp:cNvPr id="0" name=""/>
        <dsp:cNvSpPr/>
      </dsp:nvSpPr>
      <dsp:spPr>
        <a:xfrm>
          <a:off x="245405" y="2212581"/>
          <a:ext cx="446191" cy="446191"/>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4ABFDA1C-C22B-45A1-B4A5-2E033AA70E03}">
      <dsp:nvSpPr>
        <dsp:cNvPr id="0" name=""/>
        <dsp:cNvSpPr/>
      </dsp:nvSpPr>
      <dsp:spPr>
        <a:xfrm>
          <a:off x="937002" y="2030048"/>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1066800">
            <a:lnSpc>
              <a:spcPct val="100000"/>
            </a:lnSpc>
            <a:spcBef>
              <a:spcPct val="0"/>
            </a:spcBef>
            <a:spcAft>
              <a:spcPct val="35000"/>
            </a:spcAft>
            <a:buNone/>
          </a:pPr>
          <a:r>
            <a:rPr lang="en-GB" sz="2400" kern="1200" dirty="0"/>
            <a:t>Race</a:t>
          </a:r>
          <a:endParaRPr lang="en-US" sz="2400" kern="1200" dirty="0"/>
        </a:p>
      </dsp:txBody>
      <dsp:txXfrm>
        <a:off x="937002" y="2030048"/>
        <a:ext cx="5576601" cy="811257"/>
      </dsp:txXfrm>
    </dsp:sp>
    <dsp:sp modelId="{6690F4A3-70D8-4F45-9AC5-DFED0906B17D}">
      <dsp:nvSpPr>
        <dsp:cNvPr id="0" name=""/>
        <dsp:cNvSpPr/>
      </dsp:nvSpPr>
      <dsp:spPr>
        <a:xfrm>
          <a:off x="0" y="3047641"/>
          <a:ext cx="6513603" cy="811257"/>
        </a:xfrm>
        <a:prstGeom prst="roundRect">
          <a:avLst>
            <a:gd name="adj" fmla="val 10000"/>
          </a:avLst>
        </a:prstGeom>
        <a:solidFill>
          <a:schemeClr val="accent1">
            <a:lumMod val="20000"/>
            <a:lumOff val="80000"/>
          </a:schemeClr>
        </a:solidFill>
        <a:ln>
          <a:solidFill>
            <a:schemeClr val="accent1">
              <a:lumMod val="20000"/>
              <a:lumOff val="80000"/>
            </a:schemeClr>
          </a:solidFill>
        </a:ln>
        <a:effectLst/>
      </dsp:spPr>
      <dsp:style>
        <a:lnRef idx="0">
          <a:scrgbClr r="0" g="0" b="0"/>
        </a:lnRef>
        <a:fillRef idx="1">
          <a:scrgbClr r="0" g="0" b="0"/>
        </a:fillRef>
        <a:effectRef idx="2">
          <a:scrgbClr r="0" g="0" b="0"/>
        </a:effectRef>
        <a:fontRef idx="minor"/>
      </dsp:style>
    </dsp:sp>
    <dsp:sp modelId="{9AF7F62D-99D7-45DB-95A6-C921B5D7D7D7}">
      <dsp:nvSpPr>
        <dsp:cNvPr id="0" name=""/>
        <dsp:cNvSpPr/>
      </dsp:nvSpPr>
      <dsp:spPr>
        <a:xfrm>
          <a:off x="245405" y="3226653"/>
          <a:ext cx="446191" cy="446191"/>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72259768-EC27-4D83-B081-B4F1CEF1DE05}">
      <dsp:nvSpPr>
        <dsp:cNvPr id="0" name=""/>
        <dsp:cNvSpPr/>
      </dsp:nvSpPr>
      <dsp:spPr>
        <a:xfrm>
          <a:off x="769210" y="3112338"/>
          <a:ext cx="4424968"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1066800">
            <a:lnSpc>
              <a:spcPct val="100000"/>
            </a:lnSpc>
            <a:spcBef>
              <a:spcPct val="0"/>
            </a:spcBef>
            <a:spcAft>
              <a:spcPct val="35000"/>
            </a:spcAft>
            <a:buNone/>
          </a:pPr>
          <a:r>
            <a:rPr lang="en-GB" sz="2400" kern="1200" dirty="0"/>
            <a:t>Family history</a:t>
          </a:r>
          <a:endParaRPr lang="en-US" sz="2400" kern="1200" dirty="0"/>
        </a:p>
      </dsp:txBody>
      <dsp:txXfrm>
        <a:off x="769210" y="3112338"/>
        <a:ext cx="4424968" cy="811257"/>
      </dsp:txXfrm>
    </dsp:sp>
    <dsp:sp modelId="{D952EF51-4EBE-487E-B7EC-E4E580E9DE72}">
      <dsp:nvSpPr>
        <dsp:cNvPr id="0" name=""/>
        <dsp:cNvSpPr/>
      </dsp:nvSpPr>
      <dsp:spPr>
        <a:xfrm>
          <a:off x="3868124" y="3044120"/>
          <a:ext cx="2645479"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1066800">
            <a:lnSpc>
              <a:spcPct val="100000"/>
            </a:lnSpc>
            <a:spcBef>
              <a:spcPct val="0"/>
            </a:spcBef>
            <a:spcAft>
              <a:spcPct val="35000"/>
            </a:spcAft>
            <a:buNone/>
          </a:pPr>
          <a:endParaRPr lang="en-US" sz="2400" kern="1200" dirty="0"/>
        </a:p>
      </dsp:txBody>
      <dsp:txXfrm>
        <a:off x="3868124" y="3044120"/>
        <a:ext cx="2645479" cy="811257"/>
      </dsp:txXfrm>
    </dsp:sp>
    <dsp:sp modelId="{D4D67EC1-0CB1-4CB0-ABD1-1B85735369D4}">
      <dsp:nvSpPr>
        <dsp:cNvPr id="0" name=""/>
        <dsp:cNvSpPr/>
      </dsp:nvSpPr>
      <dsp:spPr>
        <a:xfrm>
          <a:off x="0" y="4058192"/>
          <a:ext cx="6513603" cy="811257"/>
        </a:xfrm>
        <a:prstGeom prst="roundRect">
          <a:avLst>
            <a:gd name="adj" fmla="val 10000"/>
          </a:avLst>
        </a:prstGeom>
        <a:solidFill>
          <a:schemeClr val="accent1">
            <a:lumMod val="20000"/>
            <a:lumOff val="80000"/>
          </a:schemeClr>
        </a:solidFill>
        <a:ln>
          <a:noFill/>
        </a:ln>
        <a:effectLst/>
      </dsp:spPr>
      <dsp:style>
        <a:lnRef idx="0">
          <a:scrgbClr r="0" g="0" b="0"/>
        </a:lnRef>
        <a:fillRef idx="1">
          <a:scrgbClr r="0" g="0" b="0"/>
        </a:fillRef>
        <a:effectRef idx="2">
          <a:scrgbClr r="0" g="0" b="0"/>
        </a:effectRef>
        <a:fontRef idx="minor"/>
      </dsp:style>
    </dsp:sp>
    <dsp:sp modelId="{CB8E20FB-E818-400A-B8E7-0147B730159D}">
      <dsp:nvSpPr>
        <dsp:cNvPr id="0" name=""/>
        <dsp:cNvSpPr/>
      </dsp:nvSpPr>
      <dsp:spPr>
        <a:xfrm>
          <a:off x="245405" y="4240725"/>
          <a:ext cx="446191" cy="446191"/>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3EB00964-669E-4104-9BAF-47E8A9626D82}">
      <dsp:nvSpPr>
        <dsp:cNvPr id="0" name=""/>
        <dsp:cNvSpPr/>
      </dsp:nvSpPr>
      <dsp:spPr>
        <a:xfrm>
          <a:off x="937002" y="4058192"/>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1066800">
            <a:lnSpc>
              <a:spcPct val="100000"/>
            </a:lnSpc>
            <a:spcBef>
              <a:spcPct val="0"/>
            </a:spcBef>
            <a:spcAft>
              <a:spcPct val="35000"/>
            </a:spcAft>
            <a:buNone/>
          </a:pPr>
          <a:r>
            <a:rPr lang="en-GB" sz="2400" kern="1200" dirty="0"/>
            <a:t>Previous stroke or TIA</a:t>
          </a:r>
        </a:p>
      </dsp:txBody>
      <dsp:txXfrm>
        <a:off x="937002" y="4058192"/>
        <a:ext cx="5576601" cy="811257"/>
      </dsp:txXfrm>
    </dsp:sp>
    <dsp:sp modelId="{C88A605D-4577-4873-8C6F-189EF94E4012}">
      <dsp:nvSpPr>
        <dsp:cNvPr id="0" name=""/>
        <dsp:cNvSpPr/>
      </dsp:nvSpPr>
      <dsp:spPr>
        <a:xfrm>
          <a:off x="0" y="5031320"/>
          <a:ext cx="6513603" cy="811257"/>
        </a:xfrm>
        <a:prstGeom prst="roundRect">
          <a:avLst>
            <a:gd name="adj" fmla="val 10000"/>
          </a:avLst>
        </a:prstGeom>
        <a:solidFill>
          <a:schemeClr val="accent1">
            <a:lumMod val="20000"/>
            <a:lumOff val="80000"/>
          </a:schemeClr>
        </a:solidFill>
        <a:ln>
          <a:noFill/>
        </a:ln>
        <a:effectLst/>
      </dsp:spPr>
      <dsp:style>
        <a:lnRef idx="0">
          <a:scrgbClr r="0" g="0" b="0"/>
        </a:lnRef>
        <a:fillRef idx="1">
          <a:scrgbClr r="0" g="0" b="0"/>
        </a:fillRef>
        <a:effectRef idx="2">
          <a:scrgbClr r="0" g="0" b="0"/>
        </a:effectRef>
        <a:fontRef idx="minor"/>
      </dsp:style>
    </dsp:sp>
    <dsp:sp modelId="{5C886C9E-4F5E-41F4-B0ED-B5ECF31E5677}">
      <dsp:nvSpPr>
        <dsp:cNvPr id="0" name=""/>
        <dsp:cNvSpPr/>
      </dsp:nvSpPr>
      <dsp:spPr>
        <a:xfrm>
          <a:off x="245405" y="5295739"/>
          <a:ext cx="446191" cy="446191"/>
        </a:xfrm>
        <a:prstGeom prst="rect">
          <a:avLst/>
        </a:prstGeom>
        <a:blipFill>
          <a:blip xmlns:r="http://schemas.openxmlformats.org/officeDocument/2006/relationships" r:embed="rId11">
            <a:extLst>
              <a:ext uri="{96DAC541-7B7A-43D3-8B79-37D633B846F1}">
                <asvg:svgBlip xmlns:asvg="http://schemas.microsoft.com/office/drawing/2016/SVG/main" r:embed="rId12"/>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8798F5AC-3ED1-464F-9E20-4D55F9ED589F}">
      <dsp:nvSpPr>
        <dsp:cNvPr id="0" name=""/>
        <dsp:cNvSpPr/>
      </dsp:nvSpPr>
      <dsp:spPr>
        <a:xfrm>
          <a:off x="937002" y="5072264"/>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1066800">
            <a:lnSpc>
              <a:spcPct val="100000"/>
            </a:lnSpc>
            <a:spcBef>
              <a:spcPct val="0"/>
            </a:spcBef>
            <a:spcAft>
              <a:spcPct val="35000"/>
            </a:spcAft>
            <a:buNone/>
          </a:pPr>
          <a:r>
            <a:rPr lang="en-GB" sz="2400" kern="1200" dirty="0"/>
            <a:t>Congenital factors</a:t>
          </a:r>
        </a:p>
      </dsp:txBody>
      <dsp:txXfrm>
        <a:off x="937002" y="5072264"/>
        <a:ext cx="5576601" cy="81125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34BA2F-11FB-4313-8D4C-B8DDFD5AA788}">
      <dsp:nvSpPr>
        <dsp:cNvPr id="0" name=""/>
        <dsp:cNvSpPr/>
      </dsp:nvSpPr>
      <dsp:spPr>
        <a:xfrm>
          <a:off x="1333" y="110983"/>
          <a:ext cx="4682211" cy="2973204"/>
        </a:xfrm>
        <a:prstGeom prst="roundRect">
          <a:avLst>
            <a:gd name="adj" fmla="val 10000"/>
          </a:avLst>
        </a:prstGeom>
        <a:solidFill>
          <a:schemeClr val="accent1">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467210-84B7-4F1B-AD26-C417C738083C}">
      <dsp:nvSpPr>
        <dsp:cNvPr id="0" name=""/>
        <dsp:cNvSpPr/>
      </dsp:nvSpPr>
      <dsp:spPr>
        <a:xfrm>
          <a:off x="521579" y="605216"/>
          <a:ext cx="4682211" cy="2973204"/>
        </a:xfrm>
        <a:prstGeom prst="roundRect">
          <a:avLst>
            <a:gd name="adj" fmla="val 10000"/>
          </a:avLst>
        </a:prstGeom>
        <a:solidFill>
          <a:schemeClr val="lt1">
            <a:alpha val="90000"/>
            <a:hueOff val="0"/>
            <a:satOff val="0"/>
            <a:lumOff val="0"/>
            <a:alphaOff val="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a:t>antiplatelet agent (e.g. clopidogrel) </a:t>
          </a:r>
          <a:r>
            <a:rPr lang="en-GB" sz="2800" b="0" i="0" kern="1200" baseline="0"/>
            <a:t>for long-term vascular prevention in people with ischaemic stroke or TIA without paroxysmal or permanent atrial fibrillation </a:t>
          </a:r>
          <a:endParaRPr lang="en-US" sz="2800" kern="1200"/>
        </a:p>
      </dsp:txBody>
      <dsp:txXfrm>
        <a:off x="608661" y="692298"/>
        <a:ext cx="4508047" cy="2799040"/>
      </dsp:txXfrm>
    </dsp:sp>
    <dsp:sp modelId="{7F54F1BF-6F87-4BDB-9D45-974169361A7B}">
      <dsp:nvSpPr>
        <dsp:cNvPr id="0" name=""/>
        <dsp:cNvSpPr/>
      </dsp:nvSpPr>
      <dsp:spPr>
        <a:xfrm>
          <a:off x="5725371" y="110983"/>
          <a:ext cx="4682211" cy="2973204"/>
        </a:xfrm>
        <a:prstGeom prst="roundRect">
          <a:avLst>
            <a:gd name="adj" fmla="val 10000"/>
          </a:avLst>
        </a:prstGeom>
        <a:solidFill>
          <a:schemeClr val="accent1">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E2937A-55CD-4A9C-BE27-54C0F747E135}">
      <dsp:nvSpPr>
        <dsp:cNvPr id="0" name=""/>
        <dsp:cNvSpPr/>
      </dsp:nvSpPr>
      <dsp:spPr>
        <a:xfrm>
          <a:off x="6245617" y="605216"/>
          <a:ext cx="4682211" cy="2973204"/>
        </a:xfrm>
        <a:prstGeom prst="roundRect">
          <a:avLst>
            <a:gd name="adj" fmla="val 10000"/>
          </a:avLst>
        </a:prstGeom>
        <a:solidFill>
          <a:schemeClr val="lt1">
            <a:alpha val="90000"/>
            <a:hueOff val="0"/>
            <a:satOff val="0"/>
            <a:lumOff val="0"/>
            <a:alphaOff val="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a:t>anticoagulation f</a:t>
          </a:r>
          <a:r>
            <a:rPr lang="en-GB" sz="2800" b="0" i="0" kern="1200" baseline="0"/>
            <a:t>or people with ischaemic stroke or TIA and paroxysmal, persistent or permanent atrial fibrillation or atrial flutter</a:t>
          </a:r>
          <a:endParaRPr lang="en-US" sz="2800" kern="1200"/>
        </a:p>
      </dsp:txBody>
      <dsp:txXfrm>
        <a:off x="6332699" y="692298"/>
        <a:ext cx="4508047" cy="279904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E7FEF4-5FCD-4FB8-A778-4CE70D4187F0}" type="datetimeFigureOut">
              <a:rPr lang="en-GB" smtClean="0"/>
              <a:t>17/03/2025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EF46B9-707A-4129-8080-C71567EAFB04}" type="slidenum">
              <a:rPr lang="en-GB" smtClean="0"/>
              <a:t>‹#›</a:t>
            </a:fld>
            <a:endParaRPr lang="en-GB"/>
          </a:p>
        </p:txBody>
      </p:sp>
    </p:spTree>
    <p:extLst>
      <p:ext uri="{BB962C8B-B14F-4D97-AF65-F5344CB8AC3E}">
        <p14:creationId xmlns:p14="http://schemas.microsoft.com/office/powerpoint/2010/main" val="2421845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6EF46B9-707A-4129-8080-C71567EAFB04}" type="slidenum">
              <a:rPr lang="en-GB" smtClean="0"/>
              <a:t>5</a:t>
            </a:fld>
            <a:endParaRPr lang="en-GB"/>
          </a:p>
        </p:txBody>
      </p:sp>
    </p:spTree>
    <p:extLst>
      <p:ext uri="{BB962C8B-B14F-4D97-AF65-F5344CB8AC3E}">
        <p14:creationId xmlns:p14="http://schemas.microsoft.com/office/powerpoint/2010/main" val="37923378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h</a:t>
            </a:r>
            <a:r>
              <a:rPr lang="en-GB" b="0" i="0" baseline="0" dirty="0"/>
              <a:t>ypertension (&gt; 140/90 mmHg)</a:t>
            </a:r>
            <a:endParaRPr lang="en-GB"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h</a:t>
            </a:r>
            <a:r>
              <a:rPr lang="en-GB" b="0" i="0" baseline="0" dirty="0"/>
              <a:t>ypercholesterolaemia (total &gt;5 mmol/L, LDL &gt;4 mmol/L)</a:t>
            </a:r>
            <a:endParaRPr lang="en-GB"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0" i="0" baseline="0" dirty="0"/>
              <a:t>diabetes (blood glucose &gt;7mmol/L before eating)</a:t>
            </a:r>
            <a:endParaRPr lang="en-US" dirty="0"/>
          </a:p>
        </p:txBody>
      </p:sp>
      <p:sp>
        <p:nvSpPr>
          <p:cNvPr id="4" name="Slide Number Placeholder 3"/>
          <p:cNvSpPr>
            <a:spLocks noGrp="1"/>
          </p:cNvSpPr>
          <p:nvPr>
            <p:ph type="sldNum" sz="quarter" idx="5"/>
          </p:nvPr>
        </p:nvSpPr>
        <p:spPr/>
        <p:txBody>
          <a:bodyPr/>
          <a:lstStyle/>
          <a:p>
            <a:fld id="{86EF46B9-707A-4129-8080-C71567EAFB04}" type="slidenum">
              <a:rPr lang="en-GB" smtClean="0"/>
              <a:t>12</a:t>
            </a:fld>
            <a:endParaRPr lang="en-GB"/>
          </a:p>
        </p:txBody>
      </p:sp>
    </p:spTree>
    <p:extLst>
      <p:ext uri="{BB962C8B-B14F-4D97-AF65-F5344CB8AC3E}">
        <p14:creationId xmlns:p14="http://schemas.microsoft.com/office/powerpoint/2010/main" val="26809886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Age: </a:t>
            </a:r>
            <a:r>
              <a:rPr lang="en-GB" sz="1200" dirty="0"/>
              <a:t>most powerful independent risk factor </a:t>
            </a:r>
            <a:endParaRPr lang="en-GB" dirty="0"/>
          </a:p>
          <a:p>
            <a:pPr marL="171450" indent="-171450">
              <a:buFont typeface="Arial" panose="020B0604020202020204" pitchFamily="34" charset="0"/>
              <a:buChar char="•"/>
            </a:pPr>
            <a:r>
              <a:rPr lang="en-GB" dirty="0"/>
              <a:t>Gender: females more likely to have a stroke due to increased life expectancy and increased stroke risk with increasing age, males more likely &lt; 55 years</a:t>
            </a:r>
          </a:p>
          <a:p>
            <a:pPr marL="171450" indent="-171450">
              <a:buFont typeface="Arial" panose="020B0604020202020204" pitchFamily="34" charset="0"/>
              <a:buChar char="•"/>
            </a:pPr>
            <a:r>
              <a:rPr lang="en-GB" dirty="0"/>
              <a:t>Race: </a:t>
            </a:r>
            <a:r>
              <a:rPr lang="en-GB" sz="1200" dirty="0"/>
              <a:t>increased stroke in Black African/Caribbean populations, similarly Chinese and Japanese populations have increased risk of haemorrhagic stroke </a:t>
            </a:r>
            <a:endParaRPr lang="en-GB" dirty="0"/>
          </a:p>
          <a:p>
            <a:pPr marL="171450" indent="-171450">
              <a:buFont typeface="Arial" panose="020B0604020202020204" pitchFamily="34" charset="0"/>
              <a:buChar char="•"/>
            </a:pPr>
            <a:r>
              <a:rPr lang="en-GB" dirty="0"/>
              <a:t>Family history: </a:t>
            </a:r>
            <a:r>
              <a:rPr lang="en-GB" sz="1200" dirty="0"/>
              <a:t>increased risk if a first-degree relative has had coronary heart disease or stroke before the age of 55 years (for a male relative) or 65 years (for a female relative) </a:t>
            </a:r>
            <a:endParaRPr lang="en-GB" dirty="0"/>
          </a:p>
          <a:p>
            <a:pPr marL="171450" indent="-171450">
              <a:buFont typeface="Arial" panose="020B0604020202020204" pitchFamily="34" charset="0"/>
              <a:buChar char="•"/>
            </a:pPr>
            <a:r>
              <a:rPr lang="en-GB" dirty="0"/>
              <a:t>Previous stroke: the risk of recurrent stroke is greatest after first stroke; 2–3% of survivors of a first stroke have another stroke within the first 30 days, 9% in the first 6 months and 10–16% within a year; after the first year, the average annual risk of recurrent stroke for the next 4 years falls to about 5%</a:t>
            </a:r>
            <a:endParaRPr lang="en-GB" sz="1200" b="0" i="0" u="none" strike="noStrike" baseline="0" dirty="0">
              <a:solidFill>
                <a:srgbClr val="000000"/>
              </a:solidFill>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86EF46B9-707A-4129-8080-C71567EAFB04}" type="slidenum">
              <a:rPr lang="en-GB" smtClean="0"/>
              <a:t>14</a:t>
            </a:fld>
            <a:endParaRPr lang="en-GB"/>
          </a:p>
        </p:txBody>
      </p:sp>
    </p:spTree>
    <p:extLst>
      <p:ext uri="{BB962C8B-B14F-4D97-AF65-F5344CB8AC3E}">
        <p14:creationId xmlns:p14="http://schemas.microsoft.com/office/powerpoint/2010/main" val="42871829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B9B86-5DF7-4B5B-A8C5-7A4A21CB67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F8C9043-6C20-4FC7-AB1A-F9CBE07D2A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6CBE862-1444-4B4B-AA75-3C6261BAD4AA}"/>
              </a:ext>
            </a:extLst>
          </p:cNvPr>
          <p:cNvSpPr>
            <a:spLocks noGrp="1"/>
          </p:cNvSpPr>
          <p:nvPr>
            <p:ph type="dt" sz="half" idx="10"/>
          </p:nvPr>
        </p:nvSpPr>
        <p:spPr/>
        <p:txBody>
          <a:bodyPr/>
          <a:lstStyle/>
          <a:p>
            <a:fld id="{B2D66AE5-F36B-4080-B1A6-622E7E800F63}" type="datetimeFigureOut">
              <a:rPr lang="en-GB" smtClean="0"/>
              <a:t>17/03/2025</a:t>
            </a:fld>
            <a:endParaRPr lang="en-GB"/>
          </a:p>
        </p:txBody>
      </p:sp>
      <p:sp>
        <p:nvSpPr>
          <p:cNvPr id="5" name="Footer Placeholder 4">
            <a:extLst>
              <a:ext uri="{FF2B5EF4-FFF2-40B4-BE49-F238E27FC236}">
                <a16:creationId xmlns:a16="http://schemas.microsoft.com/office/drawing/2014/main" id="{5AF32250-2855-477E-AB1A-2BAEB21ABEE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9F2B9AC-12C7-47BF-890E-5BF4363B4349}"/>
              </a:ext>
            </a:extLst>
          </p:cNvPr>
          <p:cNvSpPr>
            <a:spLocks noGrp="1"/>
          </p:cNvSpPr>
          <p:nvPr>
            <p:ph type="sldNum" sz="quarter" idx="12"/>
          </p:nvPr>
        </p:nvSpPr>
        <p:spPr/>
        <p:txBody>
          <a:bodyPr/>
          <a:lstStyle/>
          <a:p>
            <a:fld id="{A136ED65-8D80-4590-B08C-F8D20D75058E}" type="slidenum">
              <a:rPr lang="en-GB" smtClean="0"/>
              <a:t>‹#›</a:t>
            </a:fld>
            <a:endParaRPr lang="en-GB"/>
          </a:p>
        </p:txBody>
      </p:sp>
    </p:spTree>
    <p:extLst>
      <p:ext uri="{BB962C8B-B14F-4D97-AF65-F5344CB8AC3E}">
        <p14:creationId xmlns:p14="http://schemas.microsoft.com/office/powerpoint/2010/main" val="1755876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42AFF-B711-488A-BCEB-85D22F79BD0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B092D2D-15F6-4D38-85DD-D14B4622A35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1263D68-1369-42AB-A0B9-F9A4349A03F8}"/>
              </a:ext>
            </a:extLst>
          </p:cNvPr>
          <p:cNvSpPr>
            <a:spLocks noGrp="1"/>
          </p:cNvSpPr>
          <p:nvPr>
            <p:ph type="dt" sz="half" idx="10"/>
          </p:nvPr>
        </p:nvSpPr>
        <p:spPr/>
        <p:txBody>
          <a:bodyPr/>
          <a:lstStyle/>
          <a:p>
            <a:fld id="{B2D66AE5-F36B-4080-B1A6-622E7E800F63}" type="datetimeFigureOut">
              <a:rPr lang="en-GB" smtClean="0"/>
              <a:t>17/03/2025</a:t>
            </a:fld>
            <a:endParaRPr lang="en-GB"/>
          </a:p>
        </p:txBody>
      </p:sp>
      <p:sp>
        <p:nvSpPr>
          <p:cNvPr id="5" name="Footer Placeholder 4">
            <a:extLst>
              <a:ext uri="{FF2B5EF4-FFF2-40B4-BE49-F238E27FC236}">
                <a16:creationId xmlns:a16="http://schemas.microsoft.com/office/drawing/2014/main" id="{30F1499A-493D-46FA-B476-80E2DB58225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E7990BF-E3A8-4EF9-9624-89F858EC7CF4}"/>
              </a:ext>
            </a:extLst>
          </p:cNvPr>
          <p:cNvSpPr>
            <a:spLocks noGrp="1"/>
          </p:cNvSpPr>
          <p:nvPr>
            <p:ph type="sldNum" sz="quarter" idx="12"/>
          </p:nvPr>
        </p:nvSpPr>
        <p:spPr/>
        <p:txBody>
          <a:bodyPr/>
          <a:lstStyle/>
          <a:p>
            <a:fld id="{A136ED65-8D80-4590-B08C-F8D20D75058E}" type="slidenum">
              <a:rPr lang="en-GB" smtClean="0"/>
              <a:t>‹#›</a:t>
            </a:fld>
            <a:endParaRPr lang="en-GB"/>
          </a:p>
        </p:txBody>
      </p:sp>
    </p:spTree>
    <p:extLst>
      <p:ext uri="{BB962C8B-B14F-4D97-AF65-F5344CB8AC3E}">
        <p14:creationId xmlns:p14="http://schemas.microsoft.com/office/powerpoint/2010/main" val="3000635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1AA0F-B11C-4E84-9D3A-093DE27BBE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2F2DF41-FAC5-4E26-A881-2F4BDD16E58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280BA7B-4FB2-4EB0-898F-74440B13DE92}"/>
              </a:ext>
            </a:extLst>
          </p:cNvPr>
          <p:cNvSpPr>
            <a:spLocks noGrp="1"/>
          </p:cNvSpPr>
          <p:nvPr>
            <p:ph type="dt" sz="half" idx="10"/>
          </p:nvPr>
        </p:nvSpPr>
        <p:spPr/>
        <p:txBody>
          <a:bodyPr/>
          <a:lstStyle/>
          <a:p>
            <a:fld id="{B2D66AE5-F36B-4080-B1A6-622E7E800F63}" type="datetimeFigureOut">
              <a:rPr lang="en-GB" smtClean="0"/>
              <a:t>17/03/2025</a:t>
            </a:fld>
            <a:endParaRPr lang="en-GB"/>
          </a:p>
        </p:txBody>
      </p:sp>
      <p:sp>
        <p:nvSpPr>
          <p:cNvPr id="5" name="Footer Placeholder 4">
            <a:extLst>
              <a:ext uri="{FF2B5EF4-FFF2-40B4-BE49-F238E27FC236}">
                <a16:creationId xmlns:a16="http://schemas.microsoft.com/office/drawing/2014/main" id="{125BD792-ABEF-4322-AE2C-C628CC54DC5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9145989-CCBC-4F46-934F-499885DDC3A3}"/>
              </a:ext>
            </a:extLst>
          </p:cNvPr>
          <p:cNvSpPr>
            <a:spLocks noGrp="1"/>
          </p:cNvSpPr>
          <p:nvPr>
            <p:ph type="sldNum" sz="quarter" idx="12"/>
          </p:nvPr>
        </p:nvSpPr>
        <p:spPr/>
        <p:txBody>
          <a:bodyPr/>
          <a:lstStyle/>
          <a:p>
            <a:fld id="{A136ED65-8D80-4590-B08C-F8D20D75058E}" type="slidenum">
              <a:rPr lang="en-GB" smtClean="0"/>
              <a:t>‹#›</a:t>
            </a:fld>
            <a:endParaRPr lang="en-GB"/>
          </a:p>
        </p:txBody>
      </p:sp>
    </p:spTree>
    <p:extLst>
      <p:ext uri="{BB962C8B-B14F-4D97-AF65-F5344CB8AC3E}">
        <p14:creationId xmlns:p14="http://schemas.microsoft.com/office/powerpoint/2010/main" val="209609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C0BDA-ABF4-4F75-ADA2-BC3D189AA88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C587151-3C1E-4960-B83A-E15EDD506EC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8F6BDBE-C6EC-4236-8B2B-6C501BF2918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9072E73-151E-4130-BA5A-5826AA683243}"/>
              </a:ext>
            </a:extLst>
          </p:cNvPr>
          <p:cNvSpPr>
            <a:spLocks noGrp="1"/>
          </p:cNvSpPr>
          <p:nvPr>
            <p:ph type="dt" sz="half" idx="10"/>
          </p:nvPr>
        </p:nvSpPr>
        <p:spPr/>
        <p:txBody>
          <a:bodyPr/>
          <a:lstStyle/>
          <a:p>
            <a:fld id="{B2D66AE5-F36B-4080-B1A6-622E7E800F63}" type="datetimeFigureOut">
              <a:rPr lang="en-GB" smtClean="0"/>
              <a:t>17/03/2025</a:t>
            </a:fld>
            <a:endParaRPr lang="en-GB"/>
          </a:p>
        </p:txBody>
      </p:sp>
      <p:sp>
        <p:nvSpPr>
          <p:cNvPr id="6" name="Footer Placeholder 5">
            <a:extLst>
              <a:ext uri="{FF2B5EF4-FFF2-40B4-BE49-F238E27FC236}">
                <a16:creationId xmlns:a16="http://schemas.microsoft.com/office/drawing/2014/main" id="{7303F0A2-5A16-4F6E-8DF7-BFD797F94B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110BE4F-7EAF-4470-93E5-AFF173ADEA6B}"/>
              </a:ext>
            </a:extLst>
          </p:cNvPr>
          <p:cNvSpPr>
            <a:spLocks noGrp="1"/>
          </p:cNvSpPr>
          <p:nvPr>
            <p:ph type="sldNum" sz="quarter" idx="12"/>
          </p:nvPr>
        </p:nvSpPr>
        <p:spPr/>
        <p:txBody>
          <a:bodyPr/>
          <a:lstStyle/>
          <a:p>
            <a:fld id="{A136ED65-8D80-4590-B08C-F8D20D75058E}" type="slidenum">
              <a:rPr lang="en-GB" smtClean="0"/>
              <a:t>‹#›</a:t>
            </a:fld>
            <a:endParaRPr lang="en-GB"/>
          </a:p>
        </p:txBody>
      </p:sp>
    </p:spTree>
    <p:extLst>
      <p:ext uri="{BB962C8B-B14F-4D97-AF65-F5344CB8AC3E}">
        <p14:creationId xmlns:p14="http://schemas.microsoft.com/office/powerpoint/2010/main" val="4038812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0DB45-8F58-4C94-A818-FCA38110F6A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704F831-3D07-498E-8E0F-CD8325CA6A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3C4B162-DEE6-4A6B-AF28-39C681B93D8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7D0BAF6-4D33-4C1E-832E-9117A57F91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EF04854-572A-4333-BF0C-6680EF7273D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3191E4A-B06B-4A64-A27E-043477A16C30}"/>
              </a:ext>
            </a:extLst>
          </p:cNvPr>
          <p:cNvSpPr>
            <a:spLocks noGrp="1"/>
          </p:cNvSpPr>
          <p:nvPr>
            <p:ph type="dt" sz="half" idx="10"/>
          </p:nvPr>
        </p:nvSpPr>
        <p:spPr/>
        <p:txBody>
          <a:bodyPr/>
          <a:lstStyle/>
          <a:p>
            <a:fld id="{B2D66AE5-F36B-4080-B1A6-622E7E800F63}" type="datetimeFigureOut">
              <a:rPr lang="en-GB" smtClean="0"/>
              <a:t>17/03/2025</a:t>
            </a:fld>
            <a:endParaRPr lang="en-GB"/>
          </a:p>
        </p:txBody>
      </p:sp>
      <p:sp>
        <p:nvSpPr>
          <p:cNvPr id="8" name="Footer Placeholder 7">
            <a:extLst>
              <a:ext uri="{FF2B5EF4-FFF2-40B4-BE49-F238E27FC236}">
                <a16:creationId xmlns:a16="http://schemas.microsoft.com/office/drawing/2014/main" id="{66BF10B5-064E-4B98-A598-2C3C35C9A95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05136D4-8F94-4E94-BA89-6B275208391A}"/>
              </a:ext>
            </a:extLst>
          </p:cNvPr>
          <p:cNvSpPr>
            <a:spLocks noGrp="1"/>
          </p:cNvSpPr>
          <p:nvPr>
            <p:ph type="sldNum" sz="quarter" idx="12"/>
          </p:nvPr>
        </p:nvSpPr>
        <p:spPr/>
        <p:txBody>
          <a:bodyPr/>
          <a:lstStyle/>
          <a:p>
            <a:fld id="{A136ED65-8D80-4590-B08C-F8D20D75058E}" type="slidenum">
              <a:rPr lang="en-GB" smtClean="0"/>
              <a:t>‹#›</a:t>
            </a:fld>
            <a:endParaRPr lang="en-GB"/>
          </a:p>
        </p:txBody>
      </p:sp>
    </p:spTree>
    <p:extLst>
      <p:ext uri="{BB962C8B-B14F-4D97-AF65-F5344CB8AC3E}">
        <p14:creationId xmlns:p14="http://schemas.microsoft.com/office/powerpoint/2010/main" val="3940224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82703-D15D-44BD-9B4C-BD2FDCEDE81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D2675A7-AD53-4F5C-9F91-75074F75F3C9}"/>
              </a:ext>
            </a:extLst>
          </p:cNvPr>
          <p:cNvSpPr>
            <a:spLocks noGrp="1"/>
          </p:cNvSpPr>
          <p:nvPr>
            <p:ph type="dt" sz="half" idx="10"/>
          </p:nvPr>
        </p:nvSpPr>
        <p:spPr/>
        <p:txBody>
          <a:bodyPr/>
          <a:lstStyle/>
          <a:p>
            <a:fld id="{B2D66AE5-F36B-4080-B1A6-622E7E800F63}" type="datetimeFigureOut">
              <a:rPr lang="en-GB" smtClean="0"/>
              <a:t>17/03/2025</a:t>
            </a:fld>
            <a:endParaRPr lang="en-GB"/>
          </a:p>
        </p:txBody>
      </p:sp>
      <p:sp>
        <p:nvSpPr>
          <p:cNvPr id="4" name="Footer Placeholder 3">
            <a:extLst>
              <a:ext uri="{FF2B5EF4-FFF2-40B4-BE49-F238E27FC236}">
                <a16:creationId xmlns:a16="http://schemas.microsoft.com/office/drawing/2014/main" id="{474702FC-FA41-4DA0-B1EF-6F56118293F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040EC0A-D229-4F55-94E0-824B3209A043}"/>
              </a:ext>
            </a:extLst>
          </p:cNvPr>
          <p:cNvSpPr>
            <a:spLocks noGrp="1"/>
          </p:cNvSpPr>
          <p:nvPr>
            <p:ph type="sldNum" sz="quarter" idx="12"/>
          </p:nvPr>
        </p:nvSpPr>
        <p:spPr/>
        <p:txBody>
          <a:bodyPr/>
          <a:lstStyle/>
          <a:p>
            <a:fld id="{A136ED65-8D80-4590-B08C-F8D20D75058E}" type="slidenum">
              <a:rPr lang="en-GB" smtClean="0"/>
              <a:t>‹#›</a:t>
            </a:fld>
            <a:endParaRPr lang="en-GB"/>
          </a:p>
        </p:txBody>
      </p:sp>
    </p:spTree>
    <p:extLst>
      <p:ext uri="{BB962C8B-B14F-4D97-AF65-F5344CB8AC3E}">
        <p14:creationId xmlns:p14="http://schemas.microsoft.com/office/powerpoint/2010/main" val="2463488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736C8A-87F4-446A-9875-B33884419C07}"/>
              </a:ext>
            </a:extLst>
          </p:cNvPr>
          <p:cNvSpPr>
            <a:spLocks noGrp="1"/>
          </p:cNvSpPr>
          <p:nvPr>
            <p:ph type="dt" sz="half" idx="10"/>
          </p:nvPr>
        </p:nvSpPr>
        <p:spPr/>
        <p:txBody>
          <a:bodyPr/>
          <a:lstStyle/>
          <a:p>
            <a:fld id="{B2D66AE5-F36B-4080-B1A6-622E7E800F63}" type="datetimeFigureOut">
              <a:rPr lang="en-GB" smtClean="0"/>
              <a:t>17/03/2025</a:t>
            </a:fld>
            <a:endParaRPr lang="en-GB"/>
          </a:p>
        </p:txBody>
      </p:sp>
      <p:sp>
        <p:nvSpPr>
          <p:cNvPr id="3" name="Footer Placeholder 2">
            <a:extLst>
              <a:ext uri="{FF2B5EF4-FFF2-40B4-BE49-F238E27FC236}">
                <a16:creationId xmlns:a16="http://schemas.microsoft.com/office/drawing/2014/main" id="{92A0A143-4D49-40DC-A2F6-92D66D97434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D3FED5A-C73D-4F4B-8C17-DE7F65301534}"/>
              </a:ext>
            </a:extLst>
          </p:cNvPr>
          <p:cNvSpPr>
            <a:spLocks noGrp="1"/>
          </p:cNvSpPr>
          <p:nvPr>
            <p:ph type="sldNum" sz="quarter" idx="12"/>
          </p:nvPr>
        </p:nvSpPr>
        <p:spPr/>
        <p:txBody>
          <a:bodyPr/>
          <a:lstStyle/>
          <a:p>
            <a:fld id="{A136ED65-8D80-4590-B08C-F8D20D75058E}" type="slidenum">
              <a:rPr lang="en-GB" smtClean="0"/>
              <a:t>‹#›</a:t>
            </a:fld>
            <a:endParaRPr lang="en-GB"/>
          </a:p>
        </p:txBody>
      </p:sp>
    </p:spTree>
    <p:extLst>
      <p:ext uri="{BB962C8B-B14F-4D97-AF65-F5344CB8AC3E}">
        <p14:creationId xmlns:p14="http://schemas.microsoft.com/office/powerpoint/2010/main" val="3182275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36E87-5C49-4E0A-B529-C9EE1F3092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DCE2B19-1D35-47BE-885D-671D6EFFFD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CD0E429-66DC-4357-BA5A-2A8305D11A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6B31FD7-6073-4835-AFE4-C71B7B05DBDA}"/>
              </a:ext>
            </a:extLst>
          </p:cNvPr>
          <p:cNvSpPr>
            <a:spLocks noGrp="1"/>
          </p:cNvSpPr>
          <p:nvPr>
            <p:ph type="dt" sz="half" idx="10"/>
          </p:nvPr>
        </p:nvSpPr>
        <p:spPr/>
        <p:txBody>
          <a:bodyPr/>
          <a:lstStyle/>
          <a:p>
            <a:fld id="{B2D66AE5-F36B-4080-B1A6-622E7E800F63}" type="datetimeFigureOut">
              <a:rPr lang="en-GB" smtClean="0"/>
              <a:t>17/03/2025</a:t>
            </a:fld>
            <a:endParaRPr lang="en-GB"/>
          </a:p>
        </p:txBody>
      </p:sp>
      <p:sp>
        <p:nvSpPr>
          <p:cNvPr id="6" name="Footer Placeholder 5">
            <a:extLst>
              <a:ext uri="{FF2B5EF4-FFF2-40B4-BE49-F238E27FC236}">
                <a16:creationId xmlns:a16="http://schemas.microsoft.com/office/drawing/2014/main" id="{1DD308EF-9156-420E-9005-37EF36F4F9D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EC280BA-C79C-463B-AB48-65CDF1233724}"/>
              </a:ext>
            </a:extLst>
          </p:cNvPr>
          <p:cNvSpPr>
            <a:spLocks noGrp="1"/>
          </p:cNvSpPr>
          <p:nvPr>
            <p:ph type="sldNum" sz="quarter" idx="12"/>
          </p:nvPr>
        </p:nvSpPr>
        <p:spPr/>
        <p:txBody>
          <a:bodyPr/>
          <a:lstStyle/>
          <a:p>
            <a:fld id="{A136ED65-8D80-4590-B08C-F8D20D75058E}" type="slidenum">
              <a:rPr lang="en-GB" smtClean="0"/>
              <a:t>‹#›</a:t>
            </a:fld>
            <a:endParaRPr lang="en-GB"/>
          </a:p>
        </p:txBody>
      </p:sp>
    </p:spTree>
    <p:extLst>
      <p:ext uri="{BB962C8B-B14F-4D97-AF65-F5344CB8AC3E}">
        <p14:creationId xmlns:p14="http://schemas.microsoft.com/office/powerpoint/2010/main" val="3237990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01A8E-3101-41EF-8633-1149D0E675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20014E7-16E8-42EB-9F82-05BB1D1917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185D341-5255-436C-BAE4-FEBE5BE039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21A4581-4132-45FA-8AC7-7141FD5282F3}"/>
              </a:ext>
            </a:extLst>
          </p:cNvPr>
          <p:cNvSpPr>
            <a:spLocks noGrp="1"/>
          </p:cNvSpPr>
          <p:nvPr>
            <p:ph type="dt" sz="half" idx="10"/>
          </p:nvPr>
        </p:nvSpPr>
        <p:spPr/>
        <p:txBody>
          <a:bodyPr/>
          <a:lstStyle/>
          <a:p>
            <a:fld id="{B2D66AE5-F36B-4080-B1A6-622E7E800F63}" type="datetimeFigureOut">
              <a:rPr lang="en-GB" smtClean="0"/>
              <a:t>17/03/2025</a:t>
            </a:fld>
            <a:endParaRPr lang="en-GB"/>
          </a:p>
        </p:txBody>
      </p:sp>
      <p:sp>
        <p:nvSpPr>
          <p:cNvPr id="6" name="Footer Placeholder 5">
            <a:extLst>
              <a:ext uri="{FF2B5EF4-FFF2-40B4-BE49-F238E27FC236}">
                <a16:creationId xmlns:a16="http://schemas.microsoft.com/office/drawing/2014/main" id="{E6701491-4A7F-44C1-B4E3-CFA0264A636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6275852-2D45-4EB6-AFF5-F41BAE77ECBC}"/>
              </a:ext>
            </a:extLst>
          </p:cNvPr>
          <p:cNvSpPr>
            <a:spLocks noGrp="1"/>
          </p:cNvSpPr>
          <p:nvPr>
            <p:ph type="sldNum" sz="quarter" idx="12"/>
          </p:nvPr>
        </p:nvSpPr>
        <p:spPr/>
        <p:txBody>
          <a:bodyPr/>
          <a:lstStyle/>
          <a:p>
            <a:fld id="{A136ED65-8D80-4590-B08C-F8D20D75058E}" type="slidenum">
              <a:rPr lang="en-GB" smtClean="0"/>
              <a:t>‹#›</a:t>
            </a:fld>
            <a:endParaRPr lang="en-GB"/>
          </a:p>
        </p:txBody>
      </p:sp>
    </p:spTree>
    <p:extLst>
      <p:ext uri="{BB962C8B-B14F-4D97-AF65-F5344CB8AC3E}">
        <p14:creationId xmlns:p14="http://schemas.microsoft.com/office/powerpoint/2010/main" val="3822075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89003-8169-40EF-9C76-D7645316694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C628448-595D-4650-B677-C09A0AA3725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2E01EEF-A857-4A58-92E7-6C314EB696F8}"/>
              </a:ext>
            </a:extLst>
          </p:cNvPr>
          <p:cNvSpPr>
            <a:spLocks noGrp="1"/>
          </p:cNvSpPr>
          <p:nvPr>
            <p:ph type="dt" sz="half" idx="10"/>
          </p:nvPr>
        </p:nvSpPr>
        <p:spPr/>
        <p:txBody>
          <a:bodyPr/>
          <a:lstStyle/>
          <a:p>
            <a:fld id="{B2D66AE5-F36B-4080-B1A6-622E7E800F63}" type="datetimeFigureOut">
              <a:rPr lang="en-GB" smtClean="0"/>
              <a:t>17/03/2025</a:t>
            </a:fld>
            <a:endParaRPr lang="en-GB"/>
          </a:p>
        </p:txBody>
      </p:sp>
      <p:sp>
        <p:nvSpPr>
          <p:cNvPr id="5" name="Footer Placeholder 4">
            <a:extLst>
              <a:ext uri="{FF2B5EF4-FFF2-40B4-BE49-F238E27FC236}">
                <a16:creationId xmlns:a16="http://schemas.microsoft.com/office/drawing/2014/main" id="{9923E830-27EB-4F0E-B49F-A9F02A6B8CB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103D475-F319-4861-84D0-10BA7673A31C}"/>
              </a:ext>
            </a:extLst>
          </p:cNvPr>
          <p:cNvSpPr>
            <a:spLocks noGrp="1"/>
          </p:cNvSpPr>
          <p:nvPr>
            <p:ph type="sldNum" sz="quarter" idx="12"/>
          </p:nvPr>
        </p:nvSpPr>
        <p:spPr/>
        <p:txBody>
          <a:bodyPr/>
          <a:lstStyle/>
          <a:p>
            <a:fld id="{A136ED65-8D80-4590-B08C-F8D20D75058E}" type="slidenum">
              <a:rPr lang="en-GB" smtClean="0"/>
              <a:t>‹#›</a:t>
            </a:fld>
            <a:endParaRPr lang="en-GB"/>
          </a:p>
        </p:txBody>
      </p:sp>
    </p:spTree>
    <p:extLst>
      <p:ext uri="{BB962C8B-B14F-4D97-AF65-F5344CB8AC3E}">
        <p14:creationId xmlns:p14="http://schemas.microsoft.com/office/powerpoint/2010/main" val="2797654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D13543-238A-486A-94B5-339F849B4F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812AF97-8586-458F-8D9E-15FB7AD3F40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50E0EB1-4FD5-4000-9AED-C1A55B61FE60}"/>
              </a:ext>
            </a:extLst>
          </p:cNvPr>
          <p:cNvSpPr>
            <a:spLocks noGrp="1"/>
          </p:cNvSpPr>
          <p:nvPr>
            <p:ph type="dt" sz="half" idx="10"/>
          </p:nvPr>
        </p:nvSpPr>
        <p:spPr/>
        <p:txBody>
          <a:bodyPr/>
          <a:lstStyle/>
          <a:p>
            <a:fld id="{B2D66AE5-F36B-4080-B1A6-622E7E800F63}" type="datetimeFigureOut">
              <a:rPr lang="en-GB" smtClean="0"/>
              <a:t>17/03/2025</a:t>
            </a:fld>
            <a:endParaRPr lang="en-GB"/>
          </a:p>
        </p:txBody>
      </p:sp>
      <p:sp>
        <p:nvSpPr>
          <p:cNvPr id="5" name="Footer Placeholder 4">
            <a:extLst>
              <a:ext uri="{FF2B5EF4-FFF2-40B4-BE49-F238E27FC236}">
                <a16:creationId xmlns:a16="http://schemas.microsoft.com/office/drawing/2014/main" id="{497C2A49-3A51-406A-930A-B18E63B8EA1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E66AE04-4AFC-43A3-8BF9-195AE4A583E6}"/>
              </a:ext>
            </a:extLst>
          </p:cNvPr>
          <p:cNvSpPr>
            <a:spLocks noGrp="1"/>
          </p:cNvSpPr>
          <p:nvPr>
            <p:ph type="sldNum" sz="quarter" idx="12"/>
          </p:nvPr>
        </p:nvSpPr>
        <p:spPr/>
        <p:txBody>
          <a:bodyPr/>
          <a:lstStyle/>
          <a:p>
            <a:fld id="{A136ED65-8D80-4590-B08C-F8D20D75058E}" type="slidenum">
              <a:rPr lang="en-GB" smtClean="0"/>
              <a:t>‹#›</a:t>
            </a:fld>
            <a:endParaRPr lang="en-GB"/>
          </a:p>
        </p:txBody>
      </p:sp>
    </p:spTree>
    <p:extLst>
      <p:ext uri="{BB962C8B-B14F-4D97-AF65-F5344CB8AC3E}">
        <p14:creationId xmlns:p14="http://schemas.microsoft.com/office/powerpoint/2010/main" val="2089034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AD453F-3EC5-4877-BAA4-F5D5F4D5D7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0338EDD-F3BC-4A1C-881F-F8B9120DC8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2A5F576-7ED6-4D41-A618-39B16D2D61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D66AE5-F36B-4080-B1A6-622E7E800F63}" type="datetimeFigureOut">
              <a:rPr lang="en-GB" smtClean="0"/>
              <a:t>17/03/2025</a:t>
            </a:fld>
            <a:endParaRPr lang="en-GB"/>
          </a:p>
        </p:txBody>
      </p:sp>
      <p:sp>
        <p:nvSpPr>
          <p:cNvPr id="5" name="Footer Placeholder 4">
            <a:extLst>
              <a:ext uri="{FF2B5EF4-FFF2-40B4-BE49-F238E27FC236}">
                <a16:creationId xmlns:a16="http://schemas.microsoft.com/office/drawing/2014/main" id="{D7E3B1FE-3A10-4C83-9125-E10A35F93C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489A79D7-A342-454F-B9BC-0C4E0F882B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36ED65-8D80-4590-B08C-F8D20D75058E}" type="slidenum">
              <a:rPr lang="en-GB" smtClean="0"/>
              <a:t>‹#›</a:t>
            </a:fld>
            <a:endParaRPr lang="en-GB"/>
          </a:p>
        </p:txBody>
      </p:sp>
    </p:spTree>
    <p:extLst>
      <p:ext uri="{BB962C8B-B14F-4D97-AF65-F5344CB8AC3E}">
        <p14:creationId xmlns:p14="http://schemas.microsoft.com/office/powerpoint/2010/main" val="38216382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B168B-CAF8-4205-8A7C-BD366E45467F}"/>
              </a:ext>
            </a:extLst>
          </p:cNvPr>
          <p:cNvSpPr>
            <a:spLocks noGrp="1"/>
          </p:cNvSpPr>
          <p:nvPr>
            <p:ph type="ctrTitle"/>
          </p:nvPr>
        </p:nvSpPr>
        <p:spPr>
          <a:xfrm>
            <a:off x="6746626" y="1112704"/>
            <a:ext cx="4645250" cy="2593196"/>
          </a:xfrm>
        </p:spPr>
        <p:txBody>
          <a:bodyPr anchor="b">
            <a:normAutofit/>
          </a:bodyPr>
          <a:lstStyle/>
          <a:p>
            <a:r>
              <a:rPr lang="en-GB" sz="4800" dirty="0"/>
              <a:t>Stroke Risk Factors and Management</a:t>
            </a:r>
          </a:p>
        </p:txBody>
      </p:sp>
      <p:sp>
        <p:nvSpPr>
          <p:cNvPr id="3" name="Subtitle 2">
            <a:extLst>
              <a:ext uri="{FF2B5EF4-FFF2-40B4-BE49-F238E27FC236}">
                <a16:creationId xmlns:a16="http://schemas.microsoft.com/office/drawing/2014/main" id="{4ADC2D4C-DB8A-4716-A71D-EFBD3BCCC6F0}"/>
              </a:ext>
            </a:extLst>
          </p:cNvPr>
          <p:cNvSpPr>
            <a:spLocks noGrp="1"/>
          </p:cNvSpPr>
          <p:nvPr>
            <p:ph type="subTitle" idx="1"/>
          </p:nvPr>
        </p:nvSpPr>
        <p:spPr>
          <a:xfrm>
            <a:off x="6292202" y="4596657"/>
            <a:ext cx="5554099" cy="1638890"/>
          </a:xfrm>
        </p:spPr>
        <p:txBody>
          <a:bodyPr anchor="t">
            <a:noAutofit/>
          </a:bodyPr>
          <a:lstStyle/>
          <a:p>
            <a:r>
              <a:rPr lang="en-GB" sz="2000" dirty="0"/>
              <a:t>Dr Mark McGlinchey</a:t>
            </a:r>
          </a:p>
          <a:p>
            <a:r>
              <a:rPr lang="en-GB" sz="2000" dirty="0"/>
              <a:t>Consultant Physiotherapist</a:t>
            </a:r>
          </a:p>
          <a:p>
            <a:r>
              <a:rPr lang="en-GB" sz="2000" dirty="0"/>
              <a:t>Guy’s and St Thomas’ NHS Foundation Trust</a:t>
            </a:r>
          </a:p>
          <a:p>
            <a:r>
              <a:rPr lang="en-GB" sz="2000" dirty="0"/>
              <a:t>18</a:t>
            </a:r>
            <a:r>
              <a:rPr lang="en-GB" sz="2000" baseline="30000" dirty="0"/>
              <a:t>th</a:t>
            </a:r>
            <a:r>
              <a:rPr lang="en-GB" sz="2000" dirty="0"/>
              <a:t> March 2025</a:t>
            </a:r>
          </a:p>
        </p:txBody>
      </p:sp>
      <p:sp>
        <p:nvSpPr>
          <p:cNvPr id="16" name="Freeform: Shape 13">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064C8A0-0F55-1E6D-2523-3C08F9730735}"/>
              </a:ext>
            </a:extLst>
          </p:cNvPr>
          <p:cNvPicPr>
            <a:picLocks noChangeAspect="1"/>
          </p:cNvPicPr>
          <p:nvPr/>
        </p:nvPicPr>
        <p:blipFill rotWithShape="1">
          <a:blip r:embed="rId2"/>
          <a:srcRect t="7318" r="-2" b="7298"/>
          <a:stretch/>
        </p:blipFill>
        <p:spPr>
          <a:xfrm>
            <a:off x="20" y="10"/>
            <a:ext cx="6024134" cy="6857990"/>
          </a:xfrm>
          <a:custGeom>
            <a:avLst/>
            <a:gdLst/>
            <a:ahLst/>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Tree>
    <p:extLst>
      <p:ext uri="{BB962C8B-B14F-4D97-AF65-F5344CB8AC3E}">
        <p14:creationId xmlns:p14="http://schemas.microsoft.com/office/powerpoint/2010/main" val="284888393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500"/>
                                  </p:stCondLst>
                                  <p:iterate>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7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1500"/>
                                  </p:stCondLst>
                                  <p:iterate>
                                    <p:tmPct val="10000"/>
                                  </p:iterate>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7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89759B-45C3-4A52-8EC6-AE5022752AE9}"/>
              </a:ext>
            </a:extLst>
          </p:cNvPr>
          <p:cNvSpPr>
            <a:spLocks noGrp="1"/>
          </p:cNvSpPr>
          <p:nvPr>
            <p:ph type="title"/>
          </p:nvPr>
        </p:nvSpPr>
        <p:spPr>
          <a:xfrm>
            <a:off x="466722" y="586855"/>
            <a:ext cx="3201366" cy="3387497"/>
          </a:xfrm>
        </p:spPr>
        <p:txBody>
          <a:bodyPr anchor="b">
            <a:normAutofit/>
          </a:bodyPr>
          <a:lstStyle/>
          <a:p>
            <a:pPr algn="r"/>
            <a:r>
              <a:rPr lang="en-GB" sz="4000">
                <a:solidFill>
                  <a:srgbClr val="FFFFFF"/>
                </a:solidFill>
              </a:rPr>
              <a:t>By the end of this lecture, students should be able to</a:t>
            </a:r>
          </a:p>
        </p:txBody>
      </p:sp>
      <p:sp>
        <p:nvSpPr>
          <p:cNvPr id="3" name="Content Placeholder 2">
            <a:extLst>
              <a:ext uri="{FF2B5EF4-FFF2-40B4-BE49-F238E27FC236}">
                <a16:creationId xmlns:a16="http://schemas.microsoft.com/office/drawing/2014/main" id="{6C61C00D-FB11-425A-8880-B6165D822821}"/>
              </a:ext>
            </a:extLst>
          </p:cNvPr>
          <p:cNvSpPr>
            <a:spLocks noGrp="1"/>
          </p:cNvSpPr>
          <p:nvPr>
            <p:ph idx="1"/>
          </p:nvPr>
        </p:nvSpPr>
        <p:spPr>
          <a:xfrm>
            <a:off x="4810259" y="649480"/>
            <a:ext cx="6555347" cy="5546047"/>
          </a:xfrm>
        </p:spPr>
        <p:txBody>
          <a:bodyPr anchor="ctr">
            <a:normAutofit fontScale="92500" lnSpcReduction="20000"/>
          </a:bodyPr>
          <a:lstStyle/>
          <a:p>
            <a:r>
              <a:rPr lang="en-GB" sz="2400" dirty="0"/>
              <a:t>describe the differences in the global burden of disease</a:t>
            </a:r>
          </a:p>
          <a:p>
            <a:endParaRPr lang="en-GB" sz="2400" dirty="0"/>
          </a:p>
          <a:p>
            <a:r>
              <a:rPr lang="en-GB" sz="2400" dirty="0"/>
              <a:t>understand the difference between primary, secondary, and tertiary prevention</a:t>
            </a:r>
          </a:p>
          <a:p>
            <a:endParaRPr lang="en-GB" sz="2400" dirty="0"/>
          </a:p>
          <a:p>
            <a:r>
              <a:rPr lang="en-GB" sz="2400" dirty="0"/>
              <a:t>explain the risk factors associated with cardiovascular conditions</a:t>
            </a:r>
          </a:p>
          <a:p>
            <a:endParaRPr lang="en-GB" sz="2400" dirty="0"/>
          </a:p>
          <a:p>
            <a:r>
              <a:rPr lang="en-GB" sz="2400" dirty="0"/>
              <a:t>discuss the management of risk factors</a:t>
            </a:r>
          </a:p>
          <a:p>
            <a:pPr marL="0" indent="0">
              <a:buNone/>
            </a:pPr>
            <a:endParaRPr lang="en-GB" sz="2400" dirty="0"/>
          </a:p>
          <a:p>
            <a:r>
              <a:rPr lang="en-GB" sz="2400" dirty="0"/>
              <a:t>discuss the Making Every Contact Count (MECC) approach</a:t>
            </a:r>
          </a:p>
          <a:p>
            <a:pPr marL="0" indent="0">
              <a:buNone/>
            </a:pPr>
            <a:endParaRPr lang="en-GB" sz="2400" dirty="0"/>
          </a:p>
          <a:p>
            <a:r>
              <a:rPr lang="en-GB" sz="2400" dirty="0"/>
              <a:t>explain how to support clients to make lifestyle change</a:t>
            </a:r>
          </a:p>
        </p:txBody>
      </p:sp>
    </p:spTree>
    <p:extLst>
      <p:ext uri="{BB962C8B-B14F-4D97-AF65-F5344CB8AC3E}">
        <p14:creationId xmlns:p14="http://schemas.microsoft.com/office/powerpoint/2010/main" val="4294822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A12F98-B518-4159-8850-3144E57BE625}"/>
              </a:ext>
            </a:extLst>
          </p:cNvPr>
          <p:cNvSpPr>
            <a:spLocks noGrp="1"/>
          </p:cNvSpPr>
          <p:nvPr>
            <p:ph type="title"/>
          </p:nvPr>
        </p:nvSpPr>
        <p:spPr>
          <a:xfrm>
            <a:off x="1371599" y="294538"/>
            <a:ext cx="9895951" cy="1033669"/>
          </a:xfrm>
        </p:spPr>
        <p:txBody>
          <a:bodyPr>
            <a:normAutofit/>
          </a:bodyPr>
          <a:lstStyle/>
          <a:p>
            <a:r>
              <a:rPr lang="en-GB" sz="4000">
                <a:solidFill>
                  <a:srgbClr val="FFFFFF"/>
                </a:solidFill>
              </a:rPr>
              <a:t>Burden of Disease</a:t>
            </a:r>
          </a:p>
        </p:txBody>
      </p:sp>
      <p:sp>
        <p:nvSpPr>
          <p:cNvPr id="21" name="Content Placeholder 2">
            <a:extLst>
              <a:ext uri="{FF2B5EF4-FFF2-40B4-BE49-F238E27FC236}">
                <a16:creationId xmlns:a16="http://schemas.microsoft.com/office/drawing/2014/main" id="{57B97942-AAEE-4307-9F25-FB3924D01028}"/>
              </a:ext>
            </a:extLst>
          </p:cNvPr>
          <p:cNvSpPr>
            <a:spLocks noGrp="1"/>
          </p:cNvSpPr>
          <p:nvPr>
            <p:ph idx="1"/>
          </p:nvPr>
        </p:nvSpPr>
        <p:spPr>
          <a:xfrm>
            <a:off x="1371599" y="2318197"/>
            <a:ext cx="9724031" cy="3683358"/>
          </a:xfrm>
        </p:spPr>
        <p:txBody>
          <a:bodyPr anchor="ctr">
            <a:normAutofit/>
          </a:bodyPr>
          <a:lstStyle/>
          <a:p>
            <a:r>
              <a:rPr lang="en-GB" sz="2400" dirty="0"/>
              <a:t>Burden of disease refers to the impact disease has on mortality and morbidity</a:t>
            </a:r>
          </a:p>
          <a:p>
            <a:endParaRPr lang="en-GB" sz="2400" dirty="0"/>
          </a:p>
          <a:p>
            <a:r>
              <a:rPr lang="en-GB" sz="2400" dirty="0"/>
              <a:t>Burden of disease can be measured by a metric called Disability Adjusted Life Years (DALYs), which measures lost health because of premature death, disease or disability</a:t>
            </a:r>
          </a:p>
          <a:p>
            <a:endParaRPr lang="en-GB" sz="2400" dirty="0"/>
          </a:p>
          <a:p>
            <a:r>
              <a:rPr lang="en-GB" sz="2400" dirty="0"/>
              <a:t>Global Burden of Disease Study has been collecting data on disease burden since 1990 from over 156 countries and involving over 7000 researchers </a:t>
            </a:r>
          </a:p>
          <a:p>
            <a:endParaRPr lang="en-GB" sz="2000" dirty="0"/>
          </a:p>
        </p:txBody>
      </p:sp>
    </p:spTree>
    <p:extLst>
      <p:ext uri="{BB962C8B-B14F-4D97-AF65-F5344CB8AC3E}">
        <p14:creationId xmlns:p14="http://schemas.microsoft.com/office/powerpoint/2010/main" val="4060999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Map&#10;&#10;Description automatically generated">
            <a:extLst>
              <a:ext uri="{FF2B5EF4-FFF2-40B4-BE49-F238E27FC236}">
                <a16:creationId xmlns:a16="http://schemas.microsoft.com/office/drawing/2014/main" id="{C8C46004-43CB-10F2-5EBA-E69A18848E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5216" y="527270"/>
            <a:ext cx="8221567" cy="5803459"/>
          </a:xfrm>
          <a:prstGeom prst="rect">
            <a:avLst/>
          </a:prstGeom>
        </p:spPr>
      </p:pic>
    </p:spTree>
    <p:extLst>
      <p:ext uri="{BB962C8B-B14F-4D97-AF65-F5344CB8AC3E}">
        <p14:creationId xmlns:p14="http://schemas.microsoft.com/office/powerpoint/2010/main" val="2787836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EB201-24AB-3F6F-EC9A-5ECF0FDDB707}"/>
              </a:ext>
            </a:extLst>
          </p:cNvPr>
          <p:cNvSpPr>
            <a:spLocks noGrp="1"/>
          </p:cNvSpPr>
          <p:nvPr>
            <p:ph type="title"/>
          </p:nvPr>
        </p:nvSpPr>
        <p:spPr/>
        <p:txBody>
          <a:bodyPr/>
          <a:lstStyle/>
          <a:p>
            <a:r>
              <a:rPr lang="en-GB" dirty="0"/>
              <a:t>Global Differences in Disease Cause</a:t>
            </a:r>
          </a:p>
        </p:txBody>
      </p:sp>
      <p:sp>
        <p:nvSpPr>
          <p:cNvPr id="8" name="TextBox 7">
            <a:extLst>
              <a:ext uri="{FF2B5EF4-FFF2-40B4-BE49-F238E27FC236}">
                <a16:creationId xmlns:a16="http://schemas.microsoft.com/office/drawing/2014/main" id="{DAF354DB-28CD-A789-54A1-3F014B186209}"/>
              </a:ext>
            </a:extLst>
          </p:cNvPr>
          <p:cNvSpPr txBox="1"/>
          <p:nvPr/>
        </p:nvSpPr>
        <p:spPr>
          <a:xfrm>
            <a:off x="8331199" y="2041237"/>
            <a:ext cx="3668890" cy="3816429"/>
          </a:xfrm>
          <a:prstGeom prst="rect">
            <a:avLst/>
          </a:prstGeom>
          <a:noFill/>
        </p:spPr>
        <p:txBody>
          <a:bodyPr wrap="square" rtlCol="0">
            <a:spAutoFit/>
          </a:bodyPr>
          <a:lstStyle/>
          <a:p>
            <a:r>
              <a:rPr lang="en-GB" sz="2200" b="0" i="0" dirty="0">
                <a:effectLst/>
                <a:latin typeface="Calibri" panose="020F0502020204030204" pitchFamily="34" charset="0"/>
                <a:cs typeface="Calibri" panose="020F0502020204030204" pitchFamily="34" charset="0"/>
              </a:rPr>
              <a:t>In low-income nations, communicable disease still accounts for more than 60% across many countries</a:t>
            </a:r>
            <a:endParaRPr lang="en-GB" sz="2200" dirty="0">
              <a:latin typeface="Calibri" panose="020F0502020204030204" pitchFamily="34" charset="0"/>
              <a:cs typeface="Calibri" panose="020F0502020204030204" pitchFamily="34" charset="0"/>
            </a:endParaRPr>
          </a:p>
          <a:p>
            <a:endParaRPr lang="en-GB" sz="2200" dirty="0">
              <a:latin typeface="Calibri" panose="020F0502020204030204" pitchFamily="34" charset="0"/>
              <a:cs typeface="Calibri" panose="020F0502020204030204" pitchFamily="34" charset="0"/>
            </a:endParaRPr>
          </a:p>
          <a:p>
            <a:endParaRPr lang="en-GB" sz="2200" dirty="0">
              <a:latin typeface="Calibri" panose="020F0502020204030204" pitchFamily="34" charset="0"/>
              <a:cs typeface="Calibri" panose="020F0502020204030204" pitchFamily="34" charset="0"/>
            </a:endParaRPr>
          </a:p>
          <a:p>
            <a:r>
              <a:rPr lang="en-GB" sz="2200" b="0" i="0" dirty="0">
                <a:effectLst/>
                <a:latin typeface="Calibri" panose="020F0502020204030204" pitchFamily="34" charset="0"/>
                <a:cs typeface="Calibri" panose="020F0502020204030204" pitchFamily="34" charset="0"/>
              </a:rPr>
              <a:t>In high-income nations, NCDs typically account for more </a:t>
            </a:r>
            <a:r>
              <a:rPr lang="en-GB" sz="2200" b="0" i="0">
                <a:effectLst/>
                <a:latin typeface="Calibri" panose="020F0502020204030204" pitchFamily="34" charset="0"/>
                <a:cs typeface="Calibri" panose="020F0502020204030204" pitchFamily="34" charset="0"/>
              </a:rPr>
              <a:t>than 80% </a:t>
            </a:r>
            <a:r>
              <a:rPr lang="en-GB" sz="2200" b="0" i="0" dirty="0">
                <a:effectLst/>
                <a:latin typeface="Calibri" panose="020F0502020204030204" pitchFamily="34" charset="0"/>
                <a:cs typeface="Calibri" panose="020F0502020204030204" pitchFamily="34" charset="0"/>
              </a:rPr>
              <a:t>of disease burden whereas communicable diseases are low (&lt;5%)</a:t>
            </a:r>
          </a:p>
        </p:txBody>
      </p:sp>
      <p:pic>
        <p:nvPicPr>
          <p:cNvPr id="10" name="Picture 9" descr="Chart&#10;&#10;Description automatically generated">
            <a:extLst>
              <a:ext uri="{FF2B5EF4-FFF2-40B4-BE49-F238E27FC236}">
                <a16:creationId xmlns:a16="http://schemas.microsoft.com/office/drawing/2014/main" id="{2C8D7288-FF74-11E8-F486-925E8AEA54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690688"/>
            <a:ext cx="6823748" cy="4816763"/>
          </a:xfrm>
          <a:prstGeom prst="rect">
            <a:avLst/>
          </a:prstGeom>
        </p:spPr>
      </p:pic>
    </p:spTree>
    <p:extLst>
      <p:ext uri="{BB962C8B-B14F-4D97-AF65-F5344CB8AC3E}">
        <p14:creationId xmlns:p14="http://schemas.microsoft.com/office/powerpoint/2010/main" val="488102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9F70EA-4E79-581D-A58D-A27FB9F3A3B0}"/>
              </a:ext>
            </a:extLst>
          </p:cNvPr>
          <p:cNvSpPr>
            <a:spLocks noGrp="1"/>
          </p:cNvSpPr>
          <p:nvPr>
            <p:ph type="title"/>
          </p:nvPr>
        </p:nvSpPr>
        <p:spPr>
          <a:xfrm>
            <a:off x="1371599" y="294538"/>
            <a:ext cx="9895951" cy="1033669"/>
          </a:xfrm>
        </p:spPr>
        <p:txBody>
          <a:bodyPr>
            <a:normAutofit/>
          </a:bodyPr>
          <a:lstStyle/>
          <a:p>
            <a:r>
              <a:rPr lang="en-GB" sz="4000">
                <a:solidFill>
                  <a:srgbClr val="FFFFFF"/>
                </a:solidFill>
              </a:rPr>
              <a:t>Global Burden of Disease</a:t>
            </a:r>
          </a:p>
        </p:txBody>
      </p:sp>
      <p:sp>
        <p:nvSpPr>
          <p:cNvPr id="3" name="Content Placeholder 2">
            <a:extLst>
              <a:ext uri="{FF2B5EF4-FFF2-40B4-BE49-F238E27FC236}">
                <a16:creationId xmlns:a16="http://schemas.microsoft.com/office/drawing/2014/main" id="{86D8AB4B-9BE8-C5A7-ADED-403FDD521CC5}"/>
              </a:ext>
            </a:extLst>
          </p:cNvPr>
          <p:cNvSpPr>
            <a:spLocks noGrp="1"/>
          </p:cNvSpPr>
          <p:nvPr>
            <p:ph idx="1"/>
          </p:nvPr>
        </p:nvSpPr>
        <p:spPr>
          <a:xfrm>
            <a:off x="1371599" y="2318197"/>
            <a:ext cx="9724031" cy="3683358"/>
          </a:xfrm>
        </p:spPr>
        <p:txBody>
          <a:bodyPr anchor="ctr">
            <a:noAutofit/>
          </a:bodyPr>
          <a:lstStyle/>
          <a:p>
            <a:r>
              <a:rPr lang="en-GB" sz="2000" dirty="0"/>
              <a:t>Over time, there has been a </a:t>
            </a:r>
            <a:r>
              <a:rPr lang="en-GB" sz="2000" b="0" i="0" dirty="0">
                <a:effectLst/>
              </a:rPr>
              <a:t>shift in burden towards NCDs due to reductions in communicable disease, improvements in overall health, living standards and incomes, as well as an ageing population</a:t>
            </a:r>
          </a:p>
          <a:p>
            <a:pPr marL="0" indent="0">
              <a:buNone/>
            </a:pPr>
            <a:endParaRPr lang="en-GB" sz="2000" b="0" i="0" dirty="0">
              <a:effectLst/>
            </a:endParaRPr>
          </a:p>
          <a:p>
            <a:r>
              <a:rPr lang="en-GB" sz="2000" b="0" i="0" dirty="0">
                <a:effectLst/>
              </a:rPr>
              <a:t>At a global level the mos</a:t>
            </a:r>
            <a:r>
              <a:rPr lang="en-GB" sz="2000" dirty="0"/>
              <a:t>t common causes of di</a:t>
            </a:r>
            <a:r>
              <a:rPr lang="en-GB" sz="2000" b="0" i="0" dirty="0">
                <a:effectLst/>
              </a:rPr>
              <a:t>sease burden are:</a:t>
            </a:r>
          </a:p>
          <a:p>
            <a:pPr>
              <a:buFontTx/>
              <a:buChar char="-"/>
            </a:pPr>
            <a:r>
              <a:rPr lang="en-GB" sz="2000" b="0" i="0" dirty="0">
                <a:effectLst/>
              </a:rPr>
              <a:t>cardiovascular diseases (15%)</a:t>
            </a:r>
          </a:p>
          <a:p>
            <a:pPr>
              <a:buFontTx/>
              <a:buChar char="-"/>
            </a:pPr>
            <a:r>
              <a:rPr lang="en-GB" sz="2000" dirty="0"/>
              <a:t>cancer (9%)</a:t>
            </a:r>
          </a:p>
          <a:p>
            <a:pPr>
              <a:buFontTx/>
              <a:buChar char="-"/>
            </a:pPr>
            <a:r>
              <a:rPr lang="en-GB" sz="2000" b="0" i="0" dirty="0">
                <a:effectLst/>
              </a:rPr>
              <a:t>neonatal disorders (7%)</a:t>
            </a:r>
          </a:p>
          <a:p>
            <a:pPr>
              <a:buFontTx/>
              <a:buChar char="-"/>
            </a:pPr>
            <a:r>
              <a:rPr lang="en-GB" sz="2000" b="0" i="0" dirty="0">
                <a:effectLst/>
              </a:rPr>
              <a:t>musculoskeletal disorders (6%)</a:t>
            </a:r>
          </a:p>
          <a:p>
            <a:pPr>
              <a:buFontTx/>
              <a:buChar char="-"/>
            </a:pPr>
            <a:r>
              <a:rPr lang="en-GB" sz="2000" b="0" i="0" dirty="0">
                <a:effectLst/>
              </a:rPr>
              <a:t>substance use disorders (5%)</a:t>
            </a:r>
            <a:endParaRPr lang="en-GB" sz="2000" dirty="0"/>
          </a:p>
        </p:txBody>
      </p:sp>
    </p:spTree>
    <p:extLst>
      <p:ext uri="{BB962C8B-B14F-4D97-AF65-F5344CB8AC3E}">
        <p14:creationId xmlns:p14="http://schemas.microsoft.com/office/powerpoint/2010/main" val="67161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AFE8227-C443-417B-BA91-520EB1EF4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A765D2-E468-4F87-A021-B139DB32B776}"/>
              </a:ext>
            </a:extLst>
          </p:cNvPr>
          <p:cNvSpPr>
            <a:spLocks noGrp="1"/>
          </p:cNvSpPr>
          <p:nvPr>
            <p:ph type="title"/>
          </p:nvPr>
        </p:nvSpPr>
        <p:spPr>
          <a:xfrm>
            <a:off x="8367377" y="489507"/>
            <a:ext cx="3367423" cy="1655483"/>
          </a:xfrm>
        </p:spPr>
        <p:txBody>
          <a:bodyPr anchor="b">
            <a:normAutofit/>
          </a:bodyPr>
          <a:lstStyle/>
          <a:p>
            <a:r>
              <a:rPr lang="en-GB" sz="3700" dirty="0"/>
              <a:t>Levels of Disease Prevention</a:t>
            </a:r>
          </a:p>
        </p:txBody>
      </p:sp>
      <p:pic>
        <p:nvPicPr>
          <p:cNvPr id="4" name="Picture 3">
            <a:extLst>
              <a:ext uri="{FF2B5EF4-FFF2-40B4-BE49-F238E27FC236}">
                <a16:creationId xmlns:a16="http://schemas.microsoft.com/office/drawing/2014/main" id="{1BA443EC-35E0-146E-ADE2-FD1A3675CF1E}"/>
              </a:ext>
            </a:extLst>
          </p:cNvPr>
          <p:cNvPicPr>
            <a:picLocks noChangeAspect="1"/>
          </p:cNvPicPr>
          <p:nvPr/>
        </p:nvPicPr>
        <p:blipFill rotWithShape="1">
          <a:blip r:embed="rId2"/>
          <a:srcRect l="8921" r="6548" b="-1"/>
          <a:stretch/>
        </p:blipFill>
        <p:spPr>
          <a:xfrm>
            <a:off x="20" y="431"/>
            <a:ext cx="8115276" cy="6408311"/>
          </a:xfrm>
          <a:prstGeom prst="rect">
            <a:avLst/>
          </a:prstGeom>
        </p:spPr>
      </p:pic>
      <p:sp>
        <p:nvSpPr>
          <p:cNvPr id="3" name="Content Placeholder 2">
            <a:extLst>
              <a:ext uri="{FF2B5EF4-FFF2-40B4-BE49-F238E27FC236}">
                <a16:creationId xmlns:a16="http://schemas.microsoft.com/office/drawing/2014/main" id="{E7DB23F6-ACC0-415B-AF34-E8A668CCADD8}"/>
              </a:ext>
            </a:extLst>
          </p:cNvPr>
          <p:cNvSpPr>
            <a:spLocks noGrp="1"/>
          </p:cNvSpPr>
          <p:nvPr>
            <p:ph idx="1"/>
          </p:nvPr>
        </p:nvSpPr>
        <p:spPr>
          <a:xfrm>
            <a:off x="8367377" y="2418408"/>
            <a:ext cx="3218629" cy="3540265"/>
          </a:xfrm>
        </p:spPr>
        <p:txBody>
          <a:bodyPr>
            <a:normAutofit/>
          </a:bodyPr>
          <a:lstStyle/>
          <a:p>
            <a:r>
              <a:rPr lang="en-GB" sz="2400" dirty="0"/>
              <a:t>Primary</a:t>
            </a:r>
          </a:p>
          <a:p>
            <a:endParaRPr lang="en-GB" sz="2400" dirty="0"/>
          </a:p>
          <a:p>
            <a:r>
              <a:rPr lang="en-GB" sz="2400" dirty="0"/>
              <a:t>Secondary</a:t>
            </a:r>
          </a:p>
          <a:p>
            <a:endParaRPr lang="en-GB" sz="2400" dirty="0"/>
          </a:p>
          <a:p>
            <a:r>
              <a:rPr lang="en-GB" sz="2400" dirty="0"/>
              <a:t>Tertiary</a:t>
            </a:r>
          </a:p>
        </p:txBody>
      </p:sp>
      <p:sp>
        <p:nvSpPr>
          <p:cNvPr id="11" name="Rectangle 10">
            <a:extLst>
              <a:ext uri="{FF2B5EF4-FFF2-40B4-BE49-F238E27FC236}">
                <a16:creationId xmlns:a16="http://schemas.microsoft.com/office/drawing/2014/main" id="{907741FC-B544-4A6E-B831-6789D0423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6408741"/>
            <a:ext cx="12191998" cy="45720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F0BE7ED-7814-4273-B18A-F26CC038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6408742"/>
            <a:ext cx="8115300" cy="449258"/>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8252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34EDEC-6892-D367-A4D0-DC4630113D92}"/>
              </a:ext>
            </a:extLst>
          </p:cNvPr>
          <p:cNvSpPr>
            <a:spLocks noGrp="1"/>
          </p:cNvSpPr>
          <p:nvPr>
            <p:ph type="title"/>
          </p:nvPr>
        </p:nvSpPr>
        <p:spPr>
          <a:xfrm>
            <a:off x="466722" y="586855"/>
            <a:ext cx="3201366" cy="3387497"/>
          </a:xfrm>
        </p:spPr>
        <p:txBody>
          <a:bodyPr anchor="b">
            <a:normAutofit/>
          </a:bodyPr>
          <a:lstStyle/>
          <a:p>
            <a:pPr algn="r"/>
            <a:r>
              <a:rPr lang="en-GB" sz="4000">
                <a:solidFill>
                  <a:srgbClr val="FFFFFF"/>
                </a:solidFill>
              </a:rPr>
              <a:t>Primary Prevention</a:t>
            </a:r>
          </a:p>
        </p:txBody>
      </p:sp>
      <p:sp>
        <p:nvSpPr>
          <p:cNvPr id="3" name="Content Placeholder 2">
            <a:extLst>
              <a:ext uri="{FF2B5EF4-FFF2-40B4-BE49-F238E27FC236}">
                <a16:creationId xmlns:a16="http://schemas.microsoft.com/office/drawing/2014/main" id="{7B6C65D7-C2DD-9930-72F6-819AE8D67DB5}"/>
              </a:ext>
            </a:extLst>
          </p:cNvPr>
          <p:cNvSpPr>
            <a:spLocks noGrp="1"/>
          </p:cNvSpPr>
          <p:nvPr>
            <p:ph idx="1"/>
          </p:nvPr>
        </p:nvSpPr>
        <p:spPr>
          <a:xfrm>
            <a:off x="4810259" y="649480"/>
            <a:ext cx="6555347" cy="5546047"/>
          </a:xfrm>
        </p:spPr>
        <p:txBody>
          <a:bodyPr anchor="ctr">
            <a:normAutofit/>
          </a:bodyPr>
          <a:lstStyle/>
          <a:p>
            <a:r>
              <a:rPr lang="en-GB" sz="2200" b="0" i="0" dirty="0">
                <a:effectLst/>
              </a:rPr>
              <a:t>primary prevention aims to prevent disease before it occurs</a:t>
            </a:r>
          </a:p>
          <a:p>
            <a:endParaRPr lang="en-GB" sz="2200" b="0" i="0" dirty="0">
              <a:effectLst/>
            </a:endParaRPr>
          </a:p>
          <a:p>
            <a:r>
              <a:rPr lang="en-GB" sz="2200" b="0" i="0" dirty="0">
                <a:effectLst/>
              </a:rPr>
              <a:t>this is achieved by preventing exposures to hazards that cause disease or altering unhealthy behaviours</a:t>
            </a:r>
          </a:p>
          <a:p>
            <a:pPr marL="0" indent="0">
              <a:buNone/>
            </a:pPr>
            <a:endParaRPr lang="en-GB" sz="2200" b="0" i="0" dirty="0">
              <a:effectLst/>
            </a:endParaRPr>
          </a:p>
          <a:p>
            <a:r>
              <a:rPr lang="en-GB" sz="2200" b="0" i="0" dirty="0">
                <a:effectLst/>
              </a:rPr>
              <a:t>Examples include</a:t>
            </a:r>
          </a:p>
          <a:p>
            <a:pPr>
              <a:buFontTx/>
              <a:buChar char="-"/>
            </a:pPr>
            <a:r>
              <a:rPr lang="en-GB" sz="2200" b="0" i="0" dirty="0">
                <a:effectLst/>
              </a:rPr>
              <a:t>r</a:t>
            </a:r>
            <a:r>
              <a:rPr lang="en-GB" sz="2200" dirty="0"/>
              <a:t>egular health check ups for hypertension, hypercholesterolaemia, and diabetes</a:t>
            </a:r>
          </a:p>
          <a:p>
            <a:pPr>
              <a:buFontTx/>
              <a:buChar char="-"/>
            </a:pPr>
            <a:r>
              <a:rPr lang="en-GB" sz="2200" dirty="0"/>
              <a:t>medication to address known risk factors in high risk groups</a:t>
            </a:r>
          </a:p>
          <a:p>
            <a:pPr>
              <a:buFontTx/>
              <a:buChar char="-"/>
            </a:pPr>
            <a:r>
              <a:rPr lang="en-GB" sz="2200" dirty="0"/>
              <a:t>education about healthy lifestyle</a:t>
            </a:r>
          </a:p>
        </p:txBody>
      </p:sp>
    </p:spTree>
    <p:extLst>
      <p:ext uri="{BB962C8B-B14F-4D97-AF65-F5344CB8AC3E}">
        <p14:creationId xmlns:p14="http://schemas.microsoft.com/office/powerpoint/2010/main" val="1678423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4">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Freeform: Shape 32">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5" name="Rectangle 34">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2A8205-4180-9D3F-7843-7A744A9E2977}"/>
              </a:ext>
            </a:extLst>
          </p:cNvPr>
          <p:cNvSpPr>
            <a:spLocks noGrp="1"/>
          </p:cNvSpPr>
          <p:nvPr>
            <p:ph type="title"/>
          </p:nvPr>
        </p:nvSpPr>
        <p:spPr>
          <a:xfrm>
            <a:off x="466722" y="586855"/>
            <a:ext cx="3201366" cy="3387497"/>
          </a:xfrm>
        </p:spPr>
        <p:txBody>
          <a:bodyPr anchor="b">
            <a:normAutofit/>
          </a:bodyPr>
          <a:lstStyle/>
          <a:p>
            <a:pPr algn="r"/>
            <a:r>
              <a:rPr lang="en-GB" sz="4000">
                <a:solidFill>
                  <a:srgbClr val="FFFFFF"/>
                </a:solidFill>
              </a:rPr>
              <a:t>Secondary Prevention</a:t>
            </a:r>
          </a:p>
        </p:txBody>
      </p:sp>
      <p:sp>
        <p:nvSpPr>
          <p:cNvPr id="3" name="Content Placeholder 2">
            <a:extLst>
              <a:ext uri="{FF2B5EF4-FFF2-40B4-BE49-F238E27FC236}">
                <a16:creationId xmlns:a16="http://schemas.microsoft.com/office/drawing/2014/main" id="{C58578A9-777C-3896-E686-8D557FB3B6FB}"/>
              </a:ext>
            </a:extLst>
          </p:cNvPr>
          <p:cNvSpPr>
            <a:spLocks noGrp="1"/>
          </p:cNvSpPr>
          <p:nvPr>
            <p:ph idx="1"/>
          </p:nvPr>
        </p:nvSpPr>
        <p:spPr>
          <a:xfrm>
            <a:off x="4810259" y="649480"/>
            <a:ext cx="6555347" cy="5546047"/>
          </a:xfrm>
        </p:spPr>
        <p:txBody>
          <a:bodyPr anchor="ctr">
            <a:normAutofit/>
          </a:bodyPr>
          <a:lstStyle/>
          <a:p>
            <a:r>
              <a:rPr lang="en-GB" sz="2200" b="0" i="0" dirty="0">
                <a:effectLst/>
              </a:rPr>
              <a:t>secondary prevention aims to reduce the impact of a disease that has already occurred and prevent disease recurrence</a:t>
            </a:r>
          </a:p>
          <a:p>
            <a:pPr marL="0" indent="0">
              <a:buNone/>
            </a:pPr>
            <a:endParaRPr lang="en-GB" sz="2200" b="0" i="0" dirty="0">
              <a:effectLst/>
            </a:endParaRPr>
          </a:p>
          <a:p>
            <a:r>
              <a:rPr lang="en-GB" sz="2200" b="0" i="0" dirty="0">
                <a:effectLst/>
              </a:rPr>
              <a:t>this is achieved by detecting and treating disease as soon as possible to halt or slow its progress and strategies to prevent disease recurrence</a:t>
            </a:r>
          </a:p>
          <a:p>
            <a:endParaRPr lang="en-GB" sz="2200" b="0" i="0" dirty="0">
              <a:effectLst/>
            </a:endParaRPr>
          </a:p>
          <a:p>
            <a:r>
              <a:rPr lang="en-GB" sz="2200" dirty="0"/>
              <a:t>Examples include</a:t>
            </a:r>
          </a:p>
          <a:p>
            <a:pPr>
              <a:buFontTx/>
              <a:buChar char="-"/>
            </a:pPr>
            <a:r>
              <a:rPr lang="en-GB" sz="2200" b="0" i="0" dirty="0">
                <a:effectLst/>
              </a:rPr>
              <a:t>antiplatelet medication after ischaemic stroke</a:t>
            </a:r>
          </a:p>
          <a:p>
            <a:pPr>
              <a:buFontTx/>
              <a:buChar char="-"/>
            </a:pPr>
            <a:r>
              <a:rPr lang="en-GB" sz="2200" b="0" i="0" dirty="0">
                <a:effectLst/>
              </a:rPr>
              <a:t>lifestyle modification, such as healthy diet and smoking cessation</a:t>
            </a:r>
          </a:p>
          <a:p>
            <a:pPr>
              <a:buFontTx/>
              <a:buChar char="-"/>
            </a:pPr>
            <a:r>
              <a:rPr lang="en-GB" sz="2200" dirty="0"/>
              <a:t>six monthly post-stroke and annual stroke reviews</a:t>
            </a:r>
            <a:endParaRPr lang="en-GB" sz="2200" b="0" i="0" dirty="0">
              <a:effectLst/>
            </a:endParaRPr>
          </a:p>
          <a:p>
            <a:endParaRPr lang="en-GB" sz="2000" dirty="0"/>
          </a:p>
        </p:txBody>
      </p:sp>
    </p:spTree>
    <p:extLst>
      <p:ext uri="{BB962C8B-B14F-4D97-AF65-F5344CB8AC3E}">
        <p14:creationId xmlns:p14="http://schemas.microsoft.com/office/powerpoint/2010/main" val="632129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D27627-02C0-9645-5AC3-01CF4637FC70}"/>
              </a:ext>
            </a:extLst>
          </p:cNvPr>
          <p:cNvSpPr>
            <a:spLocks noGrp="1"/>
          </p:cNvSpPr>
          <p:nvPr>
            <p:ph type="title"/>
          </p:nvPr>
        </p:nvSpPr>
        <p:spPr>
          <a:xfrm>
            <a:off x="466722" y="586855"/>
            <a:ext cx="3201366" cy="3387497"/>
          </a:xfrm>
        </p:spPr>
        <p:txBody>
          <a:bodyPr anchor="b">
            <a:normAutofit/>
          </a:bodyPr>
          <a:lstStyle/>
          <a:p>
            <a:pPr algn="r"/>
            <a:r>
              <a:rPr lang="en-GB" sz="4000">
                <a:solidFill>
                  <a:srgbClr val="FFFFFF"/>
                </a:solidFill>
              </a:rPr>
              <a:t>Tertiary Prevention</a:t>
            </a:r>
          </a:p>
        </p:txBody>
      </p:sp>
      <p:sp>
        <p:nvSpPr>
          <p:cNvPr id="3" name="Content Placeholder 2">
            <a:extLst>
              <a:ext uri="{FF2B5EF4-FFF2-40B4-BE49-F238E27FC236}">
                <a16:creationId xmlns:a16="http://schemas.microsoft.com/office/drawing/2014/main" id="{8E45242D-4A95-3E62-6DE6-4FF3EB9DB1E0}"/>
              </a:ext>
            </a:extLst>
          </p:cNvPr>
          <p:cNvSpPr>
            <a:spLocks noGrp="1"/>
          </p:cNvSpPr>
          <p:nvPr>
            <p:ph idx="1"/>
          </p:nvPr>
        </p:nvSpPr>
        <p:spPr>
          <a:xfrm>
            <a:off x="4810259" y="649480"/>
            <a:ext cx="6555347" cy="5546047"/>
          </a:xfrm>
        </p:spPr>
        <p:txBody>
          <a:bodyPr anchor="ctr">
            <a:normAutofit/>
          </a:bodyPr>
          <a:lstStyle/>
          <a:p>
            <a:r>
              <a:rPr lang="en-GB" sz="2200" dirty="0"/>
              <a:t>t</a:t>
            </a:r>
            <a:r>
              <a:rPr lang="en-GB" sz="2200" b="0" i="0" dirty="0">
                <a:effectLst/>
              </a:rPr>
              <a:t>ertiary prevention aims to reduce the impact of an ongoing illness or injury that has lasting effects</a:t>
            </a:r>
          </a:p>
          <a:p>
            <a:endParaRPr lang="en-GB" sz="2200" b="0" i="0" dirty="0">
              <a:effectLst/>
            </a:endParaRPr>
          </a:p>
          <a:p>
            <a:r>
              <a:rPr lang="en-GB" sz="2200" b="0" i="0" dirty="0">
                <a:effectLst/>
              </a:rPr>
              <a:t>this is achieved by helping people manage long-term illnesses to improve their function, quality of life and life expectancy</a:t>
            </a:r>
          </a:p>
          <a:p>
            <a:endParaRPr lang="en-GB" sz="2200" b="0" i="0" dirty="0">
              <a:effectLst/>
            </a:endParaRPr>
          </a:p>
          <a:p>
            <a:r>
              <a:rPr lang="en-GB" sz="2200" b="0" i="0" dirty="0">
                <a:effectLst/>
              </a:rPr>
              <a:t>Examples include:</a:t>
            </a:r>
          </a:p>
          <a:p>
            <a:pPr>
              <a:buFontTx/>
              <a:buChar char="-"/>
            </a:pPr>
            <a:r>
              <a:rPr lang="en-GB" sz="2200" b="0" i="0" dirty="0">
                <a:effectLst/>
              </a:rPr>
              <a:t>stroke rehabilitation delivered across the stroke pathway</a:t>
            </a:r>
          </a:p>
          <a:p>
            <a:pPr>
              <a:buFontTx/>
              <a:buChar char="-"/>
            </a:pPr>
            <a:r>
              <a:rPr lang="en-GB" sz="2200" b="0" i="0" dirty="0">
                <a:effectLst/>
              </a:rPr>
              <a:t>support groups to share strategies for living well</a:t>
            </a:r>
          </a:p>
          <a:p>
            <a:pPr marL="0" indent="0">
              <a:buNone/>
            </a:pPr>
            <a:endParaRPr lang="en-GB" sz="2000" b="0" i="0" dirty="0">
              <a:effectLst/>
            </a:endParaRPr>
          </a:p>
          <a:p>
            <a:pPr marL="0" indent="0">
              <a:buNone/>
            </a:pPr>
            <a:endParaRPr lang="en-GB" sz="2000" dirty="0"/>
          </a:p>
        </p:txBody>
      </p:sp>
    </p:spTree>
    <p:extLst>
      <p:ext uri="{BB962C8B-B14F-4D97-AF65-F5344CB8AC3E}">
        <p14:creationId xmlns:p14="http://schemas.microsoft.com/office/powerpoint/2010/main" val="3335961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8">
            <a:extLst>
              <a:ext uri="{FF2B5EF4-FFF2-40B4-BE49-F238E27FC236}">
                <a16:creationId xmlns:a16="http://schemas.microsoft.com/office/drawing/2014/main" id="{0CCC4BA0-1298-4DBD-86F1-B51D8C9D34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CFFB2E-F76F-413E-B22A-524178085AA5}"/>
              </a:ext>
            </a:extLst>
          </p:cNvPr>
          <p:cNvSpPr>
            <a:spLocks noGrp="1"/>
          </p:cNvSpPr>
          <p:nvPr>
            <p:ph type="title"/>
          </p:nvPr>
        </p:nvSpPr>
        <p:spPr>
          <a:xfrm>
            <a:off x="1136398" y="502021"/>
            <a:ext cx="5427525" cy="1667997"/>
          </a:xfrm>
        </p:spPr>
        <p:txBody>
          <a:bodyPr anchor="b">
            <a:normAutofit/>
          </a:bodyPr>
          <a:lstStyle/>
          <a:p>
            <a:r>
              <a:rPr lang="en-GB" sz="4000"/>
              <a:t>Risk Factors For Cardiovascular Disease</a:t>
            </a:r>
          </a:p>
        </p:txBody>
      </p:sp>
      <p:sp>
        <p:nvSpPr>
          <p:cNvPr id="3" name="Content Placeholder 2">
            <a:extLst>
              <a:ext uri="{FF2B5EF4-FFF2-40B4-BE49-F238E27FC236}">
                <a16:creationId xmlns:a16="http://schemas.microsoft.com/office/drawing/2014/main" id="{B6AEDB80-A047-4EB0-A83D-5C650D1E1BB0}"/>
              </a:ext>
            </a:extLst>
          </p:cNvPr>
          <p:cNvSpPr>
            <a:spLocks noGrp="1"/>
          </p:cNvSpPr>
          <p:nvPr>
            <p:ph idx="1"/>
          </p:nvPr>
        </p:nvSpPr>
        <p:spPr>
          <a:xfrm>
            <a:off x="1136398" y="2405467"/>
            <a:ext cx="5427526" cy="3535083"/>
          </a:xfrm>
        </p:spPr>
        <p:txBody>
          <a:bodyPr anchor="t">
            <a:normAutofit/>
          </a:bodyPr>
          <a:lstStyle/>
          <a:p>
            <a:r>
              <a:rPr lang="en-GB" sz="2400" dirty="0"/>
              <a:t>Modifiable factors</a:t>
            </a:r>
          </a:p>
          <a:p>
            <a:pPr>
              <a:buFontTx/>
              <a:buChar char="-"/>
            </a:pPr>
            <a:r>
              <a:rPr lang="en-GB" sz="2400" dirty="0"/>
              <a:t>Medical</a:t>
            </a:r>
          </a:p>
          <a:p>
            <a:pPr>
              <a:buFontTx/>
              <a:buChar char="-"/>
            </a:pPr>
            <a:r>
              <a:rPr lang="en-GB" sz="2400" dirty="0"/>
              <a:t>Lifestyle</a:t>
            </a:r>
          </a:p>
          <a:p>
            <a:pPr marL="0" indent="0">
              <a:buNone/>
            </a:pPr>
            <a:endParaRPr lang="en-GB" sz="2400" dirty="0"/>
          </a:p>
          <a:p>
            <a:r>
              <a:rPr lang="en-GB" sz="2400" dirty="0"/>
              <a:t>Non-modifiable factors</a:t>
            </a:r>
          </a:p>
        </p:txBody>
      </p:sp>
      <p:pic>
        <p:nvPicPr>
          <p:cNvPr id="4" name="Picture 3">
            <a:extLst>
              <a:ext uri="{FF2B5EF4-FFF2-40B4-BE49-F238E27FC236}">
                <a16:creationId xmlns:a16="http://schemas.microsoft.com/office/drawing/2014/main" id="{B97E4FA8-ADE1-1AD6-E0E7-16FF62442CD6}"/>
              </a:ext>
            </a:extLst>
          </p:cNvPr>
          <p:cNvPicPr>
            <a:picLocks noChangeAspect="1"/>
          </p:cNvPicPr>
          <p:nvPr/>
        </p:nvPicPr>
        <p:blipFill rotWithShape="1">
          <a:blip r:embed="rId2"/>
          <a:srcRect r="754" b="4"/>
          <a:stretch/>
        </p:blipFill>
        <p:spPr>
          <a:xfrm>
            <a:off x="7047513" y="975645"/>
            <a:ext cx="4443447" cy="4443447"/>
          </a:xfrm>
          <a:custGeom>
            <a:avLst/>
            <a:gdLst/>
            <a:ahLst/>
            <a:cxnLst/>
            <a:rect l="l" t="t" r="r" b="b"/>
            <a:pathLst>
              <a:path w="4694238" h="4694238">
                <a:moveTo>
                  <a:pt x="2347119" y="0"/>
                </a:moveTo>
                <a:cubicBezTo>
                  <a:pt x="3643397" y="0"/>
                  <a:pt x="4694238" y="1050841"/>
                  <a:pt x="4694238" y="2347119"/>
                </a:cubicBezTo>
                <a:cubicBezTo>
                  <a:pt x="4694238" y="3643397"/>
                  <a:pt x="3643397" y="4694238"/>
                  <a:pt x="2347119" y="4694238"/>
                </a:cubicBezTo>
                <a:cubicBezTo>
                  <a:pt x="1050841" y="4694238"/>
                  <a:pt x="0" y="3643397"/>
                  <a:pt x="0" y="2347119"/>
                </a:cubicBezTo>
                <a:cubicBezTo>
                  <a:pt x="0" y="1050841"/>
                  <a:pt x="1050841" y="0"/>
                  <a:pt x="2347119" y="0"/>
                </a:cubicBezTo>
                <a:close/>
              </a:path>
            </a:pathLst>
          </a:custGeom>
        </p:spPr>
      </p:pic>
      <p:sp>
        <p:nvSpPr>
          <p:cNvPr id="20" name="Rectangle 10">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2">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4966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EFF349-81A9-4539-BE30-716AD67C9901}"/>
              </a:ext>
            </a:extLst>
          </p:cNvPr>
          <p:cNvSpPr>
            <a:spLocks noGrp="1"/>
          </p:cNvSpPr>
          <p:nvPr>
            <p:ph type="title"/>
          </p:nvPr>
        </p:nvSpPr>
        <p:spPr>
          <a:xfrm>
            <a:off x="660041" y="2767106"/>
            <a:ext cx="2880828" cy="3071906"/>
          </a:xfrm>
        </p:spPr>
        <p:txBody>
          <a:bodyPr vert="horz" lIns="91440" tIns="45720" rIns="91440" bIns="45720" rtlCol="0" anchor="t">
            <a:normAutofit/>
          </a:bodyPr>
          <a:lstStyle/>
          <a:p>
            <a:pPr algn="ctr"/>
            <a:r>
              <a:rPr lang="en-GB" sz="3600" dirty="0">
                <a:solidFill>
                  <a:srgbClr val="FFFFFF"/>
                </a:solidFill>
              </a:rPr>
              <a:t>Modifiable Medical Risk Factors</a:t>
            </a:r>
            <a:endParaRPr lang="en-US" sz="3700" kern="1200" dirty="0">
              <a:solidFill>
                <a:srgbClr val="FFFFFF"/>
              </a:solidFill>
              <a:latin typeface="+mj-lt"/>
              <a:ea typeface="+mj-ea"/>
              <a:cs typeface="+mj-cs"/>
            </a:endParaRPr>
          </a:p>
        </p:txBody>
      </p:sp>
      <p:graphicFrame>
        <p:nvGraphicFramePr>
          <p:cNvPr id="5" name="Content Placeholder 2">
            <a:extLst>
              <a:ext uri="{FF2B5EF4-FFF2-40B4-BE49-F238E27FC236}">
                <a16:creationId xmlns:a16="http://schemas.microsoft.com/office/drawing/2014/main" id="{259B6C83-8F52-494C-A101-9800FC4B927E}"/>
              </a:ext>
            </a:extLst>
          </p:cNvPr>
          <p:cNvGraphicFramePr>
            <a:graphicFrameLocks noGrp="1"/>
          </p:cNvGraphicFramePr>
          <p:nvPr>
            <p:ph idx="1"/>
            <p:extLst>
              <p:ext uri="{D42A27DB-BD31-4B8C-83A1-F6EECF244321}">
                <p14:modId xmlns:p14="http://schemas.microsoft.com/office/powerpoint/2010/main" val="641881732"/>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58918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EFF349-81A9-4539-BE30-716AD67C9901}"/>
              </a:ext>
            </a:extLst>
          </p:cNvPr>
          <p:cNvSpPr>
            <a:spLocks noGrp="1"/>
          </p:cNvSpPr>
          <p:nvPr>
            <p:ph type="title"/>
          </p:nvPr>
        </p:nvSpPr>
        <p:spPr>
          <a:xfrm>
            <a:off x="660041" y="2767106"/>
            <a:ext cx="2880828" cy="3071906"/>
          </a:xfrm>
        </p:spPr>
        <p:txBody>
          <a:bodyPr vert="horz" lIns="91440" tIns="45720" rIns="91440" bIns="45720" rtlCol="0" anchor="t">
            <a:normAutofit/>
          </a:bodyPr>
          <a:lstStyle/>
          <a:p>
            <a:pPr algn="ctr"/>
            <a:r>
              <a:rPr lang="en-US" sz="3700" kern="1200" dirty="0">
                <a:solidFill>
                  <a:srgbClr val="FFFFFF"/>
                </a:solidFill>
                <a:latin typeface="+mj-lt"/>
                <a:ea typeface="+mj-ea"/>
                <a:cs typeface="+mj-cs"/>
              </a:rPr>
              <a:t>Modifiable Lifestyle Risk </a:t>
            </a:r>
            <a:br>
              <a:rPr lang="en-US" sz="3700" kern="1200" dirty="0">
                <a:solidFill>
                  <a:srgbClr val="FFFFFF"/>
                </a:solidFill>
                <a:latin typeface="+mj-lt"/>
                <a:ea typeface="+mj-ea"/>
                <a:cs typeface="+mj-cs"/>
              </a:rPr>
            </a:br>
            <a:r>
              <a:rPr lang="en-US" sz="3700" kern="1200" dirty="0">
                <a:solidFill>
                  <a:srgbClr val="FFFFFF"/>
                </a:solidFill>
                <a:latin typeface="+mj-lt"/>
                <a:ea typeface="+mj-ea"/>
                <a:cs typeface="+mj-cs"/>
              </a:rPr>
              <a:t>Factors</a:t>
            </a:r>
          </a:p>
        </p:txBody>
      </p:sp>
      <p:graphicFrame>
        <p:nvGraphicFramePr>
          <p:cNvPr id="5" name="Content Placeholder 2">
            <a:extLst>
              <a:ext uri="{FF2B5EF4-FFF2-40B4-BE49-F238E27FC236}">
                <a16:creationId xmlns:a16="http://schemas.microsoft.com/office/drawing/2014/main" id="{259B6C83-8F52-494C-A101-9800FC4B927E}"/>
              </a:ext>
            </a:extLst>
          </p:cNvPr>
          <p:cNvGraphicFramePr>
            <a:graphicFrameLocks noGrp="1"/>
          </p:cNvGraphicFramePr>
          <p:nvPr>
            <p:ph idx="1"/>
            <p:extLst>
              <p:ext uri="{D42A27DB-BD31-4B8C-83A1-F6EECF244321}">
                <p14:modId xmlns:p14="http://schemas.microsoft.com/office/powerpoint/2010/main" val="3542208628"/>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21680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EFF349-81A9-4539-BE30-716AD67C9901}"/>
              </a:ext>
            </a:extLst>
          </p:cNvPr>
          <p:cNvSpPr>
            <a:spLocks noGrp="1"/>
          </p:cNvSpPr>
          <p:nvPr>
            <p:ph type="title"/>
          </p:nvPr>
        </p:nvSpPr>
        <p:spPr>
          <a:xfrm>
            <a:off x="660041" y="2767106"/>
            <a:ext cx="2880828" cy="3071906"/>
          </a:xfrm>
        </p:spPr>
        <p:txBody>
          <a:bodyPr vert="horz" lIns="91440" tIns="45720" rIns="91440" bIns="45720" rtlCol="0" anchor="t">
            <a:normAutofit/>
          </a:bodyPr>
          <a:lstStyle/>
          <a:p>
            <a:pPr algn="ctr"/>
            <a:r>
              <a:rPr lang="en-US" sz="3700" kern="1200" dirty="0">
                <a:solidFill>
                  <a:srgbClr val="FFFFFF"/>
                </a:solidFill>
                <a:latin typeface="+mj-lt"/>
                <a:ea typeface="+mj-ea"/>
                <a:cs typeface="+mj-cs"/>
              </a:rPr>
              <a:t>Non-Modifiable Risk </a:t>
            </a:r>
            <a:br>
              <a:rPr lang="en-US" sz="3700" kern="1200" dirty="0">
                <a:solidFill>
                  <a:srgbClr val="FFFFFF"/>
                </a:solidFill>
                <a:latin typeface="+mj-lt"/>
                <a:ea typeface="+mj-ea"/>
                <a:cs typeface="+mj-cs"/>
              </a:rPr>
            </a:br>
            <a:r>
              <a:rPr lang="en-US" sz="3700" kern="1200" dirty="0">
                <a:solidFill>
                  <a:srgbClr val="FFFFFF"/>
                </a:solidFill>
                <a:latin typeface="+mj-lt"/>
                <a:ea typeface="+mj-ea"/>
                <a:cs typeface="+mj-cs"/>
              </a:rPr>
              <a:t>Factors</a:t>
            </a:r>
          </a:p>
        </p:txBody>
      </p:sp>
      <p:graphicFrame>
        <p:nvGraphicFramePr>
          <p:cNvPr id="5" name="Content Placeholder 2">
            <a:extLst>
              <a:ext uri="{FF2B5EF4-FFF2-40B4-BE49-F238E27FC236}">
                <a16:creationId xmlns:a16="http://schemas.microsoft.com/office/drawing/2014/main" id="{259B6C83-8F52-494C-A101-9800FC4B927E}"/>
              </a:ext>
            </a:extLst>
          </p:cNvPr>
          <p:cNvGraphicFramePr>
            <a:graphicFrameLocks noGrp="1"/>
          </p:cNvGraphicFramePr>
          <p:nvPr>
            <p:ph idx="1"/>
            <p:extLst>
              <p:ext uri="{D42A27DB-BD31-4B8C-83A1-F6EECF244321}">
                <p14:modId xmlns:p14="http://schemas.microsoft.com/office/powerpoint/2010/main" val="1181174802"/>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33684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7"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748609-0FC6-0E16-82EA-F4FFDCB03992}"/>
              </a:ext>
            </a:extLst>
          </p:cNvPr>
          <p:cNvSpPr>
            <a:spLocks noGrp="1"/>
          </p:cNvSpPr>
          <p:nvPr>
            <p:ph type="title"/>
          </p:nvPr>
        </p:nvSpPr>
        <p:spPr>
          <a:xfrm>
            <a:off x="466722" y="586855"/>
            <a:ext cx="3201366" cy="3387497"/>
          </a:xfrm>
        </p:spPr>
        <p:txBody>
          <a:bodyPr anchor="b">
            <a:normAutofit/>
          </a:bodyPr>
          <a:lstStyle/>
          <a:p>
            <a:pPr algn="r"/>
            <a:r>
              <a:rPr lang="en-GB" sz="4000">
                <a:solidFill>
                  <a:srgbClr val="FFFFFF"/>
                </a:solidFill>
              </a:rPr>
              <a:t>Risk Factor Management- Hypertension</a:t>
            </a:r>
          </a:p>
        </p:txBody>
      </p:sp>
      <p:sp>
        <p:nvSpPr>
          <p:cNvPr id="53" name="Content Placeholder 2">
            <a:extLst>
              <a:ext uri="{FF2B5EF4-FFF2-40B4-BE49-F238E27FC236}">
                <a16:creationId xmlns:a16="http://schemas.microsoft.com/office/drawing/2014/main" id="{C3E8D00F-43E9-7F6C-B49B-3A0B6073EDE5}"/>
              </a:ext>
            </a:extLst>
          </p:cNvPr>
          <p:cNvSpPr>
            <a:spLocks noGrp="1"/>
          </p:cNvSpPr>
          <p:nvPr>
            <p:ph idx="1"/>
          </p:nvPr>
        </p:nvSpPr>
        <p:spPr>
          <a:xfrm>
            <a:off x="4810259" y="649480"/>
            <a:ext cx="6555347" cy="5546047"/>
          </a:xfrm>
        </p:spPr>
        <p:txBody>
          <a:bodyPr anchor="ctr">
            <a:normAutofit/>
          </a:bodyPr>
          <a:lstStyle/>
          <a:p>
            <a:r>
              <a:rPr lang="en-GB" sz="2400" dirty="0"/>
              <a:t>28% relative risk reduction of recurrent stroke with antihypertensive drug use</a:t>
            </a:r>
          </a:p>
          <a:p>
            <a:pPr marL="0" indent="0">
              <a:buNone/>
            </a:pPr>
            <a:endParaRPr lang="en-GB" sz="2400" dirty="0"/>
          </a:p>
          <a:p>
            <a:r>
              <a:rPr lang="en-GB" sz="2400" dirty="0"/>
              <a:t>optimal target BP for patients with established cardiovascular disease is &lt;135/85mmHg</a:t>
            </a:r>
          </a:p>
          <a:p>
            <a:pPr marL="0" indent="0">
              <a:buNone/>
            </a:pPr>
            <a:endParaRPr lang="en-GB" sz="2400" dirty="0"/>
          </a:p>
          <a:p>
            <a:r>
              <a:rPr lang="en-GB" sz="2400" dirty="0"/>
              <a:t>Benefits</a:t>
            </a:r>
          </a:p>
          <a:p>
            <a:pPr>
              <a:buFontTx/>
              <a:buChar char="-"/>
            </a:pPr>
            <a:r>
              <a:rPr lang="en-GB" sz="2400" dirty="0"/>
              <a:t>33-46% reduction in fatal or disabling stroke</a:t>
            </a:r>
          </a:p>
          <a:p>
            <a:pPr>
              <a:buFontTx/>
              <a:buChar char="-"/>
            </a:pPr>
            <a:r>
              <a:rPr lang="en-GB" sz="2400" dirty="0"/>
              <a:t>50-76% reduction in the risk of cerebral haemorrhage</a:t>
            </a:r>
          </a:p>
          <a:p>
            <a:pPr>
              <a:buFontTx/>
              <a:buChar char="-"/>
            </a:pPr>
            <a:r>
              <a:rPr lang="en-GB" sz="2400" dirty="0"/>
              <a:t>38-42% reduction in non-fatal myocardial infarction</a:t>
            </a:r>
          </a:p>
          <a:p>
            <a:endParaRPr lang="en-GB" sz="2000" dirty="0"/>
          </a:p>
        </p:txBody>
      </p:sp>
    </p:spTree>
    <p:extLst>
      <p:ext uri="{BB962C8B-B14F-4D97-AF65-F5344CB8AC3E}">
        <p14:creationId xmlns:p14="http://schemas.microsoft.com/office/powerpoint/2010/main" val="1624788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A6A3396-5998-5A91-7AE0-CA8E00C7887C}"/>
              </a:ext>
            </a:extLst>
          </p:cNvPr>
          <p:cNvSpPr>
            <a:spLocks noGrp="1"/>
          </p:cNvSpPr>
          <p:nvPr>
            <p:ph type="title"/>
          </p:nvPr>
        </p:nvSpPr>
        <p:spPr>
          <a:xfrm>
            <a:off x="1383564" y="348865"/>
            <a:ext cx="9718111" cy="1576446"/>
          </a:xfrm>
        </p:spPr>
        <p:txBody>
          <a:bodyPr anchor="ctr">
            <a:normAutofit/>
          </a:bodyPr>
          <a:lstStyle/>
          <a:p>
            <a:r>
              <a:rPr lang="en-GB" sz="4000">
                <a:solidFill>
                  <a:srgbClr val="FFFFFF"/>
                </a:solidFill>
              </a:rPr>
              <a:t>Risk Factor Management- Blood Thinning</a:t>
            </a:r>
          </a:p>
        </p:txBody>
      </p:sp>
      <p:graphicFrame>
        <p:nvGraphicFramePr>
          <p:cNvPr id="5" name="Content Placeholder 2">
            <a:extLst>
              <a:ext uri="{FF2B5EF4-FFF2-40B4-BE49-F238E27FC236}">
                <a16:creationId xmlns:a16="http://schemas.microsoft.com/office/drawing/2014/main" id="{9E2FE47F-5DFD-E2D8-F301-4C5385EB6713}"/>
              </a:ext>
            </a:extLst>
          </p:cNvPr>
          <p:cNvGraphicFramePr>
            <a:graphicFrameLocks noGrp="1"/>
          </p:cNvGraphicFramePr>
          <p:nvPr>
            <p:ph idx="1"/>
            <p:extLst>
              <p:ext uri="{D42A27DB-BD31-4B8C-83A1-F6EECF244321}">
                <p14:modId xmlns:p14="http://schemas.microsoft.com/office/powerpoint/2010/main" val="606066482"/>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12430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8">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176738-5E7E-3B5A-253C-3547D5B85EBA}"/>
              </a:ext>
            </a:extLst>
          </p:cNvPr>
          <p:cNvSpPr>
            <a:spLocks noGrp="1"/>
          </p:cNvSpPr>
          <p:nvPr>
            <p:ph type="title"/>
          </p:nvPr>
        </p:nvSpPr>
        <p:spPr>
          <a:xfrm>
            <a:off x="914402" y="489508"/>
            <a:ext cx="5181597" cy="1655482"/>
          </a:xfrm>
        </p:spPr>
        <p:txBody>
          <a:bodyPr anchor="b">
            <a:normAutofit/>
          </a:bodyPr>
          <a:lstStyle/>
          <a:p>
            <a:pPr algn="r"/>
            <a:r>
              <a:rPr lang="en-GB" sz="4000"/>
              <a:t>Risk Factor Management- Smoking</a:t>
            </a:r>
          </a:p>
        </p:txBody>
      </p:sp>
      <p:sp>
        <p:nvSpPr>
          <p:cNvPr id="3" name="Content Placeholder 2">
            <a:extLst>
              <a:ext uri="{FF2B5EF4-FFF2-40B4-BE49-F238E27FC236}">
                <a16:creationId xmlns:a16="http://schemas.microsoft.com/office/drawing/2014/main" id="{EE243538-498A-7F63-5AC3-4FA7C13B3AF2}"/>
              </a:ext>
            </a:extLst>
          </p:cNvPr>
          <p:cNvSpPr>
            <a:spLocks noGrp="1"/>
          </p:cNvSpPr>
          <p:nvPr>
            <p:ph idx="1"/>
          </p:nvPr>
        </p:nvSpPr>
        <p:spPr>
          <a:xfrm>
            <a:off x="914402" y="2418408"/>
            <a:ext cx="5181598" cy="3409898"/>
          </a:xfrm>
        </p:spPr>
        <p:txBody>
          <a:bodyPr anchor="t">
            <a:normAutofit/>
          </a:bodyPr>
          <a:lstStyle/>
          <a:p>
            <a:pPr marL="0" indent="0">
              <a:buNone/>
            </a:pPr>
            <a:endParaRPr lang="en-GB" sz="2400" dirty="0"/>
          </a:p>
          <a:p>
            <a:r>
              <a:rPr lang="en-GB" sz="2400" dirty="0"/>
              <a:t>Smokers have 2 – 4 times the risk of stroke compared to non-smokers</a:t>
            </a:r>
          </a:p>
          <a:p>
            <a:endParaRPr lang="en-GB" sz="2400" dirty="0"/>
          </a:p>
          <a:p>
            <a:r>
              <a:rPr lang="en-GB" sz="2400" dirty="0"/>
              <a:t>Risk of stroke is similar to non-smoker 5 years after stopping smoking</a:t>
            </a:r>
          </a:p>
        </p:txBody>
      </p:sp>
      <p:pic>
        <p:nvPicPr>
          <p:cNvPr id="4" name="Picture 3">
            <a:extLst>
              <a:ext uri="{FF2B5EF4-FFF2-40B4-BE49-F238E27FC236}">
                <a16:creationId xmlns:a16="http://schemas.microsoft.com/office/drawing/2014/main" id="{A8AF8C60-400E-75C3-07DC-7ABF9D7AA7D0}"/>
              </a:ext>
            </a:extLst>
          </p:cNvPr>
          <p:cNvPicPr>
            <a:picLocks noChangeAspect="1"/>
          </p:cNvPicPr>
          <p:nvPr/>
        </p:nvPicPr>
        <p:blipFill>
          <a:blip r:embed="rId2"/>
          <a:stretch>
            <a:fillRect/>
          </a:stretch>
        </p:blipFill>
        <p:spPr>
          <a:xfrm>
            <a:off x="6675120" y="757362"/>
            <a:ext cx="4957638" cy="4957638"/>
          </a:xfrm>
          <a:prstGeom prst="rect">
            <a:avLst/>
          </a:prstGeom>
        </p:spPr>
      </p:pic>
      <p:sp>
        <p:nvSpPr>
          <p:cNvPr id="30" name="Rectangle 10">
            <a:extLst>
              <a:ext uri="{FF2B5EF4-FFF2-40B4-BE49-F238E27FC236}">
                <a16:creationId xmlns:a16="http://schemas.microsoft.com/office/drawing/2014/main" id="{A344AAA5-41F4-4862-97EF-688D31DC75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85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12">
            <a:extLst>
              <a:ext uri="{FF2B5EF4-FFF2-40B4-BE49-F238E27FC236}">
                <a16:creationId xmlns:a16="http://schemas.microsoft.com/office/drawing/2014/main" id="{69E1A62C-2AAF-4B3E-8CDB-65E2370809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26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5540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A4E1DA-14AD-4040-4AF3-74D524B1A2FC}"/>
              </a:ext>
            </a:extLst>
          </p:cNvPr>
          <p:cNvSpPr>
            <a:spLocks noGrp="1"/>
          </p:cNvSpPr>
          <p:nvPr>
            <p:ph type="title"/>
          </p:nvPr>
        </p:nvSpPr>
        <p:spPr>
          <a:xfrm>
            <a:off x="466722" y="586855"/>
            <a:ext cx="3201366" cy="3387497"/>
          </a:xfrm>
        </p:spPr>
        <p:txBody>
          <a:bodyPr anchor="b">
            <a:normAutofit/>
          </a:bodyPr>
          <a:lstStyle/>
          <a:p>
            <a:pPr algn="r"/>
            <a:r>
              <a:rPr lang="en-GB" sz="4000">
                <a:solidFill>
                  <a:srgbClr val="FFFFFF"/>
                </a:solidFill>
              </a:rPr>
              <a:t>Risk Factor Management- Lipid Control</a:t>
            </a:r>
          </a:p>
        </p:txBody>
      </p:sp>
      <p:sp>
        <p:nvSpPr>
          <p:cNvPr id="3" name="Content Placeholder 2">
            <a:extLst>
              <a:ext uri="{FF2B5EF4-FFF2-40B4-BE49-F238E27FC236}">
                <a16:creationId xmlns:a16="http://schemas.microsoft.com/office/drawing/2014/main" id="{607D5011-0992-5ECE-A061-3B80B1E1399F}"/>
              </a:ext>
            </a:extLst>
          </p:cNvPr>
          <p:cNvSpPr>
            <a:spLocks noGrp="1"/>
          </p:cNvSpPr>
          <p:nvPr>
            <p:ph idx="1"/>
          </p:nvPr>
        </p:nvSpPr>
        <p:spPr>
          <a:xfrm>
            <a:off x="4810259" y="649480"/>
            <a:ext cx="6555347" cy="5546047"/>
          </a:xfrm>
        </p:spPr>
        <p:txBody>
          <a:bodyPr anchor="ctr">
            <a:normAutofit/>
          </a:bodyPr>
          <a:lstStyle/>
          <a:p>
            <a:r>
              <a:rPr lang="en-GB" sz="2400" dirty="0"/>
              <a:t>people with ischaemic stroke or TIA should be treated with a statin drug unless contraindicated to ensure:</a:t>
            </a:r>
          </a:p>
          <a:p>
            <a:pPr>
              <a:buFontTx/>
              <a:buChar char="-"/>
            </a:pPr>
            <a:r>
              <a:rPr lang="en-GB" sz="2400" dirty="0"/>
              <a:t>total cholesterol &lt;4.0 mmol/L</a:t>
            </a:r>
          </a:p>
          <a:p>
            <a:pPr>
              <a:buFontTx/>
              <a:buChar char="-"/>
            </a:pPr>
            <a:r>
              <a:rPr lang="en-GB" sz="2400" b="0" i="0" u="none" strike="noStrike" baseline="0" dirty="0"/>
              <a:t>LDL-cholesterol </a:t>
            </a:r>
            <a:r>
              <a:rPr lang="en-GB" sz="2400" dirty="0"/>
              <a:t>&lt;1.8 mmol/L</a:t>
            </a:r>
          </a:p>
          <a:p>
            <a:pPr marL="0" indent="0">
              <a:buNone/>
            </a:pPr>
            <a:endParaRPr lang="en-GB" sz="2400" dirty="0"/>
          </a:p>
          <a:p>
            <a:r>
              <a:rPr lang="en-GB" sz="2400" b="0" i="0" u="none" strike="noStrike" baseline="0" dirty="0"/>
              <a:t>people with intracerebral haemorrhage should be assessed for lipid-lowering therapy on the basis of their overall cardiovascular risk and the underlying cause of the haemorrhage</a:t>
            </a:r>
          </a:p>
        </p:txBody>
      </p:sp>
    </p:spTree>
    <p:extLst>
      <p:ext uri="{BB962C8B-B14F-4D97-AF65-F5344CB8AC3E}">
        <p14:creationId xmlns:p14="http://schemas.microsoft.com/office/powerpoint/2010/main" val="15834766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D8B89-182D-E6AA-60C3-1C0F90A7D3F1}"/>
              </a:ext>
            </a:extLst>
          </p:cNvPr>
          <p:cNvSpPr>
            <a:spLocks noGrp="1"/>
          </p:cNvSpPr>
          <p:nvPr>
            <p:ph type="title"/>
          </p:nvPr>
        </p:nvSpPr>
        <p:spPr/>
        <p:txBody>
          <a:bodyPr/>
          <a:lstStyle/>
          <a:p>
            <a:r>
              <a:rPr lang="en-GB" dirty="0"/>
              <a:t>Risk Factor Management- Physical Activity</a:t>
            </a:r>
          </a:p>
        </p:txBody>
      </p:sp>
      <p:pic>
        <p:nvPicPr>
          <p:cNvPr id="4" name="Picture 3">
            <a:extLst>
              <a:ext uri="{FF2B5EF4-FFF2-40B4-BE49-F238E27FC236}">
                <a16:creationId xmlns:a16="http://schemas.microsoft.com/office/drawing/2014/main" id="{738B7B1F-491B-5F42-F0AF-FFB9DBC44837}"/>
              </a:ext>
            </a:extLst>
          </p:cNvPr>
          <p:cNvPicPr>
            <a:picLocks noChangeAspect="1"/>
          </p:cNvPicPr>
          <p:nvPr/>
        </p:nvPicPr>
        <p:blipFill>
          <a:blip r:embed="rId2"/>
          <a:stretch>
            <a:fillRect/>
          </a:stretch>
        </p:blipFill>
        <p:spPr>
          <a:xfrm>
            <a:off x="2530548" y="1690688"/>
            <a:ext cx="7130903" cy="4630615"/>
          </a:xfrm>
          <a:prstGeom prst="rect">
            <a:avLst/>
          </a:prstGeom>
        </p:spPr>
      </p:pic>
    </p:spTree>
    <p:extLst>
      <p:ext uri="{BB962C8B-B14F-4D97-AF65-F5344CB8AC3E}">
        <p14:creationId xmlns:p14="http://schemas.microsoft.com/office/powerpoint/2010/main" val="27851056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F77BD9-03B8-4554-8491-F2CD5BC7F7CC}"/>
              </a:ext>
            </a:extLst>
          </p:cNvPr>
          <p:cNvSpPr>
            <a:spLocks noGrp="1"/>
          </p:cNvSpPr>
          <p:nvPr>
            <p:ph type="title"/>
          </p:nvPr>
        </p:nvSpPr>
        <p:spPr>
          <a:xfrm>
            <a:off x="1136397" y="502021"/>
            <a:ext cx="4959603" cy="1642969"/>
          </a:xfrm>
        </p:spPr>
        <p:txBody>
          <a:bodyPr anchor="b">
            <a:normAutofit/>
          </a:bodyPr>
          <a:lstStyle/>
          <a:p>
            <a:r>
              <a:rPr lang="en-GB" sz="4000" b="0" i="0" dirty="0">
                <a:effectLst/>
              </a:rPr>
              <a:t>Making Every Contact Count</a:t>
            </a:r>
            <a:endParaRPr lang="en-GB" sz="4000" dirty="0"/>
          </a:p>
        </p:txBody>
      </p:sp>
      <p:sp>
        <p:nvSpPr>
          <p:cNvPr id="3" name="Content Placeholder 2">
            <a:extLst>
              <a:ext uri="{FF2B5EF4-FFF2-40B4-BE49-F238E27FC236}">
                <a16:creationId xmlns:a16="http://schemas.microsoft.com/office/drawing/2014/main" id="{4B300124-457C-B6EE-ABA7-CE062655F212}"/>
              </a:ext>
            </a:extLst>
          </p:cNvPr>
          <p:cNvSpPr>
            <a:spLocks noGrp="1"/>
          </p:cNvSpPr>
          <p:nvPr>
            <p:ph idx="1"/>
          </p:nvPr>
        </p:nvSpPr>
        <p:spPr>
          <a:xfrm>
            <a:off x="1136397" y="2418408"/>
            <a:ext cx="4959603" cy="3522569"/>
          </a:xfrm>
        </p:spPr>
        <p:txBody>
          <a:bodyPr anchor="t">
            <a:normAutofit/>
          </a:bodyPr>
          <a:lstStyle/>
          <a:p>
            <a:pPr marL="0" indent="0">
              <a:buNone/>
            </a:pPr>
            <a:r>
              <a:rPr lang="en-GB" sz="2400" dirty="0">
                <a:latin typeface="Frutiger W01"/>
              </a:rPr>
              <a:t>T</a:t>
            </a:r>
            <a:r>
              <a:rPr lang="en-GB" sz="2400" b="0" i="0" dirty="0">
                <a:effectLst/>
                <a:latin typeface="Frutiger W01"/>
              </a:rPr>
              <a:t>he Making Every Contact Count (MECC) approach encourages health and social care staff to use the opportunities arising during their routine interactions with patients to have conversations about how they might make positive improvements to their health or wellbeing</a:t>
            </a:r>
          </a:p>
          <a:p>
            <a:endParaRPr lang="en-GB" sz="2000" dirty="0"/>
          </a:p>
        </p:txBody>
      </p:sp>
      <p:pic>
        <p:nvPicPr>
          <p:cNvPr id="7" name="Picture 6">
            <a:extLst>
              <a:ext uri="{FF2B5EF4-FFF2-40B4-BE49-F238E27FC236}">
                <a16:creationId xmlns:a16="http://schemas.microsoft.com/office/drawing/2014/main" id="{E5BEBC1A-1C82-BC86-858E-14D423F6EA50}"/>
              </a:ext>
            </a:extLst>
          </p:cNvPr>
          <p:cNvPicPr>
            <a:picLocks noChangeAspect="1"/>
          </p:cNvPicPr>
          <p:nvPr/>
        </p:nvPicPr>
        <p:blipFill rotWithShape="1">
          <a:blip r:embed="rId2"/>
          <a:srcRect l="37307" t="14701" r="23779" b="21850"/>
          <a:stretch/>
        </p:blipFill>
        <p:spPr>
          <a:xfrm>
            <a:off x="6512442" y="837056"/>
            <a:ext cx="5201023" cy="4770130"/>
          </a:xfrm>
          <a:prstGeom prst="rect">
            <a:avLst/>
          </a:prstGeom>
        </p:spPr>
      </p:pic>
      <p:sp>
        <p:nvSpPr>
          <p:cNvPr id="14" name="Rectangle 1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776079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0053284-2C49-54BE-674A-CAC49E19D5F6}"/>
              </a:ext>
            </a:extLst>
          </p:cNvPr>
          <p:cNvPicPr>
            <a:picLocks noChangeAspect="1"/>
          </p:cNvPicPr>
          <p:nvPr/>
        </p:nvPicPr>
        <p:blipFill rotWithShape="1">
          <a:blip r:embed="rId2"/>
          <a:srcRect l="3851" t="12973" r="3108" b="4504"/>
          <a:stretch/>
        </p:blipFill>
        <p:spPr>
          <a:xfrm>
            <a:off x="424249" y="599302"/>
            <a:ext cx="11343502" cy="5659395"/>
          </a:xfrm>
          <a:prstGeom prst="rect">
            <a:avLst/>
          </a:prstGeom>
        </p:spPr>
      </p:pic>
    </p:spTree>
    <p:extLst>
      <p:ext uri="{BB962C8B-B14F-4D97-AF65-F5344CB8AC3E}">
        <p14:creationId xmlns:p14="http://schemas.microsoft.com/office/powerpoint/2010/main" val="10850433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30F654-717B-4BCC-BF9A-8773DB3696C6}"/>
              </a:ext>
            </a:extLst>
          </p:cNvPr>
          <p:cNvPicPr>
            <a:picLocks noChangeAspect="1"/>
          </p:cNvPicPr>
          <p:nvPr/>
        </p:nvPicPr>
        <p:blipFill rotWithShape="1">
          <a:blip r:embed="rId2"/>
          <a:srcRect l="49155" t="24324" r="25507" b="11532"/>
          <a:stretch/>
        </p:blipFill>
        <p:spPr>
          <a:xfrm>
            <a:off x="4020065" y="472869"/>
            <a:ext cx="4151870" cy="5912262"/>
          </a:xfrm>
          <a:prstGeom prst="rect">
            <a:avLst/>
          </a:prstGeom>
        </p:spPr>
      </p:pic>
      <p:sp>
        <p:nvSpPr>
          <p:cNvPr id="5" name="Rectangle: Rounded Corners 4">
            <a:extLst>
              <a:ext uri="{FF2B5EF4-FFF2-40B4-BE49-F238E27FC236}">
                <a16:creationId xmlns:a16="http://schemas.microsoft.com/office/drawing/2014/main" id="{57131915-3E2A-43AA-90F5-52FF52BB207E}"/>
              </a:ext>
            </a:extLst>
          </p:cNvPr>
          <p:cNvSpPr/>
          <p:nvPr/>
        </p:nvSpPr>
        <p:spPr>
          <a:xfrm>
            <a:off x="4403124" y="704337"/>
            <a:ext cx="3385752" cy="59312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latin typeface="Arial" panose="020B0604020202020204" pitchFamily="34" charset="0"/>
                <a:cs typeface="Arial" panose="020B0604020202020204" pitchFamily="34" charset="0"/>
              </a:rPr>
              <a:t>Making Every Moment Count</a:t>
            </a:r>
          </a:p>
        </p:txBody>
      </p:sp>
    </p:spTree>
    <p:extLst>
      <p:ext uri="{BB962C8B-B14F-4D97-AF65-F5344CB8AC3E}">
        <p14:creationId xmlns:p14="http://schemas.microsoft.com/office/powerpoint/2010/main" val="22076429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8CDDA4D-E233-4A9B-A845-2DBFBB7E6693}"/>
              </a:ext>
            </a:extLst>
          </p:cNvPr>
          <p:cNvPicPr>
            <a:picLocks noChangeAspect="1"/>
          </p:cNvPicPr>
          <p:nvPr/>
        </p:nvPicPr>
        <p:blipFill rotWithShape="1">
          <a:blip r:embed="rId2"/>
          <a:srcRect l="20067" t="38919" r="25608" b="16396"/>
          <a:stretch/>
        </p:blipFill>
        <p:spPr>
          <a:xfrm>
            <a:off x="794753" y="976183"/>
            <a:ext cx="10602494" cy="4905634"/>
          </a:xfrm>
          <a:prstGeom prst="rect">
            <a:avLst/>
          </a:prstGeom>
        </p:spPr>
      </p:pic>
    </p:spTree>
    <p:extLst>
      <p:ext uri="{BB962C8B-B14F-4D97-AF65-F5344CB8AC3E}">
        <p14:creationId xmlns:p14="http://schemas.microsoft.com/office/powerpoint/2010/main" val="11016848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8147C69-0EB1-4C29-AC34-976EB2013658}"/>
              </a:ext>
            </a:extLst>
          </p:cNvPr>
          <p:cNvPicPr>
            <a:picLocks noChangeAspect="1"/>
          </p:cNvPicPr>
          <p:nvPr/>
        </p:nvPicPr>
        <p:blipFill rotWithShape="1">
          <a:blip r:embed="rId2"/>
          <a:srcRect l="30304" t="24504" r="35338" b="10090"/>
          <a:stretch/>
        </p:blipFill>
        <p:spPr>
          <a:xfrm>
            <a:off x="3241589" y="372506"/>
            <a:ext cx="5708822" cy="6112987"/>
          </a:xfrm>
          <a:prstGeom prst="rect">
            <a:avLst/>
          </a:prstGeom>
        </p:spPr>
      </p:pic>
      <p:sp>
        <p:nvSpPr>
          <p:cNvPr id="5" name="Rectangle: Rounded Corners 4">
            <a:extLst>
              <a:ext uri="{FF2B5EF4-FFF2-40B4-BE49-F238E27FC236}">
                <a16:creationId xmlns:a16="http://schemas.microsoft.com/office/drawing/2014/main" id="{6BA3DFA5-5CF0-4CAF-9198-2327F9AF05EA}"/>
              </a:ext>
            </a:extLst>
          </p:cNvPr>
          <p:cNvSpPr/>
          <p:nvPr/>
        </p:nvSpPr>
        <p:spPr>
          <a:xfrm>
            <a:off x="3521676" y="568411"/>
            <a:ext cx="4992129" cy="605481"/>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Arial" panose="020B0604020202020204" pitchFamily="34" charset="0"/>
                <a:cs typeface="Arial" panose="020B0604020202020204" pitchFamily="34" charset="0"/>
              </a:rPr>
              <a:t>Behavioural Change Pathway</a:t>
            </a:r>
          </a:p>
        </p:txBody>
      </p:sp>
    </p:spTree>
    <p:extLst>
      <p:ext uri="{BB962C8B-B14F-4D97-AF65-F5344CB8AC3E}">
        <p14:creationId xmlns:p14="http://schemas.microsoft.com/office/powerpoint/2010/main" val="39765331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B9E53-E3D2-4BFB-ABDE-1D31D2A7F705}"/>
              </a:ext>
            </a:extLst>
          </p:cNvPr>
          <p:cNvSpPr>
            <a:spLocks noGrp="1"/>
          </p:cNvSpPr>
          <p:nvPr>
            <p:ph type="title"/>
          </p:nvPr>
        </p:nvSpPr>
        <p:spPr/>
        <p:txBody>
          <a:bodyPr/>
          <a:lstStyle/>
          <a:p>
            <a:r>
              <a:rPr lang="en-GB" dirty="0"/>
              <a:t>References</a:t>
            </a:r>
          </a:p>
        </p:txBody>
      </p:sp>
      <p:sp>
        <p:nvSpPr>
          <p:cNvPr id="3" name="Content Placeholder 2">
            <a:extLst>
              <a:ext uri="{FF2B5EF4-FFF2-40B4-BE49-F238E27FC236}">
                <a16:creationId xmlns:a16="http://schemas.microsoft.com/office/drawing/2014/main" id="{7AD69A85-6A32-4D11-88BF-DE6BC3F437BB}"/>
              </a:ext>
            </a:extLst>
          </p:cNvPr>
          <p:cNvSpPr>
            <a:spLocks noGrp="1"/>
          </p:cNvSpPr>
          <p:nvPr>
            <p:ph idx="1"/>
          </p:nvPr>
        </p:nvSpPr>
        <p:spPr/>
        <p:txBody>
          <a:bodyPr>
            <a:normAutofit fontScale="77500" lnSpcReduction="20000"/>
          </a:bodyPr>
          <a:lstStyle/>
          <a:p>
            <a:pPr marL="0" indent="0">
              <a:buNone/>
            </a:pPr>
            <a:r>
              <a:rPr lang="en-GB" b="0" i="0" dirty="0">
                <a:solidFill>
                  <a:srgbClr val="212121"/>
                </a:solidFill>
                <a:effectLst/>
                <a:latin typeface="BlinkMacSystemFont"/>
              </a:rPr>
              <a:t>[1] </a:t>
            </a:r>
            <a:r>
              <a:rPr lang="en-GB" b="0" i="0" dirty="0" err="1">
                <a:solidFill>
                  <a:srgbClr val="212121"/>
                </a:solidFill>
                <a:effectLst/>
                <a:latin typeface="BlinkMacSystemFont"/>
              </a:rPr>
              <a:t>Gueyffier</a:t>
            </a:r>
            <a:r>
              <a:rPr lang="en-GB" b="0" i="0" dirty="0">
                <a:solidFill>
                  <a:srgbClr val="212121"/>
                </a:solidFill>
                <a:effectLst/>
                <a:latin typeface="BlinkMacSystemFont"/>
              </a:rPr>
              <a:t> F et al. (1997). Effect of antihypertensive treatment in patients having already suffered from stroke. Gathering the evidence. The INDANA (</a:t>
            </a:r>
            <a:r>
              <a:rPr lang="en-GB" b="0" i="0" dirty="0" err="1">
                <a:solidFill>
                  <a:srgbClr val="212121"/>
                </a:solidFill>
                <a:effectLst/>
                <a:latin typeface="BlinkMacSystemFont"/>
              </a:rPr>
              <a:t>INdividual</a:t>
            </a:r>
            <a:r>
              <a:rPr lang="en-GB" b="0" i="0" dirty="0">
                <a:solidFill>
                  <a:srgbClr val="212121"/>
                </a:solidFill>
                <a:effectLst/>
                <a:latin typeface="BlinkMacSystemFont"/>
              </a:rPr>
              <a:t> Data </a:t>
            </a:r>
            <a:r>
              <a:rPr lang="en-GB" b="0" i="0" dirty="0" err="1">
                <a:solidFill>
                  <a:srgbClr val="212121"/>
                </a:solidFill>
                <a:effectLst/>
                <a:latin typeface="BlinkMacSystemFont"/>
              </a:rPr>
              <a:t>ANalysis</a:t>
            </a:r>
            <a:r>
              <a:rPr lang="en-GB" b="0" i="0" dirty="0">
                <a:solidFill>
                  <a:srgbClr val="212121"/>
                </a:solidFill>
                <a:effectLst/>
                <a:latin typeface="BlinkMacSystemFont"/>
              </a:rPr>
              <a:t> of Antihypertensive intervention trials) Project Collaborators. Stroke. 28(12):2557-2562</a:t>
            </a:r>
            <a:endParaRPr lang="en-GB" dirty="0"/>
          </a:p>
          <a:p>
            <a:pPr marL="0" indent="0">
              <a:buNone/>
            </a:pPr>
            <a:r>
              <a:rPr lang="en-GB" dirty="0"/>
              <a:t>[2] Institute for Work and Health 2015. At Work. Issue 80 / Spring 2015 / ISSN # 1261-5148</a:t>
            </a:r>
          </a:p>
          <a:p>
            <a:pPr marL="0" indent="0">
              <a:buNone/>
            </a:pPr>
            <a:r>
              <a:rPr lang="en-GB" dirty="0"/>
              <a:t>[3] </a:t>
            </a:r>
            <a:r>
              <a:rPr lang="en-GB" sz="2800" dirty="0"/>
              <a:t>Intercollegiate Stroke Working Party (2016). National clinical guideline for stroke - 5th edition</a:t>
            </a:r>
          </a:p>
          <a:p>
            <a:pPr marL="0" indent="0">
              <a:buNone/>
            </a:pPr>
            <a:r>
              <a:rPr lang="en-GB" dirty="0"/>
              <a:t>[4]Johnston SC, </a:t>
            </a:r>
            <a:r>
              <a:rPr lang="en-GB" dirty="0" err="1"/>
              <a:t>Gress</a:t>
            </a:r>
            <a:r>
              <a:rPr lang="en-GB" dirty="0"/>
              <a:t> DR, Browner WS &amp; Sidney S, 2000. Short-term prognosis after emergency department diagnosis of TIA. JAMA, 284, 2901-2906</a:t>
            </a:r>
          </a:p>
          <a:p>
            <a:pPr marL="0" indent="0">
              <a:buNone/>
            </a:pPr>
            <a:r>
              <a:rPr lang="en-GB" dirty="0"/>
              <a:t>[5] Mohan KM et al. (2011). Risk and cumulative risk of stroke recurrence: a systematic review and meta-analysis. Stroke, 42, 1489-1494</a:t>
            </a:r>
          </a:p>
          <a:p>
            <a:pPr marL="0" indent="0">
              <a:buNone/>
            </a:pPr>
            <a:r>
              <a:rPr lang="en-GB" dirty="0"/>
              <a:t>[6] </a:t>
            </a:r>
            <a:r>
              <a:rPr lang="en-GB" dirty="0" err="1"/>
              <a:t>Roser</a:t>
            </a:r>
            <a:r>
              <a:rPr lang="en-GB" dirty="0"/>
              <a:t> M et al. (2021). Burden of disease. Published online at OurWorldInData.org. Retrieved from: 'https://ourworldindata.org/burden-of-disease' [Online Resource]</a:t>
            </a:r>
          </a:p>
          <a:p>
            <a:pPr marL="0" indent="0">
              <a:buNone/>
            </a:pPr>
            <a:r>
              <a:rPr lang="en-GB" dirty="0"/>
              <a:t>[7] NHS </a:t>
            </a:r>
            <a:r>
              <a:rPr lang="en-GB"/>
              <a:t>England- Midlands 2014. </a:t>
            </a:r>
            <a:r>
              <a:rPr lang="en-GB" dirty="0"/>
              <a:t>An Implementation Guide and Toolkit for Making Every Contact Count</a:t>
            </a:r>
          </a:p>
        </p:txBody>
      </p:sp>
    </p:spTree>
    <p:extLst>
      <p:ext uri="{BB962C8B-B14F-4D97-AF65-F5344CB8AC3E}">
        <p14:creationId xmlns:p14="http://schemas.microsoft.com/office/powerpoint/2010/main" val="19111032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335</TotalTime>
  <Words>1162</Words>
  <Application>Microsoft Office PowerPoint</Application>
  <PresentationFormat>Widescreen</PresentationFormat>
  <Paragraphs>139</Paragraphs>
  <Slides>25</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BlinkMacSystemFont</vt:lpstr>
      <vt:lpstr>Calibri</vt:lpstr>
      <vt:lpstr>Calibri Light</vt:lpstr>
      <vt:lpstr>Frutiger W01</vt:lpstr>
      <vt:lpstr>Office Theme</vt:lpstr>
      <vt:lpstr>Stroke Risk Factors and Management</vt:lpstr>
      <vt:lpstr>By the end of this lecture, students should be able to</vt:lpstr>
      <vt:lpstr>Burden of Disease</vt:lpstr>
      <vt:lpstr>PowerPoint Presentation</vt:lpstr>
      <vt:lpstr>Global Differences in Disease Cause</vt:lpstr>
      <vt:lpstr>Global Burden of Disease</vt:lpstr>
      <vt:lpstr>Levels of Disease Prevention</vt:lpstr>
      <vt:lpstr>Primary Prevention</vt:lpstr>
      <vt:lpstr>Secondary Prevention</vt:lpstr>
      <vt:lpstr>Tertiary Prevention</vt:lpstr>
      <vt:lpstr>Risk Factors For Cardiovascular Disease</vt:lpstr>
      <vt:lpstr>Modifiable Medical Risk Factors</vt:lpstr>
      <vt:lpstr>Modifiable Lifestyle Risk  Factors</vt:lpstr>
      <vt:lpstr>Non-Modifiable Risk  Factors</vt:lpstr>
      <vt:lpstr>Risk Factor Management- Hypertension</vt:lpstr>
      <vt:lpstr>Risk Factor Management- Blood Thinning</vt:lpstr>
      <vt:lpstr>Risk Factor Management- Smoking</vt:lpstr>
      <vt:lpstr>Risk Factor Management- Lipid Control</vt:lpstr>
      <vt:lpstr>Risk Factor Management- Physical Activity</vt:lpstr>
      <vt:lpstr>Making Every Contact Count</vt:lpstr>
      <vt:lpstr>PowerPoint Presentation</vt:lpstr>
      <vt:lpstr>PowerPoint Presentation</vt:lpstr>
      <vt:lpstr>PowerPoint Presentation</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NRS</dc:title>
  <dc:creator>McGlinchey Mark</dc:creator>
  <cp:lastModifiedBy>McGlinchey Mark</cp:lastModifiedBy>
  <cp:revision>18</cp:revision>
  <dcterms:created xsi:type="dcterms:W3CDTF">2023-01-11T14:10:10Z</dcterms:created>
  <dcterms:modified xsi:type="dcterms:W3CDTF">2025-03-17T10:28:27Z</dcterms:modified>
</cp:coreProperties>
</file>