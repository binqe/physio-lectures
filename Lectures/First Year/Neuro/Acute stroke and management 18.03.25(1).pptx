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6" r:id="rId4"/>
    <p:sldId id="264" r:id="rId5"/>
    <p:sldId id="265" r:id="rId6"/>
    <p:sldId id="307" r:id="rId7"/>
    <p:sldId id="287" r:id="rId8"/>
    <p:sldId id="308" r:id="rId9"/>
    <p:sldId id="267" r:id="rId10"/>
    <p:sldId id="288" r:id="rId11"/>
    <p:sldId id="293" r:id="rId12"/>
    <p:sldId id="289" r:id="rId13"/>
    <p:sldId id="291" r:id="rId14"/>
    <p:sldId id="299" r:id="rId15"/>
    <p:sldId id="301" r:id="rId16"/>
    <p:sldId id="303" r:id="rId17"/>
    <p:sldId id="309" r:id="rId18"/>
    <p:sldId id="294" r:id="rId19"/>
    <p:sldId id="295" r:id="rId20"/>
    <p:sldId id="292" r:id="rId21"/>
    <p:sldId id="296" r:id="rId22"/>
    <p:sldId id="298" r:id="rId23"/>
    <p:sldId id="304" r:id="rId24"/>
    <p:sldId id="306" r:id="rId25"/>
    <p:sldId id="263" r:id="rId26"/>
    <p:sldId id="31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2EC894-185D-4327-ADC2-20641CF545DC}" v="10" dt="2023-01-16T17:56:18.1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79147" autoAdjust="0"/>
  </p:normalViewPr>
  <p:slideViewPr>
    <p:cSldViewPr snapToGrid="0">
      <p:cViewPr varScale="1">
        <p:scale>
          <a:sx n="68" d="100"/>
          <a:sy n="68" d="100"/>
        </p:scale>
        <p:origin x="12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McGlinchey" userId="6e11bbf3-9dcb-4b8b-b03e-52345dfdf79c" providerId="ADAL" clId="{AD10ABA9-38E3-4AE5-91FE-29E13A02354F}"/>
    <pc:docChg chg="custSel delSld modSld sldOrd">
      <pc:chgData name="Mark McGlinchey" userId="6e11bbf3-9dcb-4b8b-b03e-52345dfdf79c" providerId="ADAL" clId="{AD10ABA9-38E3-4AE5-91FE-29E13A02354F}" dt="2023-01-15T15:36:31.437" v="205" actId="27636"/>
      <pc:docMkLst>
        <pc:docMk/>
      </pc:docMkLst>
      <pc:sldChg chg="del">
        <pc:chgData name="Mark McGlinchey" userId="6e11bbf3-9dcb-4b8b-b03e-52345dfdf79c" providerId="ADAL" clId="{AD10ABA9-38E3-4AE5-91FE-29E13A02354F}" dt="2023-01-15T12:45:38.034" v="107" actId="2696"/>
        <pc:sldMkLst>
          <pc:docMk/>
          <pc:sldMk cId="3414966085" sldId="260"/>
        </pc:sldMkLst>
      </pc:sldChg>
      <pc:sldChg chg="modSp mod">
        <pc:chgData name="Mark McGlinchey" userId="6e11bbf3-9dcb-4b8b-b03e-52345dfdf79c" providerId="ADAL" clId="{AD10ABA9-38E3-4AE5-91FE-29E13A02354F}" dt="2023-01-15T15:36:17.962" v="201" actId="255"/>
        <pc:sldMkLst>
          <pc:docMk/>
          <pc:sldMk cId="2729629157" sldId="263"/>
        </pc:sldMkLst>
        <pc:spChg chg="mod">
          <ac:chgData name="Mark McGlinchey" userId="6e11bbf3-9dcb-4b8b-b03e-52345dfdf79c" providerId="ADAL" clId="{AD10ABA9-38E3-4AE5-91FE-29E13A02354F}" dt="2023-01-15T15:36:17.962" v="201" actId="255"/>
          <ac:spMkLst>
            <pc:docMk/>
            <pc:sldMk cId="2729629157" sldId="263"/>
            <ac:spMk id="3" creationId="{369F74A6-CCDA-40D2-A299-5E44A2A1B1D8}"/>
          </ac:spMkLst>
        </pc:spChg>
      </pc:sldChg>
      <pc:sldChg chg="modSp mod">
        <pc:chgData name="Mark McGlinchey" userId="6e11bbf3-9dcb-4b8b-b03e-52345dfdf79c" providerId="ADAL" clId="{AD10ABA9-38E3-4AE5-91FE-29E13A02354F}" dt="2023-01-15T12:43:25.744" v="2" actId="14100"/>
        <pc:sldMkLst>
          <pc:docMk/>
          <pc:sldMk cId="3039590940" sldId="292"/>
        </pc:sldMkLst>
        <pc:spChg chg="mod">
          <ac:chgData name="Mark McGlinchey" userId="6e11bbf3-9dcb-4b8b-b03e-52345dfdf79c" providerId="ADAL" clId="{AD10ABA9-38E3-4AE5-91FE-29E13A02354F}" dt="2023-01-15T12:43:21.343" v="1" actId="14100"/>
          <ac:spMkLst>
            <pc:docMk/>
            <pc:sldMk cId="3039590940" sldId="292"/>
            <ac:spMk id="2" creationId="{357990F9-25C8-27BA-00D9-1B28DE3D29E9}"/>
          </ac:spMkLst>
        </pc:spChg>
        <pc:spChg chg="mod">
          <ac:chgData name="Mark McGlinchey" userId="6e11bbf3-9dcb-4b8b-b03e-52345dfdf79c" providerId="ADAL" clId="{AD10ABA9-38E3-4AE5-91FE-29E13A02354F}" dt="2023-01-15T12:43:25.744" v="2" actId="14100"/>
          <ac:spMkLst>
            <pc:docMk/>
            <pc:sldMk cId="3039590940" sldId="292"/>
            <ac:spMk id="3" creationId="{3E6F3FE5-34EF-C535-10E5-3750A66E1F2A}"/>
          </ac:spMkLst>
        </pc:spChg>
        <pc:picChg chg="mod">
          <ac:chgData name="Mark McGlinchey" userId="6e11bbf3-9dcb-4b8b-b03e-52345dfdf79c" providerId="ADAL" clId="{AD10ABA9-38E3-4AE5-91FE-29E13A02354F}" dt="2023-01-15T12:43:14.444" v="0" actId="14100"/>
          <ac:picMkLst>
            <pc:docMk/>
            <pc:sldMk cId="3039590940" sldId="292"/>
            <ac:picMk id="4" creationId="{49F69C4B-AC0A-1E1F-3CCB-E18F1E9058D0}"/>
          </ac:picMkLst>
        </pc:picChg>
      </pc:sldChg>
      <pc:sldChg chg="modSp mod">
        <pc:chgData name="Mark McGlinchey" userId="6e11bbf3-9dcb-4b8b-b03e-52345dfdf79c" providerId="ADAL" clId="{AD10ABA9-38E3-4AE5-91FE-29E13A02354F}" dt="2023-01-15T12:43:39.343" v="5" actId="14100"/>
        <pc:sldMkLst>
          <pc:docMk/>
          <pc:sldMk cId="1288903496" sldId="296"/>
        </pc:sldMkLst>
        <pc:spChg chg="mod">
          <ac:chgData name="Mark McGlinchey" userId="6e11bbf3-9dcb-4b8b-b03e-52345dfdf79c" providerId="ADAL" clId="{AD10ABA9-38E3-4AE5-91FE-29E13A02354F}" dt="2023-01-15T12:43:36.351" v="4" actId="14100"/>
          <ac:spMkLst>
            <pc:docMk/>
            <pc:sldMk cId="1288903496" sldId="296"/>
            <ac:spMk id="2" creationId="{87A7C7C1-8601-F1EC-B655-E4FEFA90DBAD}"/>
          </ac:spMkLst>
        </pc:spChg>
        <pc:spChg chg="mod">
          <ac:chgData name="Mark McGlinchey" userId="6e11bbf3-9dcb-4b8b-b03e-52345dfdf79c" providerId="ADAL" clId="{AD10ABA9-38E3-4AE5-91FE-29E13A02354F}" dt="2023-01-15T12:43:39.343" v="5" actId="14100"/>
          <ac:spMkLst>
            <pc:docMk/>
            <pc:sldMk cId="1288903496" sldId="296"/>
            <ac:spMk id="3" creationId="{5C809660-C1C0-FD48-6411-5041681B0DB5}"/>
          </ac:spMkLst>
        </pc:spChg>
        <pc:picChg chg="mod">
          <ac:chgData name="Mark McGlinchey" userId="6e11bbf3-9dcb-4b8b-b03e-52345dfdf79c" providerId="ADAL" clId="{AD10ABA9-38E3-4AE5-91FE-29E13A02354F}" dt="2023-01-15T12:43:33.264" v="3" actId="14100"/>
          <ac:picMkLst>
            <pc:docMk/>
            <pc:sldMk cId="1288903496" sldId="296"/>
            <ac:picMk id="5" creationId="{E3E963FD-DD5B-1DCE-8BE7-192D2F0D6AFD}"/>
          </ac:picMkLst>
        </pc:picChg>
      </pc:sldChg>
      <pc:sldChg chg="modSp mod">
        <pc:chgData name="Mark McGlinchey" userId="6e11bbf3-9dcb-4b8b-b03e-52345dfdf79c" providerId="ADAL" clId="{AD10ABA9-38E3-4AE5-91FE-29E13A02354F}" dt="2023-01-15T15:36:31.437" v="205" actId="27636"/>
        <pc:sldMkLst>
          <pc:docMk/>
          <pc:sldMk cId="2537702471" sldId="297"/>
        </pc:sldMkLst>
        <pc:spChg chg="mod">
          <ac:chgData name="Mark McGlinchey" userId="6e11bbf3-9dcb-4b8b-b03e-52345dfdf79c" providerId="ADAL" clId="{AD10ABA9-38E3-4AE5-91FE-29E13A02354F}" dt="2023-01-15T15:36:31.437" v="205" actId="27636"/>
          <ac:spMkLst>
            <pc:docMk/>
            <pc:sldMk cId="2537702471" sldId="297"/>
            <ac:spMk id="3" creationId="{DC758640-AD3F-D07B-7F4D-4230C7CAD22E}"/>
          </ac:spMkLst>
        </pc:spChg>
      </pc:sldChg>
      <pc:sldChg chg="addSp del delDesignElem">
        <pc:chgData name="Mark McGlinchey" userId="6e11bbf3-9dcb-4b8b-b03e-52345dfdf79c" providerId="ADAL" clId="{AD10ABA9-38E3-4AE5-91FE-29E13A02354F}" dt="2023-01-15T12:44:22.297" v="7"/>
        <pc:sldMkLst>
          <pc:docMk/>
          <pc:sldMk cId="492398384" sldId="307"/>
        </pc:sldMkLst>
        <pc:spChg chg="add">
          <ac:chgData name="Mark McGlinchey" userId="6e11bbf3-9dcb-4b8b-b03e-52345dfdf79c" providerId="ADAL" clId="{AD10ABA9-38E3-4AE5-91FE-29E13A02354F}" dt="2023-01-15T12:44:22.297" v="7"/>
          <ac:spMkLst>
            <pc:docMk/>
            <pc:sldMk cId="492398384" sldId="307"/>
            <ac:spMk id="15" creationId="{A8384FB5-9ADC-4DDC-881B-597D56F5B15D}"/>
          </ac:spMkLst>
        </pc:spChg>
        <pc:spChg chg="add">
          <ac:chgData name="Mark McGlinchey" userId="6e11bbf3-9dcb-4b8b-b03e-52345dfdf79c" providerId="ADAL" clId="{AD10ABA9-38E3-4AE5-91FE-29E13A02354F}" dt="2023-01-15T12:44:22.297" v="7"/>
          <ac:spMkLst>
            <pc:docMk/>
            <pc:sldMk cId="492398384" sldId="307"/>
            <ac:spMk id="17" creationId="{91E5A9A7-95C6-4F4F-B00E-C82E07FE62EF}"/>
          </ac:spMkLst>
        </pc:spChg>
        <pc:spChg chg="add">
          <ac:chgData name="Mark McGlinchey" userId="6e11bbf3-9dcb-4b8b-b03e-52345dfdf79c" providerId="ADAL" clId="{AD10ABA9-38E3-4AE5-91FE-29E13A02354F}" dt="2023-01-15T12:44:22.297" v="7"/>
          <ac:spMkLst>
            <pc:docMk/>
            <pc:sldMk cId="492398384" sldId="307"/>
            <ac:spMk id="19" creationId="{D07DD2DE-F619-49DD-B5E7-03A290FF4ED1}"/>
          </ac:spMkLst>
        </pc:spChg>
        <pc:spChg chg="add">
          <ac:chgData name="Mark McGlinchey" userId="6e11bbf3-9dcb-4b8b-b03e-52345dfdf79c" providerId="ADAL" clId="{AD10ABA9-38E3-4AE5-91FE-29E13A02354F}" dt="2023-01-15T12:44:22.297" v="7"/>
          <ac:spMkLst>
            <pc:docMk/>
            <pc:sldMk cId="492398384" sldId="307"/>
            <ac:spMk id="21" creationId="{85149191-5F60-4A28-AAFF-039F96B0F3EC}"/>
          </ac:spMkLst>
        </pc:spChg>
        <pc:spChg chg="add">
          <ac:chgData name="Mark McGlinchey" userId="6e11bbf3-9dcb-4b8b-b03e-52345dfdf79c" providerId="ADAL" clId="{AD10ABA9-38E3-4AE5-91FE-29E13A02354F}" dt="2023-01-15T12:44:22.297" v="7"/>
          <ac:spMkLst>
            <pc:docMk/>
            <pc:sldMk cId="492398384" sldId="307"/>
            <ac:spMk id="23" creationId="{F8260ED5-17F7-4158-B241-D51DD4CF1B7E}"/>
          </ac:spMkLst>
        </pc:spChg>
      </pc:sldChg>
      <pc:sldChg chg="modSp mod ord">
        <pc:chgData name="Mark McGlinchey" userId="6e11bbf3-9dcb-4b8b-b03e-52345dfdf79c" providerId="ADAL" clId="{AD10ABA9-38E3-4AE5-91FE-29E13A02354F}" dt="2023-01-15T12:49:19.906" v="116"/>
        <pc:sldMkLst>
          <pc:docMk/>
          <pc:sldMk cId="3358918850" sldId="307"/>
        </pc:sldMkLst>
        <pc:spChg chg="mod">
          <ac:chgData name="Mark McGlinchey" userId="6e11bbf3-9dcb-4b8b-b03e-52345dfdf79c" providerId="ADAL" clId="{AD10ABA9-38E3-4AE5-91FE-29E13A02354F}" dt="2023-01-15T12:45:31.319" v="106" actId="20577"/>
          <ac:spMkLst>
            <pc:docMk/>
            <pc:sldMk cId="3358918850" sldId="307"/>
            <ac:spMk id="2" creationId="{DEEFF349-81A9-4539-BE30-716AD67C9901}"/>
          </ac:spMkLst>
        </pc:spChg>
        <pc:graphicFrameChg chg="mod">
          <ac:chgData name="Mark McGlinchey" userId="6e11bbf3-9dcb-4b8b-b03e-52345dfdf79c" providerId="ADAL" clId="{AD10ABA9-38E3-4AE5-91FE-29E13A02354F}" dt="2023-01-15T12:48:37.589" v="112"/>
          <ac:graphicFrameMkLst>
            <pc:docMk/>
            <pc:sldMk cId="3358918850" sldId="307"/>
            <ac:graphicFrameMk id="5" creationId="{259B6C83-8F52-494C-A101-9800FC4B927E}"/>
          </ac:graphicFrameMkLst>
        </pc:graphicFrameChg>
      </pc:sldChg>
    </pc:docChg>
  </pc:docChgLst>
  <pc:docChgLst>
    <pc:chgData name="Mark McGlinchey" userId="6e11bbf3-9dcb-4b8b-b03e-52345dfdf79c" providerId="ADAL" clId="{7FCC384E-6ADA-43C3-A97E-22FE48DE0E44}"/>
    <pc:docChg chg="undo custSel addSld delSld modSld sldOrd">
      <pc:chgData name="Mark McGlinchey" userId="6e11bbf3-9dcb-4b8b-b03e-52345dfdf79c" providerId="ADAL" clId="{7FCC384E-6ADA-43C3-A97E-22FE48DE0E44}" dt="2023-01-14T17:53:36.218" v="430" actId="14233"/>
      <pc:docMkLst>
        <pc:docMk/>
      </pc:docMkLst>
      <pc:sldChg chg="addSp delSp modSp">
        <pc:chgData name="Mark McGlinchey" userId="6e11bbf3-9dcb-4b8b-b03e-52345dfdf79c" providerId="ADAL" clId="{7FCC384E-6ADA-43C3-A97E-22FE48DE0E44}" dt="2023-01-14T17:26:16.092" v="86" actId="2711"/>
        <pc:sldMkLst>
          <pc:docMk/>
          <pc:sldMk cId="2848883935" sldId="256"/>
        </pc:sldMkLst>
        <pc:spChg chg="mod">
          <ac:chgData name="Mark McGlinchey" userId="6e11bbf3-9dcb-4b8b-b03e-52345dfdf79c" providerId="ADAL" clId="{7FCC384E-6ADA-43C3-A97E-22FE48DE0E44}" dt="2023-01-14T17:26:09.965" v="85" actId="2711"/>
          <ac:spMkLst>
            <pc:docMk/>
            <pc:sldMk cId="2848883935" sldId="256"/>
            <ac:spMk id="2" creationId="{606B168B-CAF8-4205-8A7C-BD366E45467F}"/>
          </ac:spMkLst>
        </pc:spChg>
        <pc:spChg chg="mod">
          <ac:chgData name="Mark McGlinchey" userId="6e11bbf3-9dcb-4b8b-b03e-52345dfdf79c" providerId="ADAL" clId="{7FCC384E-6ADA-43C3-A97E-22FE48DE0E44}" dt="2023-01-14T17:26:16.092" v="86" actId="2711"/>
          <ac:spMkLst>
            <pc:docMk/>
            <pc:sldMk cId="2848883935" sldId="256"/>
            <ac:spMk id="3" creationId="{4ADC2D4C-DB8A-4716-A71D-EFBD3BCCC6F0}"/>
          </ac:spMkLst>
        </pc:spChg>
        <pc:picChg chg="add del mod">
          <ac:chgData name="Mark McGlinchey" userId="6e11bbf3-9dcb-4b8b-b03e-52345dfdf79c" providerId="ADAL" clId="{7FCC384E-6ADA-43C3-A97E-22FE48DE0E44}" dt="2023-01-14T17:20:35.996" v="74"/>
          <ac:picMkLst>
            <pc:docMk/>
            <pc:sldMk cId="2848883935" sldId="256"/>
            <ac:picMk id="4" creationId="{D1C980E3-5A40-10D0-EFC5-641149EC14A9}"/>
          </ac:picMkLst>
        </pc:picChg>
        <pc:picChg chg="add mod">
          <ac:chgData name="Mark McGlinchey" userId="6e11bbf3-9dcb-4b8b-b03e-52345dfdf79c" providerId="ADAL" clId="{7FCC384E-6ADA-43C3-A97E-22FE48DE0E44}" dt="2023-01-14T17:21:04.024" v="77" actId="14100"/>
          <ac:picMkLst>
            <pc:docMk/>
            <pc:sldMk cId="2848883935" sldId="256"/>
            <ac:picMk id="5" creationId="{FAC1D40D-9553-0C9E-B8FC-F6AA97A2C9D6}"/>
          </ac:picMkLst>
        </pc:picChg>
      </pc:sldChg>
      <pc:sldChg chg="modSp mod">
        <pc:chgData name="Mark McGlinchey" userId="6e11bbf3-9dcb-4b8b-b03e-52345dfdf79c" providerId="ADAL" clId="{7FCC384E-6ADA-43C3-A97E-22FE48DE0E44}" dt="2023-01-14T17:37:04.310" v="91" actId="255"/>
        <pc:sldMkLst>
          <pc:docMk/>
          <pc:sldMk cId="4294822799" sldId="257"/>
        </pc:sldMkLst>
        <pc:spChg chg="mod">
          <ac:chgData name="Mark McGlinchey" userId="6e11bbf3-9dcb-4b8b-b03e-52345dfdf79c" providerId="ADAL" clId="{7FCC384E-6ADA-43C3-A97E-22FE48DE0E44}" dt="2023-01-14T17:36:48.671" v="90" actId="1076"/>
          <ac:spMkLst>
            <pc:docMk/>
            <pc:sldMk cId="4294822799" sldId="257"/>
            <ac:spMk id="2" creationId="{F889759B-45C3-4A52-8EC6-AE5022752AE9}"/>
          </ac:spMkLst>
        </pc:spChg>
        <pc:spChg chg="mod">
          <ac:chgData name="Mark McGlinchey" userId="6e11bbf3-9dcb-4b8b-b03e-52345dfdf79c" providerId="ADAL" clId="{7FCC384E-6ADA-43C3-A97E-22FE48DE0E44}" dt="2023-01-14T17:37:04.310" v="91" actId="255"/>
          <ac:spMkLst>
            <pc:docMk/>
            <pc:sldMk cId="4294822799" sldId="257"/>
            <ac:spMk id="33" creationId="{6C61C00D-FB11-425A-8880-B6165D822821}"/>
          </ac:spMkLst>
        </pc:spChg>
        <pc:graphicFrameChg chg="mod">
          <ac:chgData name="Mark McGlinchey" userId="6e11bbf3-9dcb-4b8b-b03e-52345dfdf79c" providerId="ADAL" clId="{7FCC384E-6ADA-43C3-A97E-22FE48DE0E44}" dt="2023-01-14T17:28:46.651" v="89" actId="478"/>
          <ac:graphicFrameMkLst>
            <pc:docMk/>
            <pc:sldMk cId="4294822799" sldId="257"/>
            <ac:graphicFrameMk id="52" creationId="{CC4F4FB7-BB31-F754-357C-596A497C1154}"/>
          </ac:graphicFrameMkLst>
        </pc:graphicFrameChg>
      </pc:sldChg>
      <pc:sldChg chg="addSp delSp modSp mod setBg">
        <pc:chgData name="Mark McGlinchey" userId="6e11bbf3-9dcb-4b8b-b03e-52345dfdf79c" providerId="ADAL" clId="{7FCC384E-6ADA-43C3-A97E-22FE48DE0E44}" dt="2023-01-14T17:39:01.335" v="104" actId="26606"/>
        <pc:sldMkLst>
          <pc:docMk/>
          <pc:sldMk cId="3414966085" sldId="260"/>
        </pc:sldMkLst>
        <pc:spChg chg="mod">
          <ac:chgData name="Mark McGlinchey" userId="6e11bbf3-9dcb-4b8b-b03e-52345dfdf79c" providerId="ADAL" clId="{7FCC384E-6ADA-43C3-A97E-22FE48DE0E44}" dt="2023-01-14T17:39:01.335" v="104" actId="26606"/>
          <ac:spMkLst>
            <pc:docMk/>
            <pc:sldMk cId="3414966085" sldId="260"/>
            <ac:spMk id="2" creationId="{26CFFB2E-F76F-413E-B22A-524178085AA5}"/>
          </ac:spMkLst>
        </pc:spChg>
        <pc:spChg chg="del">
          <ac:chgData name="Mark McGlinchey" userId="6e11bbf3-9dcb-4b8b-b03e-52345dfdf79c" providerId="ADAL" clId="{7FCC384E-6ADA-43C3-A97E-22FE48DE0E44}" dt="2023-01-14T17:39:01.335" v="104" actId="26606"/>
          <ac:spMkLst>
            <pc:docMk/>
            <pc:sldMk cId="3414966085" sldId="260"/>
            <ac:spMk id="3" creationId="{B6AEDB80-A047-4EB0-A83D-5C650D1E1BB0}"/>
          </ac:spMkLst>
        </pc:spChg>
        <pc:spChg chg="add">
          <ac:chgData name="Mark McGlinchey" userId="6e11bbf3-9dcb-4b8b-b03e-52345dfdf79c" providerId="ADAL" clId="{7FCC384E-6ADA-43C3-A97E-22FE48DE0E44}" dt="2023-01-14T17:39:01.335" v="104" actId="26606"/>
          <ac:spMkLst>
            <pc:docMk/>
            <pc:sldMk cId="3414966085" sldId="260"/>
            <ac:spMk id="9" creationId="{BACC6370-2D7E-4714-9D71-7542949D7D5D}"/>
          </ac:spMkLst>
        </pc:spChg>
        <pc:spChg chg="add">
          <ac:chgData name="Mark McGlinchey" userId="6e11bbf3-9dcb-4b8b-b03e-52345dfdf79c" providerId="ADAL" clId="{7FCC384E-6ADA-43C3-A97E-22FE48DE0E44}" dt="2023-01-14T17:39:01.335" v="104" actId="26606"/>
          <ac:spMkLst>
            <pc:docMk/>
            <pc:sldMk cId="3414966085" sldId="260"/>
            <ac:spMk id="11" creationId="{256B2C21-A230-48C0-8DF1-C46611373C44}"/>
          </ac:spMkLst>
        </pc:spChg>
        <pc:spChg chg="add">
          <ac:chgData name="Mark McGlinchey" userId="6e11bbf3-9dcb-4b8b-b03e-52345dfdf79c" providerId="ADAL" clId="{7FCC384E-6ADA-43C3-A97E-22FE48DE0E44}" dt="2023-01-14T17:39:01.335" v="104" actId="26606"/>
          <ac:spMkLst>
            <pc:docMk/>
            <pc:sldMk cId="3414966085" sldId="260"/>
            <ac:spMk id="13" creationId="{3847E18C-932D-4C95-AABA-FEC7C9499AD7}"/>
          </ac:spMkLst>
        </pc:spChg>
        <pc:spChg chg="add">
          <ac:chgData name="Mark McGlinchey" userId="6e11bbf3-9dcb-4b8b-b03e-52345dfdf79c" providerId="ADAL" clId="{7FCC384E-6ADA-43C3-A97E-22FE48DE0E44}" dt="2023-01-14T17:39:01.335" v="104" actId="26606"/>
          <ac:spMkLst>
            <pc:docMk/>
            <pc:sldMk cId="3414966085" sldId="260"/>
            <ac:spMk id="15" creationId="{3150CB11-0C61-439E-910F-5787759E72A0}"/>
          </ac:spMkLst>
        </pc:spChg>
        <pc:spChg chg="add">
          <ac:chgData name="Mark McGlinchey" userId="6e11bbf3-9dcb-4b8b-b03e-52345dfdf79c" providerId="ADAL" clId="{7FCC384E-6ADA-43C3-A97E-22FE48DE0E44}" dt="2023-01-14T17:39:01.335" v="104" actId="26606"/>
          <ac:spMkLst>
            <pc:docMk/>
            <pc:sldMk cId="3414966085" sldId="260"/>
            <ac:spMk id="17" creationId="{43F8A58B-5155-44CE-A5FF-7647B47D0A7A}"/>
          </ac:spMkLst>
        </pc:spChg>
        <pc:spChg chg="add">
          <ac:chgData name="Mark McGlinchey" userId="6e11bbf3-9dcb-4b8b-b03e-52345dfdf79c" providerId="ADAL" clId="{7FCC384E-6ADA-43C3-A97E-22FE48DE0E44}" dt="2023-01-14T17:39:01.335" v="104" actId="26606"/>
          <ac:spMkLst>
            <pc:docMk/>
            <pc:sldMk cId="3414966085" sldId="260"/>
            <ac:spMk id="19" creationId="{443F2ACA-E6D6-4028-82DD-F03C262D5DE6}"/>
          </ac:spMkLst>
        </pc:spChg>
        <pc:graphicFrameChg chg="add">
          <ac:chgData name="Mark McGlinchey" userId="6e11bbf3-9dcb-4b8b-b03e-52345dfdf79c" providerId="ADAL" clId="{7FCC384E-6ADA-43C3-A97E-22FE48DE0E44}" dt="2023-01-14T17:39:01.335" v="104" actId="26606"/>
          <ac:graphicFrameMkLst>
            <pc:docMk/>
            <pc:sldMk cId="3414966085" sldId="260"/>
            <ac:graphicFrameMk id="5" creationId="{FE5F97CE-A531-C3C4-5CEB-7882607D6F1A}"/>
          </ac:graphicFrameMkLst>
        </pc:graphicFrameChg>
      </pc:sldChg>
      <pc:sldChg chg="ord">
        <pc:chgData name="Mark McGlinchey" userId="6e11bbf3-9dcb-4b8b-b03e-52345dfdf79c" providerId="ADAL" clId="{7FCC384E-6ADA-43C3-A97E-22FE48DE0E44}" dt="2023-01-14T15:00:39.072" v="0"/>
        <pc:sldMkLst>
          <pc:docMk/>
          <pc:sldMk cId="3009734595" sldId="261"/>
        </pc:sldMkLst>
      </pc:sldChg>
      <pc:sldChg chg="ord">
        <pc:chgData name="Mark McGlinchey" userId="6e11bbf3-9dcb-4b8b-b03e-52345dfdf79c" providerId="ADAL" clId="{7FCC384E-6ADA-43C3-A97E-22FE48DE0E44}" dt="2023-01-14T15:00:43.176" v="1"/>
        <pc:sldMkLst>
          <pc:docMk/>
          <pc:sldMk cId="305412542" sldId="262"/>
        </pc:sldMkLst>
      </pc:sldChg>
      <pc:sldChg chg="addSp delSp modSp mod ord setBg">
        <pc:chgData name="Mark McGlinchey" userId="6e11bbf3-9dcb-4b8b-b03e-52345dfdf79c" providerId="ADAL" clId="{7FCC384E-6ADA-43C3-A97E-22FE48DE0E44}" dt="2023-01-14T17:39:20.070" v="107" actId="26606"/>
        <pc:sldMkLst>
          <pc:docMk/>
          <pc:sldMk cId="3898284161" sldId="267"/>
        </pc:sldMkLst>
        <pc:spChg chg="mod">
          <ac:chgData name="Mark McGlinchey" userId="6e11bbf3-9dcb-4b8b-b03e-52345dfdf79c" providerId="ADAL" clId="{7FCC384E-6ADA-43C3-A97E-22FE48DE0E44}" dt="2023-01-14T17:39:20.070" v="107" actId="26606"/>
          <ac:spMkLst>
            <pc:docMk/>
            <pc:sldMk cId="3898284161" sldId="267"/>
            <ac:spMk id="2" creationId="{C06B226D-8252-4B34-A58D-9237894FD0B5}"/>
          </ac:spMkLst>
        </pc:spChg>
        <pc:spChg chg="add del">
          <ac:chgData name="Mark McGlinchey" userId="6e11bbf3-9dcb-4b8b-b03e-52345dfdf79c" providerId="ADAL" clId="{7FCC384E-6ADA-43C3-A97E-22FE48DE0E44}" dt="2023-01-14T17:39:20.070" v="107" actId="26606"/>
          <ac:spMkLst>
            <pc:docMk/>
            <pc:sldMk cId="3898284161" sldId="267"/>
            <ac:spMk id="3" creationId="{11D8168D-6AE7-498B-B6EE-8B032D7B067A}"/>
          </ac:spMkLst>
        </pc:spChg>
        <pc:spChg chg="add">
          <ac:chgData name="Mark McGlinchey" userId="6e11bbf3-9dcb-4b8b-b03e-52345dfdf79c" providerId="ADAL" clId="{7FCC384E-6ADA-43C3-A97E-22FE48DE0E44}" dt="2023-01-14T17:39:20.070" v="107" actId="26606"/>
          <ac:spMkLst>
            <pc:docMk/>
            <pc:sldMk cId="3898284161" sldId="267"/>
            <ac:spMk id="8" creationId="{09588DA8-065E-4F6F-8EFD-43104AB2E0CF}"/>
          </ac:spMkLst>
        </pc:spChg>
        <pc:spChg chg="add del">
          <ac:chgData name="Mark McGlinchey" userId="6e11bbf3-9dcb-4b8b-b03e-52345dfdf79c" providerId="ADAL" clId="{7FCC384E-6ADA-43C3-A97E-22FE48DE0E44}" dt="2023-01-14T17:39:20.056" v="106" actId="26606"/>
          <ac:spMkLst>
            <pc:docMk/>
            <pc:sldMk cId="3898284161" sldId="267"/>
            <ac:spMk id="10" creationId="{2B566528-1B12-4246-9431-5C2D7D081168}"/>
          </ac:spMkLst>
        </pc:spChg>
        <pc:spChg chg="add del">
          <ac:chgData name="Mark McGlinchey" userId="6e11bbf3-9dcb-4b8b-b03e-52345dfdf79c" providerId="ADAL" clId="{7FCC384E-6ADA-43C3-A97E-22FE48DE0E44}" dt="2023-01-14T17:39:20.056" v="106" actId="26606"/>
          <ac:spMkLst>
            <pc:docMk/>
            <pc:sldMk cId="3898284161" sldId="267"/>
            <ac:spMk id="16" creationId="{D3F51FEB-38FB-4F6C-9F7B-2F2AFAB65463}"/>
          </ac:spMkLst>
        </pc:spChg>
        <pc:spChg chg="add del">
          <ac:chgData name="Mark McGlinchey" userId="6e11bbf3-9dcb-4b8b-b03e-52345dfdf79c" providerId="ADAL" clId="{7FCC384E-6ADA-43C3-A97E-22FE48DE0E44}" dt="2023-01-14T17:39:20.056" v="106" actId="26606"/>
          <ac:spMkLst>
            <pc:docMk/>
            <pc:sldMk cId="3898284161" sldId="267"/>
            <ac:spMk id="18" creationId="{1E547BA6-BAE0-43BB-A7CA-60F69CE252F0}"/>
          </ac:spMkLst>
        </pc:spChg>
        <pc:spChg chg="add">
          <ac:chgData name="Mark McGlinchey" userId="6e11bbf3-9dcb-4b8b-b03e-52345dfdf79c" providerId="ADAL" clId="{7FCC384E-6ADA-43C3-A97E-22FE48DE0E44}" dt="2023-01-14T17:39:20.070" v="107" actId="26606"/>
          <ac:spMkLst>
            <pc:docMk/>
            <pc:sldMk cId="3898284161" sldId="267"/>
            <ac:spMk id="20" creationId="{8D71EDA1-87BF-4D5D-AB79-F346FD19278A}"/>
          </ac:spMkLst>
        </pc:spChg>
        <pc:spChg chg="add">
          <ac:chgData name="Mark McGlinchey" userId="6e11bbf3-9dcb-4b8b-b03e-52345dfdf79c" providerId="ADAL" clId="{7FCC384E-6ADA-43C3-A97E-22FE48DE0E44}" dt="2023-01-14T17:39:20.070" v="107" actId="26606"/>
          <ac:spMkLst>
            <pc:docMk/>
            <pc:sldMk cId="3898284161" sldId="267"/>
            <ac:spMk id="21" creationId="{C4285719-470E-454C-AF62-8323075F1F5B}"/>
          </ac:spMkLst>
        </pc:spChg>
        <pc:spChg chg="add">
          <ac:chgData name="Mark McGlinchey" userId="6e11bbf3-9dcb-4b8b-b03e-52345dfdf79c" providerId="ADAL" clId="{7FCC384E-6ADA-43C3-A97E-22FE48DE0E44}" dt="2023-01-14T17:39:20.070" v="107" actId="26606"/>
          <ac:spMkLst>
            <pc:docMk/>
            <pc:sldMk cId="3898284161" sldId="267"/>
            <ac:spMk id="22" creationId="{CD9FE4EF-C4D8-49A0-B2FF-81D8DB7D8A24}"/>
          </ac:spMkLst>
        </pc:spChg>
        <pc:spChg chg="add">
          <ac:chgData name="Mark McGlinchey" userId="6e11bbf3-9dcb-4b8b-b03e-52345dfdf79c" providerId="ADAL" clId="{7FCC384E-6ADA-43C3-A97E-22FE48DE0E44}" dt="2023-01-14T17:39:20.070" v="107" actId="26606"/>
          <ac:spMkLst>
            <pc:docMk/>
            <pc:sldMk cId="3898284161" sldId="267"/>
            <ac:spMk id="23" creationId="{4300840D-0A0B-4512-BACA-B439D5B9C57C}"/>
          </ac:spMkLst>
        </pc:spChg>
        <pc:spChg chg="add">
          <ac:chgData name="Mark McGlinchey" userId="6e11bbf3-9dcb-4b8b-b03e-52345dfdf79c" providerId="ADAL" clId="{7FCC384E-6ADA-43C3-A97E-22FE48DE0E44}" dt="2023-01-14T17:39:20.070" v="107" actId="26606"/>
          <ac:spMkLst>
            <pc:docMk/>
            <pc:sldMk cId="3898284161" sldId="267"/>
            <ac:spMk id="24" creationId="{D2B78728-A580-49A7-84F9-6EF6F583ADE0}"/>
          </ac:spMkLst>
        </pc:spChg>
        <pc:spChg chg="add">
          <ac:chgData name="Mark McGlinchey" userId="6e11bbf3-9dcb-4b8b-b03e-52345dfdf79c" providerId="ADAL" clId="{7FCC384E-6ADA-43C3-A97E-22FE48DE0E44}" dt="2023-01-14T17:39:20.070" v="107" actId="26606"/>
          <ac:spMkLst>
            <pc:docMk/>
            <pc:sldMk cId="3898284161" sldId="267"/>
            <ac:spMk id="25" creationId="{38FAA1A1-D861-433F-88FA-1E9D6FD31D11}"/>
          </ac:spMkLst>
        </pc:spChg>
        <pc:spChg chg="add">
          <ac:chgData name="Mark McGlinchey" userId="6e11bbf3-9dcb-4b8b-b03e-52345dfdf79c" providerId="ADAL" clId="{7FCC384E-6ADA-43C3-A97E-22FE48DE0E44}" dt="2023-01-14T17:39:20.070" v="107" actId="26606"/>
          <ac:spMkLst>
            <pc:docMk/>
            <pc:sldMk cId="3898284161" sldId="267"/>
            <ac:spMk id="26" creationId="{11D8168D-6AE7-498B-B6EE-8B032D7B067A}"/>
          </ac:spMkLst>
        </pc:spChg>
        <pc:grpChg chg="add del">
          <ac:chgData name="Mark McGlinchey" userId="6e11bbf3-9dcb-4b8b-b03e-52345dfdf79c" providerId="ADAL" clId="{7FCC384E-6ADA-43C3-A97E-22FE48DE0E44}" dt="2023-01-14T17:39:20.056" v="106" actId="26606"/>
          <ac:grpSpMkLst>
            <pc:docMk/>
            <pc:sldMk cId="3898284161" sldId="267"/>
            <ac:grpSpMk id="12" creationId="{07EAA094-9CF6-4695-958A-33D9BCAA9474}"/>
          </ac:grpSpMkLst>
        </pc:grpChg>
        <pc:graphicFrameChg chg="add del">
          <ac:chgData name="Mark McGlinchey" userId="6e11bbf3-9dcb-4b8b-b03e-52345dfdf79c" providerId="ADAL" clId="{7FCC384E-6ADA-43C3-A97E-22FE48DE0E44}" dt="2023-01-14T17:39:20.056" v="106" actId="26606"/>
          <ac:graphicFrameMkLst>
            <pc:docMk/>
            <pc:sldMk cId="3898284161" sldId="267"/>
            <ac:graphicFrameMk id="5" creationId="{22257CCC-B34C-B262-BDFB-6D399159D7C4}"/>
          </ac:graphicFrameMkLst>
        </pc:graphicFrameChg>
        <pc:picChg chg="add del">
          <ac:chgData name="Mark McGlinchey" userId="6e11bbf3-9dcb-4b8b-b03e-52345dfdf79c" providerId="ADAL" clId="{7FCC384E-6ADA-43C3-A97E-22FE48DE0E44}" dt="2023-01-14T17:39:20.056" v="106" actId="26606"/>
          <ac:picMkLst>
            <pc:docMk/>
            <pc:sldMk cId="3898284161" sldId="267"/>
            <ac:picMk id="6" creationId="{B9D691C8-4B81-E0AF-A1F8-DA17452C5E8C}"/>
          </ac:picMkLst>
        </pc:picChg>
      </pc:sldChg>
      <pc:sldChg chg="ord">
        <pc:chgData name="Mark McGlinchey" userId="6e11bbf3-9dcb-4b8b-b03e-52345dfdf79c" providerId="ADAL" clId="{7FCC384E-6ADA-43C3-A97E-22FE48DE0E44}" dt="2023-01-14T15:32:28.522" v="30"/>
        <pc:sldMkLst>
          <pc:docMk/>
          <pc:sldMk cId="4204435321" sldId="268"/>
        </pc:sldMkLst>
      </pc:sldChg>
      <pc:sldChg chg="addSp delSp add del setBg">
        <pc:chgData name="Mark McGlinchey" userId="6e11bbf3-9dcb-4b8b-b03e-52345dfdf79c" providerId="ADAL" clId="{7FCC384E-6ADA-43C3-A97E-22FE48DE0E44}" dt="2023-01-14T17:20:23.934" v="72"/>
        <pc:sldMkLst>
          <pc:docMk/>
          <pc:sldMk cId="2288489900" sldId="281"/>
        </pc:sldMkLst>
        <pc:spChg chg="add del">
          <ac:chgData name="Mark McGlinchey" userId="6e11bbf3-9dcb-4b8b-b03e-52345dfdf79c" providerId="ADAL" clId="{7FCC384E-6ADA-43C3-A97E-22FE48DE0E44}" dt="2023-01-14T17:20:11.805" v="71"/>
          <ac:spMkLst>
            <pc:docMk/>
            <pc:sldMk cId="2288489900" sldId="281"/>
            <ac:spMk id="6224" creationId="{E49CC64F-7275-4E33-961B-0C5CDC439875}"/>
          </ac:spMkLst>
        </pc:spChg>
      </pc:sldChg>
      <pc:sldChg chg="modSp">
        <pc:chgData name="Mark McGlinchey" userId="6e11bbf3-9dcb-4b8b-b03e-52345dfdf79c" providerId="ADAL" clId="{7FCC384E-6ADA-43C3-A97E-22FE48DE0E44}" dt="2023-01-14T17:38:39.304" v="103" actId="208"/>
        <pc:sldMkLst>
          <pc:docMk/>
          <pc:sldMk cId="3457202264" sldId="286"/>
        </pc:sldMkLst>
        <pc:graphicFrameChg chg="mod">
          <ac:chgData name="Mark McGlinchey" userId="6e11bbf3-9dcb-4b8b-b03e-52345dfdf79c" providerId="ADAL" clId="{7FCC384E-6ADA-43C3-A97E-22FE48DE0E44}" dt="2023-01-14T17:38:39.304" v="103" actId="208"/>
          <ac:graphicFrameMkLst>
            <pc:docMk/>
            <pc:sldMk cId="3457202264" sldId="286"/>
            <ac:graphicFrameMk id="5" creationId="{C245AAAE-4A80-1A32-7F48-3C3D59B1F983}"/>
          </ac:graphicFrameMkLst>
        </pc:graphicFrameChg>
      </pc:sldChg>
      <pc:sldChg chg="addSp delSp modSp">
        <pc:chgData name="Mark McGlinchey" userId="6e11bbf3-9dcb-4b8b-b03e-52345dfdf79c" providerId="ADAL" clId="{7FCC384E-6ADA-43C3-A97E-22FE48DE0E44}" dt="2023-01-14T15:08:50.344" v="26" actId="767"/>
        <pc:sldMkLst>
          <pc:docMk/>
          <pc:sldMk cId="1029644306" sldId="287"/>
        </pc:sldMkLst>
        <pc:spChg chg="mod">
          <ac:chgData name="Mark McGlinchey" userId="6e11bbf3-9dcb-4b8b-b03e-52345dfdf79c" providerId="ADAL" clId="{7FCC384E-6ADA-43C3-A97E-22FE48DE0E44}" dt="2023-01-14T15:04:16.327" v="11" actId="14100"/>
          <ac:spMkLst>
            <pc:docMk/>
            <pc:sldMk cId="1029644306" sldId="287"/>
            <ac:spMk id="3" creationId="{C2EC5D1C-329D-3475-E4F8-A7AFC72CFAF8}"/>
          </ac:spMkLst>
        </pc:spChg>
        <pc:spChg chg="add mod">
          <ac:chgData name="Mark McGlinchey" userId="6e11bbf3-9dcb-4b8b-b03e-52345dfdf79c" providerId="ADAL" clId="{7FCC384E-6ADA-43C3-A97E-22FE48DE0E44}" dt="2023-01-14T15:08:50.344" v="26" actId="767"/>
          <ac:spMkLst>
            <pc:docMk/>
            <pc:sldMk cId="1029644306" sldId="287"/>
            <ac:spMk id="9" creationId="{BA6A697F-9457-DF48-30F2-EECF30061888}"/>
          </ac:spMkLst>
        </pc:spChg>
        <pc:picChg chg="add mod">
          <ac:chgData name="Mark McGlinchey" userId="6e11bbf3-9dcb-4b8b-b03e-52345dfdf79c" providerId="ADAL" clId="{7FCC384E-6ADA-43C3-A97E-22FE48DE0E44}" dt="2023-01-14T15:05:50.355" v="22" actId="14100"/>
          <ac:picMkLst>
            <pc:docMk/>
            <pc:sldMk cId="1029644306" sldId="287"/>
            <ac:picMk id="4" creationId="{ABF0C0C5-FB58-B065-C49C-6A068FE0A635}"/>
          </ac:picMkLst>
        </pc:picChg>
        <pc:picChg chg="add">
          <ac:chgData name="Mark McGlinchey" userId="6e11bbf3-9dcb-4b8b-b03e-52345dfdf79c" providerId="ADAL" clId="{7FCC384E-6ADA-43C3-A97E-22FE48DE0E44}" dt="2023-01-14T15:05:53.402" v="24"/>
          <ac:picMkLst>
            <pc:docMk/>
            <pc:sldMk cId="1029644306" sldId="287"/>
            <ac:picMk id="5" creationId="{537BF932-55E2-A9AA-304F-A7BA8EF1113D}"/>
          </ac:picMkLst>
        </pc:picChg>
        <pc:picChg chg="add">
          <ac:chgData name="Mark McGlinchey" userId="6e11bbf3-9dcb-4b8b-b03e-52345dfdf79c" providerId="ADAL" clId="{7FCC384E-6ADA-43C3-A97E-22FE48DE0E44}" dt="2023-01-14T15:07:57.283" v="25"/>
          <ac:picMkLst>
            <pc:docMk/>
            <pc:sldMk cId="1029644306" sldId="287"/>
            <ac:picMk id="6" creationId="{32061DBD-2DE6-1205-84C8-5B228C686387}"/>
          </ac:picMkLst>
        </pc:picChg>
        <pc:picChg chg="add del mod">
          <ac:chgData name="Mark McGlinchey" userId="6e11bbf3-9dcb-4b8b-b03e-52345dfdf79c" providerId="ADAL" clId="{7FCC384E-6ADA-43C3-A97E-22FE48DE0E44}" dt="2023-01-14T15:03:59.825" v="6"/>
          <ac:picMkLst>
            <pc:docMk/>
            <pc:sldMk cId="1029644306" sldId="287"/>
            <ac:picMk id="1026" creationId="{DCF37FF4-B8DA-DD70-FDB6-43606B427A99}"/>
          </ac:picMkLst>
        </pc:picChg>
        <pc:picChg chg="add del">
          <ac:chgData name="Mark McGlinchey" userId="6e11bbf3-9dcb-4b8b-b03e-52345dfdf79c" providerId="ADAL" clId="{7FCC384E-6ADA-43C3-A97E-22FE48DE0E44}" dt="2023-01-14T15:04:08.806" v="8"/>
          <ac:picMkLst>
            <pc:docMk/>
            <pc:sldMk cId="1029644306" sldId="287"/>
            <ac:picMk id="1028" creationId="{A45F4509-EDDF-1093-F475-0FC041CB15C4}"/>
          </ac:picMkLst>
        </pc:picChg>
        <pc:picChg chg="add del mod">
          <ac:chgData name="Mark McGlinchey" userId="6e11bbf3-9dcb-4b8b-b03e-52345dfdf79c" providerId="ADAL" clId="{7FCC384E-6ADA-43C3-A97E-22FE48DE0E44}" dt="2023-01-14T15:04:17.271" v="12"/>
          <ac:picMkLst>
            <pc:docMk/>
            <pc:sldMk cId="1029644306" sldId="287"/>
            <ac:picMk id="1030" creationId="{BEC1F174-6A05-EDDE-36B8-D0E91F7DD6C2}"/>
          </ac:picMkLst>
        </pc:picChg>
        <pc:picChg chg="add del mod">
          <ac:chgData name="Mark McGlinchey" userId="6e11bbf3-9dcb-4b8b-b03e-52345dfdf79c" providerId="ADAL" clId="{7FCC384E-6ADA-43C3-A97E-22FE48DE0E44}" dt="2023-01-14T15:05:50.831" v="23"/>
          <ac:picMkLst>
            <pc:docMk/>
            <pc:sldMk cId="1029644306" sldId="287"/>
            <ac:picMk id="1032" creationId="{5D30D621-DB1F-EFEC-662C-7616EC97E300}"/>
          </ac:picMkLst>
        </pc:picChg>
      </pc:sldChg>
      <pc:sldChg chg="addSp modSp">
        <pc:chgData name="Mark McGlinchey" userId="6e11bbf3-9dcb-4b8b-b03e-52345dfdf79c" providerId="ADAL" clId="{7FCC384E-6ADA-43C3-A97E-22FE48DE0E44}" dt="2023-01-14T15:12:04.255" v="29"/>
        <pc:sldMkLst>
          <pc:docMk/>
          <pc:sldMk cId="1116180256" sldId="288"/>
        </pc:sldMkLst>
        <pc:spChg chg="add mod">
          <ac:chgData name="Mark McGlinchey" userId="6e11bbf3-9dcb-4b8b-b03e-52345dfdf79c" providerId="ADAL" clId="{7FCC384E-6ADA-43C3-A97E-22FE48DE0E44}" dt="2023-01-14T15:10:55.025" v="28" actId="767"/>
          <ac:spMkLst>
            <pc:docMk/>
            <pc:sldMk cId="1116180256" sldId="288"/>
            <ac:spMk id="5" creationId="{30FDC185-E128-91F1-2791-65582D441181}"/>
          </ac:spMkLst>
        </pc:spChg>
        <pc:picChg chg="add">
          <ac:chgData name="Mark McGlinchey" userId="6e11bbf3-9dcb-4b8b-b03e-52345dfdf79c" providerId="ADAL" clId="{7FCC384E-6ADA-43C3-A97E-22FE48DE0E44}" dt="2023-01-14T15:10:42.416" v="27"/>
          <ac:picMkLst>
            <pc:docMk/>
            <pc:sldMk cId="1116180256" sldId="288"/>
            <ac:picMk id="4" creationId="{24991DAC-8B84-30EC-D7E8-6235EB658E9B}"/>
          </ac:picMkLst>
        </pc:picChg>
        <pc:picChg chg="add">
          <ac:chgData name="Mark McGlinchey" userId="6e11bbf3-9dcb-4b8b-b03e-52345dfdf79c" providerId="ADAL" clId="{7FCC384E-6ADA-43C3-A97E-22FE48DE0E44}" dt="2023-01-14T15:12:04.255" v="29"/>
          <ac:picMkLst>
            <pc:docMk/>
            <pc:sldMk cId="1116180256" sldId="288"/>
            <ac:picMk id="6" creationId="{6A2CAAE5-0032-8A6E-277C-D4E6DCC6BD60}"/>
          </ac:picMkLst>
        </pc:picChg>
      </pc:sldChg>
      <pc:sldChg chg="addSp delSp modSp mod setBg">
        <pc:chgData name="Mark McGlinchey" userId="6e11bbf3-9dcb-4b8b-b03e-52345dfdf79c" providerId="ADAL" clId="{7FCC384E-6ADA-43C3-A97E-22FE48DE0E44}" dt="2023-01-14T17:41:48.042" v="131" actId="26606"/>
        <pc:sldMkLst>
          <pc:docMk/>
          <pc:sldMk cId="3537871976" sldId="289"/>
        </pc:sldMkLst>
        <pc:spChg chg="mod">
          <ac:chgData name="Mark McGlinchey" userId="6e11bbf3-9dcb-4b8b-b03e-52345dfdf79c" providerId="ADAL" clId="{7FCC384E-6ADA-43C3-A97E-22FE48DE0E44}" dt="2023-01-14T17:41:48.042" v="131" actId="26606"/>
          <ac:spMkLst>
            <pc:docMk/>
            <pc:sldMk cId="3537871976" sldId="289"/>
            <ac:spMk id="2" creationId="{687340DA-CCDA-8D94-464B-DC172938BBAA}"/>
          </ac:spMkLst>
        </pc:spChg>
        <pc:spChg chg="add del">
          <ac:chgData name="Mark McGlinchey" userId="6e11bbf3-9dcb-4b8b-b03e-52345dfdf79c" providerId="ADAL" clId="{7FCC384E-6ADA-43C3-A97E-22FE48DE0E44}" dt="2023-01-14T17:41:48.042" v="131" actId="26606"/>
          <ac:spMkLst>
            <pc:docMk/>
            <pc:sldMk cId="3537871976" sldId="289"/>
            <ac:spMk id="3" creationId="{18D591D1-35A8-62D6-492A-582E0800479C}"/>
          </ac:spMkLst>
        </pc:spChg>
        <pc:spChg chg="add del">
          <ac:chgData name="Mark McGlinchey" userId="6e11bbf3-9dcb-4b8b-b03e-52345dfdf79c" providerId="ADAL" clId="{7FCC384E-6ADA-43C3-A97E-22FE48DE0E44}" dt="2023-01-14T17:41:48.030" v="130" actId="26606"/>
          <ac:spMkLst>
            <pc:docMk/>
            <pc:sldMk cId="3537871976" sldId="289"/>
            <ac:spMk id="6" creationId="{BACC6370-2D7E-4714-9D71-7542949D7D5D}"/>
          </ac:spMkLst>
        </pc:spChg>
        <pc:spChg chg="add del">
          <ac:chgData name="Mark McGlinchey" userId="6e11bbf3-9dcb-4b8b-b03e-52345dfdf79c" providerId="ADAL" clId="{7FCC384E-6ADA-43C3-A97E-22FE48DE0E44}" dt="2023-01-14T17:41:48.030" v="130" actId="26606"/>
          <ac:spMkLst>
            <pc:docMk/>
            <pc:sldMk cId="3537871976" sldId="289"/>
            <ac:spMk id="7" creationId="{256B2C21-A230-48C0-8DF1-C46611373C44}"/>
          </ac:spMkLst>
        </pc:spChg>
        <pc:spChg chg="add del">
          <ac:chgData name="Mark McGlinchey" userId="6e11bbf3-9dcb-4b8b-b03e-52345dfdf79c" providerId="ADAL" clId="{7FCC384E-6ADA-43C3-A97E-22FE48DE0E44}" dt="2023-01-14T17:41:48.030" v="130" actId="26606"/>
          <ac:spMkLst>
            <pc:docMk/>
            <pc:sldMk cId="3537871976" sldId="289"/>
            <ac:spMk id="8" creationId="{3847E18C-932D-4C95-AABA-FEC7C9499AD7}"/>
          </ac:spMkLst>
        </pc:spChg>
        <pc:spChg chg="add del">
          <ac:chgData name="Mark McGlinchey" userId="6e11bbf3-9dcb-4b8b-b03e-52345dfdf79c" providerId="ADAL" clId="{7FCC384E-6ADA-43C3-A97E-22FE48DE0E44}" dt="2023-01-14T17:41:30.898" v="126" actId="26606"/>
          <ac:spMkLst>
            <pc:docMk/>
            <pc:sldMk cId="3537871976" sldId="289"/>
            <ac:spMk id="9" creationId="{BACC6370-2D7E-4714-9D71-7542949D7D5D}"/>
          </ac:spMkLst>
        </pc:spChg>
        <pc:spChg chg="add del">
          <ac:chgData name="Mark McGlinchey" userId="6e11bbf3-9dcb-4b8b-b03e-52345dfdf79c" providerId="ADAL" clId="{7FCC384E-6ADA-43C3-A97E-22FE48DE0E44}" dt="2023-01-14T17:41:48.030" v="130" actId="26606"/>
          <ac:spMkLst>
            <pc:docMk/>
            <pc:sldMk cId="3537871976" sldId="289"/>
            <ac:spMk id="10" creationId="{3150CB11-0C61-439E-910F-5787759E72A0}"/>
          </ac:spMkLst>
        </pc:spChg>
        <pc:spChg chg="add del">
          <ac:chgData name="Mark McGlinchey" userId="6e11bbf3-9dcb-4b8b-b03e-52345dfdf79c" providerId="ADAL" clId="{7FCC384E-6ADA-43C3-A97E-22FE48DE0E44}" dt="2023-01-14T17:41:30.898" v="126" actId="26606"/>
          <ac:spMkLst>
            <pc:docMk/>
            <pc:sldMk cId="3537871976" sldId="289"/>
            <ac:spMk id="11" creationId="{256B2C21-A230-48C0-8DF1-C46611373C44}"/>
          </ac:spMkLst>
        </pc:spChg>
        <pc:spChg chg="add del">
          <ac:chgData name="Mark McGlinchey" userId="6e11bbf3-9dcb-4b8b-b03e-52345dfdf79c" providerId="ADAL" clId="{7FCC384E-6ADA-43C3-A97E-22FE48DE0E44}" dt="2023-01-14T17:41:48.030" v="130" actId="26606"/>
          <ac:spMkLst>
            <pc:docMk/>
            <pc:sldMk cId="3537871976" sldId="289"/>
            <ac:spMk id="12" creationId="{43F8A58B-5155-44CE-A5FF-7647B47D0A7A}"/>
          </ac:spMkLst>
        </pc:spChg>
        <pc:spChg chg="add del">
          <ac:chgData name="Mark McGlinchey" userId="6e11bbf3-9dcb-4b8b-b03e-52345dfdf79c" providerId="ADAL" clId="{7FCC384E-6ADA-43C3-A97E-22FE48DE0E44}" dt="2023-01-14T17:41:30.898" v="126" actId="26606"/>
          <ac:spMkLst>
            <pc:docMk/>
            <pc:sldMk cId="3537871976" sldId="289"/>
            <ac:spMk id="13" creationId="{3847E18C-932D-4C95-AABA-FEC7C9499AD7}"/>
          </ac:spMkLst>
        </pc:spChg>
        <pc:spChg chg="add del">
          <ac:chgData name="Mark McGlinchey" userId="6e11bbf3-9dcb-4b8b-b03e-52345dfdf79c" providerId="ADAL" clId="{7FCC384E-6ADA-43C3-A97E-22FE48DE0E44}" dt="2023-01-14T17:41:48.030" v="130" actId="26606"/>
          <ac:spMkLst>
            <pc:docMk/>
            <pc:sldMk cId="3537871976" sldId="289"/>
            <ac:spMk id="14" creationId="{443F2ACA-E6D6-4028-82DD-F03C262D5DE6}"/>
          </ac:spMkLst>
        </pc:spChg>
        <pc:spChg chg="add del">
          <ac:chgData name="Mark McGlinchey" userId="6e11bbf3-9dcb-4b8b-b03e-52345dfdf79c" providerId="ADAL" clId="{7FCC384E-6ADA-43C3-A97E-22FE48DE0E44}" dt="2023-01-14T17:41:30.898" v="126" actId="26606"/>
          <ac:spMkLst>
            <pc:docMk/>
            <pc:sldMk cId="3537871976" sldId="289"/>
            <ac:spMk id="15" creationId="{3150CB11-0C61-439E-910F-5787759E72A0}"/>
          </ac:spMkLst>
        </pc:spChg>
        <pc:spChg chg="add del">
          <ac:chgData name="Mark McGlinchey" userId="6e11bbf3-9dcb-4b8b-b03e-52345dfdf79c" providerId="ADAL" clId="{7FCC384E-6ADA-43C3-A97E-22FE48DE0E44}" dt="2023-01-14T17:41:30.898" v="126" actId="26606"/>
          <ac:spMkLst>
            <pc:docMk/>
            <pc:sldMk cId="3537871976" sldId="289"/>
            <ac:spMk id="17" creationId="{43F8A58B-5155-44CE-A5FF-7647B47D0A7A}"/>
          </ac:spMkLst>
        </pc:spChg>
        <pc:spChg chg="add">
          <ac:chgData name="Mark McGlinchey" userId="6e11bbf3-9dcb-4b8b-b03e-52345dfdf79c" providerId="ADAL" clId="{7FCC384E-6ADA-43C3-A97E-22FE48DE0E44}" dt="2023-01-14T17:41:48.042" v="131" actId="26606"/>
          <ac:spMkLst>
            <pc:docMk/>
            <pc:sldMk cId="3537871976" sldId="289"/>
            <ac:spMk id="18" creationId="{1B15ED52-F352-441B-82BF-E0EA34836D08}"/>
          </ac:spMkLst>
        </pc:spChg>
        <pc:spChg chg="add del">
          <ac:chgData name="Mark McGlinchey" userId="6e11bbf3-9dcb-4b8b-b03e-52345dfdf79c" providerId="ADAL" clId="{7FCC384E-6ADA-43C3-A97E-22FE48DE0E44}" dt="2023-01-14T17:41:30.898" v="126" actId="26606"/>
          <ac:spMkLst>
            <pc:docMk/>
            <pc:sldMk cId="3537871976" sldId="289"/>
            <ac:spMk id="19" creationId="{443F2ACA-E6D6-4028-82DD-F03C262D5DE6}"/>
          </ac:spMkLst>
        </pc:spChg>
        <pc:spChg chg="add">
          <ac:chgData name="Mark McGlinchey" userId="6e11bbf3-9dcb-4b8b-b03e-52345dfdf79c" providerId="ADAL" clId="{7FCC384E-6ADA-43C3-A97E-22FE48DE0E44}" dt="2023-01-14T17:41:48.042" v="131" actId="26606"/>
          <ac:spMkLst>
            <pc:docMk/>
            <pc:sldMk cId="3537871976" sldId="289"/>
            <ac:spMk id="20" creationId="{3B2E3793-BFE6-45A2-9B7B-E18844431C99}"/>
          </ac:spMkLst>
        </pc:spChg>
        <pc:spChg chg="add">
          <ac:chgData name="Mark McGlinchey" userId="6e11bbf3-9dcb-4b8b-b03e-52345dfdf79c" providerId="ADAL" clId="{7FCC384E-6ADA-43C3-A97E-22FE48DE0E44}" dt="2023-01-14T17:41:48.042" v="131" actId="26606"/>
          <ac:spMkLst>
            <pc:docMk/>
            <pc:sldMk cId="3537871976" sldId="289"/>
            <ac:spMk id="21" creationId="{BC4C4868-CB8F-4AF9-9CDB-8108F2C19B67}"/>
          </ac:spMkLst>
        </pc:spChg>
        <pc:spChg chg="add">
          <ac:chgData name="Mark McGlinchey" userId="6e11bbf3-9dcb-4b8b-b03e-52345dfdf79c" providerId="ADAL" clId="{7FCC384E-6ADA-43C3-A97E-22FE48DE0E44}" dt="2023-01-14T17:41:48.042" v="131" actId="26606"/>
          <ac:spMkLst>
            <pc:docMk/>
            <pc:sldMk cId="3537871976" sldId="289"/>
            <ac:spMk id="22" creationId="{375E0459-6403-40CD-989D-56A4407CA12E}"/>
          </ac:spMkLst>
        </pc:spChg>
        <pc:spChg chg="add">
          <ac:chgData name="Mark McGlinchey" userId="6e11bbf3-9dcb-4b8b-b03e-52345dfdf79c" providerId="ADAL" clId="{7FCC384E-6ADA-43C3-A97E-22FE48DE0E44}" dt="2023-01-14T17:41:48.042" v="131" actId="26606"/>
          <ac:spMkLst>
            <pc:docMk/>
            <pc:sldMk cId="3537871976" sldId="289"/>
            <ac:spMk id="23" creationId="{53E5B1A8-3AC9-4BD1-9BBC-78CA94F2D1BA}"/>
          </ac:spMkLst>
        </pc:spChg>
        <pc:spChg chg="add">
          <ac:chgData name="Mark McGlinchey" userId="6e11bbf3-9dcb-4b8b-b03e-52345dfdf79c" providerId="ADAL" clId="{7FCC384E-6ADA-43C3-A97E-22FE48DE0E44}" dt="2023-01-14T17:41:48.042" v="131" actId="26606"/>
          <ac:spMkLst>
            <pc:docMk/>
            <pc:sldMk cId="3537871976" sldId="289"/>
            <ac:spMk id="24" creationId="{18D591D1-35A8-62D6-492A-582E0800479C}"/>
          </ac:spMkLst>
        </pc:spChg>
        <pc:graphicFrameChg chg="add del">
          <ac:chgData name="Mark McGlinchey" userId="6e11bbf3-9dcb-4b8b-b03e-52345dfdf79c" providerId="ADAL" clId="{7FCC384E-6ADA-43C3-A97E-22FE48DE0E44}" dt="2023-01-14T17:41:30.898" v="126" actId="26606"/>
          <ac:graphicFrameMkLst>
            <pc:docMk/>
            <pc:sldMk cId="3537871976" sldId="289"/>
            <ac:graphicFrameMk id="5" creationId="{24F809B2-1300-2B9B-058B-FD06794084D9}"/>
          </ac:graphicFrameMkLst>
        </pc:graphicFrameChg>
        <pc:graphicFrameChg chg="add del">
          <ac:chgData name="Mark McGlinchey" userId="6e11bbf3-9dcb-4b8b-b03e-52345dfdf79c" providerId="ADAL" clId="{7FCC384E-6ADA-43C3-A97E-22FE48DE0E44}" dt="2023-01-14T17:41:48.030" v="130" actId="26606"/>
          <ac:graphicFrameMkLst>
            <pc:docMk/>
            <pc:sldMk cId="3537871976" sldId="289"/>
            <ac:graphicFrameMk id="16" creationId="{8481C828-B8FA-D883-D427-A615676ACED7}"/>
          </ac:graphicFrameMkLst>
        </pc:graphicFrameChg>
      </pc:sldChg>
      <pc:sldChg chg="addSp delSp modSp del mod setBg">
        <pc:chgData name="Mark McGlinchey" userId="6e11bbf3-9dcb-4b8b-b03e-52345dfdf79c" providerId="ADAL" clId="{7FCC384E-6ADA-43C3-A97E-22FE48DE0E44}" dt="2023-01-14T17:53:14.358" v="425" actId="2696"/>
        <pc:sldMkLst>
          <pc:docMk/>
          <pc:sldMk cId="1365606951" sldId="290"/>
        </pc:sldMkLst>
        <pc:spChg chg="mod">
          <ac:chgData name="Mark McGlinchey" userId="6e11bbf3-9dcb-4b8b-b03e-52345dfdf79c" providerId="ADAL" clId="{7FCC384E-6ADA-43C3-A97E-22FE48DE0E44}" dt="2023-01-14T17:41:37.067" v="128" actId="26606"/>
          <ac:spMkLst>
            <pc:docMk/>
            <pc:sldMk cId="1365606951" sldId="290"/>
            <ac:spMk id="2" creationId="{E980317C-0E49-CD7E-EF43-97BCE8BD49DF}"/>
          </ac:spMkLst>
        </pc:spChg>
        <pc:spChg chg="add del mod">
          <ac:chgData name="Mark McGlinchey" userId="6e11bbf3-9dcb-4b8b-b03e-52345dfdf79c" providerId="ADAL" clId="{7FCC384E-6ADA-43C3-A97E-22FE48DE0E44}" dt="2023-01-14T17:41:37.067" v="128" actId="26606"/>
          <ac:spMkLst>
            <pc:docMk/>
            <pc:sldMk cId="1365606951" sldId="290"/>
            <ac:spMk id="3" creationId="{884B2761-CFC2-E7C5-7657-EC1E967C1DBE}"/>
          </ac:spMkLst>
        </pc:spChg>
        <pc:spChg chg="add">
          <ac:chgData name="Mark McGlinchey" userId="6e11bbf3-9dcb-4b8b-b03e-52345dfdf79c" providerId="ADAL" clId="{7FCC384E-6ADA-43C3-A97E-22FE48DE0E44}" dt="2023-01-14T17:41:37.067" v="128" actId="26606"/>
          <ac:spMkLst>
            <pc:docMk/>
            <pc:sldMk cId="1365606951" sldId="290"/>
            <ac:spMk id="8" creationId="{09588DA8-065E-4F6F-8EFD-43104AB2E0CF}"/>
          </ac:spMkLst>
        </pc:spChg>
        <pc:spChg chg="add del">
          <ac:chgData name="Mark McGlinchey" userId="6e11bbf3-9dcb-4b8b-b03e-52345dfdf79c" providerId="ADAL" clId="{7FCC384E-6ADA-43C3-A97E-22FE48DE0E44}" dt="2023-01-14T17:41:31.419" v="127" actId="26606"/>
          <ac:spMkLst>
            <pc:docMk/>
            <pc:sldMk cId="1365606951" sldId="290"/>
            <ac:spMk id="9" creationId="{BACC6370-2D7E-4714-9D71-7542949D7D5D}"/>
          </ac:spMkLst>
        </pc:spChg>
        <pc:spChg chg="add">
          <ac:chgData name="Mark McGlinchey" userId="6e11bbf3-9dcb-4b8b-b03e-52345dfdf79c" providerId="ADAL" clId="{7FCC384E-6ADA-43C3-A97E-22FE48DE0E44}" dt="2023-01-14T17:41:37.067" v="128" actId="26606"/>
          <ac:spMkLst>
            <pc:docMk/>
            <pc:sldMk cId="1365606951" sldId="290"/>
            <ac:spMk id="10" creationId="{C4285719-470E-454C-AF62-8323075F1F5B}"/>
          </ac:spMkLst>
        </pc:spChg>
        <pc:spChg chg="add del">
          <ac:chgData name="Mark McGlinchey" userId="6e11bbf3-9dcb-4b8b-b03e-52345dfdf79c" providerId="ADAL" clId="{7FCC384E-6ADA-43C3-A97E-22FE48DE0E44}" dt="2023-01-14T17:41:31.419" v="127" actId="26606"/>
          <ac:spMkLst>
            <pc:docMk/>
            <pc:sldMk cId="1365606951" sldId="290"/>
            <ac:spMk id="11" creationId="{256B2C21-A230-48C0-8DF1-C46611373C44}"/>
          </ac:spMkLst>
        </pc:spChg>
        <pc:spChg chg="add">
          <ac:chgData name="Mark McGlinchey" userId="6e11bbf3-9dcb-4b8b-b03e-52345dfdf79c" providerId="ADAL" clId="{7FCC384E-6ADA-43C3-A97E-22FE48DE0E44}" dt="2023-01-14T17:41:37.067" v="128" actId="26606"/>
          <ac:spMkLst>
            <pc:docMk/>
            <pc:sldMk cId="1365606951" sldId="290"/>
            <ac:spMk id="12" creationId="{CD9FE4EF-C4D8-49A0-B2FF-81D8DB7D8A24}"/>
          </ac:spMkLst>
        </pc:spChg>
        <pc:spChg chg="add del">
          <ac:chgData name="Mark McGlinchey" userId="6e11bbf3-9dcb-4b8b-b03e-52345dfdf79c" providerId="ADAL" clId="{7FCC384E-6ADA-43C3-A97E-22FE48DE0E44}" dt="2023-01-14T17:41:31.419" v="127" actId="26606"/>
          <ac:spMkLst>
            <pc:docMk/>
            <pc:sldMk cId="1365606951" sldId="290"/>
            <ac:spMk id="13" creationId="{3847E18C-932D-4C95-AABA-FEC7C9499AD7}"/>
          </ac:spMkLst>
        </pc:spChg>
        <pc:spChg chg="add">
          <ac:chgData name="Mark McGlinchey" userId="6e11bbf3-9dcb-4b8b-b03e-52345dfdf79c" providerId="ADAL" clId="{7FCC384E-6ADA-43C3-A97E-22FE48DE0E44}" dt="2023-01-14T17:41:37.067" v="128" actId="26606"/>
          <ac:spMkLst>
            <pc:docMk/>
            <pc:sldMk cId="1365606951" sldId="290"/>
            <ac:spMk id="14" creationId="{4300840D-0A0B-4512-BACA-B439D5B9C57C}"/>
          </ac:spMkLst>
        </pc:spChg>
        <pc:spChg chg="add del">
          <ac:chgData name="Mark McGlinchey" userId="6e11bbf3-9dcb-4b8b-b03e-52345dfdf79c" providerId="ADAL" clId="{7FCC384E-6ADA-43C3-A97E-22FE48DE0E44}" dt="2023-01-14T17:41:31.419" v="127" actId="26606"/>
          <ac:spMkLst>
            <pc:docMk/>
            <pc:sldMk cId="1365606951" sldId="290"/>
            <ac:spMk id="15" creationId="{3150CB11-0C61-439E-910F-5787759E72A0}"/>
          </ac:spMkLst>
        </pc:spChg>
        <pc:spChg chg="add">
          <ac:chgData name="Mark McGlinchey" userId="6e11bbf3-9dcb-4b8b-b03e-52345dfdf79c" providerId="ADAL" clId="{7FCC384E-6ADA-43C3-A97E-22FE48DE0E44}" dt="2023-01-14T17:41:37.067" v="128" actId="26606"/>
          <ac:spMkLst>
            <pc:docMk/>
            <pc:sldMk cId="1365606951" sldId="290"/>
            <ac:spMk id="16" creationId="{D2B78728-A580-49A7-84F9-6EF6F583ADE0}"/>
          </ac:spMkLst>
        </pc:spChg>
        <pc:spChg chg="add del">
          <ac:chgData name="Mark McGlinchey" userId="6e11bbf3-9dcb-4b8b-b03e-52345dfdf79c" providerId="ADAL" clId="{7FCC384E-6ADA-43C3-A97E-22FE48DE0E44}" dt="2023-01-14T17:41:31.419" v="127" actId="26606"/>
          <ac:spMkLst>
            <pc:docMk/>
            <pc:sldMk cId="1365606951" sldId="290"/>
            <ac:spMk id="17" creationId="{43F8A58B-5155-44CE-A5FF-7647B47D0A7A}"/>
          </ac:spMkLst>
        </pc:spChg>
        <pc:spChg chg="add">
          <ac:chgData name="Mark McGlinchey" userId="6e11bbf3-9dcb-4b8b-b03e-52345dfdf79c" providerId="ADAL" clId="{7FCC384E-6ADA-43C3-A97E-22FE48DE0E44}" dt="2023-01-14T17:41:37.067" v="128" actId="26606"/>
          <ac:spMkLst>
            <pc:docMk/>
            <pc:sldMk cId="1365606951" sldId="290"/>
            <ac:spMk id="18" creationId="{38FAA1A1-D861-433F-88FA-1E9D6FD31D11}"/>
          </ac:spMkLst>
        </pc:spChg>
        <pc:spChg chg="add del">
          <ac:chgData name="Mark McGlinchey" userId="6e11bbf3-9dcb-4b8b-b03e-52345dfdf79c" providerId="ADAL" clId="{7FCC384E-6ADA-43C3-A97E-22FE48DE0E44}" dt="2023-01-14T17:41:31.419" v="127" actId="26606"/>
          <ac:spMkLst>
            <pc:docMk/>
            <pc:sldMk cId="1365606951" sldId="290"/>
            <ac:spMk id="19" creationId="{443F2ACA-E6D6-4028-82DD-F03C262D5DE6}"/>
          </ac:spMkLst>
        </pc:spChg>
        <pc:spChg chg="add">
          <ac:chgData name="Mark McGlinchey" userId="6e11bbf3-9dcb-4b8b-b03e-52345dfdf79c" providerId="ADAL" clId="{7FCC384E-6ADA-43C3-A97E-22FE48DE0E44}" dt="2023-01-14T17:41:37.067" v="128" actId="26606"/>
          <ac:spMkLst>
            <pc:docMk/>
            <pc:sldMk cId="1365606951" sldId="290"/>
            <ac:spMk id="20" creationId="{8D71EDA1-87BF-4D5D-AB79-F346FD19278A}"/>
          </ac:spMkLst>
        </pc:spChg>
        <pc:graphicFrameChg chg="add del">
          <ac:chgData name="Mark McGlinchey" userId="6e11bbf3-9dcb-4b8b-b03e-52345dfdf79c" providerId="ADAL" clId="{7FCC384E-6ADA-43C3-A97E-22FE48DE0E44}" dt="2023-01-14T17:41:31.419" v="127" actId="26606"/>
          <ac:graphicFrameMkLst>
            <pc:docMk/>
            <pc:sldMk cId="1365606951" sldId="290"/>
            <ac:graphicFrameMk id="5" creationId="{9667448E-A93B-5FDB-78ED-F26B12D96B7C}"/>
          </ac:graphicFrameMkLst>
        </pc:graphicFrameChg>
        <pc:picChg chg="del">
          <ac:chgData name="Mark McGlinchey" userId="6e11bbf3-9dcb-4b8b-b03e-52345dfdf79c" providerId="ADAL" clId="{7FCC384E-6ADA-43C3-A97E-22FE48DE0E44}" dt="2023-01-14T17:46:47.758" v="159" actId="478"/>
          <ac:picMkLst>
            <pc:docMk/>
            <pc:sldMk cId="1365606951" sldId="290"/>
            <ac:picMk id="4" creationId="{7DC6DA49-EADB-5CD4-2727-67DB8C52BFA0}"/>
          </ac:picMkLst>
        </pc:picChg>
      </pc:sldChg>
      <pc:sldChg chg="addSp modSp mod ord setBg">
        <pc:chgData name="Mark McGlinchey" userId="6e11bbf3-9dcb-4b8b-b03e-52345dfdf79c" providerId="ADAL" clId="{7FCC384E-6ADA-43C3-A97E-22FE48DE0E44}" dt="2023-01-14T17:40:14.546" v="111" actId="26606"/>
        <pc:sldMkLst>
          <pc:docMk/>
          <pc:sldMk cId="657226337" sldId="291"/>
        </pc:sldMkLst>
        <pc:spChg chg="mod">
          <ac:chgData name="Mark McGlinchey" userId="6e11bbf3-9dcb-4b8b-b03e-52345dfdf79c" providerId="ADAL" clId="{7FCC384E-6ADA-43C3-A97E-22FE48DE0E44}" dt="2023-01-14T17:40:14.546" v="111" actId="26606"/>
          <ac:spMkLst>
            <pc:docMk/>
            <pc:sldMk cId="657226337" sldId="291"/>
            <ac:spMk id="2" creationId="{8A4E3037-0A8F-AE29-8C79-0356751E8A61}"/>
          </ac:spMkLst>
        </pc:spChg>
        <pc:spChg chg="mod">
          <ac:chgData name="Mark McGlinchey" userId="6e11bbf3-9dcb-4b8b-b03e-52345dfdf79c" providerId="ADAL" clId="{7FCC384E-6ADA-43C3-A97E-22FE48DE0E44}" dt="2023-01-14T17:40:14.546" v="111" actId="26606"/>
          <ac:spMkLst>
            <pc:docMk/>
            <pc:sldMk cId="657226337" sldId="291"/>
            <ac:spMk id="3" creationId="{057ACCA0-3DAF-511C-A6DD-8526797C3CB2}"/>
          </ac:spMkLst>
        </pc:spChg>
        <pc:spChg chg="add">
          <ac:chgData name="Mark McGlinchey" userId="6e11bbf3-9dcb-4b8b-b03e-52345dfdf79c" providerId="ADAL" clId="{7FCC384E-6ADA-43C3-A97E-22FE48DE0E44}" dt="2023-01-14T17:40:14.546" v="111" actId="26606"/>
          <ac:spMkLst>
            <pc:docMk/>
            <pc:sldMk cId="657226337" sldId="291"/>
            <ac:spMk id="8" creationId="{09588DA8-065E-4F6F-8EFD-43104AB2E0CF}"/>
          </ac:spMkLst>
        </pc:spChg>
        <pc:spChg chg="add">
          <ac:chgData name="Mark McGlinchey" userId="6e11bbf3-9dcb-4b8b-b03e-52345dfdf79c" providerId="ADAL" clId="{7FCC384E-6ADA-43C3-A97E-22FE48DE0E44}" dt="2023-01-14T17:40:14.546" v="111" actId="26606"/>
          <ac:spMkLst>
            <pc:docMk/>
            <pc:sldMk cId="657226337" sldId="291"/>
            <ac:spMk id="10" creationId="{C4285719-470E-454C-AF62-8323075F1F5B}"/>
          </ac:spMkLst>
        </pc:spChg>
        <pc:spChg chg="add">
          <ac:chgData name="Mark McGlinchey" userId="6e11bbf3-9dcb-4b8b-b03e-52345dfdf79c" providerId="ADAL" clId="{7FCC384E-6ADA-43C3-A97E-22FE48DE0E44}" dt="2023-01-14T17:40:14.546" v="111" actId="26606"/>
          <ac:spMkLst>
            <pc:docMk/>
            <pc:sldMk cId="657226337" sldId="291"/>
            <ac:spMk id="12" creationId="{CD9FE4EF-C4D8-49A0-B2FF-81D8DB7D8A24}"/>
          </ac:spMkLst>
        </pc:spChg>
        <pc:spChg chg="add">
          <ac:chgData name="Mark McGlinchey" userId="6e11bbf3-9dcb-4b8b-b03e-52345dfdf79c" providerId="ADAL" clId="{7FCC384E-6ADA-43C3-A97E-22FE48DE0E44}" dt="2023-01-14T17:40:14.546" v="111" actId="26606"/>
          <ac:spMkLst>
            <pc:docMk/>
            <pc:sldMk cId="657226337" sldId="291"/>
            <ac:spMk id="14" creationId="{4300840D-0A0B-4512-BACA-B439D5B9C57C}"/>
          </ac:spMkLst>
        </pc:spChg>
        <pc:spChg chg="add">
          <ac:chgData name="Mark McGlinchey" userId="6e11bbf3-9dcb-4b8b-b03e-52345dfdf79c" providerId="ADAL" clId="{7FCC384E-6ADA-43C3-A97E-22FE48DE0E44}" dt="2023-01-14T17:40:14.546" v="111" actId="26606"/>
          <ac:spMkLst>
            <pc:docMk/>
            <pc:sldMk cId="657226337" sldId="291"/>
            <ac:spMk id="16" creationId="{D2B78728-A580-49A7-84F9-6EF6F583ADE0}"/>
          </ac:spMkLst>
        </pc:spChg>
        <pc:spChg chg="add">
          <ac:chgData name="Mark McGlinchey" userId="6e11bbf3-9dcb-4b8b-b03e-52345dfdf79c" providerId="ADAL" clId="{7FCC384E-6ADA-43C3-A97E-22FE48DE0E44}" dt="2023-01-14T17:40:14.546" v="111" actId="26606"/>
          <ac:spMkLst>
            <pc:docMk/>
            <pc:sldMk cId="657226337" sldId="291"/>
            <ac:spMk id="18" creationId="{38FAA1A1-D861-433F-88FA-1E9D6FD31D11}"/>
          </ac:spMkLst>
        </pc:spChg>
        <pc:spChg chg="add">
          <ac:chgData name="Mark McGlinchey" userId="6e11bbf3-9dcb-4b8b-b03e-52345dfdf79c" providerId="ADAL" clId="{7FCC384E-6ADA-43C3-A97E-22FE48DE0E44}" dt="2023-01-14T17:40:14.546" v="111" actId="26606"/>
          <ac:spMkLst>
            <pc:docMk/>
            <pc:sldMk cId="657226337" sldId="291"/>
            <ac:spMk id="20" creationId="{8D71EDA1-87BF-4D5D-AB79-F346FD19278A}"/>
          </ac:spMkLst>
        </pc:spChg>
      </pc:sldChg>
      <pc:sldChg chg="addSp delSp modSp mod setBg">
        <pc:chgData name="Mark McGlinchey" userId="6e11bbf3-9dcb-4b8b-b03e-52345dfdf79c" providerId="ADAL" clId="{7FCC384E-6ADA-43C3-A97E-22FE48DE0E44}" dt="2023-01-14T17:43:01.481" v="142" actId="26606"/>
        <pc:sldMkLst>
          <pc:docMk/>
          <pc:sldMk cId="3039590940" sldId="292"/>
        </pc:sldMkLst>
        <pc:spChg chg="mod ord">
          <ac:chgData name="Mark McGlinchey" userId="6e11bbf3-9dcb-4b8b-b03e-52345dfdf79c" providerId="ADAL" clId="{7FCC384E-6ADA-43C3-A97E-22FE48DE0E44}" dt="2023-01-14T17:43:01.481" v="142" actId="26606"/>
          <ac:spMkLst>
            <pc:docMk/>
            <pc:sldMk cId="3039590940" sldId="292"/>
            <ac:spMk id="2" creationId="{357990F9-25C8-27BA-00D9-1B28DE3D29E9}"/>
          </ac:spMkLst>
        </pc:spChg>
        <pc:spChg chg="mod ord">
          <ac:chgData name="Mark McGlinchey" userId="6e11bbf3-9dcb-4b8b-b03e-52345dfdf79c" providerId="ADAL" clId="{7FCC384E-6ADA-43C3-A97E-22FE48DE0E44}" dt="2023-01-14T17:43:01.481" v="142" actId="26606"/>
          <ac:spMkLst>
            <pc:docMk/>
            <pc:sldMk cId="3039590940" sldId="292"/>
            <ac:spMk id="3" creationId="{3E6F3FE5-34EF-C535-10E5-3750A66E1F2A}"/>
          </ac:spMkLst>
        </pc:spChg>
        <pc:spChg chg="add del">
          <ac:chgData name="Mark McGlinchey" userId="6e11bbf3-9dcb-4b8b-b03e-52345dfdf79c" providerId="ADAL" clId="{7FCC384E-6ADA-43C3-A97E-22FE48DE0E44}" dt="2023-01-14T17:42:44.635" v="138" actId="26606"/>
          <ac:spMkLst>
            <pc:docMk/>
            <pc:sldMk cId="3039590940" sldId="292"/>
            <ac:spMk id="9" creationId="{3AFE8227-C443-417B-BA91-520EB1EF4559}"/>
          </ac:spMkLst>
        </pc:spChg>
        <pc:spChg chg="add del">
          <ac:chgData name="Mark McGlinchey" userId="6e11bbf3-9dcb-4b8b-b03e-52345dfdf79c" providerId="ADAL" clId="{7FCC384E-6ADA-43C3-A97E-22FE48DE0E44}" dt="2023-01-14T17:42:44.635" v="138" actId="26606"/>
          <ac:spMkLst>
            <pc:docMk/>
            <pc:sldMk cId="3039590940" sldId="292"/>
            <ac:spMk id="11" creationId="{907741FC-B544-4A6E-B831-6789D042333D}"/>
          </ac:spMkLst>
        </pc:spChg>
        <pc:spChg chg="add del">
          <ac:chgData name="Mark McGlinchey" userId="6e11bbf3-9dcb-4b8b-b03e-52345dfdf79c" providerId="ADAL" clId="{7FCC384E-6ADA-43C3-A97E-22FE48DE0E44}" dt="2023-01-14T17:42:44.635" v="138" actId="26606"/>
          <ac:spMkLst>
            <pc:docMk/>
            <pc:sldMk cId="3039590940" sldId="292"/>
            <ac:spMk id="13" creationId="{3F0BE7ED-7814-4273-B18A-F26CC0380380}"/>
          </ac:spMkLst>
        </pc:spChg>
        <pc:spChg chg="add del">
          <ac:chgData name="Mark McGlinchey" userId="6e11bbf3-9dcb-4b8b-b03e-52345dfdf79c" providerId="ADAL" clId="{7FCC384E-6ADA-43C3-A97E-22FE48DE0E44}" dt="2023-01-14T17:42:41.742" v="135" actId="26606"/>
          <ac:spMkLst>
            <pc:docMk/>
            <pc:sldMk cId="3039590940" sldId="292"/>
            <ac:spMk id="18" creationId="{2E17E911-875F-4DE5-8699-99D9F1805A5D}"/>
          </ac:spMkLst>
        </pc:spChg>
        <pc:spChg chg="add del">
          <ac:chgData name="Mark McGlinchey" userId="6e11bbf3-9dcb-4b8b-b03e-52345dfdf79c" providerId="ADAL" clId="{7FCC384E-6ADA-43C3-A97E-22FE48DE0E44}" dt="2023-01-14T17:42:41.742" v="135" actId="26606"/>
          <ac:spMkLst>
            <pc:docMk/>
            <pc:sldMk cId="3039590940" sldId="292"/>
            <ac:spMk id="20" creationId="{CD9FE4EF-C4D8-49A0-B2FF-81D8DB7D8A24}"/>
          </ac:spMkLst>
        </pc:spChg>
        <pc:spChg chg="add del">
          <ac:chgData name="Mark McGlinchey" userId="6e11bbf3-9dcb-4b8b-b03e-52345dfdf79c" providerId="ADAL" clId="{7FCC384E-6ADA-43C3-A97E-22FE48DE0E44}" dt="2023-01-14T17:42:41.742" v="135" actId="26606"/>
          <ac:spMkLst>
            <pc:docMk/>
            <pc:sldMk cId="3039590940" sldId="292"/>
            <ac:spMk id="22" creationId="{4300840D-0A0B-4512-BACA-B439D5B9C57C}"/>
          </ac:spMkLst>
        </pc:spChg>
        <pc:spChg chg="add del">
          <ac:chgData name="Mark McGlinchey" userId="6e11bbf3-9dcb-4b8b-b03e-52345dfdf79c" providerId="ADAL" clId="{7FCC384E-6ADA-43C3-A97E-22FE48DE0E44}" dt="2023-01-14T17:42:41.742" v="135" actId="26606"/>
          <ac:spMkLst>
            <pc:docMk/>
            <pc:sldMk cId="3039590940" sldId="292"/>
            <ac:spMk id="24" creationId="{D2B78728-A580-49A7-84F9-6EF6F583ADE0}"/>
          </ac:spMkLst>
        </pc:spChg>
        <pc:spChg chg="add del">
          <ac:chgData name="Mark McGlinchey" userId="6e11bbf3-9dcb-4b8b-b03e-52345dfdf79c" providerId="ADAL" clId="{7FCC384E-6ADA-43C3-A97E-22FE48DE0E44}" dt="2023-01-14T17:42:41.742" v="135" actId="26606"/>
          <ac:spMkLst>
            <pc:docMk/>
            <pc:sldMk cId="3039590940" sldId="292"/>
            <ac:spMk id="26" creationId="{38FAA1A1-D861-433F-88FA-1E9D6FD31D11}"/>
          </ac:spMkLst>
        </pc:spChg>
        <pc:spChg chg="add del">
          <ac:chgData name="Mark McGlinchey" userId="6e11bbf3-9dcb-4b8b-b03e-52345dfdf79c" providerId="ADAL" clId="{7FCC384E-6ADA-43C3-A97E-22FE48DE0E44}" dt="2023-01-14T17:42:41.742" v="135" actId="26606"/>
          <ac:spMkLst>
            <pc:docMk/>
            <pc:sldMk cId="3039590940" sldId="292"/>
            <ac:spMk id="28" creationId="{8D71EDA1-87BF-4D5D-AB79-F346FD19278A}"/>
          </ac:spMkLst>
        </pc:spChg>
        <pc:spChg chg="add del">
          <ac:chgData name="Mark McGlinchey" userId="6e11bbf3-9dcb-4b8b-b03e-52345dfdf79c" providerId="ADAL" clId="{7FCC384E-6ADA-43C3-A97E-22FE48DE0E44}" dt="2023-01-14T17:42:44.629" v="137" actId="26606"/>
          <ac:spMkLst>
            <pc:docMk/>
            <pc:sldMk cId="3039590940" sldId="292"/>
            <ac:spMk id="30" creationId="{3AFE8227-C443-417B-BA91-520EB1EF4559}"/>
          </ac:spMkLst>
        </pc:spChg>
        <pc:spChg chg="add del">
          <ac:chgData name="Mark McGlinchey" userId="6e11bbf3-9dcb-4b8b-b03e-52345dfdf79c" providerId="ADAL" clId="{7FCC384E-6ADA-43C3-A97E-22FE48DE0E44}" dt="2023-01-14T17:42:44.629" v="137" actId="26606"/>
          <ac:spMkLst>
            <pc:docMk/>
            <pc:sldMk cId="3039590940" sldId="292"/>
            <ac:spMk id="31" creationId="{907741FC-B544-4A6E-B831-6789D042333D}"/>
          </ac:spMkLst>
        </pc:spChg>
        <pc:spChg chg="add del">
          <ac:chgData name="Mark McGlinchey" userId="6e11bbf3-9dcb-4b8b-b03e-52345dfdf79c" providerId="ADAL" clId="{7FCC384E-6ADA-43C3-A97E-22FE48DE0E44}" dt="2023-01-14T17:42:44.629" v="137" actId="26606"/>
          <ac:spMkLst>
            <pc:docMk/>
            <pc:sldMk cId="3039590940" sldId="292"/>
            <ac:spMk id="32" creationId="{3F0BE7ED-7814-4273-B18A-F26CC0380380}"/>
          </ac:spMkLst>
        </pc:spChg>
        <pc:spChg chg="add del">
          <ac:chgData name="Mark McGlinchey" userId="6e11bbf3-9dcb-4b8b-b03e-52345dfdf79c" providerId="ADAL" clId="{7FCC384E-6ADA-43C3-A97E-22FE48DE0E44}" dt="2023-01-14T17:43:01.481" v="142" actId="26606"/>
          <ac:spMkLst>
            <pc:docMk/>
            <pc:sldMk cId="3039590940" sldId="292"/>
            <ac:spMk id="34" creationId="{04812C46-200A-4DEB-A05E-3ED6C68C2387}"/>
          </ac:spMkLst>
        </pc:spChg>
        <pc:spChg chg="add del">
          <ac:chgData name="Mark McGlinchey" userId="6e11bbf3-9dcb-4b8b-b03e-52345dfdf79c" providerId="ADAL" clId="{7FCC384E-6ADA-43C3-A97E-22FE48DE0E44}" dt="2023-01-14T17:43:01.481" v="142" actId="26606"/>
          <ac:spMkLst>
            <pc:docMk/>
            <pc:sldMk cId="3039590940" sldId="292"/>
            <ac:spMk id="35" creationId="{D1EA859B-E555-4109-94F3-6700E046E008}"/>
          </ac:spMkLst>
        </pc:spChg>
        <pc:spChg chg="add">
          <ac:chgData name="Mark McGlinchey" userId="6e11bbf3-9dcb-4b8b-b03e-52345dfdf79c" providerId="ADAL" clId="{7FCC384E-6ADA-43C3-A97E-22FE48DE0E44}" dt="2023-01-14T17:43:01.481" v="142" actId="26606"/>
          <ac:spMkLst>
            <pc:docMk/>
            <pc:sldMk cId="3039590940" sldId="292"/>
            <ac:spMk id="40" creationId="{3AFE8227-C443-417B-BA91-520EB1EF4559}"/>
          </ac:spMkLst>
        </pc:spChg>
        <pc:spChg chg="add">
          <ac:chgData name="Mark McGlinchey" userId="6e11bbf3-9dcb-4b8b-b03e-52345dfdf79c" providerId="ADAL" clId="{7FCC384E-6ADA-43C3-A97E-22FE48DE0E44}" dt="2023-01-14T17:43:01.481" v="142" actId="26606"/>
          <ac:spMkLst>
            <pc:docMk/>
            <pc:sldMk cId="3039590940" sldId="292"/>
            <ac:spMk id="42" creationId="{907741FC-B544-4A6E-B831-6789D042333D}"/>
          </ac:spMkLst>
        </pc:spChg>
        <pc:spChg chg="add">
          <ac:chgData name="Mark McGlinchey" userId="6e11bbf3-9dcb-4b8b-b03e-52345dfdf79c" providerId="ADAL" clId="{7FCC384E-6ADA-43C3-A97E-22FE48DE0E44}" dt="2023-01-14T17:43:01.481" v="142" actId="26606"/>
          <ac:spMkLst>
            <pc:docMk/>
            <pc:sldMk cId="3039590940" sldId="292"/>
            <ac:spMk id="44" creationId="{3F0BE7ED-7814-4273-B18A-F26CC0380380}"/>
          </ac:spMkLst>
        </pc:spChg>
        <pc:picChg chg="add mod ord">
          <ac:chgData name="Mark McGlinchey" userId="6e11bbf3-9dcb-4b8b-b03e-52345dfdf79c" providerId="ADAL" clId="{7FCC384E-6ADA-43C3-A97E-22FE48DE0E44}" dt="2023-01-14T17:43:01.481" v="142" actId="26606"/>
          <ac:picMkLst>
            <pc:docMk/>
            <pc:sldMk cId="3039590940" sldId="292"/>
            <ac:picMk id="4" creationId="{49F69C4B-AC0A-1E1F-3CCB-E18F1E9058D0}"/>
          </ac:picMkLst>
        </pc:picChg>
      </pc:sldChg>
      <pc:sldChg chg="addSp modSp mod setBg">
        <pc:chgData name="Mark McGlinchey" userId="6e11bbf3-9dcb-4b8b-b03e-52345dfdf79c" providerId="ADAL" clId="{7FCC384E-6ADA-43C3-A97E-22FE48DE0E44}" dt="2023-01-14T17:39:38.035" v="108" actId="26606"/>
        <pc:sldMkLst>
          <pc:docMk/>
          <pc:sldMk cId="4284428868" sldId="293"/>
        </pc:sldMkLst>
        <pc:spChg chg="mod">
          <ac:chgData name="Mark McGlinchey" userId="6e11bbf3-9dcb-4b8b-b03e-52345dfdf79c" providerId="ADAL" clId="{7FCC384E-6ADA-43C3-A97E-22FE48DE0E44}" dt="2023-01-14T17:39:38.035" v="108" actId="26606"/>
          <ac:spMkLst>
            <pc:docMk/>
            <pc:sldMk cId="4284428868" sldId="293"/>
            <ac:spMk id="2" creationId="{F36047D1-F0AB-7837-985F-763B24E06750}"/>
          </ac:spMkLst>
        </pc:spChg>
        <pc:spChg chg="mod">
          <ac:chgData name="Mark McGlinchey" userId="6e11bbf3-9dcb-4b8b-b03e-52345dfdf79c" providerId="ADAL" clId="{7FCC384E-6ADA-43C3-A97E-22FE48DE0E44}" dt="2023-01-14T17:39:38.035" v="108" actId="26606"/>
          <ac:spMkLst>
            <pc:docMk/>
            <pc:sldMk cId="4284428868" sldId="293"/>
            <ac:spMk id="3" creationId="{0A8E2949-E500-C05C-B8B2-4015A9F6CB07}"/>
          </ac:spMkLst>
        </pc:spChg>
        <pc:spChg chg="add">
          <ac:chgData name="Mark McGlinchey" userId="6e11bbf3-9dcb-4b8b-b03e-52345dfdf79c" providerId="ADAL" clId="{7FCC384E-6ADA-43C3-A97E-22FE48DE0E44}" dt="2023-01-14T17:39:38.035" v="108" actId="26606"/>
          <ac:spMkLst>
            <pc:docMk/>
            <pc:sldMk cId="4284428868" sldId="293"/>
            <ac:spMk id="8" creationId="{09588DA8-065E-4F6F-8EFD-43104AB2E0CF}"/>
          </ac:spMkLst>
        </pc:spChg>
        <pc:spChg chg="add">
          <ac:chgData name="Mark McGlinchey" userId="6e11bbf3-9dcb-4b8b-b03e-52345dfdf79c" providerId="ADAL" clId="{7FCC384E-6ADA-43C3-A97E-22FE48DE0E44}" dt="2023-01-14T17:39:38.035" v="108" actId="26606"/>
          <ac:spMkLst>
            <pc:docMk/>
            <pc:sldMk cId="4284428868" sldId="293"/>
            <ac:spMk id="10" creationId="{C4285719-470E-454C-AF62-8323075F1F5B}"/>
          </ac:spMkLst>
        </pc:spChg>
        <pc:spChg chg="add">
          <ac:chgData name="Mark McGlinchey" userId="6e11bbf3-9dcb-4b8b-b03e-52345dfdf79c" providerId="ADAL" clId="{7FCC384E-6ADA-43C3-A97E-22FE48DE0E44}" dt="2023-01-14T17:39:38.035" v="108" actId="26606"/>
          <ac:spMkLst>
            <pc:docMk/>
            <pc:sldMk cId="4284428868" sldId="293"/>
            <ac:spMk id="12" creationId="{CD9FE4EF-C4D8-49A0-B2FF-81D8DB7D8A24}"/>
          </ac:spMkLst>
        </pc:spChg>
        <pc:spChg chg="add">
          <ac:chgData name="Mark McGlinchey" userId="6e11bbf3-9dcb-4b8b-b03e-52345dfdf79c" providerId="ADAL" clId="{7FCC384E-6ADA-43C3-A97E-22FE48DE0E44}" dt="2023-01-14T17:39:38.035" v="108" actId="26606"/>
          <ac:spMkLst>
            <pc:docMk/>
            <pc:sldMk cId="4284428868" sldId="293"/>
            <ac:spMk id="14" creationId="{4300840D-0A0B-4512-BACA-B439D5B9C57C}"/>
          </ac:spMkLst>
        </pc:spChg>
        <pc:spChg chg="add">
          <ac:chgData name="Mark McGlinchey" userId="6e11bbf3-9dcb-4b8b-b03e-52345dfdf79c" providerId="ADAL" clId="{7FCC384E-6ADA-43C3-A97E-22FE48DE0E44}" dt="2023-01-14T17:39:38.035" v="108" actId="26606"/>
          <ac:spMkLst>
            <pc:docMk/>
            <pc:sldMk cId="4284428868" sldId="293"/>
            <ac:spMk id="16" creationId="{D2B78728-A580-49A7-84F9-6EF6F583ADE0}"/>
          </ac:spMkLst>
        </pc:spChg>
        <pc:spChg chg="add">
          <ac:chgData name="Mark McGlinchey" userId="6e11bbf3-9dcb-4b8b-b03e-52345dfdf79c" providerId="ADAL" clId="{7FCC384E-6ADA-43C3-A97E-22FE48DE0E44}" dt="2023-01-14T17:39:38.035" v="108" actId="26606"/>
          <ac:spMkLst>
            <pc:docMk/>
            <pc:sldMk cId="4284428868" sldId="293"/>
            <ac:spMk id="18" creationId="{38FAA1A1-D861-433F-88FA-1E9D6FD31D11}"/>
          </ac:spMkLst>
        </pc:spChg>
        <pc:spChg chg="add">
          <ac:chgData name="Mark McGlinchey" userId="6e11bbf3-9dcb-4b8b-b03e-52345dfdf79c" providerId="ADAL" clId="{7FCC384E-6ADA-43C3-A97E-22FE48DE0E44}" dt="2023-01-14T17:39:38.035" v="108" actId="26606"/>
          <ac:spMkLst>
            <pc:docMk/>
            <pc:sldMk cId="4284428868" sldId="293"/>
            <ac:spMk id="20" creationId="{8D71EDA1-87BF-4D5D-AB79-F346FD19278A}"/>
          </ac:spMkLst>
        </pc:spChg>
      </pc:sldChg>
      <pc:sldChg chg="addSp delSp modSp mod setBg">
        <pc:chgData name="Mark McGlinchey" userId="6e11bbf3-9dcb-4b8b-b03e-52345dfdf79c" providerId="ADAL" clId="{7FCC384E-6ADA-43C3-A97E-22FE48DE0E44}" dt="2023-01-14T17:44:00.622" v="153" actId="1076"/>
        <pc:sldMkLst>
          <pc:docMk/>
          <pc:sldMk cId="4210164021" sldId="294"/>
        </pc:sldMkLst>
        <pc:spChg chg="mod">
          <ac:chgData name="Mark McGlinchey" userId="6e11bbf3-9dcb-4b8b-b03e-52345dfdf79c" providerId="ADAL" clId="{7FCC384E-6ADA-43C3-A97E-22FE48DE0E44}" dt="2023-01-14T17:44:00.622" v="153" actId="1076"/>
          <ac:spMkLst>
            <pc:docMk/>
            <pc:sldMk cId="4210164021" sldId="294"/>
            <ac:spMk id="2" creationId="{9F0B81D2-6745-BD46-7F88-D7820C07D17F}"/>
          </ac:spMkLst>
        </pc:spChg>
        <pc:spChg chg="mod">
          <ac:chgData name="Mark McGlinchey" userId="6e11bbf3-9dcb-4b8b-b03e-52345dfdf79c" providerId="ADAL" clId="{7FCC384E-6ADA-43C3-A97E-22FE48DE0E44}" dt="2023-01-14T17:43:33.846" v="147" actId="14100"/>
          <ac:spMkLst>
            <pc:docMk/>
            <pc:sldMk cId="4210164021" sldId="294"/>
            <ac:spMk id="3" creationId="{A842D924-AAAA-7A15-B387-696DF03AB875}"/>
          </ac:spMkLst>
        </pc:spChg>
        <pc:spChg chg="add del">
          <ac:chgData name="Mark McGlinchey" userId="6e11bbf3-9dcb-4b8b-b03e-52345dfdf79c" providerId="ADAL" clId="{7FCC384E-6ADA-43C3-A97E-22FE48DE0E44}" dt="2023-01-14T17:40:58.728" v="116" actId="26606"/>
          <ac:spMkLst>
            <pc:docMk/>
            <pc:sldMk cId="4210164021" sldId="294"/>
            <ac:spMk id="11" creationId="{C4285719-470E-454C-AF62-8323075F1F5B}"/>
          </ac:spMkLst>
        </pc:spChg>
        <pc:spChg chg="add del">
          <ac:chgData name="Mark McGlinchey" userId="6e11bbf3-9dcb-4b8b-b03e-52345dfdf79c" providerId="ADAL" clId="{7FCC384E-6ADA-43C3-A97E-22FE48DE0E44}" dt="2023-01-14T17:40:58.728" v="116" actId="26606"/>
          <ac:spMkLst>
            <pc:docMk/>
            <pc:sldMk cId="4210164021" sldId="294"/>
            <ac:spMk id="13" creationId="{CD9FE4EF-C4D8-49A0-B2FF-81D8DB7D8A24}"/>
          </ac:spMkLst>
        </pc:spChg>
        <pc:spChg chg="add del">
          <ac:chgData name="Mark McGlinchey" userId="6e11bbf3-9dcb-4b8b-b03e-52345dfdf79c" providerId="ADAL" clId="{7FCC384E-6ADA-43C3-A97E-22FE48DE0E44}" dt="2023-01-14T17:40:58.728" v="116" actId="26606"/>
          <ac:spMkLst>
            <pc:docMk/>
            <pc:sldMk cId="4210164021" sldId="294"/>
            <ac:spMk id="15" creationId="{4300840D-0A0B-4512-BACA-B439D5B9C57C}"/>
          </ac:spMkLst>
        </pc:spChg>
        <pc:spChg chg="add del">
          <ac:chgData name="Mark McGlinchey" userId="6e11bbf3-9dcb-4b8b-b03e-52345dfdf79c" providerId="ADAL" clId="{7FCC384E-6ADA-43C3-A97E-22FE48DE0E44}" dt="2023-01-14T17:40:58.728" v="116" actId="26606"/>
          <ac:spMkLst>
            <pc:docMk/>
            <pc:sldMk cId="4210164021" sldId="294"/>
            <ac:spMk id="17" creationId="{D2B78728-A580-49A7-84F9-6EF6F583ADE0}"/>
          </ac:spMkLst>
        </pc:spChg>
        <pc:spChg chg="add del">
          <ac:chgData name="Mark McGlinchey" userId="6e11bbf3-9dcb-4b8b-b03e-52345dfdf79c" providerId="ADAL" clId="{7FCC384E-6ADA-43C3-A97E-22FE48DE0E44}" dt="2023-01-14T17:40:58.728" v="116" actId="26606"/>
          <ac:spMkLst>
            <pc:docMk/>
            <pc:sldMk cId="4210164021" sldId="294"/>
            <ac:spMk id="19" creationId="{38FAA1A1-D861-433F-88FA-1E9D6FD31D11}"/>
          </ac:spMkLst>
        </pc:spChg>
        <pc:spChg chg="add del">
          <ac:chgData name="Mark McGlinchey" userId="6e11bbf3-9dcb-4b8b-b03e-52345dfdf79c" providerId="ADAL" clId="{7FCC384E-6ADA-43C3-A97E-22FE48DE0E44}" dt="2023-01-14T17:40:58.728" v="116" actId="26606"/>
          <ac:spMkLst>
            <pc:docMk/>
            <pc:sldMk cId="4210164021" sldId="294"/>
            <ac:spMk id="21" creationId="{8D71EDA1-87BF-4D5D-AB79-F346FD19278A}"/>
          </ac:spMkLst>
        </pc:spChg>
        <pc:spChg chg="add del">
          <ac:chgData name="Mark McGlinchey" userId="6e11bbf3-9dcb-4b8b-b03e-52345dfdf79c" providerId="ADAL" clId="{7FCC384E-6ADA-43C3-A97E-22FE48DE0E44}" dt="2023-01-14T17:41:00.041" v="118" actId="26606"/>
          <ac:spMkLst>
            <pc:docMk/>
            <pc:sldMk cId="4210164021" sldId="294"/>
            <ac:spMk id="23" creationId="{2E17E911-875F-4DE5-8699-99D9F1805A5D}"/>
          </ac:spMkLst>
        </pc:spChg>
        <pc:spChg chg="add del">
          <ac:chgData name="Mark McGlinchey" userId="6e11bbf3-9dcb-4b8b-b03e-52345dfdf79c" providerId="ADAL" clId="{7FCC384E-6ADA-43C3-A97E-22FE48DE0E44}" dt="2023-01-14T17:41:00.041" v="118" actId="26606"/>
          <ac:spMkLst>
            <pc:docMk/>
            <pc:sldMk cId="4210164021" sldId="294"/>
            <ac:spMk id="24" creationId="{CD9FE4EF-C4D8-49A0-B2FF-81D8DB7D8A24}"/>
          </ac:spMkLst>
        </pc:spChg>
        <pc:spChg chg="add del">
          <ac:chgData name="Mark McGlinchey" userId="6e11bbf3-9dcb-4b8b-b03e-52345dfdf79c" providerId="ADAL" clId="{7FCC384E-6ADA-43C3-A97E-22FE48DE0E44}" dt="2023-01-14T17:41:00.041" v="118" actId="26606"/>
          <ac:spMkLst>
            <pc:docMk/>
            <pc:sldMk cId="4210164021" sldId="294"/>
            <ac:spMk id="25" creationId="{4300840D-0A0B-4512-BACA-B439D5B9C57C}"/>
          </ac:spMkLst>
        </pc:spChg>
        <pc:spChg chg="add del">
          <ac:chgData name="Mark McGlinchey" userId="6e11bbf3-9dcb-4b8b-b03e-52345dfdf79c" providerId="ADAL" clId="{7FCC384E-6ADA-43C3-A97E-22FE48DE0E44}" dt="2023-01-14T17:41:00.041" v="118" actId="26606"/>
          <ac:spMkLst>
            <pc:docMk/>
            <pc:sldMk cId="4210164021" sldId="294"/>
            <ac:spMk id="26" creationId="{D2B78728-A580-49A7-84F9-6EF6F583ADE0}"/>
          </ac:spMkLst>
        </pc:spChg>
        <pc:spChg chg="add del">
          <ac:chgData name="Mark McGlinchey" userId="6e11bbf3-9dcb-4b8b-b03e-52345dfdf79c" providerId="ADAL" clId="{7FCC384E-6ADA-43C3-A97E-22FE48DE0E44}" dt="2023-01-14T17:41:00.041" v="118" actId="26606"/>
          <ac:spMkLst>
            <pc:docMk/>
            <pc:sldMk cId="4210164021" sldId="294"/>
            <ac:spMk id="27" creationId="{38FAA1A1-D861-433F-88FA-1E9D6FD31D11}"/>
          </ac:spMkLst>
        </pc:spChg>
        <pc:spChg chg="add del">
          <ac:chgData name="Mark McGlinchey" userId="6e11bbf3-9dcb-4b8b-b03e-52345dfdf79c" providerId="ADAL" clId="{7FCC384E-6ADA-43C3-A97E-22FE48DE0E44}" dt="2023-01-14T17:41:00.041" v="118" actId="26606"/>
          <ac:spMkLst>
            <pc:docMk/>
            <pc:sldMk cId="4210164021" sldId="294"/>
            <ac:spMk id="28" creationId="{8D71EDA1-87BF-4D5D-AB79-F346FD19278A}"/>
          </ac:spMkLst>
        </pc:spChg>
        <pc:spChg chg="add del">
          <ac:chgData name="Mark McGlinchey" userId="6e11bbf3-9dcb-4b8b-b03e-52345dfdf79c" providerId="ADAL" clId="{7FCC384E-6ADA-43C3-A97E-22FE48DE0E44}" dt="2023-01-14T17:41:01.304" v="120" actId="26606"/>
          <ac:spMkLst>
            <pc:docMk/>
            <pc:sldMk cId="4210164021" sldId="294"/>
            <ac:spMk id="30" creationId="{C4285719-470E-454C-AF62-8323075F1F5B}"/>
          </ac:spMkLst>
        </pc:spChg>
        <pc:spChg chg="add del">
          <ac:chgData name="Mark McGlinchey" userId="6e11bbf3-9dcb-4b8b-b03e-52345dfdf79c" providerId="ADAL" clId="{7FCC384E-6ADA-43C3-A97E-22FE48DE0E44}" dt="2023-01-14T17:41:01.304" v="120" actId="26606"/>
          <ac:spMkLst>
            <pc:docMk/>
            <pc:sldMk cId="4210164021" sldId="294"/>
            <ac:spMk id="31" creationId="{CD9FE4EF-C4D8-49A0-B2FF-81D8DB7D8A24}"/>
          </ac:spMkLst>
        </pc:spChg>
        <pc:spChg chg="add del">
          <ac:chgData name="Mark McGlinchey" userId="6e11bbf3-9dcb-4b8b-b03e-52345dfdf79c" providerId="ADAL" clId="{7FCC384E-6ADA-43C3-A97E-22FE48DE0E44}" dt="2023-01-14T17:41:01.304" v="120" actId="26606"/>
          <ac:spMkLst>
            <pc:docMk/>
            <pc:sldMk cId="4210164021" sldId="294"/>
            <ac:spMk id="32" creationId="{4300840D-0A0B-4512-BACA-B439D5B9C57C}"/>
          </ac:spMkLst>
        </pc:spChg>
        <pc:spChg chg="add del">
          <ac:chgData name="Mark McGlinchey" userId="6e11bbf3-9dcb-4b8b-b03e-52345dfdf79c" providerId="ADAL" clId="{7FCC384E-6ADA-43C3-A97E-22FE48DE0E44}" dt="2023-01-14T17:41:01.304" v="120" actId="26606"/>
          <ac:spMkLst>
            <pc:docMk/>
            <pc:sldMk cId="4210164021" sldId="294"/>
            <ac:spMk id="33" creationId="{D2B78728-A580-49A7-84F9-6EF6F583ADE0}"/>
          </ac:spMkLst>
        </pc:spChg>
        <pc:spChg chg="add del">
          <ac:chgData name="Mark McGlinchey" userId="6e11bbf3-9dcb-4b8b-b03e-52345dfdf79c" providerId="ADAL" clId="{7FCC384E-6ADA-43C3-A97E-22FE48DE0E44}" dt="2023-01-14T17:41:01.304" v="120" actId="26606"/>
          <ac:spMkLst>
            <pc:docMk/>
            <pc:sldMk cId="4210164021" sldId="294"/>
            <ac:spMk id="34" creationId="{38FAA1A1-D861-433F-88FA-1E9D6FD31D11}"/>
          </ac:spMkLst>
        </pc:spChg>
        <pc:spChg chg="add del">
          <ac:chgData name="Mark McGlinchey" userId="6e11bbf3-9dcb-4b8b-b03e-52345dfdf79c" providerId="ADAL" clId="{7FCC384E-6ADA-43C3-A97E-22FE48DE0E44}" dt="2023-01-14T17:41:01.304" v="120" actId="26606"/>
          <ac:spMkLst>
            <pc:docMk/>
            <pc:sldMk cId="4210164021" sldId="294"/>
            <ac:spMk id="35" creationId="{8D71EDA1-87BF-4D5D-AB79-F346FD19278A}"/>
          </ac:spMkLst>
        </pc:spChg>
        <pc:spChg chg="add del">
          <ac:chgData name="Mark McGlinchey" userId="6e11bbf3-9dcb-4b8b-b03e-52345dfdf79c" providerId="ADAL" clId="{7FCC384E-6ADA-43C3-A97E-22FE48DE0E44}" dt="2023-01-14T17:41:02.825" v="122" actId="26606"/>
          <ac:spMkLst>
            <pc:docMk/>
            <pc:sldMk cId="4210164021" sldId="294"/>
            <ac:spMk id="37" creationId="{2E17E911-875F-4DE5-8699-99D9F1805A5D}"/>
          </ac:spMkLst>
        </pc:spChg>
        <pc:spChg chg="add del">
          <ac:chgData name="Mark McGlinchey" userId="6e11bbf3-9dcb-4b8b-b03e-52345dfdf79c" providerId="ADAL" clId="{7FCC384E-6ADA-43C3-A97E-22FE48DE0E44}" dt="2023-01-14T17:41:02.825" v="122" actId="26606"/>
          <ac:spMkLst>
            <pc:docMk/>
            <pc:sldMk cId="4210164021" sldId="294"/>
            <ac:spMk id="38" creationId="{CD9FE4EF-C4D8-49A0-B2FF-81D8DB7D8A24}"/>
          </ac:spMkLst>
        </pc:spChg>
        <pc:spChg chg="add del">
          <ac:chgData name="Mark McGlinchey" userId="6e11bbf3-9dcb-4b8b-b03e-52345dfdf79c" providerId="ADAL" clId="{7FCC384E-6ADA-43C3-A97E-22FE48DE0E44}" dt="2023-01-14T17:41:02.825" v="122" actId="26606"/>
          <ac:spMkLst>
            <pc:docMk/>
            <pc:sldMk cId="4210164021" sldId="294"/>
            <ac:spMk id="39" creationId="{4300840D-0A0B-4512-BACA-B439D5B9C57C}"/>
          </ac:spMkLst>
        </pc:spChg>
        <pc:spChg chg="add del">
          <ac:chgData name="Mark McGlinchey" userId="6e11bbf3-9dcb-4b8b-b03e-52345dfdf79c" providerId="ADAL" clId="{7FCC384E-6ADA-43C3-A97E-22FE48DE0E44}" dt="2023-01-14T17:41:02.825" v="122" actId="26606"/>
          <ac:spMkLst>
            <pc:docMk/>
            <pc:sldMk cId="4210164021" sldId="294"/>
            <ac:spMk id="40" creationId="{D2B78728-A580-49A7-84F9-6EF6F583ADE0}"/>
          </ac:spMkLst>
        </pc:spChg>
        <pc:spChg chg="add del">
          <ac:chgData name="Mark McGlinchey" userId="6e11bbf3-9dcb-4b8b-b03e-52345dfdf79c" providerId="ADAL" clId="{7FCC384E-6ADA-43C3-A97E-22FE48DE0E44}" dt="2023-01-14T17:41:02.825" v="122" actId="26606"/>
          <ac:spMkLst>
            <pc:docMk/>
            <pc:sldMk cId="4210164021" sldId="294"/>
            <ac:spMk id="41" creationId="{38FAA1A1-D861-433F-88FA-1E9D6FD31D11}"/>
          </ac:spMkLst>
        </pc:spChg>
        <pc:spChg chg="add del">
          <ac:chgData name="Mark McGlinchey" userId="6e11bbf3-9dcb-4b8b-b03e-52345dfdf79c" providerId="ADAL" clId="{7FCC384E-6ADA-43C3-A97E-22FE48DE0E44}" dt="2023-01-14T17:41:02.825" v="122" actId="26606"/>
          <ac:spMkLst>
            <pc:docMk/>
            <pc:sldMk cId="4210164021" sldId="294"/>
            <ac:spMk id="42" creationId="{8D71EDA1-87BF-4D5D-AB79-F346FD19278A}"/>
          </ac:spMkLst>
        </pc:spChg>
        <pc:spChg chg="add">
          <ac:chgData name="Mark McGlinchey" userId="6e11bbf3-9dcb-4b8b-b03e-52345dfdf79c" providerId="ADAL" clId="{7FCC384E-6ADA-43C3-A97E-22FE48DE0E44}" dt="2023-01-14T17:41:02.838" v="123" actId="26606"/>
          <ac:spMkLst>
            <pc:docMk/>
            <pc:sldMk cId="4210164021" sldId="294"/>
            <ac:spMk id="44" creationId="{C4285719-470E-454C-AF62-8323075F1F5B}"/>
          </ac:spMkLst>
        </pc:spChg>
        <pc:spChg chg="add">
          <ac:chgData name="Mark McGlinchey" userId="6e11bbf3-9dcb-4b8b-b03e-52345dfdf79c" providerId="ADAL" clId="{7FCC384E-6ADA-43C3-A97E-22FE48DE0E44}" dt="2023-01-14T17:41:02.838" v="123" actId="26606"/>
          <ac:spMkLst>
            <pc:docMk/>
            <pc:sldMk cId="4210164021" sldId="294"/>
            <ac:spMk id="45" creationId="{CD9FE4EF-C4D8-49A0-B2FF-81D8DB7D8A24}"/>
          </ac:spMkLst>
        </pc:spChg>
        <pc:spChg chg="add">
          <ac:chgData name="Mark McGlinchey" userId="6e11bbf3-9dcb-4b8b-b03e-52345dfdf79c" providerId="ADAL" clId="{7FCC384E-6ADA-43C3-A97E-22FE48DE0E44}" dt="2023-01-14T17:41:02.838" v="123" actId="26606"/>
          <ac:spMkLst>
            <pc:docMk/>
            <pc:sldMk cId="4210164021" sldId="294"/>
            <ac:spMk id="46" creationId="{4300840D-0A0B-4512-BACA-B439D5B9C57C}"/>
          </ac:spMkLst>
        </pc:spChg>
        <pc:spChg chg="add">
          <ac:chgData name="Mark McGlinchey" userId="6e11bbf3-9dcb-4b8b-b03e-52345dfdf79c" providerId="ADAL" clId="{7FCC384E-6ADA-43C3-A97E-22FE48DE0E44}" dt="2023-01-14T17:41:02.838" v="123" actId="26606"/>
          <ac:spMkLst>
            <pc:docMk/>
            <pc:sldMk cId="4210164021" sldId="294"/>
            <ac:spMk id="47" creationId="{D2B78728-A580-49A7-84F9-6EF6F583ADE0}"/>
          </ac:spMkLst>
        </pc:spChg>
        <pc:spChg chg="add">
          <ac:chgData name="Mark McGlinchey" userId="6e11bbf3-9dcb-4b8b-b03e-52345dfdf79c" providerId="ADAL" clId="{7FCC384E-6ADA-43C3-A97E-22FE48DE0E44}" dt="2023-01-14T17:41:02.838" v="123" actId="26606"/>
          <ac:spMkLst>
            <pc:docMk/>
            <pc:sldMk cId="4210164021" sldId="294"/>
            <ac:spMk id="48" creationId="{38FAA1A1-D861-433F-88FA-1E9D6FD31D11}"/>
          </ac:spMkLst>
        </pc:spChg>
        <pc:spChg chg="add">
          <ac:chgData name="Mark McGlinchey" userId="6e11bbf3-9dcb-4b8b-b03e-52345dfdf79c" providerId="ADAL" clId="{7FCC384E-6ADA-43C3-A97E-22FE48DE0E44}" dt="2023-01-14T17:41:02.838" v="123" actId="26606"/>
          <ac:spMkLst>
            <pc:docMk/>
            <pc:sldMk cId="4210164021" sldId="294"/>
            <ac:spMk id="49" creationId="{8D71EDA1-87BF-4D5D-AB79-F346FD19278A}"/>
          </ac:spMkLst>
        </pc:spChg>
        <pc:picChg chg="add mod">
          <ac:chgData name="Mark McGlinchey" userId="6e11bbf3-9dcb-4b8b-b03e-52345dfdf79c" providerId="ADAL" clId="{7FCC384E-6ADA-43C3-A97E-22FE48DE0E44}" dt="2023-01-14T17:43:44.133" v="150" actId="1076"/>
          <ac:picMkLst>
            <pc:docMk/>
            <pc:sldMk cId="4210164021" sldId="294"/>
            <ac:picMk id="6" creationId="{A4AAE61E-2024-78AA-0870-1BEEBEEC9B8E}"/>
          </ac:picMkLst>
        </pc:picChg>
      </pc:sldChg>
      <pc:sldChg chg="addSp delSp modSp mod setBg">
        <pc:chgData name="Mark McGlinchey" userId="6e11bbf3-9dcb-4b8b-b03e-52345dfdf79c" providerId="ADAL" clId="{7FCC384E-6ADA-43C3-A97E-22FE48DE0E44}" dt="2023-01-14T17:44:22.790" v="157" actId="1076"/>
        <pc:sldMkLst>
          <pc:docMk/>
          <pc:sldMk cId="2381968814" sldId="295"/>
        </pc:sldMkLst>
        <pc:spChg chg="mod">
          <ac:chgData name="Mark McGlinchey" userId="6e11bbf3-9dcb-4b8b-b03e-52345dfdf79c" providerId="ADAL" clId="{7FCC384E-6ADA-43C3-A97E-22FE48DE0E44}" dt="2023-01-14T17:44:22.790" v="157" actId="1076"/>
          <ac:spMkLst>
            <pc:docMk/>
            <pc:sldMk cId="2381968814" sldId="295"/>
            <ac:spMk id="2" creationId="{4CE20CE8-3934-2117-73F6-BC7863C2B206}"/>
          </ac:spMkLst>
        </pc:spChg>
        <pc:spChg chg="mod">
          <ac:chgData name="Mark McGlinchey" userId="6e11bbf3-9dcb-4b8b-b03e-52345dfdf79c" providerId="ADAL" clId="{7FCC384E-6ADA-43C3-A97E-22FE48DE0E44}" dt="2023-01-14T17:40:50.809" v="114" actId="26606"/>
          <ac:spMkLst>
            <pc:docMk/>
            <pc:sldMk cId="2381968814" sldId="295"/>
            <ac:spMk id="3" creationId="{DC7DEE90-980C-14EB-CAC8-8400BC6A0C14}"/>
          </ac:spMkLst>
        </pc:spChg>
        <pc:spChg chg="add del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14" creationId="{B712E947-0734-45F9-9C4F-41114EC3A33E}"/>
          </ac:spMkLst>
        </pc:spChg>
        <pc:spChg chg="add del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16" creationId="{4C6B5652-C661-4C58-B937-F0F490F7FCB2}"/>
          </ac:spMkLst>
        </pc:spChg>
        <pc:spChg chg="add del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18" creationId="{0B936867-6407-43FB-9DE6-1B0879D0CB31}"/>
          </ac:spMkLst>
        </pc:spChg>
        <pc:spChg chg="add del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20" creationId="{ACD0B258-678B-4A8C-894F-848AF24A1922}"/>
          </ac:spMkLst>
        </pc:spChg>
        <pc:spChg chg="add del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22" creationId="{C8D58395-74AF-401A-AF2F-76B6FCF71DFE}"/>
          </ac:spMkLst>
        </pc:spChg>
        <pc:spChg chg="add del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24" creationId="{2F003F3F-F118-41D2-AA3F-74DB0D1970BB}"/>
          </ac:spMkLst>
        </pc:spChg>
        <pc:spChg chg="add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29" creationId="{B712E947-0734-45F9-9C4F-41114EC3A33E}"/>
          </ac:spMkLst>
        </pc:spChg>
        <pc:spChg chg="add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31" creationId="{4C6B5652-C661-4C58-B937-F0F490F7FCB2}"/>
          </ac:spMkLst>
        </pc:spChg>
        <pc:spChg chg="add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33" creationId="{0B936867-6407-43FB-9DE6-1B0879D0CB31}"/>
          </ac:spMkLst>
        </pc:spChg>
        <pc:spChg chg="add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35" creationId="{ACD0B258-678B-4A8C-894F-848AF24A1922}"/>
          </ac:spMkLst>
        </pc:spChg>
        <pc:spChg chg="add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37" creationId="{C8D58395-74AF-401A-AF2F-76B6FCF71DFE}"/>
          </ac:spMkLst>
        </pc:spChg>
        <pc:spChg chg="add">
          <ac:chgData name="Mark McGlinchey" userId="6e11bbf3-9dcb-4b8b-b03e-52345dfdf79c" providerId="ADAL" clId="{7FCC384E-6ADA-43C3-A97E-22FE48DE0E44}" dt="2023-01-14T17:42:16.022" v="132" actId="26606"/>
          <ac:spMkLst>
            <pc:docMk/>
            <pc:sldMk cId="2381968814" sldId="295"/>
            <ac:spMk id="39" creationId="{2F003F3F-F118-41D2-AA3F-74DB0D1970BB}"/>
          </ac:spMkLst>
        </pc:spChg>
        <pc:picChg chg="mod ord">
          <ac:chgData name="Mark McGlinchey" userId="6e11bbf3-9dcb-4b8b-b03e-52345dfdf79c" providerId="ADAL" clId="{7FCC384E-6ADA-43C3-A97E-22FE48DE0E44}" dt="2023-01-14T17:42:16.022" v="132" actId="26606"/>
          <ac:picMkLst>
            <pc:docMk/>
            <pc:sldMk cId="2381968814" sldId="295"/>
            <ac:picMk id="7" creationId="{8FAEAF2F-3626-0408-2A4F-FC5588843BD3}"/>
          </ac:picMkLst>
        </pc:picChg>
        <pc:picChg chg="mod ord">
          <ac:chgData name="Mark McGlinchey" userId="6e11bbf3-9dcb-4b8b-b03e-52345dfdf79c" providerId="ADAL" clId="{7FCC384E-6ADA-43C3-A97E-22FE48DE0E44}" dt="2023-01-14T17:42:16.022" v="132" actId="26606"/>
          <ac:picMkLst>
            <pc:docMk/>
            <pc:sldMk cId="2381968814" sldId="295"/>
            <ac:picMk id="9" creationId="{B263130A-5E36-06C5-4284-38C3C8258F3E}"/>
          </ac:picMkLst>
        </pc:picChg>
      </pc:sldChg>
      <pc:sldChg chg="addSp delSp modSp mod setBg">
        <pc:chgData name="Mark McGlinchey" userId="6e11bbf3-9dcb-4b8b-b03e-52345dfdf79c" providerId="ADAL" clId="{7FCC384E-6ADA-43C3-A97E-22FE48DE0E44}" dt="2023-01-14T17:42:55.719" v="141" actId="26606"/>
        <pc:sldMkLst>
          <pc:docMk/>
          <pc:sldMk cId="1288903496" sldId="296"/>
        </pc:sldMkLst>
        <pc:spChg chg="mod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2" creationId="{87A7C7C1-8601-F1EC-B655-E4FEFA90DBAD}"/>
          </ac:spMkLst>
        </pc:spChg>
        <pc:spChg chg="mod ord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3" creationId="{5C809660-C1C0-FD48-6411-5041681B0DB5}"/>
          </ac:spMkLst>
        </pc:spChg>
        <pc:spChg chg="add del">
          <ac:chgData name="Mark McGlinchey" userId="6e11bbf3-9dcb-4b8b-b03e-52345dfdf79c" providerId="ADAL" clId="{7FCC384E-6ADA-43C3-A97E-22FE48DE0E44}" dt="2023-01-14T17:42:32.745" v="133" actId="26606"/>
          <ac:spMkLst>
            <pc:docMk/>
            <pc:sldMk cId="1288903496" sldId="296"/>
            <ac:spMk id="10" creationId="{3AFE8227-C443-417B-BA91-520EB1EF4559}"/>
          </ac:spMkLst>
        </pc:spChg>
        <pc:spChg chg="add del">
          <ac:chgData name="Mark McGlinchey" userId="6e11bbf3-9dcb-4b8b-b03e-52345dfdf79c" providerId="ADAL" clId="{7FCC384E-6ADA-43C3-A97E-22FE48DE0E44}" dt="2023-01-14T17:42:32.745" v="133" actId="26606"/>
          <ac:spMkLst>
            <pc:docMk/>
            <pc:sldMk cId="1288903496" sldId="296"/>
            <ac:spMk id="12" creationId="{907741FC-B544-4A6E-B831-6789D042333D}"/>
          </ac:spMkLst>
        </pc:spChg>
        <pc:spChg chg="add del">
          <ac:chgData name="Mark McGlinchey" userId="6e11bbf3-9dcb-4b8b-b03e-52345dfdf79c" providerId="ADAL" clId="{7FCC384E-6ADA-43C3-A97E-22FE48DE0E44}" dt="2023-01-14T17:42:32.745" v="133" actId="26606"/>
          <ac:spMkLst>
            <pc:docMk/>
            <pc:sldMk cId="1288903496" sldId="296"/>
            <ac:spMk id="14" creationId="{3F0BE7ED-7814-4273-B18A-F26CC0380380}"/>
          </ac:spMkLst>
        </pc:spChg>
        <pc:spChg chg="add del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19" creationId="{C4285719-470E-454C-AF62-8323075F1F5B}"/>
          </ac:spMkLst>
        </pc:spChg>
        <pc:spChg chg="add del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21" creationId="{CD9FE4EF-C4D8-49A0-B2FF-81D8DB7D8A24}"/>
          </ac:spMkLst>
        </pc:spChg>
        <pc:spChg chg="add del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23" creationId="{4300840D-0A0B-4512-BACA-B439D5B9C57C}"/>
          </ac:spMkLst>
        </pc:spChg>
        <pc:spChg chg="add del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25" creationId="{D2B78728-A580-49A7-84F9-6EF6F583ADE0}"/>
          </ac:spMkLst>
        </pc:spChg>
        <pc:spChg chg="add del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27" creationId="{38FAA1A1-D861-433F-88FA-1E9D6FD31D11}"/>
          </ac:spMkLst>
        </pc:spChg>
        <pc:spChg chg="add del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29" creationId="{8D71EDA1-87BF-4D5D-AB79-F346FD19278A}"/>
          </ac:spMkLst>
        </pc:spChg>
        <pc:spChg chg="add del">
          <ac:chgData name="Mark McGlinchey" userId="6e11bbf3-9dcb-4b8b-b03e-52345dfdf79c" providerId="ADAL" clId="{7FCC384E-6ADA-43C3-A97E-22FE48DE0E44}" dt="2023-01-14T17:42:55.710" v="140" actId="26606"/>
          <ac:spMkLst>
            <pc:docMk/>
            <pc:sldMk cId="1288903496" sldId="296"/>
            <ac:spMk id="34" creationId="{8181FC64-B306-4821-98E2-780662EFC486}"/>
          </ac:spMkLst>
        </pc:spChg>
        <pc:spChg chg="add del">
          <ac:chgData name="Mark McGlinchey" userId="6e11bbf3-9dcb-4b8b-b03e-52345dfdf79c" providerId="ADAL" clId="{7FCC384E-6ADA-43C3-A97E-22FE48DE0E44}" dt="2023-01-14T17:42:55.710" v="140" actId="26606"/>
          <ac:spMkLst>
            <pc:docMk/>
            <pc:sldMk cId="1288903496" sldId="296"/>
            <ac:spMk id="36" creationId="{5871FC61-DD4E-47D4-81FD-8A7E7D12B371}"/>
          </ac:spMkLst>
        </pc:spChg>
        <pc:spChg chg="add del">
          <ac:chgData name="Mark McGlinchey" userId="6e11bbf3-9dcb-4b8b-b03e-52345dfdf79c" providerId="ADAL" clId="{7FCC384E-6ADA-43C3-A97E-22FE48DE0E44}" dt="2023-01-14T17:42:55.710" v="140" actId="26606"/>
          <ac:spMkLst>
            <pc:docMk/>
            <pc:sldMk cId="1288903496" sldId="296"/>
            <ac:spMk id="38" creationId="{F9EC3F91-A75C-4F74-867E-E4C28C13546B}"/>
          </ac:spMkLst>
        </pc:spChg>
        <pc:spChg chg="add del">
          <ac:chgData name="Mark McGlinchey" userId="6e11bbf3-9dcb-4b8b-b03e-52345dfdf79c" providerId="ADAL" clId="{7FCC384E-6ADA-43C3-A97E-22FE48DE0E44}" dt="2023-01-14T17:42:55.710" v="140" actId="26606"/>
          <ac:spMkLst>
            <pc:docMk/>
            <pc:sldMk cId="1288903496" sldId="296"/>
            <ac:spMk id="40" creationId="{829A1E2C-5AC8-40FC-99E9-832069D39792}"/>
          </ac:spMkLst>
        </pc:spChg>
        <pc:spChg chg="add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42" creationId="{3AFE8227-C443-417B-BA91-520EB1EF4559}"/>
          </ac:spMkLst>
        </pc:spChg>
        <pc:spChg chg="add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43" creationId="{907741FC-B544-4A6E-B831-6789D042333D}"/>
          </ac:spMkLst>
        </pc:spChg>
        <pc:spChg chg="add">
          <ac:chgData name="Mark McGlinchey" userId="6e11bbf3-9dcb-4b8b-b03e-52345dfdf79c" providerId="ADAL" clId="{7FCC384E-6ADA-43C3-A97E-22FE48DE0E44}" dt="2023-01-14T17:42:55.719" v="141" actId="26606"/>
          <ac:spMkLst>
            <pc:docMk/>
            <pc:sldMk cId="1288903496" sldId="296"/>
            <ac:spMk id="44" creationId="{3F0BE7ED-7814-4273-B18A-F26CC0380380}"/>
          </ac:spMkLst>
        </pc:spChg>
        <pc:picChg chg="add mod">
          <ac:chgData name="Mark McGlinchey" userId="6e11bbf3-9dcb-4b8b-b03e-52345dfdf79c" providerId="ADAL" clId="{7FCC384E-6ADA-43C3-A97E-22FE48DE0E44}" dt="2023-01-14T16:05:23.454" v="34"/>
          <ac:picMkLst>
            <pc:docMk/>
            <pc:sldMk cId="1288903496" sldId="296"/>
            <ac:picMk id="4" creationId="{19A1DF68-28B1-FD65-D9B5-F345E934DC35}"/>
          </ac:picMkLst>
        </pc:picChg>
        <pc:picChg chg="add mod ord">
          <ac:chgData name="Mark McGlinchey" userId="6e11bbf3-9dcb-4b8b-b03e-52345dfdf79c" providerId="ADAL" clId="{7FCC384E-6ADA-43C3-A97E-22FE48DE0E44}" dt="2023-01-14T17:42:55.719" v="141" actId="26606"/>
          <ac:picMkLst>
            <pc:docMk/>
            <pc:sldMk cId="1288903496" sldId="296"/>
            <ac:picMk id="5" creationId="{E3E963FD-DD5B-1DCE-8BE7-192D2F0D6AFD}"/>
          </ac:picMkLst>
        </pc:picChg>
        <pc:picChg chg="add mod">
          <ac:chgData name="Mark McGlinchey" userId="6e11bbf3-9dcb-4b8b-b03e-52345dfdf79c" providerId="ADAL" clId="{7FCC384E-6ADA-43C3-A97E-22FE48DE0E44}" dt="2023-01-14T16:05:42.074" v="36"/>
          <ac:picMkLst>
            <pc:docMk/>
            <pc:sldMk cId="1288903496" sldId="296"/>
            <ac:picMk id="6" creationId="{5C42B9E5-6C67-BDA3-CD0E-EC572FE6AEAA}"/>
          </ac:picMkLst>
        </pc:picChg>
        <pc:picChg chg="add mod">
          <ac:chgData name="Mark McGlinchey" userId="6e11bbf3-9dcb-4b8b-b03e-52345dfdf79c" providerId="ADAL" clId="{7FCC384E-6ADA-43C3-A97E-22FE48DE0E44}" dt="2023-01-14T16:05:51.601" v="37"/>
          <ac:picMkLst>
            <pc:docMk/>
            <pc:sldMk cId="1288903496" sldId="296"/>
            <ac:picMk id="7" creationId="{1DBF142C-A184-8813-5BF3-B222257C4DE7}"/>
          </ac:picMkLst>
        </pc:picChg>
      </pc:sldChg>
      <pc:sldChg chg="addSp modSp">
        <pc:chgData name="Mark McGlinchey" userId="6e11bbf3-9dcb-4b8b-b03e-52345dfdf79c" providerId="ADAL" clId="{7FCC384E-6ADA-43C3-A97E-22FE48DE0E44}" dt="2023-01-14T16:24:56.052" v="67" actId="1076"/>
        <pc:sldMkLst>
          <pc:docMk/>
          <pc:sldMk cId="3390042330" sldId="298"/>
        </pc:sldMkLst>
        <pc:picChg chg="add mod">
          <ac:chgData name="Mark McGlinchey" userId="6e11bbf3-9dcb-4b8b-b03e-52345dfdf79c" providerId="ADAL" clId="{7FCC384E-6ADA-43C3-A97E-22FE48DE0E44}" dt="2023-01-14T16:24:19.428" v="61" actId="1076"/>
          <ac:picMkLst>
            <pc:docMk/>
            <pc:sldMk cId="3390042330" sldId="298"/>
            <ac:picMk id="4" creationId="{8B4A8FBD-758C-6E25-EC83-CC1A5EB568B9}"/>
          </ac:picMkLst>
        </pc:picChg>
        <pc:picChg chg="add mod">
          <ac:chgData name="Mark McGlinchey" userId="6e11bbf3-9dcb-4b8b-b03e-52345dfdf79c" providerId="ADAL" clId="{7FCC384E-6ADA-43C3-A97E-22FE48DE0E44}" dt="2023-01-14T16:24:37.484" v="64" actId="1076"/>
          <ac:picMkLst>
            <pc:docMk/>
            <pc:sldMk cId="3390042330" sldId="298"/>
            <ac:picMk id="5" creationId="{230BB6D4-7B72-DE18-77F1-347BBFC547FD}"/>
          </ac:picMkLst>
        </pc:picChg>
        <pc:picChg chg="add mod">
          <ac:chgData name="Mark McGlinchey" userId="6e11bbf3-9dcb-4b8b-b03e-52345dfdf79c" providerId="ADAL" clId="{7FCC384E-6ADA-43C3-A97E-22FE48DE0E44}" dt="2023-01-14T16:24:56.052" v="67" actId="1076"/>
          <ac:picMkLst>
            <pc:docMk/>
            <pc:sldMk cId="3390042330" sldId="298"/>
            <ac:picMk id="10" creationId="{E478CB1F-8F5D-2F3A-7A5F-2CFB81576517}"/>
          </ac:picMkLst>
        </pc:picChg>
      </pc:sldChg>
      <pc:sldChg chg="addSp modSp mod setBg">
        <pc:chgData name="Mark McGlinchey" userId="6e11bbf3-9dcb-4b8b-b03e-52345dfdf79c" providerId="ADAL" clId="{7FCC384E-6ADA-43C3-A97E-22FE48DE0E44}" dt="2023-01-14T17:39:55.033" v="110" actId="26606"/>
        <pc:sldMkLst>
          <pc:docMk/>
          <pc:sldMk cId="447069789" sldId="299"/>
        </pc:sldMkLst>
        <pc:spChg chg="mod">
          <ac:chgData name="Mark McGlinchey" userId="6e11bbf3-9dcb-4b8b-b03e-52345dfdf79c" providerId="ADAL" clId="{7FCC384E-6ADA-43C3-A97E-22FE48DE0E44}" dt="2023-01-14T17:39:55.033" v="110" actId="26606"/>
          <ac:spMkLst>
            <pc:docMk/>
            <pc:sldMk cId="447069789" sldId="299"/>
            <ac:spMk id="2" creationId="{A08169B5-FD60-9B59-DAB8-84DBB96DFC93}"/>
          </ac:spMkLst>
        </pc:spChg>
        <pc:spChg chg="add">
          <ac:chgData name="Mark McGlinchey" userId="6e11bbf3-9dcb-4b8b-b03e-52345dfdf79c" providerId="ADAL" clId="{7FCC384E-6ADA-43C3-A97E-22FE48DE0E44}" dt="2023-01-14T17:39:55.033" v="110" actId="26606"/>
          <ac:spMkLst>
            <pc:docMk/>
            <pc:sldMk cId="447069789" sldId="299"/>
            <ac:spMk id="9" creationId="{BACC6370-2D7E-4714-9D71-7542949D7D5D}"/>
          </ac:spMkLst>
        </pc:spChg>
        <pc:spChg chg="add">
          <ac:chgData name="Mark McGlinchey" userId="6e11bbf3-9dcb-4b8b-b03e-52345dfdf79c" providerId="ADAL" clId="{7FCC384E-6ADA-43C3-A97E-22FE48DE0E44}" dt="2023-01-14T17:39:55.033" v="110" actId="26606"/>
          <ac:spMkLst>
            <pc:docMk/>
            <pc:sldMk cId="447069789" sldId="299"/>
            <ac:spMk id="11" creationId="{F68B3F68-107C-434F-AA38-110D5EA91B85}"/>
          </ac:spMkLst>
        </pc:spChg>
        <pc:spChg chg="add">
          <ac:chgData name="Mark McGlinchey" userId="6e11bbf3-9dcb-4b8b-b03e-52345dfdf79c" providerId="ADAL" clId="{7FCC384E-6ADA-43C3-A97E-22FE48DE0E44}" dt="2023-01-14T17:39:55.033" v="110" actId="26606"/>
          <ac:spMkLst>
            <pc:docMk/>
            <pc:sldMk cId="447069789" sldId="299"/>
            <ac:spMk id="13" creationId="{AAD0DBB9-1A4B-4391-81D4-CB19F9AB918A}"/>
          </ac:spMkLst>
        </pc:spChg>
        <pc:spChg chg="add">
          <ac:chgData name="Mark McGlinchey" userId="6e11bbf3-9dcb-4b8b-b03e-52345dfdf79c" providerId="ADAL" clId="{7FCC384E-6ADA-43C3-A97E-22FE48DE0E44}" dt="2023-01-14T17:39:55.033" v="110" actId="26606"/>
          <ac:spMkLst>
            <pc:docMk/>
            <pc:sldMk cId="447069789" sldId="299"/>
            <ac:spMk id="15" creationId="{063BBA22-50EA-4C4D-BE05-F1CE4E63AA56}"/>
          </ac:spMkLst>
        </pc:spChg>
        <pc:graphicFrameChg chg="mod modGraphic">
          <ac:chgData name="Mark McGlinchey" userId="6e11bbf3-9dcb-4b8b-b03e-52345dfdf79c" providerId="ADAL" clId="{7FCC384E-6ADA-43C3-A97E-22FE48DE0E44}" dt="2023-01-14T17:39:55.033" v="110" actId="26606"/>
          <ac:graphicFrameMkLst>
            <pc:docMk/>
            <pc:sldMk cId="447069789" sldId="299"/>
            <ac:graphicFrameMk id="4" creationId="{F47D876C-4D6E-EE67-6E42-A1A7F3F47F97}"/>
          </ac:graphicFrameMkLst>
        </pc:graphicFrameChg>
      </pc:sldChg>
      <pc:sldChg chg="addSp modSp mod setBg">
        <pc:chgData name="Mark McGlinchey" userId="6e11bbf3-9dcb-4b8b-b03e-52345dfdf79c" providerId="ADAL" clId="{7FCC384E-6ADA-43C3-A97E-22FE48DE0E44}" dt="2023-01-14T17:39:51.209" v="109" actId="26606"/>
        <pc:sldMkLst>
          <pc:docMk/>
          <pc:sldMk cId="927631097" sldId="301"/>
        </pc:sldMkLst>
        <pc:spChg chg="mod">
          <ac:chgData name="Mark McGlinchey" userId="6e11bbf3-9dcb-4b8b-b03e-52345dfdf79c" providerId="ADAL" clId="{7FCC384E-6ADA-43C3-A97E-22FE48DE0E44}" dt="2023-01-14T17:39:51.209" v="109" actId="26606"/>
          <ac:spMkLst>
            <pc:docMk/>
            <pc:sldMk cId="927631097" sldId="301"/>
            <ac:spMk id="2" creationId="{810D58C3-6DF2-4007-9E51-17FF7E2DF0B0}"/>
          </ac:spMkLst>
        </pc:spChg>
        <pc:spChg chg="add">
          <ac:chgData name="Mark McGlinchey" userId="6e11bbf3-9dcb-4b8b-b03e-52345dfdf79c" providerId="ADAL" clId="{7FCC384E-6ADA-43C3-A97E-22FE48DE0E44}" dt="2023-01-14T17:39:51.209" v="109" actId="26606"/>
          <ac:spMkLst>
            <pc:docMk/>
            <pc:sldMk cId="927631097" sldId="301"/>
            <ac:spMk id="10" creationId="{BACC6370-2D7E-4714-9D71-7542949D7D5D}"/>
          </ac:spMkLst>
        </pc:spChg>
        <pc:spChg chg="add">
          <ac:chgData name="Mark McGlinchey" userId="6e11bbf3-9dcb-4b8b-b03e-52345dfdf79c" providerId="ADAL" clId="{7FCC384E-6ADA-43C3-A97E-22FE48DE0E44}" dt="2023-01-14T17:39:51.209" v="109" actId="26606"/>
          <ac:spMkLst>
            <pc:docMk/>
            <pc:sldMk cId="927631097" sldId="301"/>
            <ac:spMk id="12" creationId="{F68B3F68-107C-434F-AA38-110D5EA91B85}"/>
          </ac:spMkLst>
        </pc:spChg>
        <pc:spChg chg="add">
          <ac:chgData name="Mark McGlinchey" userId="6e11bbf3-9dcb-4b8b-b03e-52345dfdf79c" providerId="ADAL" clId="{7FCC384E-6ADA-43C3-A97E-22FE48DE0E44}" dt="2023-01-14T17:39:51.209" v="109" actId="26606"/>
          <ac:spMkLst>
            <pc:docMk/>
            <pc:sldMk cId="927631097" sldId="301"/>
            <ac:spMk id="14" creationId="{AAD0DBB9-1A4B-4391-81D4-CB19F9AB918A}"/>
          </ac:spMkLst>
        </pc:spChg>
        <pc:spChg chg="add">
          <ac:chgData name="Mark McGlinchey" userId="6e11bbf3-9dcb-4b8b-b03e-52345dfdf79c" providerId="ADAL" clId="{7FCC384E-6ADA-43C3-A97E-22FE48DE0E44}" dt="2023-01-14T17:39:51.209" v="109" actId="26606"/>
          <ac:spMkLst>
            <pc:docMk/>
            <pc:sldMk cId="927631097" sldId="301"/>
            <ac:spMk id="16" creationId="{063BBA22-50EA-4C4D-BE05-F1CE4E63AA56}"/>
          </ac:spMkLst>
        </pc:spChg>
        <pc:graphicFrameChg chg="mod modGraphic">
          <ac:chgData name="Mark McGlinchey" userId="6e11bbf3-9dcb-4b8b-b03e-52345dfdf79c" providerId="ADAL" clId="{7FCC384E-6ADA-43C3-A97E-22FE48DE0E44}" dt="2023-01-14T17:39:51.209" v="109" actId="26606"/>
          <ac:graphicFrameMkLst>
            <pc:docMk/>
            <pc:sldMk cId="927631097" sldId="301"/>
            <ac:graphicFrameMk id="5" creationId="{09336ED0-C48E-EF3A-137D-60843F89ED61}"/>
          </ac:graphicFrameMkLst>
        </pc:graphicFrameChg>
      </pc:sldChg>
      <pc:sldChg chg="del delDesignElem">
        <pc:chgData name="Mark McGlinchey" userId="6e11bbf3-9dcb-4b8b-b03e-52345dfdf79c" providerId="ADAL" clId="{7FCC384E-6ADA-43C3-A97E-22FE48DE0E44}" dt="2023-01-14T17:47:02.437" v="161" actId="2696"/>
        <pc:sldMkLst>
          <pc:docMk/>
          <pc:sldMk cId="2990285754" sldId="302"/>
        </pc:sldMkLst>
      </pc:sldChg>
      <pc:sldChg chg="addSp delSp modSp mod">
        <pc:chgData name="Mark McGlinchey" userId="6e11bbf3-9dcb-4b8b-b03e-52345dfdf79c" providerId="ADAL" clId="{7FCC384E-6ADA-43C3-A97E-22FE48DE0E44}" dt="2023-01-14T17:53:36.218" v="430" actId="14233"/>
        <pc:sldMkLst>
          <pc:docMk/>
          <pc:sldMk cId="1744331082" sldId="303"/>
        </pc:sldMkLst>
        <pc:spChg chg="mod">
          <ac:chgData name="Mark McGlinchey" userId="6e11bbf3-9dcb-4b8b-b03e-52345dfdf79c" providerId="ADAL" clId="{7FCC384E-6ADA-43C3-A97E-22FE48DE0E44}" dt="2023-01-14T17:47:34.527" v="204" actId="122"/>
          <ac:spMkLst>
            <pc:docMk/>
            <pc:sldMk cId="1744331082" sldId="303"/>
            <ac:spMk id="2" creationId="{DEEFF349-81A9-4539-BE30-716AD67C9901}"/>
          </ac:spMkLst>
        </pc:spChg>
        <pc:spChg chg="del">
          <ac:chgData name="Mark McGlinchey" userId="6e11bbf3-9dcb-4b8b-b03e-52345dfdf79c" providerId="ADAL" clId="{7FCC384E-6ADA-43C3-A97E-22FE48DE0E44}" dt="2023-01-14T17:46:53.155" v="160" actId="26606"/>
          <ac:spMkLst>
            <pc:docMk/>
            <pc:sldMk cId="1744331082" sldId="303"/>
            <ac:spMk id="10" creationId="{46C2E80F-49A6-4372-B103-219D417A55ED}"/>
          </ac:spMkLst>
        </pc:spChg>
        <pc:spChg chg="add">
          <ac:chgData name="Mark McGlinchey" userId="6e11bbf3-9dcb-4b8b-b03e-52345dfdf79c" providerId="ADAL" clId="{7FCC384E-6ADA-43C3-A97E-22FE48DE0E44}" dt="2023-01-14T17:46:53.155" v="160" actId="26606"/>
          <ac:spMkLst>
            <pc:docMk/>
            <pc:sldMk cId="1744331082" sldId="303"/>
            <ac:spMk id="15" creationId="{A8384FB5-9ADC-4DDC-881B-597D56F5B15D}"/>
          </ac:spMkLst>
        </pc:spChg>
        <pc:spChg chg="add">
          <ac:chgData name="Mark McGlinchey" userId="6e11bbf3-9dcb-4b8b-b03e-52345dfdf79c" providerId="ADAL" clId="{7FCC384E-6ADA-43C3-A97E-22FE48DE0E44}" dt="2023-01-14T17:46:53.155" v="160" actId="26606"/>
          <ac:spMkLst>
            <pc:docMk/>
            <pc:sldMk cId="1744331082" sldId="303"/>
            <ac:spMk id="17" creationId="{91E5A9A7-95C6-4F4F-B00E-C82E07FE62EF}"/>
          </ac:spMkLst>
        </pc:spChg>
        <pc:spChg chg="add">
          <ac:chgData name="Mark McGlinchey" userId="6e11bbf3-9dcb-4b8b-b03e-52345dfdf79c" providerId="ADAL" clId="{7FCC384E-6ADA-43C3-A97E-22FE48DE0E44}" dt="2023-01-14T17:46:53.155" v="160" actId="26606"/>
          <ac:spMkLst>
            <pc:docMk/>
            <pc:sldMk cId="1744331082" sldId="303"/>
            <ac:spMk id="19" creationId="{D07DD2DE-F619-49DD-B5E7-03A290FF4ED1}"/>
          </ac:spMkLst>
        </pc:spChg>
        <pc:spChg chg="add">
          <ac:chgData name="Mark McGlinchey" userId="6e11bbf3-9dcb-4b8b-b03e-52345dfdf79c" providerId="ADAL" clId="{7FCC384E-6ADA-43C3-A97E-22FE48DE0E44}" dt="2023-01-14T17:46:53.155" v="160" actId="26606"/>
          <ac:spMkLst>
            <pc:docMk/>
            <pc:sldMk cId="1744331082" sldId="303"/>
            <ac:spMk id="21" creationId="{85149191-5F60-4A28-AAFF-039F96B0F3EC}"/>
          </ac:spMkLst>
        </pc:spChg>
        <pc:spChg chg="add">
          <ac:chgData name="Mark McGlinchey" userId="6e11bbf3-9dcb-4b8b-b03e-52345dfdf79c" providerId="ADAL" clId="{7FCC384E-6ADA-43C3-A97E-22FE48DE0E44}" dt="2023-01-14T17:46:53.155" v="160" actId="26606"/>
          <ac:spMkLst>
            <pc:docMk/>
            <pc:sldMk cId="1744331082" sldId="303"/>
            <ac:spMk id="23" creationId="{F8260ED5-17F7-4158-B241-D51DD4CF1B7E}"/>
          </ac:spMkLst>
        </pc:spChg>
        <pc:graphicFrameChg chg="mod">
          <ac:chgData name="Mark McGlinchey" userId="6e11bbf3-9dcb-4b8b-b03e-52345dfdf79c" providerId="ADAL" clId="{7FCC384E-6ADA-43C3-A97E-22FE48DE0E44}" dt="2023-01-14T17:53:36.218" v="430" actId="14233"/>
          <ac:graphicFrameMkLst>
            <pc:docMk/>
            <pc:sldMk cId="1744331082" sldId="303"/>
            <ac:graphicFrameMk id="5" creationId="{259B6C83-8F52-494C-A101-9800FC4B927E}"/>
          </ac:graphicFrameMkLst>
        </pc:graphicFrameChg>
      </pc:sldChg>
    </pc:docChg>
  </pc:docChgLst>
  <pc:docChgLst>
    <pc:chgData name="Mark McGlinchey" userId="6e11bbf3-9dcb-4b8b-b03e-52345dfdf79c" providerId="ADAL" clId="{F02EC894-185D-4327-ADC2-20641CF545DC}"/>
    <pc:docChg chg="undo custSel addSld delSld modSld">
      <pc:chgData name="Mark McGlinchey" userId="6e11bbf3-9dcb-4b8b-b03e-52345dfdf79c" providerId="ADAL" clId="{F02EC894-185D-4327-ADC2-20641CF545DC}" dt="2023-01-16T18:05:07.029" v="732" actId="14100"/>
      <pc:docMkLst>
        <pc:docMk/>
      </pc:docMkLst>
      <pc:sldChg chg="modSp">
        <pc:chgData name="Mark McGlinchey" userId="6e11bbf3-9dcb-4b8b-b03e-52345dfdf79c" providerId="ADAL" clId="{F02EC894-185D-4327-ADC2-20641CF545DC}" dt="2023-01-16T17:51:46.492" v="64" actId="122"/>
        <pc:sldMkLst>
          <pc:docMk/>
          <pc:sldMk cId="2848883935" sldId="256"/>
        </pc:sldMkLst>
        <pc:spChg chg="mod">
          <ac:chgData name="Mark McGlinchey" userId="6e11bbf3-9dcb-4b8b-b03e-52345dfdf79c" providerId="ADAL" clId="{F02EC894-185D-4327-ADC2-20641CF545DC}" dt="2023-01-16T17:51:46.492" v="64" actId="122"/>
          <ac:spMkLst>
            <pc:docMk/>
            <pc:sldMk cId="2848883935" sldId="256"/>
            <ac:spMk id="2" creationId="{606B168B-CAF8-4205-8A7C-BD366E45467F}"/>
          </ac:spMkLst>
        </pc:spChg>
      </pc:sldChg>
      <pc:sldChg chg="modSp mod">
        <pc:chgData name="Mark McGlinchey" userId="6e11bbf3-9dcb-4b8b-b03e-52345dfdf79c" providerId="ADAL" clId="{F02EC894-185D-4327-ADC2-20641CF545DC}" dt="2023-01-16T17:42:59.209" v="0" actId="255"/>
        <pc:sldMkLst>
          <pc:docMk/>
          <pc:sldMk cId="4294822799" sldId="257"/>
        </pc:sldMkLst>
        <pc:spChg chg="mod">
          <ac:chgData name="Mark McGlinchey" userId="6e11bbf3-9dcb-4b8b-b03e-52345dfdf79c" providerId="ADAL" clId="{F02EC894-185D-4327-ADC2-20641CF545DC}" dt="2023-01-16T17:42:59.209" v="0" actId="255"/>
          <ac:spMkLst>
            <pc:docMk/>
            <pc:sldMk cId="4294822799" sldId="257"/>
            <ac:spMk id="33" creationId="{6C61C00D-FB11-425A-8880-B6165D822821}"/>
          </ac:spMkLst>
        </pc:spChg>
      </pc:sldChg>
      <pc:sldChg chg="modSp mod">
        <pc:chgData name="Mark McGlinchey" userId="6e11bbf3-9dcb-4b8b-b03e-52345dfdf79c" providerId="ADAL" clId="{F02EC894-185D-4327-ADC2-20641CF545DC}" dt="2023-01-16T17:56:21.963" v="210" actId="27636"/>
        <pc:sldMkLst>
          <pc:docMk/>
          <pc:sldMk cId="2729629157" sldId="263"/>
        </pc:sldMkLst>
        <pc:spChg chg="mod">
          <ac:chgData name="Mark McGlinchey" userId="6e11bbf3-9dcb-4b8b-b03e-52345dfdf79c" providerId="ADAL" clId="{F02EC894-185D-4327-ADC2-20641CF545DC}" dt="2023-01-16T17:56:21.963" v="210" actId="27636"/>
          <ac:spMkLst>
            <pc:docMk/>
            <pc:sldMk cId="2729629157" sldId="263"/>
            <ac:spMk id="3" creationId="{369F74A6-CCDA-40D2-A299-5E44A2A1B1D8}"/>
          </ac:spMkLst>
        </pc:spChg>
      </pc:sldChg>
      <pc:sldChg chg="modSp mod">
        <pc:chgData name="Mark McGlinchey" userId="6e11bbf3-9dcb-4b8b-b03e-52345dfdf79c" providerId="ADAL" clId="{F02EC894-185D-4327-ADC2-20641CF545DC}" dt="2023-01-16T17:47:50.674" v="17" actId="122"/>
        <pc:sldMkLst>
          <pc:docMk/>
          <pc:sldMk cId="2364256882" sldId="264"/>
        </pc:sldMkLst>
        <pc:spChg chg="mod">
          <ac:chgData name="Mark McGlinchey" userId="6e11bbf3-9dcb-4b8b-b03e-52345dfdf79c" providerId="ADAL" clId="{F02EC894-185D-4327-ADC2-20641CF545DC}" dt="2023-01-16T17:47:50.674" v="17" actId="122"/>
          <ac:spMkLst>
            <pc:docMk/>
            <pc:sldMk cId="2364256882" sldId="264"/>
            <ac:spMk id="2" creationId="{F123BE86-2991-4F81-98AC-A0BFDEF99635}"/>
          </ac:spMkLst>
        </pc:spChg>
      </pc:sldChg>
      <pc:sldChg chg="modNotesTx">
        <pc:chgData name="Mark McGlinchey" userId="6e11bbf3-9dcb-4b8b-b03e-52345dfdf79c" providerId="ADAL" clId="{F02EC894-185D-4327-ADC2-20641CF545DC}" dt="2023-01-16T17:45:31.174" v="1" actId="20577"/>
        <pc:sldMkLst>
          <pc:docMk/>
          <pc:sldMk cId="3839395886" sldId="265"/>
        </pc:sldMkLst>
      </pc:sldChg>
      <pc:sldChg chg="modSp mod">
        <pc:chgData name="Mark McGlinchey" userId="6e11bbf3-9dcb-4b8b-b03e-52345dfdf79c" providerId="ADAL" clId="{F02EC894-185D-4327-ADC2-20641CF545DC}" dt="2023-01-16T17:47:56.376" v="18" actId="122"/>
        <pc:sldMkLst>
          <pc:docMk/>
          <pc:sldMk cId="3898284161" sldId="267"/>
        </pc:sldMkLst>
        <pc:spChg chg="mod">
          <ac:chgData name="Mark McGlinchey" userId="6e11bbf3-9dcb-4b8b-b03e-52345dfdf79c" providerId="ADAL" clId="{F02EC894-185D-4327-ADC2-20641CF545DC}" dt="2023-01-16T17:47:56.376" v="18" actId="122"/>
          <ac:spMkLst>
            <pc:docMk/>
            <pc:sldMk cId="3898284161" sldId="267"/>
            <ac:spMk id="2" creationId="{C06B226D-8252-4B34-A58D-9237894FD0B5}"/>
          </ac:spMkLst>
        </pc:spChg>
        <pc:spChg chg="mod">
          <ac:chgData name="Mark McGlinchey" userId="6e11bbf3-9dcb-4b8b-b03e-52345dfdf79c" providerId="ADAL" clId="{F02EC894-185D-4327-ADC2-20641CF545DC}" dt="2023-01-16T17:47:37.135" v="16" actId="255"/>
          <ac:spMkLst>
            <pc:docMk/>
            <pc:sldMk cId="3898284161" sldId="267"/>
            <ac:spMk id="26" creationId="{11D8168D-6AE7-498B-B6EE-8B032D7B067A}"/>
          </ac:spMkLst>
        </pc:spChg>
      </pc:sldChg>
      <pc:sldChg chg="modSp mod">
        <pc:chgData name="Mark McGlinchey" userId="6e11bbf3-9dcb-4b8b-b03e-52345dfdf79c" providerId="ADAL" clId="{F02EC894-185D-4327-ADC2-20641CF545DC}" dt="2023-01-16T17:48:21.643" v="26" actId="255"/>
        <pc:sldMkLst>
          <pc:docMk/>
          <pc:sldMk cId="3537871976" sldId="289"/>
        </pc:sldMkLst>
        <pc:spChg chg="mod">
          <ac:chgData name="Mark McGlinchey" userId="6e11bbf3-9dcb-4b8b-b03e-52345dfdf79c" providerId="ADAL" clId="{F02EC894-185D-4327-ADC2-20641CF545DC}" dt="2023-01-16T17:48:21.643" v="26" actId="255"/>
          <ac:spMkLst>
            <pc:docMk/>
            <pc:sldMk cId="3537871976" sldId="289"/>
            <ac:spMk id="24" creationId="{18D591D1-35A8-62D6-492A-582E0800479C}"/>
          </ac:spMkLst>
        </pc:spChg>
      </pc:sldChg>
      <pc:sldChg chg="modSp mod">
        <pc:chgData name="Mark McGlinchey" userId="6e11bbf3-9dcb-4b8b-b03e-52345dfdf79c" providerId="ADAL" clId="{F02EC894-185D-4327-ADC2-20641CF545DC}" dt="2023-01-16T17:50:37.284" v="49" actId="255"/>
        <pc:sldMkLst>
          <pc:docMk/>
          <pc:sldMk cId="657226337" sldId="291"/>
        </pc:sldMkLst>
        <pc:spChg chg="mod">
          <ac:chgData name="Mark McGlinchey" userId="6e11bbf3-9dcb-4b8b-b03e-52345dfdf79c" providerId="ADAL" clId="{F02EC894-185D-4327-ADC2-20641CF545DC}" dt="2023-01-16T17:50:33.739" v="48" actId="122"/>
          <ac:spMkLst>
            <pc:docMk/>
            <pc:sldMk cId="657226337" sldId="291"/>
            <ac:spMk id="2" creationId="{8A4E3037-0A8F-AE29-8C79-0356751E8A61}"/>
          </ac:spMkLst>
        </pc:spChg>
        <pc:spChg chg="mod">
          <ac:chgData name="Mark McGlinchey" userId="6e11bbf3-9dcb-4b8b-b03e-52345dfdf79c" providerId="ADAL" clId="{F02EC894-185D-4327-ADC2-20641CF545DC}" dt="2023-01-16T17:50:37.284" v="49" actId="255"/>
          <ac:spMkLst>
            <pc:docMk/>
            <pc:sldMk cId="657226337" sldId="291"/>
            <ac:spMk id="3" creationId="{057ACCA0-3DAF-511C-A6DD-8526797C3CB2}"/>
          </ac:spMkLst>
        </pc:spChg>
      </pc:sldChg>
      <pc:sldChg chg="modSp mod">
        <pc:chgData name="Mark McGlinchey" userId="6e11bbf3-9dcb-4b8b-b03e-52345dfdf79c" providerId="ADAL" clId="{F02EC894-185D-4327-ADC2-20641CF545DC}" dt="2023-01-16T17:48:29.434" v="27" actId="255"/>
        <pc:sldMkLst>
          <pc:docMk/>
          <pc:sldMk cId="4284428868" sldId="293"/>
        </pc:sldMkLst>
        <pc:spChg chg="mod">
          <ac:chgData name="Mark McGlinchey" userId="6e11bbf3-9dcb-4b8b-b03e-52345dfdf79c" providerId="ADAL" clId="{F02EC894-185D-4327-ADC2-20641CF545DC}" dt="2023-01-16T17:48:15.794" v="25" actId="14100"/>
          <ac:spMkLst>
            <pc:docMk/>
            <pc:sldMk cId="4284428868" sldId="293"/>
            <ac:spMk id="2" creationId="{F36047D1-F0AB-7837-985F-763B24E06750}"/>
          </ac:spMkLst>
        </pc:spChg>
        <pc:spChg chg="mod">
          <ac:chgData name="Mark McGlinchey" userId="6e11bbf3-9dcb-4b8b-b03e-52345dfdf79c" providerId="ADAL" clId="{F02EC894-185D-4327-ADC2-20641CF545DC}" dt="2023-01-16T17:48:29.434" v="27" actId="255"/>
          <ac:spMkLst>
            <pc:docMk/>
            <pc:sldMk cId="4284428868" sldId="293"/>
            <ac:spMk id="3" creationId="{0A8E2949-E500-C05C-B8B2-4015A9F6CB07}"/>
          </ac:spMkLst>
        </pc:spChg>
      </pc:sldChg>
      <pc:sldChg chg="modSp mod">
        <pc:chgData name="Mark McGlinchey" userId="6e11bbf3-9dcb-4b8b-b03e-52345dfdf79c" providerId="ADAL" clId="{F02EC894-185D-4327-ADC2-20641CF545DC}" dt="2023-01-16T17:49:14.591" v="32" actId="14100"/>
        <pc:sldMkLst>
          <pc:docMk/>
          <pc:sldMk cId="2381968814" sldId="295"/>
        </pc:sldMkLst>
        <pc:spChg chg="mod">
          <ac:chgData name="Mark McGlinchey" userId="6e11bbf3-9dcb-4b8b-b03e-52345dfdf79c" providerId="ADAL" clId="{F02EC894-185D-4327-ADC2-20641CF545DC}" dt="2023-01-16T17:49:14.591" v="32" actId="14100"/>
          <ac:spMkLst>
            <pc:docMk/>
            <pc:sldMk cId="2381968814" sldId="295"/>
            <ac:spMk id="3" creationId="{DC7DEE90-980C-14EB-CAC8-8400BC6A0C14}"/>
          </ac:spMkLst>
        </pc:spChg>
        <pc:picChg chg="mod">
          <ac:chgData name="Mark McGlinchey" userId="6e11bbf3-9dcb-4b8b-b03e-52345dfdf79c" providerId="ADAL" clId="{F02EC894-185D-4327-ADC2-20641CF545DC}" dt="2023-01-16T17:49:07.112" v="30" actId="1076"/>
          <ac:picMkLst>
            <pc:docMk/>
            <pc:sldMk cId="2381968814" sldId="295"/>
            <ac:picMk id="7" creationId="{8FAEAF2F-3626-0408-2A4F-FC5588843BD3}"/>
          </ac:picMkLst>
        </pc:picChg>
        <pc:picChg chg="mod">
          <ac:chgData name="Mark McGlinchey" userId="6e11bbf3-9dcb-4b8b-b03e-52345dfdf79c" providerId="ADAL" clId="{F02EC894-185D-4327-ADC2-20641CF545DC}" dt="2023-01-16T17:49:09.368" v="31" actId="1076"/>
          <ac:picMkLst>
            <pc:docMk/>
            <pc:sldMk cId="2381968814" sldId="295"/>
            <ac:picMk id="9" creationId="{B263130A-5E36-06C5-4284-38C3C8258F3E}"/>
          </ac:picMkLst>
        </pc:picChg>
      </pc:sldChg>
      <pc:sldChg chg="modSp mod">
        <pc:chgData name="Mark McGlinchey" userId="6e11bbf3-9dcb-4b8b-b03e-52345dfdf79c" providerId="ADAL" clId="{F02EC894-185D-4327-ADC2-20641CF545DC}" dt="2023-01-16T17:49:28.608" v="35" actId="1076"/>
        <pc:sldMkLst>
          <pc:docMk/>
          <pc:sldMk cId="1288903496" sldId="296"/>
        </pc:sldMkLst>
        <pc:spChg chg="mod">
          <ac:chgData name="Mark McGlinchey" userId="6e11bbf3-9dcb-4b8b-b03e-52345dfdf79c" providerId="ADAL" clId="{F02EC894-185D-4327-ADC2-20641CF545DC}" dt="2023-01-16T17:49:25.573" v="34" actId="14100"/>
          <ac:spMkLst>
            <pc:docMk/>
            <pc:sldMk cId="1288903496" sldId="296"/>
            <ac:spMk id="2" creationId="{87A7C7C1-8601-F1EC-B655-E4FEFA90DBAD}"/>
          </ac:spMkLst>
        </pc:spChg>
        <pc:spChg chg="mod">
          <ac:chgData name="Mark McGlinchey" userId="6e11bbf3-9dcb-4b8b-b03e-52345dfdf79c" providerId="ADAL" clId="{F02EC894-185D-4327-ADC2-20641CF545DC}" dt="2023-01-16T17:49:28.608" v="35" actId="1076"/>
          <ac:spMkLst>
            <pc:docMk/>
            <pc:sldMk cId="1288903496" sldId="296"/>
            <ac:spMk id="3" creationId="{5C809660-C1C0-FD48-6411-5041681B0DB5}"/>
          </ac:spMkLst>
        </pc:spChg>
      </pc:sldChg>
      <pc:sldChg chg="del">
        <pc:chgData name="Mark McGlinchey" userId="6e11bbf3-9dcb-4b8b-b03e-52345dfdf79c" providerId="ADAL" clId="{F02EC894-185D-4327-ADC2-20641CF545DC}" dt="2023-01-16T17:51:01.620" v="54" actId="2696"/>
        <pc:sldMkLst>
          <pc:docMk/>
          <pc:sldMk cId="2537702471" sldId="297"/>
        </pc:sldMkLst>
      </pc:sldChg>
      <pc:sldChg chg="modSp mod">
        <pc:chgData name="Mark McGlinchey" userId="6e11bbf3-9dcb-4b8b-b03e-52345dfdf79c" providerId="ADAL" clId="{F02EC894-185D-4327-ADC2-20641CF545DC}" dt="2023-01-16T17:49:48.017" v="39" actId="255"/>
        <pc:sldMkLst>
          <pc:docMk/>
          <pc:sldMk cId="3390042330" sldId="298"/>
        </pc:sldMkLst>
        <pc:spChg chg="mod">
          <ac:chgData name="Mark McGlinchey" userId="6e11bbf3-9dcb-4b8b-b03e-52345dfdf79c" providerId="ADAL" clId="{F02EC894-185D-4327-ADC2-20641CF545DC}" dt="2023-01-16T17:49:39.192" v="37" actId="14100"/>
          <ac:spMkLst>
            <pc:docMk/>
            <pc:sldMk cId="3390042330" sldId="298"/>
            <ac:spMk id="2" creationId="{947DCB2A-3050-2474-0489-6CF7FDE0BB2A}"/>
          </ac:spMkLst>
        </pc:spChg>
        <pc:spChg chg="mod">
          <ac:chgData name="Mark McGlinchey" userId="6e11bbf3-9dcb-4b8b-b03e-52345dfdf79c" providerId="ADAL" clId="{F02EC894-185D-4327-ADC2-20641CF545DC}" dt="2023-01-16T17:49:48.017" v="39" actId="255"/>
          <ac:spMkLst>
            <pc:docMk/>
            <pc:sldMk cId="3390042330" sldId="298"/>
            <ac:spMk id="3" creationId="{E287AD97-9162-A05E-D0D3-1ECCFDAAA39D}"/>
          </ac:spMkLst>
        </pc:spChg>
      </pc:sldChg>
      <pc:sldChg chg="modSp mod">
        <pc:chgData name="Mark McGlinchey" userId="6e11bbf3-9dcb-4b8b-b03e-52345dfdf79c" providerId="ADAL" clId="{F02EC894-185D-4327-ADC2-20641CF545DC}" dt="2023-01-16T17:53:26.800" v="105" actId="20577"/>
        <pc:sldMkLst>
          <pc:docMk/>
          <pc:sldMk cId="927631097" sldId="301"/>
        </pc:sldMkLst>
        <pc:graphicFrameChg chg="modGraphic">
          <ac:chgData name="Mark McGlinchey" userId="6e11bbf3-9dcb-4b8b-b03e-52345dfdf79c" providerId="ADAL" clId="{F02EC894-185D-4327-ADC2-20641CF545DC}" dt="2023-01-16T17:53:26.800" v="105" actId="20577"/>
          <ac:graphicFrameMkLst>
            <pc:docMk/>
            <pc:sldMk cId="927631097" sldId="301"/>
            <ac:graphicFrameMk id="5" creationId="{09336ED0-C48E-EF3A-137D-60843F89ED61}"/>
          </ac:graphicFrameMkLst>
        </pc:graphicFrameChg>
      </pc:sldChg>
      <pc:sldChg chg="modSp mod">
        <pc:chgData name="Mark McGlinchey" userId="6e11bbf3-9dcb-4b8b-b03e-52345dfdf79c" providerId="ADAL" clId="{F02EC894-185D-4327-ADC2-20641CF545DC}" dt="2023-01-16T17:50:07.267" v="44" actId="255"/>
        <pc:sldMkLst>
          <pc:docMk/>
          <pc:sldMk cId="1064012873" sldId="304"/>
        </pc:sldMkLst>
        <pc:spChg chg="mod">
          <ac:chgData name="Mark McGlinchey" userId="6e11bbf3-9dcb-4b8b-b03e-52345dfdf79c" providerId="ADAL" clId="{F02EC894-185D-4327-ADC2-20641CF545DC}" dt="2023-01-16T17:50:07.267" v="44" actId="255"/>
          <ac:spMkLst>
            <pc:docMk/>
            <pc:sldMk cId="1064012873" sldId="304"/>
            <ac:spMk id="3" creationId="{E287AD97-9162-A05E-D0D3-1ECCFDAAA39D}"/>
          </ac:spMkLst>
        </pc:spChg>
      </pc:sldChg>
      <pc:sldChg chg="modSp mod">
        <pc:chgData name="Mark McGlinchey" userId="6e11bbf3-9dcb-4b8b-b03e-52345dfdf79c" providerId="ADAL" clId="{F02EC894-185D-4327-ADC2-20641CF545DC}" dt="2023-01-16T17:50:20.930" v="47" actId="20577"/>
        <pc:sldMkLst>
          <pc:docMk/>
          <pc:sldMk cId="925879507" sldId="306"/>
        </pc:sldMkLst>
        <pc:spChg chg="mod">
          <ac:chgData name="Mark McGlinchey" userId="6e11bbf3-9dcb-4b8b-b03e-52345dfdf79c" providerId="ADAL" clId="{F02EC894-185D-4327-ADC2-20641CF545DC}" dt="2023-01-16T17:50:20.930" v="47" actId="20577"/>
          <ac:spMkLst>
            <pc:docMk/>
            <pc:sldMk cId="925879507" sldId="306"/>
            <ac:spMk id="3" creationId="{057ACCA0-3DAF-511C-A6DD-8526797C3CB2}"/>
          </ac:spMkLst>
        </pc:spChg>
      </pc:sldChg>
      <pc:sldChg chg="addSp delSp modSp add del mod modNotesTx">
        <pc:chgData name="Mark McGlinchey" userId="6e11bbf3-9dcb-4b8b-b03e-52345dfdf79c" providerId="ADAL" clId="{F02EC894-185D-4327-ADC2-20641CF545DC}" dt="2023-01-16T17:47:26.271" v="15" actId="207"/>
        <pc:sldMkLst>
          <pc:docMk/>
          <pc:sldMk cId="4274713730" sldId="308"/>
        </pc:sldMkLst>
        <pc:spChg chg="add mod">
          <ac:chgData name="Mark McGlinchey" userId="6e11bbf3-9dcb-4b8b-b03e-52345dfdf79c" providerId="ADAL" clId="{F02EC894-185D-4327-ADC2-20641CF545DC}" dt="2023-01-16T17:47:26.271" v="15" actId="207"/>
          <ac:spMkLst>
            <pc:docMk/>
            <pc:sldMk cId="4274713730" sldId="308"/>
            <ac:spMk id="4" creationId="{3A19B59F-440E-2741-3737-DF74BE327BE6}"/>
          </ac:spMkLst>
        </pc:spChg>
        <pc:picChg chg="add mod">
          <ac:chgData name="Mark McGlinchey" userId="6e11bbf3-9dcb-4b8b-b03e-52345dfdf79c" providerId="ADAL" clId="{F02EC894-185D-4327-ADC2-20641CF545DC}" dt="2023-01-16T17:47:08.958" v="11" actId="1076"/>
          <ac:picMkLst>
            <pc:docMk/>
            <pc:sldMk cId="4274713730" sldId="308"/>
            <ac:picMk id="3" creationId="{4B66486C-4707-2B55-F344-4B87E20CB9BD}"/>
          </ac:picMkLst>
        </pc:picChg>
        <pc:picChg chg="del">
          <ac:chgData name="Mark McGlinchey" userId="6e11bbf3-9dcb-4b8b-b03e-52345dfdf79c" providerId="ADAL" clId="{F02EC894-185D-4327-ADC2-20641CF545DC}" dt="2023-01-16T17:46:10.029" v="6" actId="478"/>
          <ac:picMkLst>
            <pc:docMk/>
            <pc:sldMk cId="4274713730" sldId="308"/>
            <ac:picMk id="5" creationId="{537BF932-55E2-A9AA-304F-A7BA8EF1113D}"/>
          </ac:picMkLst>
        </pc:picChg>
        <pc:picChg chg="del">
          <ac:chgData name="Mark McGlinchey" userId="6e11bbf3-9dcb-4b8b-b03e-52345dfdf79c" providerId="ADAL" clId="{F02EC894-185D-4327-ADC2-20641CF545DC}" dt="2023-01-16T17:46:08.817" v="5" actId="478"/>
          <ac:picMkLst>
            <pc:docMk/>
            <pc:sldMk cId="4274713730" sldId="308"/>
            <ac:picMk id="6" creationId="{32061DBD-2DE6-1205-84C8-5B228C686387}"/>
          </ac:picMkLst>
        </pc:picChg>
      </pc:sldChg>
      <pc:sldChg chg="addSp delSp add del setBg delDesignElem">
        <pc:chgData name="Mark McGlinchey" userId="6e11bbf3-9dcb-4b8b-b03e-52345dfdf79c" providerId="ADAL" clId="{F02EC894-185D-4327-ADC2-20641CF545DC}" dt="2023-01-16T17:53:10.617" v="104"/>
        <pc:sldMkLst>
          <pc:docMk/>
          <pc:sldMk cId="1815466752" sldId="309"/>
        </pc:sldMkLst>
        <pc:spChg chg="add del">
          <ac:chgData name="Mark McGlinchey" userId="6e11bbf3-9dcb-4b8b-b03e-52345dfdf79c" providerId="ADAL" clId="{F02EC894-185D-4327-ADC2-20641CF545DC}" dt="2023-01-16T17:53:10.617" v="104"/>
          <ac:spMkLst>
            <pc:docMk/>
            <pc:sldMk cId="1815466752" sldId="309"/>
            <ac:spMk id="15" creationId="{A8384FB5-9ADC-4DDC-881B-597D56F5B15D}"/>
          </ac:spMkLst>
        </pc:spChg>
        <pc:spChg chg="add del">
          <ac:chgData name="Mark McGlinchey" userId="6e11bbf3-9dcb-4b8b-b03e-52345dfdf79c" providerId="ADAL" clId="{F02EC894-185D-4327-ADC2-20641CF545DC}" dt="2023-01-16T17:53:10.617" v="104"/>
          <ac:spMkLst>
            <pc:docMk/>
            <pc:sldMk cId="1815466752" sldId="309"/>
            <ac:spMk id="17" creationId="{91E5A9A7-95C6-4F4F-B00E-C82E07FE62EF}"/>
          </ac:spMkLst>
        </pc:spChg>
        <pc:spChg chg="add del">
          <ac:chgData name="Mark McGlinchey" userId="6e11bbf3-9dcb-4b8b-b03e-52345dfdf79c" providerId="ADAL" clId="{F02EC894-185D-4327-ADC2-20641CF545DC}" dt="2023-01-16T17:53:10.617" v="104"/>
          <ac:spMkLst>
            <pc:docMk/>
            <pc:sldMk cId="1815466752" sldId="309"/>
            <ac:spMk id="19" creationId="{D07DD2DE-F619-49DD-B5E7-03A290FF4ED1}"/>
          </ac:spMkLst>
        </pc:spChg>
        <pc:spChg chg="add del">
          <ac:chgData name="Mark McGlinchey" userId="6e11bbf3-9dcb-4b8b-b03e-52345dfdf79c" providerId="ADAL" clId="{F02EC894-185D-4327-ADC2-20641CF545DC}" dt="2023-01-16T17:53:10.617" v="104"/>
          <ac:spMkLst>
            <pc:docMk/>
            <pc:sldMk cId="1815466752" sldId="309"/>
            <ac:spMk id="21" creationId="{85149191-5F60-4A28-AAFF-039F96B0F3EC}"/>
          </ac:spMkLst>
        </pc:spChg>
        <pc:spChg chg="add del">
          <ac:chgData name="Mark McGlinchey" userId="6e11bbf3-9dcb-4b8b-b03e-52345dfdf79c" providerId="ADAL" clId="{F02EC894-185D-4327-ADC2-20641CF545DC}" dt="2023-01-16T17:53:10.617" v="104"/>
          <ac:spMkLst>
            <pc:docMk/>
            <pc:sldMk cId="1815466752" sldId="309"/>
            <ac:spMk id="23" creationId="{F8260ED5-17F7-4158-B241-D51DD4CF1B7E}"/>
          </ac:spMkLst>
        </pc:spChg>
      </pc:sldChg>
      <pc:sldChg chg="addSp delSp modSp add mod">
        <pc:chgData name="Mark McGlinchey" userId="6e11bbf3-9dcb-4b8b-b03e-52345dfdf79c" providerId="ADAL" clId="{F02EC894-185D-4327-ADC2-20641CF545DC}" dt="2023-01-16T18:05:07.029" v="732" actId="14100"/>
        <pc:sldMkLst>
          <pc:docMk/>
          <pc:sldMk cId="3361390299" sldId="309"/>
        </pc:sldMkLst>
        <pc:spChg chg="mod">
          <ac:chgData name="Mark McGlinchey" userId="6e11bbf3-9dcb-4b8b-b03e-52345dfdf79c" providerId="ADAL" clId="{F02EC894-185D-4327-ADC2-20641CF545DC}" dt="2023-01-16T17:54:04.022" v="137" actId="122"/>
          <ac:spMkLst>
            <pc:docMk/>
            <pc:sldMk cId="3361390299" sldId="309"/>
            <ac:spMk id="2" creationId="{9F0B81D2-6745-BD46-7F88-D7820C07D17F}"/>
          </ac:spMkLst>
        </pc:spChg>
        <pc:spChg chg="mod">
          <ac:chgData name="Mark McGlinchey" userId="6e11bbf3-9dcb-4b8b-b03e-52345dfdf79c" providerId="ADAL" clId="{F02EC894-185D-4327-ADC2-20641CF545DC}" dt="2023-01-16T18:04:51.482" v="731" actId="20577"/>
          <ac:spMkLst>
            <pc:docMk/>
            <pc:sldMk cId="3361390299" sldId="309"/>
            <ac:spMk id="3" creationId="{A842D924-AAAA-7A15-B387-696DF03AB875}"/>
          </ac:spMkLst>
        </pc:spChg>
        <pc:picChg chg="add mod modCrop">
          <ac:chgData name="Mark McGlinchey" userId="6e11bbf3-9dcb-4b8b-b03e-52345dfdf79c" providerId="ADAL" clId="{F02EC894-185D-4327-ADC2-20641CF545DC}" dt="2023-01-16T18:05:07.029" v="732" actId="14100"/>
          <ac:picMkLst>
            <pc:docMk/>
            <pc:sldMk cId="3361390299" sldId="309"/>
            <ac:picMk id="4" creationId="{7C792D49-77E5-88D1-EFDF-F93E1BEAF694}"/>
          </ac:picMkLst>
        </pc:picChg>
        <pc:picChg chg="del">
          <ac:chgData name="Mark McGlinchey" userId="6e11bbf3-9dcb-4b8b-b03e-52345dfdf79c" providerId="ADAL" clId="{F02EC894-185D-4327-ADC2-20641CF545DC}" dt="2023-01-16T17:55:03.839" v="138" actId="478"/>
          <ac:picMkLst>
            <pc:docMk/>
            <pc:sldMk cId="3361390299" sldId="309"/>
            <ac:picMk id="6" creationId="{A4AAE61E-2024-78AA-0870-1BEEBEEC9B8E}"/>
          </ac:picMkLst>
        </pc:picChg>
      </pc:sldChg>
      <pc:sldChg chg="modSp add mod">
        <pc:chgData name="Mark McGlinchey" userId="6e11bbf3-9dcb-4b8b-b03e-52345dfdf79c" providerId="ADAL" clId="{F02EC894-185D-4327-ADC2-20641CF545DC}" dt="2023-01-16T17:56:28.199" v="214" actId="20577"/>
        <pc:sldMkLst>
          <pc:docMk/>
          <pc:sldMk cId="570805025" sldId="310"/>
        </pc:sldMkLst>
        <pc:spChg chg="mod">
          <ac:chgData name="Mark McGlinchey" userId="6e11bbf3-9dcb-4b8b-b03e-52345dfdf79c" providerId="ADAL" clId="{F02EC894-185D-4327-ADC2-20641CF545DC}" dt="2023-01-16T17:56:28.199" v="214" actId="20577"/>
          <ac:spMkLst>
            <pc:docMk/>
            <pc:sldMk cId="570805025" sldId="310"/>
            <ac:spMk id="3" creationId="{369F74A6-CCDA-40D2-A299-5E44A2A1B1D8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D30D71-D9FE-47E4-80F2-5012536D25F0}" type="doc">
      <dgm:prSet loTypeId="urn:microsoft.com/office/officeart/2005/8/layout/hierarchy1" loCatId="hierarchy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3F13DF4-E481-4183-9584-FD26E27B510B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en-GB" dirty="0"/>
            <a:t>“a neurological deficit attributed to an acute focal injury of the central nervous system by a vascular cause”</a:t>
          </a:r>
          <a:endParaRPr lang="en-US" dirty="0"/>
        </a:p>
      </dgm:t>
    </dgm:pt>
    <dgm:pt modelId="{ED141775-1341-480E-ABEE-1DB746A6F4C1}" type="parTrans" cxnId="{0B7B878E-1CA1-4E54-A079-0EE5B727989F}">
      <dgm:prSet/>
      <dgm:spPr/>
      <dgm:t>
        <a:bodyPr/>
        <a:lstStyle/>
        <a:p>
          <a:endParaRPr lang="en-US"/>
        </a:p>
      </dgm:t>
    </dgm:pt>
    <dgm:pt modelId="{50CA26ED-F899-4BFD-9109-444C62034F09}" type="sibTrans" cxnId="{0B7B878E-1CA1-4E54-A079-0EE5B727989F}">
      <dgm:prSet/>
      <dgm:spPr/>
      <dgm:t>
        <a:bodyPr/>
        <a:lstStyle/>
        <a:p>
          <a:endParaRPr lang="en-US"/>
        </a:p>
      </dgm:t>
    </dgm:pt>
    <dgm:pt modelId="{8349AE6E-3A74-436A-A2F8-5DD4D6284D9C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en-GB"/>
            <a:t>second most common cause of death and disability globally</a:t>
          </a:r>
          <a:endParaRPr lang="en-US"/>
        </a:p>
      </dgm:t>
    </dgm:pt>
    <dgm:pt modelId="{65FEE2E4-E535-44DE-B3AC-C5D7C1724DB9}" type="parTrans" cxnId="{16AB1C08-40C1-4ACC-BA22-CAA471CA9AA3}">
      <dgm:prSet/>
      <dgm:spPr/>
      <dgm:t>
        <a:bodyPr/>
        <a:lstStyle/>
        <a:p>
          <a:endParaRPr lang="en-US"/>
        </a:p>
      </dgm:t>
    </dgm:pt>
    <dgm:pt modelId="{FD3C0503-CA39-4625-B130-CE52DB87A80C}" type="sibTrans" cxnId="{16AB1C08-40C1-4ACC-BA22-CAA471CA9AA3}">
      <dgm:prSet/>
      <dgm:spPr/>
      <dgm:t>
        <a:bodyPr/>
        <a:lstStyle/>
        <a:p>
          <a:endParaRPr lang="en-US"/>
        </a:p>
      </dgm:t>
    </dgm:pt>
    <dgm:pt modelId="{EBE14441-17CB-40D0-B2B6-E48EF918452A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en-GB"/>
            <a:t>stroke is a hyperacute emergency</a:t>
          </a:r>
          <a:endParaRPr lang="en-US"/>
        </a:p>
      </dgm:t>
    </dgm:pt>
    <dgm:pt modelId="{C390E8C0-ACEB-458E-9478-088DCB4639AE}" type="parTrans" cxnId="{E756398C-18A2-49CE-8BAF-12DC32278064}">
      <dgm:prSet/>
      <dgm:spPr/>
      <dgm:t>
        <a:bodyPr/>
        <a:lstStyle/>
        <a:p>
          <a:endParaRPr lang="en-US"/>
        </a:p>
      </dgm:t>
    </dgm:pt>
    <dgm:pt modelId="{279074EF-4A5F-4954-8085-0FA6008383F0}" type="sibTrans" cxnId="{E756398C-18A2-49CE-8BAF-12DC32278064}">
      <dgm:prSet/>
      <dgm:spPr/>
      <dgm:t>
        <a:bodyPr/>
        <a:lstStyle/>
        <a:p>
          <a:endParaRPr lang="en-US"/>
        </a:p>
      </dgm:t>
    </dgm:pt>
    <dgm:pt modelId="{BBFF97A6-C4CC-43A6-8DD1-4A614A0BAC67}" type="pres">
      <dgm:prSet presAssocID="{8CD30D71-D9FE-47E4-80F2-5012536D25F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1AD6C3E-7FA5-4F0B-A58A-D33AF8CF8D2A}" type="pres">
      <dgm:prSet presAssocID="{33F13DF4-E481-4183-9584-FD26E27B510B}" presName="hierRoot1" presStyleCnt="0"/>
      <dgm:spPr/>
    </dgm:pt>
    <dgm:pt modelId="{BEBB8143-1A83-4DB8-A538-99C88C62B973}" type="pres">
      <dgm:prSet presAssocID="{33F13DF4-E481-4183-9584-FD26E27B510B}" presName="composite" presStyleCnt="0"/>
      <dgm:spPr/>
    </dgm:pt>
    <dgm:pt modelId="{244D3F40-D726-4F8D-919F-197AA250D130}" type="pres">
      <dgm:prSet presAssocID="{33F13DF4-E481-4183-9584-FD26E27B510B}" presName="background" presStyleLbl="node0" presStyleIdx="0" presStyleCnt="3"/>
      <dgm:spPr>
        <a:solidFill>
          <a:schemeClr val="accent1">
            <a:lumMod val="60000"/>
            <a:lumOff val="40000"/>
          </a:schemeClr>
        </a:solidFill>
      </dgm:spPr>
    </dgm:pt>
    <dgm:pt modelId="{C0D84023-5DE1-412C-BA2B-C12A59190EC3}" type="pres">
      <dgm:prSet presAssocID="{33F13DF4-E481-4183-9584-FD26E27B510B}" presName="text" presStyleLbl="fgAcc0" presStyleIdx="0" presStyleCnt="3">
        <dgm:presLayoutVars>
          <dgm:chPref val="3"/>
        </dgm:presLayoutVars>
      </dgm:prSet>
      <dgm:spPr/>
    </dgm:pt>
    <dgm:pt modelId="{945ED2C7-980A-4019-AEA3-7780E4C5943D}" type="pres">
      <dgm:prSet presAssocID="{33F13DF4-E481-4183-9584-FD26E27B510B}" presName="hierChild2" presStyleCnt="0"/>
      <dgm:spPr/>
    </dgm:pt>
    <dgm:pt modelId="{71AFC38C-C8DC-42DF-9871-E7167F3F1A98}" type="pres">
      <dgm:prSet presAssocID="{8349AE6E-3A74-436A-A2F8-5DD4D6284D9C}" presName="hierRoot1" presStyleCnt="0"/>
      <dgm:spPr/>
    </dgm:pt>
    <dgm:pt modelId="{19E0425F-919C-40F2-9AA0-6A32AF7F5382}" type="pres">
      <dgm:prSet presAssocID="{8349AE6E-3A74-436A-A2F8-5DD4D6284D9C}" presName="composite" presStyleCnt="0"/>
      <dgm:spPr/>
    </dgm:pt>
    <dgm:pt modelId="{EF91D6DD-4754-4CB9-BF13-FBDD36410AA8}" type="pres">
      <dgm:prSet presAssocID="{8349AE6E-3A74-436A-A2F8-5DD4D6284D9C}" presName="background" presStyleLbl="node0" presStyleIdx="1" presStyleCnt="3"/>
      <dgm:spPr>
        <a:solidFill>
          <a:schemeClr val="accent1">
            <a:lumMod val="60000"/>
            <a:lumOff val="40000"/>
          </a:schemeClr>
        </a:solidFill>
      </dgm:spPr>
    </dgm:pt>
    <dgm:pt modelId="{5391323E-4D20-4EA2-819F-36101360E870}" type="pres">
      <dgm:prSet presAssocID="{8349AE6E-3A74-436A-A2F8-5DD4D6284D9C}" presName="text" presStyleLbl="fgAcc0" presStyleIdx="1" presStyleCnt="3">
        <dgm:presLayoutVars>
          <dgm:chPref val="3"/>
        </dgm:presLayoutVars>
      </dgm:prSet>
      <dgm:spPr/>
    </dgm:pt>
    <dgm:pt modelId="{E64479EE-7B9B-4991-90F3-080FBAD55BBB}" type="pres">
      <dgm:prSet presAssocID="{8349AE6E-3A74-436A-A2F8-5DD4D6284D9C}" presName="hierChild2" presStyleCnt="0"/>
      <dgm:spPr/>
    </dgm:pt>
    <dgm:pt modelId="{3425C06A-15B6-45CD-9F9B-19E9B81A665B}" type="pres">
      <dgm:prSet presAssocID="{EBE14441-17CB-40D0-B2B6-E48EF918452A}" presName="hierRoot1" presStyleCnt="0"/>
      <dgm:spPr/>
    </dgm:pt>
    <dgm:pt modelId="{AC9AFED0-70DB-48F0-8CC7-EB77C353D4EC}" type="pres">
      <dgm:prSet presAssocID="{EBE14441-17CB-40D0-B2B6-E48EF918452A}" presName="composite" presStyleCnt="0"/>
      <dgm:spPr/>
    </dgm:pt>
    <dgm:pt modelId="{83901D2E-8C42-4805-A008-7768A47EB0FF}" type="pres">
      <dgm:prSet presAssocID="{EBE14441-17CB-40D0-B2B6-E48EF918452A}" presName="background" presStyleLbl="node0" presStyleIdx="2" presStyleCnt="3"/>
      <dgm:spPr>
        <a:solidFill>
          <a:schemeClr val="accent1">
            <a:lumMod val="60000"/>
            <a:lumOff val="40000"/>
          </a:schemeClr>
        </a:solidFill>
      </dgm:spPr>
    </dgm:pt>
    <dgm:pt modelId="{306DC620-16C5-40BE-9697-A877F1D3B827}" type="pres">
      <dgm:prSet presAssocID="{EBE14441-17CB-40D0-B2B6-E48EF918452A}" presName="text" presStyleLbl="fgAcc0" presStyleIdx="2" presStyleCnt="3">
        <dgm:presLayoutVars>
          <dgm:chPref val="3"/>
        </dgm:presLayoutVars>
      </dgm:prSet>
      <dgm:spPr/>
    </dgm:pt>
    <dgm:pt modelId="{A2221A83-835C-41F5-9E00-A9952B13F88A}" type="pres">
      <dgm:prSet presAssocID="{EBE14441-17CB-40D0-B2B6-E48EF918452A}" presName="hierChild2" presStyleCnt="0"/>
      <dgm:spPr/>
    </dgm:pt>
  </dgm:ptLst>
  <dgm:cxnLst>
    <dgm:cxn modelId="{16AB1C08-40C1-4ACC-BA22-CAA471CA9AA3}" srcId="{8CD30D71-D9FE-47E4-80F2-5012536D25F0}" destId="{8349AE6E-3A74-436A-A2F8-5DD4D6284D9C}" srcOrd="1" destOrd="0" parTransId="{65FEE2E4-E535-44DE-B3AC-C5D7C1724DB9}" sibTransId="{FD3C0503-CA39-4625-B130-CE52DB87A80C}"/>
    <dgm:cxn modelId="{4F49120E-FB48-476A-8D80-9385553E3839}" type="presOf" srcId="{8349AE6E-3A74-436A-A2F8-5DD4D6284D9C}" destId="{5391323E-4D20-4EA2-819F-36101360E870}" srcOrd="0" destOrd="0" presId="urn:microsoft.com/office/officeart/2005/8/layout/hierarchy1"/>
    <dgm:cxn modelId="{ABF1661A-4001-4A35-98E0-10C5209DF31D}" type="presOf" srcId="{33F13DF4-E481-4183-9584-FD26E27B510B}" destId="{C0D84023-5DE1-412C-BA2B-C12A59190EC3}" srcOrd="0" destOrd="0" presId="urn:microsoft.com/office/officeart/2005/8/layout/hierarchy1"/>
    <dgm:cxn modelId="{E756398C-18A2-49CE-8BAF-12DC32278064}" srcId="{8CD30D71-D9FE-47E4-80F2-5012536D25F0}" destId="{EBE14441-17CB-40D0-B2B6-E48EF918452A}" srcOrd="2" destOrd="0" parTransId="{C390E8C0-ACEB-458E-9478-088DCB4639AE}" sibTransId="{279074EF-4A5F-4954-8085-0FA6008383F0}"/>
    <dgm:cxn modelId="{0B7B878E-1CA1-4E54-A079-0EE5B727989F}" srcId="{8CD30D71-D9FE-47E4-80F2-5012536D25F0}" destId="{33F13DF4-E481-4183-9584-FD26E27B510B}" srcOrd="0" destOrd="0" parTransId="{ED141775-1341-480E-ABEE-1DB746A6F4C1}" sibTransId="{50CA26ED-F899-4BFD-9109-444C62034F09}"/>
    <dgm:cxn modelId="{20F946DD-5F89-4521-BDB8-A8AE1D51D842}" type="presOf" srcId="{8CD30D71-D9FE-47E4-80F2-5012536D25F0}" destId="{BBFF97A6-C4CC-43A6-8DD1-4A614A0BAC67}" srcOrd="0" destOrd="0" presId="urn:microsoft.com/office/officeart/2005/8/layout/hierarchy1"/>
    <dgm:cxn modelId="{80998EFE-3793-4DCA-A947-637ECBF49B0D}" type="presOf" srcId="{EBE14441-17CB-40D0-B2B6-E48EF918452A}" destId="{306DC620-16C5-40BE-9697-A877F1D3B827}" srcOrd="0" destOrd="0" presId="urn:microsoft.com/office/officeart/2005/8/layout/hierarchy1"/>
    <dgm:cxn modelId="{A5ADADC3-F9A8-4475-987F-FD501A3D50B4}" type="presParOf" srcId="{BBFF97A6-C4CC-43A6-8DD1-4A614A0BAC67}" destId="{01AD6C3E-7FA5-4F0B-A58A-D33AF8CF8D2A}" srcOrd="0" destOrd="0" presId="urn:microsoft.com/office/officeart/2005/8/layout/hierarchy1"/>
    <dgm:cxn modelId="{AD0804A7-35AE-4D82-A33D-631BF6F7759A}" type="presParOf" srcId="{01AD6C3E-7FA5-4F0B-A58A-D33AF8CF8D2A}" destId="{BEBB8143-1A83-4DB8-A538-99C88C62B973}" srcOrd="0" destOrd="0" presId="urn:microsoft.com/office/officeart/2005/8/layout/hierarchy1"/>
    <dgm:cxn modelId="{2656039D-613A-4C73-9AD3-322113E4A45A}" type="presParOf" srcId="{BEBB8143-1A83-4DB8-A538-99C88C62B973}" destId="{244D3F40-D726-4F8D-919F-197AA250D130}" srcOrd="0" destOrd="0" presId="urn:microsoft.com/office/officeart/2005/8/layout/hierarchy1"/>
    <dgm:cxn modelId="{31E20AA7-226C-48BC-A66E-092213752F7B}" type="presParOf" srcId="{BEBB8143-1A83-4DB8-A538-99C88C62B973}" destId="{C0D84023-5DE1-412C-BA2B-C12A59190EC3}" srcOrd="1" destOrd="0" presId="urn:microsoft.com/office/officeart/2005/8/layout/hierarchy1"/>
    <dgm:cxn modelId="{D112892A-8DF5-4476-ACE2-84830F661216}" type="presParOf" srcId="{01AD6C3E-7FA5-4F0B-A58A-D33AF8CF8D2A}" destId="{945ED2C7-980A-4019-AEA3-7780E4C5943D}" srcOrd="1" destOrd="0" presId="urn:microsoft.com/office/officeart/2005/8/layout/hierarchy1"/>
    <dgm:cxn modelId="{136AC0BE-DEBC-4730-BCFA-988210D32D89}" type="presParOf" srcId="{BBFF97A6-C4CC-43A6-8DD1-4A614A0BAC67}" destId="{71AFC38C-C8DC-42DF-9871-E7167F3F1A98}" srcOrd="1" destOrd="0" presId="urn:microsoft.com/office/officeart/2005/8/layout/hierarchy1"/>
    <dgm:cxn modelId="{7DF641BB-50B3-4CE3-AB28-9C91CE0594B9}" type="presParOf" srcId="{71AFC38C-C8DC-42DF-9871-E7167F3F1A98}" destId="{19E0425F-919C-40F2-9AA0-6A32AF7F5382}" srcOrd="0" destOrd="0" presId="urn:microsoft.com/office/officeart/2005/8/layout/hierarchy1"/>
    <dgm:cxn modelId="{C6C58C3B-BBD9-4C69-AEBA-5F4192F51048}" type="presParOf" srcId="{19E0425F-919C-40F2-9AA0-6A32AF7F5382}" destId="{EF91D6DD-4754-4CB9-BF13-FBDD36410AA8}" srcOrd="0" destOrd="0" presId="urn:microsoft.com/office/officeart/2005/8/layout/hierarchy1"/>
    <dgm:cxn modelId="{489B1AF9-927A-45C5-9FA2-DABBF21C78F1}" type="presParOf" srcId="{19E0425F-919C-40F2-9AA0-6A32AF7F5382}" destId="{5391323E-4D20-4EA2-819F-36101360E870}" srcOrd="1" destOrd="0" presId="urn:microsoft.com/office/officeart/2005/8/layout/hierarchy1"/>
    <dgm:cxn modelId="{3C2AB8EE-4BE1-4257-94D4-3923F7C65B26}" type="presParOf" srcId="{71AFC38C-C8DC-42DF-9871-E7167F3F1A98}" destId="{E64479EE-7B9B-4991-90F3-080FBAD55BBB}" srcOrd="1" destOrd="0" presId="urn:microsoft.com/office/officeart/2005/8/layout/hierarchy1"/>
    <dgm:cxn modelId="{C7D55DD2-E629-4C3B-BF9B-9878FACD26B7}" type="presParOf" srcId="{BBFF97A6-C4CC-43A6-8DD1-4A614A0BAC67}" destId="{3425C06A-15B6-45CD-9F9B-19E9B81A665B}" srcOrd="2" destOrd="0" presId="urn:microsoft.com/office/officeart/2005/8/layout/hierarchy1"/>
    <dgm:cxn modelId="{49E524B2-ED35-4477-827A-D98545E0BFB6}" type="presParOf" srcId="{3425C06A-15B6-45CD-9F9B-19E9B81A665B}" destId="{AC9AFED0-70DB-48F0-8CC7-EB77C353D4EC}" srcOrd="0" destOrd="0" presId="urn:microsoft.com/office/officeart/2005/8/layout/hierarchy1"/>
    <dgm:cxn modelId="{4DB5D93B-AE96-44CB-A780-8BB4B38D115F}" type="presParOf" srcId="{AC9AFED0-70DB-48F0-8CC7-EB77C353D4EC}" destId="{83901D2E-8C42-4805-A008-7768A47EB0FF}" srcOrd="0" destOrd="0" presId="urn:microsoft.com/office/officeart/2005/8/layout/hierarchy1"/>
    <dgm:cxn modelId="{67294D4D-7C1F-4280-B950-F4A44C3A465C}" type="presParOf" srcId="{AC9AFED0-70DB-48F0-8CC7-EB77C353D4EC}" destId="{306DC620-16C5-40BE-9697-A877F1D3B827}" srcOrd="1" destOrd="0" presId="urn:microsoft.com/office/officeart/2005/8/layout/hierarchy1"/>
    <dgm:cxn modelId="{9071D755-64C4-40B1-96D5-51CEA2F9A4BA}" type="presParOf" srcId="{3425C06A-15B6-45CD-9F9B-19E9B81A665B}" destId="{A2221A83-835C-41F5-9E00-A9952B13F88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68FBE1-6893-424C-A811-821A1B6D4E45}" type="doc">
      <dgm:prSet loTypeId="urn:microsoft.com/office/officeart/2018/2/layout/IconVerticalSolidList" loCatId="icon" qsTypeId="urn:microsoft.com/office/officeart/2005/8/quickstyle/simple4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DEB7752-E585-4D5B-888F-C8C792A70A8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Diagnose stroke type</a:t>
          </a:r>
          <a:endParaRPr lang="en-US" sz="2400" dirty="0"/>
        </a:p>
      </dgm:t>
    </dgm:pt>
    <dgm:pt modelId="{E4FF274C-1CA8-4EFD-A6F8-7553E63AFF51}" type="parTrans" cxnId="{A1B752AF-210B-4636-BFC7-9B6B35A03F91}">
      <dgm:prSet/>
      <dgm:spPr/>
      <dgm:t>
        <a:bodyPr/>
        <a:lstStyle/>
        <a:p>
          <a:endParaRPr lang="en-US"/>
        </a:p>
      </dgm:t>
    </dgm:pt>
    <dgm:pt modelId="{83D22A0C-BEE5-49F8-A66A-84177F0AB8A1}" type="sibTrans" cxnId="{A1B752AF-210B-4636-BFC7-9B6B35A03F91}">
      <dgm:prSet/>
      <dgm:spPr/>
      <dgm:t>
        <a:bodyPr/>
        <a:lstStyle/>
        <a:p>
          <a:endParaRPr lang="en-US"/>
        </a:p>
      </dgm:t>
    </dgm:pt>
    <dgm:pt modelId="{424C62B0-6EA1-4BD6-AC9D-FF496115BA3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Maintain physiological homeostasis</a:t>
          </a:r>
          <a:endParaRPr lang="en-US" sz="2400" dirty="0"/>
        </a:p>
      </dgm:t>
    </dgm:pt>
    <dgm:pt modelId="{E12734C0-B9B0-4785-86D0-5CF40FAEFFB6}" type="parTrans" cxnId="{CFCFA61C-456E-4331-9EA1-ED35DBE45D5D}">
      <dgm:prSet/>
      <dgm:spPr/>
      <dgm:t>
        <a:bodyPr/>
        <a:lstStyle/>
        <a:p>
          <a:endParaRPr lang="en-US"/>
        </a:p>
      </dgm:t>
    </dgm:pt>
    <dgm:pt modelId="{9CE1A0D2-0308-40D8-A28B-589E22E302CB}" type="sibTrans" cxnId="{CFCFA61C-456E-4331-9EA1-ED35DBE45D5D}">
      <dgm:prSet/>
      <dgm:spPr/>
      <dgm:t>
        <a:bodyPr/>
        <a:lstStyle/>
        <a:p>
          <a:endParaRPr lang="en-US"/>
        </a:p>
      </dgm:t>
    </dgm:pt>
    <dgm:pt modelId="{26BC310B-C98F-4C5F-9F7A-19C97F30410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Prevent complications</a:t>
          </a:r>
          <a:endParaRPr lang="en-US" sz="2400" dirty="0"/>
        </a:p>
      </dgm:t>
    </dgm:pt>
    <dgm:pt modelId="{FE137874-93E4-470D-99C4-2FAEC96B7D09}" type="parTrans" cxnId="{C66F09D0-EA3A-4E44-B55F-9C778A999276}">
      <dgm:prSet/>
      <dgm:spPr/>
      <dgm:t>
        <a:bodyPr/>
        <a:lstStyle/>
        <a:p>
          <a:endParaRPr lang="en-US"/>
        </a:p>
      </dgm:t>
    </dgm:pt>
    <dgm:pt modelId="{5321581D-753F-4C4D-A38D-9EC72618AC0F}" type="sibTrans" cxnId="{C66F09D0-EA3A-4E44-B55F-9C778A999276}">
      <dgm:prSet/>
      <dgm:spPr/>
      <dgm:t>
        <a:bodyPr/>
        <a:lstStyle/>
        <a:p>
          <a:endParaRPr lang="en-US"/>
        </a:p>
      </dgm:t>
    </dgm:pt>
    <dgm:pt modelId="{54732161-C56E-43D6-9927-B43FBCFC845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Commence early rehabilitation</a:t>
          </a:r>
          <a:endParaRPr lang="en-US" sz="2400" dirty="0"/>
        </a:p>
      </dgm:t>
    </dgm:pt>
    <dgm:pt modelId="{6B250E2A-BC37-494B-BBD8-168C5346E717}" type="parTrans" cxnId="{7B136CB6-8E77-4766-9381-23A8C5542856}">
      <dgm:prSet/>
      <dgm:spPr/>
      <dgm:t>
        <a:bodyPr/>
        <a:lstStyle/>
        <a:p>
          <a:endParaRPr lang="en-US"/>
        </a:p>
      </dgm:t>
    </dgm:pt>
    <dgm:pt modelId="{362696B3-3778-4916-B4F7-B574D3A8620E}" type="sibTrans" cxnId="{7B136CB6-8E77-4766-9381-23A8C5542856}">
      <dgm:prSet/>
      <dgm:spPr/>
      <dgm:t>
        <a:bodyPr/>
        <a:lstStyle/>
        <a:p>
          <a:endParaRPr lang="en-US"/>
        </a:p>
      </dgm:t>
    </dgm:pt>
    <dgm:pt modelId="{4A3925B0-83E1-4586-A6DA-F912C4ABADC3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2400" dirty="0"/>
        </a:p>
      </dgm:t>
    </dgm:pt>
    <dgm:pt modelId="{ED39F059-FC30-489B-A124-96075E68ACC8}" type="parTrans" cxnId="{464EC210-6273-4D08-8D11-D42E15A547A5}">
      <dgm:prSet/>
      <dgm:spPr/>
      <dgm:t>
        <a:bodyPr/>
        <a:lstStyle/>
        <a:p>
          <a:endParaRPr lang="en-US"/>
        </a:p>
      </dgm:t>
    </dgm:pt>
    <dgm:pt modelId="{1BF97C82-AFE8-49DC-B400-2D612685C3BE}" type="sibTrans" cxnId="{464EC210-6273-4D08-8D11-D42E15A547A5}">
      <dgm:prSet/>
      <dgm:spPr/>
      <dgm:t>
        <a:bodyPr/>
        <a:lstStyle/>
        <a:p>
          <a:endParaRPr lang="en-US"/>
        </a:p>
      </dgm:t>
    </dgm:pt>
    <dgm:pt modelId="{463B2605-0646-4D78-9EFC-F9D288BBEEEB}" type="pres">
      <dgm:prSet presAssocID="{6568FBE1-6893-424C-A811-821A1B6D4E45}" presName="root" presStyleCnt="0">
        <dgm:presLayoutVars>
          <dgm:dir/>
          <dgm:resizeHandles val="exact"/>
        </dgm:presLayoutVars>
      </dgm:prSet>
      <dgm:spPr/>
    </dgm:pt>
    <dgm:pt modelId="{2D940B06-C4DA-43D2-AE98-C0C6C2447CCA}" type="pres">
      <dgm:prSet presAssocID="{CDEB7752-E585-4D5B-888F-C8C792A70A83}" presName="compNode" presStyleCnt="0"/>
      <dgm:spPr/>
    </dgm:pt>
    <dgm:pt modelId="{2D565765-4C35-4C7D-AD77-5FAD6C906538}" type="pres">
      <dgm:prSet presAssocID="{CDEB7752-E585-4D5B-888F-C8C792A70A83}" presName="bgRect" presStyleLbl="bgShp" presStyleIdx="0" presStyleCnt="4"/>
      <dgm:spPr>
        <a:solidFill>
          <a:schemeClr val="accent1">
            <a:lumMod val="20000"/>
            <a:lumOff val="80000"/>
          </a:schemeClr>
        </a:solidFill>
      </dgm:spPr>
    </dgm:pt>
    <dgm:pt modelId="{81535162-711A-4C6A-817D-AF457E5D253C}" type="pres">
      <dgm:prSet presAssocID="{CDEB7752-E585-4D5B-888F-C8C792A70A8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 with solid fill"/>
        </a:ext>
      </dgm:extLst>
    </dgm:pt>
    <dgm:pt modelId="{275E9222-A38E-4B54-82A2-089289C910E5}" type="pres">
      <dgm:prSet presAssocID="{CDEB7752-E585-4D5B-888F-C8C792A70A83}" presName="spaceRect" presStyleCnt="0"/>
      <dgm:spPr/>
    </dgm:pt>
    <dgm:pt modelId="{A2640F47-9111-4CB9-979B-014AACBCF886}" type="pres">
      <dgm:prSet presAssocID="{CDEB7752-E585-4D5B-888F-C8C792A70A83}" presName="parTx" presStyleLbl="revTx" presStyleIdx="0" presStyleCnt="5">
        <dgm:presLayoutVars>
          <dgm:chMax val="0"/>
          <dgm:chPref val="0"/>
        </dgm:presLayoutVars>
      </dgm:prSet>
      <dgm:spPr/>
    </dgm:pt>
    <dgm:pt modelId="{E51D57E5-5935-44B4-949B-AE749B4A4C0D}" type="pres">
      <dgm:prSet presAssocID="{83D22A0C-BEE5-49F8-A66A-84177F0AB8A1}" presName="sibTrans" presStyleCnt="0"/>
      <dgm:spPr/>
    </dgm:pt>
    <dgm:pt modelId="{7F0303CA-6D8E-4F9F-BC93-A8EE721DB1D9}" type="pres">
      <dgm:prSet presAssocID="{424C62B0-6EA1-4BD6-AC9D-FF496115BA3F}" presName="compNode" presStyleCnt="0"/>
      <dgm:spPr/>
    </dgm:pt>
    <dgm:pt modelId="{C33C35B9-A69A-4B3A-A518-C3BE9900A0FC}" type="pres">
      <dgm:prSet presAssocID="{424C62B0-6EA1-4BD6-AC9D-FF496115BA3F}" presName="bgRect" presStyleLbl="bgShp" presStyleIdx="1" presStyleCnt="4"/>
      <dgm:spPr>
        <a:solidFill>
          <a:schemeClr val="accent1">
            <a:lumMod val="20000"/>
            <a:lumOff val="80000"/>
          </a:schemeClr>
        </a:solidFill>
      </dgm:spPr>
    </dgm:pt>
    <dgm:pt modelId="{974F0C83-C542-4682-B39D-61AF943C2A92}" type="pres">
      <dgm:prSet presAssocID="{424C62B0-6EA1-4BD6-AC9D-FF496115BA3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patient with solid fill"/>
        </a:ext>
      </dgm:extLst>
    </dgm:pt>
    <dgm:pt modelId="{F7AB4F52-A768-4B27-AEF8-A996B1F9B0B5}" type="pres">
      <dgm:prSet presAssocID="{424C62B0-6EA1-4BD6-AC9D-FF496115BA3F}" presName="spaceRect" presStyleCnt="0"/>
      <dgm:spPr/>
    </dgm:pt>
    <dgm:pt modelId="{A45F074F-5816-42F0-A638-DF40285630A6}" type="pres">
      <dgm:prSet presAssocID="{424C62B0-6EA1-4BD6-AC9D-FF496115BA3F}" presName="parTx" presStyleLbl="revTx" presStyleIdx="1" presStyleCnt="5">
        <dgm:presLayoutVars>
          <dgm:chMax val="0"/>
          <dgm:chPref val="0"/>
        </dgm:presLayoutVars>
      </dgm:prSet>
      <dgm:spPr/>
    </dgm:pt>
    <dgm:pt modelId="{81863842-55EB-4F76-8BC4-BB0430AF61C6}" type="pres">
      <dgm:prSet presAssocID="{9CE1A0D2-0308-40D8-A28B-589E22E302CB}" presName="sibTrans" presStyleCnt="0"/>
      <dgm:spPr/>
    </dgm:pt>
    <dgm:pt modelId="{A282150B-2384-43B3-AF54-ECD88A3AC266}" type="pres">
      <dgm:prSet presAssocID="{26BC310B-C98F-4C5F-9F7A-19C97F304102}" presName="compNode" presStyleCnt="0"/>
      <dgm:spPr/>
    </dgm:pt>
    <dgm:pt modelId="{1A30D7EA-8420-48E4-83CA-AEC2BB5E6627}" type="pres">
      <dgm:prSet presAssocID="{26BC310B-C98F-4C5F-9F7A-19C97F304102}" presName="bgRect" presStyleLbl="bgShp" presStyleIdx="2" presStyleCnt="4"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</dgm:pt>
    <dgm:pt modelId="{FF2805F4-52B7-42C3-B370-EB9BBBC45B8D}" type="pres">
      <dgm:prSet presAssocID="{26BC310B-C98F-4C5F-9F7A-19C97F30410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vid-19 with solid fill"/>
        </a:ext>
      </dgm:extLst>
    </dgm:pt>
    <dgm:pt modelId="{38AD8FA5-086B-4DAF-89E1-481AD6CA9587}" type="pres">
      <dgm:prSet presAssocID="{26BC310B-C98F-4C5F-9F7A-19C97F304102}" presName="spaceRect" presStyleCnt="0"/>
      <dgm:spPr/>
    </dgm:pt>
    <dgm:pt modelId="{4ABFDA1C-C22B-45A1-B4A5-2E033AA70E03}" type="pres">
      <dgm:prSet presAssocID="{26BC310B-C98F-4C5F-9F7A-19C97F304102}" presName="parTx" presStyleLbl="revTx" presStyleIdx="2" presStyleCnt="5">
        <dgm:presLayoutVars>
          <dgm:chMax val="0"/>
          <dgm:chPref val="0"/>
        </dgm:presLayoutVars>
      </dgm:prSet>
      <dgm:spPr/>
    </dgm:pt>
    <dgm:pt modelId="{90D167A9-D381-4A5C-8C26-DC59A6882838}" type="pres">
      <dgm:prSet presAssocID="{5321581D-753F-4C4D-A38D-9EC72618AC0F}" presName="sibTrans" presStyleCnt="0"/>
      <dgm:spPr/>
    </dgm:pt>
    <dgm:pt modelId="{B4B24548-803A-40B2-8855-18289E23DB07}" type="pres">
      <dgm:prSet presAssocID="{54732161-C56E-43D6-9927-B43FBCFC845C}" presName="compNode" presStyleCnt="0"/>
      <dgm:spPr/>
    </dgm:pt>
    <dgm:pt modelId="{6690F4A3-70D8-4F45-9AC5-DFED0906B17D}" type="pres">
      <dgm:prSet presAssocID="{54732161-C56E-43D6-9927-B43FBCFC845C}" presName="bgRect" presStyleLbl="bgShp" presStyleIdx="3" presStyleCnt="4"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</dgm:pt>
    <dgm:pt modelId="{9AF7F62D-99D7-45DB-95A6-C921B5D7D7D7}" type="pres">
      <dgm:prSet presAssocID="{54732161-C56E-43D6-9927-B43FBCFC845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 with solid fill"/>
        </a:ext>
      </dgm:extLst>
    </dgm:pt>
    <dgm:pt modelId="{978C1FF5-6F14-43A6-A338-9EFCC60BCDCE}" type="pres">
      <dgm:prSet presAssocID="{54732161-C56E-43D6-9927-B43FBCFC845C}" presName="spaceRect" presStyleCnt="0"/>
      <dgm:spPr/>
    </dgm:pt>
    <dgm:pt modelId="{72259768-EC27-4D83-B081-B4F1CEF1DE05}" type="pres">
      <dgm:prSet presAssocID="{54732161-C56E-43D6-9927-B43FBCFC845C}" presName="parTx" presStyleLbl="revTx" presStyleIdx="3" presStyleCnt="5" custScaleX="150965" custLinFactNeighborX="19758" custLinFactNeighborY="8409">
        <dgm:presLayoutVars>
          <dgm:chMax val="0"/>
          <dgm:chPref val="0"/>
        </dgm:presLayoutVars>
      </dgm:prSet>
      <dgm:spPr/>
    </dgm:pt>
    <dgm:pt modelId="{D952EF51-4EBE-487E-B7EC-E4E580E9DE72}" type="pres">
      <dgm:prSet presAssocID="{54732161-C56E-43D6-9927-B43FBCFC845C}" presName="desTx" presStyleLbl="revTx" presStyleIdx="4" presStyleCnt="5">
        <dgm:presLayoutVars/>
      </dgm:prSet>
      <dgm:spPr/>
    </dgm:pt>
  </dgm:ptLst>
  <dgm:cxnLst>
    <dgm:cxn modelId="{464EC210-6273-4D08-8D11-D42E15A547A5}" srcId="{54732161-C56E-43D6-9927-B43FBCFC845C}" destId="{4A3925B0-83E1-4586-A6DA-F912C4ABADC3}" srcOrd="0" destOrd="0" parTransId="{ED39F059-FC30-489B-A124-96075E68ACC8}" sibTransId="{1BF97C82-AFE8-49DC-B400-2D612685C3BE}"/>
    <dgm:cxn modelId="{CFCFA61C-456E-4331-9EA1-ED35DBE45D5D}" srcId="{6568FBE1-6893-424C-A811-821A1B6D4E45}" destId="{424C62B0-6EA1-4BD6-AC9D-FF496115BA3F}" srcOrd="1" destOrd="0" parTransId="{E12734C0-B9B0-4785-86D0-5CF40FAEFFB6}" sibTransId="{9CE1A0D2-0308-40D8-A28B-589E22E302CB}"/>
    <dgm:cxn modelId="{FC282930-8EEA-491B-88BE-38D77058BCD6}" type="presOf" srcId="{CDEB7752-E585-4D5B-888F-C8C792A70A83}" destId="{A2640F47-9111-4CB9-979B-014AACBCF886}" srcOrd="0" destOrd="0" presId="urn:microsoft.com/office/officeart/2018/2/layout/IconVerticalSolidList"/>
    <dgm:cxn modelId="{8AB0E73C-222A-4791-91F9-D6B39FE4B89D}" type="presOf" srcId="{4A3925B0-83E1-4586-A6DA-F912C4ABADC3}" destId="{D952EF51-4EBE-487E-B7EC-E4E580E9DE72}" srcOrd="0" destOrd="0" presId="urn:microsoft.com/office/officeart/2018/2/layout/IconVerticalSolidList"/>
    <dgm:cxn modelId="{00CFF858-5CA5-4A7B-BE3B-A15DF8BD803B}" type="presOf" srcId="{26BC310B-C98F-4C5F-9F7A-19C97F304102}" destId="{4ABFDA1C-C22B-45A1-B4A5-2E033AA70E03}" srcOrd="0" destOrd="0" presId="urn:microsoft.com/office/officeart/2018/2/layout/IconVerticalSolidList"/>
    <dgm:cxn modelId="{82EB2D8D-A74E-4765-856C-B708701001E2}" type="presOf" srcId="{54732161-C56E-43D6-9927-B43FBCFC845C}" destId="{72259768-EC27-4D83-B081-B4F1CEF1DE05}" srcOrd="0" destOrd="0" presId="urn:microsoft.com/office/officeart/2018/2/layout/IconVerticalSolidList"/>
    <dgm:cxn modelId="{4E47989D-AD67-495C-8DE9-705FB0546ADD}" type="presOf" srcId="{6568FBE1-6893-424C-A811-821A1B6D4E45}" destId="{463B2605-0646-4D78-9EFC-F9D288BBEEEB}" srcOrd="0" destOrd="0" presId="urn:microsoft.com/office/officeart/2018/2/layout/IconVerticalSolidList"/>
    <dgm:cxn modelId="{A1B752AF-210B-4636-BFC7-9B6B35A03F91}" srcId="{6568FBE1-6893-424C-A811-821A1B6D4E45}" destId="{CDEB7752-E585-4D5B-888F-C8C792A70A83}" srcOrd="0" destOrd="0" parTransId="{E4FF274C-1CA8-4EFD-A6F8-7553E63AFF51}" sibTransId="{83D22A0C-BEE5-49F8-A66A-84177F0AB8A1}"/>
    <dgm:cxn modelId="{7B136CB6-8E77-4766-9381-23A8C5542856}" srcId="{6568FBE1-6893-424C-A811-821A1B6D4E45}" destId="{54732161-C56E-43D6-9927-B43FBCFC845C}" srcOrd="3" destOrd="0" parTransId="{6B250E2A-BC37-494B-BBD8-168C5346E717}" sibTransId="{362696B3-3778-4916-B4F7-B574D3A8620E}"/>
    <dgm:cxn modelId="{D4A755BE-2C16-4ED1-997F-62D08AF91A8B}" type="presOf" srcId="{424C62B0-6EA1-4BD6-AC9D-FF496115BA3F}" destId="{A45F074F-5816-42F0-A638-DF40285630A6}" srcOrd="0" destOrd="0" presId="urn:microsoft.com/office/officeart/2018/2/layout/IconVerticalSolidList"/>
    <dgm:cxn modelId="{C66F09D0-EA3A-4E44-B55F-9C778A999276}" srcId="{6568FBE1-6893-424C-A811-821A1B6D4E45}" destId="{26BC310B-C98F-4C5F-9F7A-19C97F304102}" srcOrd="2" destOrd="0" parTransId="{FE137874-93E4-470D-99C4-2FAEC96B7D09}" sibTransId="{5321581D-753F-4C4D-A38D-9EC72618AC0F}"/>
    <dgm:cxn modelId="{ACB5FC1C-CBC2-45C4-B081-5DB8398D54C7}" type="presParOf" srcId="{463B2605-0646-4D78-9EFC-F9D288BBEEEB}" destId="{2D940B06-C4DA-43D2-AE98-C0C6C2447CCA}" srcOrd="0" destOrd="0" presId="urn:microsoft.com/office/officeart/2018/2/layout/IconVerticalSolidList"/>
    <dgm:cxn modelId="{C1E51020-C81A-42EF-A524-A126A28EB6CB}" type="presParOf" srcId="{2D940B06-C4DA-43D2-AE98-C0C6C2447CCA}" destId="{2D565765-4C35-4C7D-AD77-5FAD6C906538}" srcOrd="0" destOrd="0" presId="urn:microsoft.com/office/officeart/2018/2/layout/IconVerticalSolidList"/>
    <dgm:cxn modelId="{723FD3FA-8E6A-48F6-BDCB-F4F49F6AA543}" type="presParOf" srcId="{2D940B06-C4DA-43D2-AE98-C0C6C2447CCA}" destId="{81535162-711A-4C6A-817D-AF457E5D253C}" srcOrd="1" destOrd="0" presId="urn:microsoft.com/office/officeart/2018/2/layout/IconVerticalSolidList"/>
    <dgm:cxn modelId="{A77F0569-09D9-4D4F-A676-17909BDCB030}" type="presParOf" srcId="{2D940B06-C4DA-43D2-AE98-C0C6C2447CCA}" destId="{275E9222-A38E-4B54-82A2-089289C910E5}" srcOrd="2" destOrd="0" presId="urn:microsoft.com/office/officeart/2018/2/layout/IconVerticalSolidList"/>
    <dgm:cxn modelId="{C0F4FEB8-1B04-4F9E-9A8E-3126BCDBAB5D}" type="presParOf" srcId="{2D940B06-C4DA-43D2-AE98-C0C6C2447CCA}" destId="{A2640F47-9111-4CB9-979B-014AACBCF886}" srcOrd="3" destOrd="0" presId="urn:microsoft.com/office/officeart/2018/2/layout/IconVerticalSolidList"/>
    <dgm:cxn modelId="{375B5EF9-C85B-47DA-B428-A6DF735469BA}" type="presParOf" srcId="{463B2605-0646-4D78-9EFC-F9D288BBEEEB}" destId="{E51D57E5-5935-44B4-949B-AE749B4A4C0D}" srcOrd="1" destOrd="0" presId="urn:microsoft.com/office/officeart/2018/2/layout/IconVerticalSolidList"/>
    <dgm:cxn modelId="{43BBAAD0-475D-43E5-8841-A7EEED9EC418}" type="presParOf" srcId="{463B2605-0646-4D78-9EFC-F9D288BBEEEB}" destId="{7F0303CA-6D8E-4F9F-BC93-A8EE721DB1D9}" srcOrd="2" destOrd="0" presId="urn:microsoft.com/office/officeart/2018/2/layout/IconVerticalSolidList"/>
    <dgm:cxn modelId="{AFBF660A-7BBF-4563-B036-34751493C526}" type="presParOf" srcId="{7F0303CA-6D8E-4F9F-BC93-A8EE721DB1D9}" destId="{C33C35B9-A69A-4B3A-A518-C3BE9900A0FC}" srcOrd="0" destOrd="0" presId="urn:microsoft.com/office/officeart/2018/2/layout/IconVerticalSolidList"/>
    <dgm:cxn modelId="{B99E9900-2FB0-482C-A8BD-88246AED7798}" type="presParOf" srcId="{7F0303CA-6D8E-4F9F-BC93-A8EE721DB1D9}" destId="{974F0C83-C542-4682-B39D-61AF943C2A92}" srcOrd="1" destOrd="0" presId="urn:microsoft.com/office/officeart/2018/2/layout/IconVerticalSolidList"/>
    <dgm:cxn modelId="{611F5249-9FF0-444C-B147-2A3C65837608}" type="presParOf" srcId="{7F0303CA-6D8E-4F9F-BC93-A8EE721DB1D9}" destId="{F7AB4F52-A768-4B27-AEF8-A996B1F9B0B5}" srcOrd="2" destOrd="0" presId="urn:microsoft.com/office/officeart/2018/2/layout/IconVerticalSolidList"/>
    <dgm:cxn modelId="{CBD5EBC3-4FAD-4B9E-9476-660FCF719525}" type="presParOf" srcId="{7F0303CA-6D8E-4F9F-BC93-A8EE721DB1D9}" destId="{A45F074F-5816-42F0-A638-DF40285630A6}" srcOrd="3" destOrd="0" presId="urn:microsoft.com/office/officeart/2018/2/layout/IconVerticalSolidList"/>
    <dgm:cxn modelId="{AEBC6993-6670-4D90-A7D0-5EB0B438C9EB}" type="presParOf" srcId="{463B2605-0646-4D78-9EFC-F9D288BBEEEB}" destId="{81863842-55EB-4F76-8BC4-BB0430AF61C6}" srcOrd="3" destOrd="0" presId="urn:microsoft.com/office/officeart/2018/2/layout/IconVerticalSolidList"/>
    <dgm:cxn modelId="{E9D6384E-9BA7-42EC-AEC1-50F21C016AC9}" type="presParOf" srcId="{463B2605-0646-4D78-9EFC-F9D288BBEEEB}" destId="{A282150B-2384-43B3-AF54-ECD88A3AC266}" srcOrd="4" destOrd="0" presId="urn:microsoft.com/office/officeart/2018/2/layout/IconVerticalSolidList"/>
    <dgm:cxn modelId="{CCCB6856-498A-4B47-88BE-77F6E75CBACB}" type="presParOf" srcId="{A282150B-2384-43B3-AF54-ECD88A3AC266}" destId="{1A30D7EA-8420-48E4-83CA-AEC2BB5E6627}" srcOrd="0" destOrd="0" presId="urn:microsoft.com/office/officeart/2018/2/layout/IconVerticalSolidList"/>
    <dgm:cxn modelId="{EA05CDDD-C69E-471A-B910-0FB3CDED2E43}" type="presParOf" srcId="{A282150B-2384-43B3-AF54-ECD88A3AC266}" destId="{FF2805F4-52B7-42C3-B370-EB9BBBC45B8D}" srcOrd="1" destOrd="0" presId="urn:microsoft.com/office/officeart/2018/2/layout/IconVerticalSolidList"/>
    <dgm:cxn modelId="{AC099F0F-28FD-42D0-A0CE-33771E148FBB}" type="presParOf" srcId="{A282150B-2384-43B3-AF54-ECD88A3AC266}" destId="{38AD8FA5-086B-4DAF-89E1-481AD6CA9587}" srcOrd="2" destOrd="0" presId="urn:microsoft.com/office/officeart/2018/2/layout/IconVerticalSolidList"/>
    <dgm:cxn modelId="{FE390D63-35A2-4148-8E2F-C4CF6014DFC0}" type="presParOf" srcId="{A282150B-2384-43B3-AF54-ECD88A3AC266}" destId="{4ABFDA1C-C22B-45A1-B4A5-2E033AA70E03}" srcOrd="3" destOrd="0" presId="urn:microsoft.com/office/officeart/2018/2/layout/IconVerticalSolidList"/>
    <dgm:cxn modelId="{316B5760-5CAC-45F1-9F3C-60774C4D2970}" type="presParOf" srcId="{463B2605-0646-4D78-9EFC-F9D288BBEEEB}" destId="{90D167A9-D381-4A5C-8C26-DC59A6882838}" srcOrd="5" destOrd="0" presId="urn:microsoft.com/office/officeart/2018/2/layout/IconVerticalSolidList"/>
    <dgm:cxn modelId="{71CAB9F8-37D4-47F7-A1F4-F97C378D19B8}" type="presParOf" srcId="{463B2605-0646-4D78-9EFC-F9D288BBEEEB}" destId="{B4B24548-803A-40B2-8855-18289E23DB07}" srcOrd="6" destOrd="0" presId="urn:microsoft.com/office/officeart/2018/2/layout/IconVerticalSolidList"/>
    <dgm:cxn modelId="{FC3654A5-0972-44CE-B16F-83EAED49E82C}" type="presParOf" srcId="{B4B24548-803A-40B2-8855-18289E23DB07}" destId="{6690F4A3-70D8-4F45-9AC5-DFED0906B17D}" srcOrd="0" destOrd="0" presId="urn:microsoft.com/office/officeart/2018/2/layout/IconVerticalSolidList"/>
    <dgm:cxn modelId="{9B87881D-76CE-4104-B17B-24E2BF7B6EB7}" type="presParOf" srcId="{B4B24548-803A-40B2-8855-18289E23DB07}" destId="{9AF7F62D-99D7-45DB-95A6-C921B5D7D7D7}" srcOrd="1" destOrd="0" presId="urn:microsoft.com/office/officeart/2018/2/layout/IconVerticalSolidList"/>
    <dgm:cxn modelId="{82FB49BB-4C25-4892-8629-5FAFACE97729}" type="presParOf" srcId="{B4B24548-803A-40B2-8855-18289E23DB07}" destId="{978C1FF5-6F14-43A6-A338-9EFCC60BCDCE}" srcOrd="2" destOrd="0" presId="urn:microsoft.com/office/officeart/2018/2/layout/IconVerticalSolidList"/>
    <dgm:cxn modelId="{1AD1E6C4-E640-4F63-818A-B44CBF945640}" type="presParOf" srcId="{B4B24548-803A-40B2-8855-18289E23DB07}" destId="{72259768-EC27-4D83-B081-B4F1CEF1DE05}" srcOrd="3" destOrd="0" presId="urn:microsoft.com/office/officeart/2018/2/layout/IconVerticalSolidList"/>
    <dgm:cxn modelId="{9E2B7F30-0FA1-4B78-9C7D-A5BAF26F5579}" type="presParOf" srcId="{B4B24548-803A-40B2-8855-18289E23DB07}" destId="{D952EF51-4EBE-487E-B7EC-E4E580E9DE72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68FBE1-6893-424C-A811-821A1B6D4E45}" type="doc">
      <dgm:prSet loTypeId="urn:microsoft.com/office/officeart/2018/2/layout/IconVerticalSolidList" loCatId="icon" qsTypeId="urn:microsoft.com/office/officeart/2005/8/quickstyle/simple4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DEB7752-E585-4D5B-888F-C8C792A70A8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Interventions for respiratory problems</a:t>
          </a:r>
          <a:endParaRPr lang="en-US" sz="2400" dirty="0"/>
        </a:p>
      </dgm:t>
    </dgm:pt>
    <dgm:pt modelId="{E4FF274C-1CA8-4EFD-A6F8-7553E63AFF51}" type="parTrans" cxnId="{A1B752AF-210B-4636-BFC7-9B6B35A03F91}">
      <dgm:prSet/>
      <dgm:spPr/>
      <dgm:t>
        <a:bodyPr/>
        <a:lstStyle/>
        <a:p>
          <a:endParaRPr lang="en-US"/>
        </a:p>
      </dgm:t>
    </dgm:pt>
    <dgm:pt modelId="{83D22A0C-BEE5-49F8-A66A-84177F0AB8A1}" type="sibTrans" cxnId="{A1B752AF-210B-4636-BFC7-9B6B35A03F91}">
      <dgm:prSet/>
      <dgm:spPr/>
      <dgm:t>
        <a:bodyPr/>
        <a:lstStyle/>
        <a:p>
          <a:endParaRPr lang="en-US"/>
        </a:p>
      </dgm:t>
    </dgm:pt>
    <dgm:pt modelId="{424C62B0-6EA1-4BD6-AC9D-FF496115BA3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Positioning</a:t>
          </a:r>
          <a:endParaRPr lang="en-US" sz="2400" dirty="0"/>
        </a:p>
      </dgm:t>
    </dgm:pt>
    <dgm:pt modelId="{E12734C0-B9B0-4785-86D0-5CF40FAEFFB6}" type="parTrans" cxnId="{CFCFA61C-456E-4331-9EA1-ED35DBE45D5D}">
      <dgm:prSet/>
      <dgm:spPr/>
      <dgm:t>
        <a:bodyPr/>
        <a:lstStyle/>
        <a:p>
          <a:endParaRPr lang="en-US"/>
        </a:p>
      </dgm:t>
    </dgm:pt>
    <dgm:pt modelId="{9CE1A0D2-0308-40D8-A28B-589E22E302CB}" type="sibTrans" cxnId="{CFCFA61C-456E-4331-9EA1-ED35DBE45D5D}">
      <dgm:prSet/>
      <dgm:spPr/>
      <dgm:t>
        <a:bodyPr/>
        <a:lstStyle/>
        <a:p>
          <a:endParaRPr lang="en-US"/>
        </a:p>
      </dgm:t>
    </dgm:pt>
    <dgm:pt modelId="{26BC310B-C98F-4C5F-9F7A-19C97F30410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Early mobilisation</a:t>
          </a:r>
          <a:endParaRPr lang="en-US" sz="2400" dirty="0"/>
        </a:p>
      </dgm:t>
    </dgm:pt>
    <dgm:pt modelId="{FE137874-93E4-470D-99C4-2FAEC96B7D09}" type="parTrans" cxnId="{C66F09D0-EA3A-4E44-B55F-9C778A999276}">
      <dgm:prSet/>
      <dgm:spPr/>
      <dgm:t>
        <a:bodyPr/>
        <a:lstStyle/>
        <a:p>
          <a:endParaRPr lang="en-US"/>
        </a:p>
      </dgm:t>
    </dgm:pt>
    <dgm:pt modelId="{5321581D-753F-4C4D-A38D-9EC72618AC0F}" type="sibTrans" cxnId="{C66F09D0-EA3A-4E44-B55F-9C778A999276}">
      <dgm:prSet/>
      <dgm:spPr/>
      <dgm:t>
        <a:bodyPr/>
        <a:lstStyle/>
        <a:p>
          <a:endParaRPr lang="en-US"/>
        </a:p>
      </dgm:t>
    </dgm:pt>
    <dgm:pt modelId="{54732161-C56E-43D6-9927-B43FBCFC845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400" dirty="0"/>
            <a:t>Upper limb management</a:t>
          </a:r>
          <a:endParaRPr lang="en-US" sz="2400" dirty="0"/>
        </a:p>
      </dgm:t>
    </dgm:pt>
    <dgm:pt modelId="{6B250E2A-BC37-494B-BBD8-168C5346E717}" type="parTrans" cxnId="{7B136CB6-8E77-4766-9381-23A8C5542856}">
      <dgm:prSet/>
      <dgm:spPr/>
      <dgm:t>
        <a:bodyPr/>
        <a:lstStyle/>
        <a:p>
          <a:endParaRPr lang="en-US"/>
        </a:p>
      </dgm:t>
    </dgm:pt>
    <dgm:pt modelId="{362696B3-3778-4916-B4F7-B574D3A8620E}" type="sibTrans" cxnId="{7B136CB6-8E77-4766-9381-23A8C5542856}">
      <dgm:prSet/>
      <dgm:spPr/>
      <dgm:t>
        <a:bodyPr/>
        <a:lstStyle/>
        <a:p>
          <a:endParaRPr lang="en-US"/>
        </a:p>
      </dgm:t>
    </dgm:pt>
    <dgm:pt modelId="{4A3925B0-83E1-4586-A6DA-F912C4ABADC3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2400" dirty="0"/>
        </a:p>
      </dgm:t>
    </dgm:pt>
    <dgm:pt modelId="{ED39F059-FC30-489B-A124-96075E68ACC8}" type="parTrans" cxnId="{464EC210-6273-4D08-8D11-D42E15A547A5}">
      <dgm:prSet/>
      <dgm:spPr/>
      <dgm:t>
        <a:bodyPr/>
        <a:lstStyle/>
        <a:p>
          <a:endParaRPr lang="en-US"/>
        </a:p>
      </dgm:t>
    </dgm:pt>
    <dgm:pt modelId="{1BF97C82-AFE8-49DC-B400-2D612685C3BE}" type="sibTrans" cxnId="{464EC210-6273-4D08-8D11-D42E15A547A5}">
      <dgm:prSet/>
      <dgm:spPr/>
      <dgm:t>
        <a:bodyPr/>
        <a:lstStyle/>
        <a:p>
          <a:endParaRPr lang="en-US"/>
        </a:p>
      </dgm:t>
    </dgm:pt>
    <dgm:pt modelId="{463B2605-0646-4D78-9EFC-F9D288BBEEEB}" type="pres">
      <dgm:prSet presAssocID="{6568FBE1-6893-424C-A811-821A1B6D4E45}" presName="root" presStyleCnt="0">
        <dgm:presLayoutVars>
          <dgm:dir/>
          <dgm:resizeHandles val="exact"/>
        </dgm:presLayoutVars>
      </dgm:prSet>
      <dgm:spPr/>
    </dgm:pt>
    <dgm:pt modelId="{2D940B06-C4DA-43D2-AE98-C0C6C2447CCA}" type="pres">
      <dgm:prSet presAssocID="{CDEB7752-E585-4D5B-888F-C8C792A70A83}" presName="compNode" presStyleCnt="0"/>
      <dgm:spPr/>
    </dgm:pt>
    <dgm:pt modelId="{2D565765-4C35-4C7D-AD77-5FAD6C906538}" type="pres">
      <dgm:prSet presAssocID="{CDEB7752-E585-4D5B-888F-C8C792A70A83}" presName="bgRect" presStyleLbl="bgShp" presStyleIdx="0" presStyleCnt="4"/>
      <dgm:spPr>
        <a:solidFill>
          <a:schemeClr val="accent1">
            <a:lumMod val="20000"/>
            <a:lumOff val="80000"/>
          </a:schemeClr>
        </a:solidFill>
      </dgm:spPr>
    </dgm:pt>
    <dgm:pt modelId="{81535162-711A-4C6A-817D-AF457E5D253C}" type="pres">
      <dgm:prSet presAssocID="{CDEB7752-E585-4D5B-888F-C8C792A70A8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ungs with solid fill"/>
        </a:ext>
      </dgm:extLst>
    </dgm:pt>
    <dgm:pt modelId="{275E9222-A38E-4B54-82A2-089289C910E5}" type="pres">
      <dgm:prSet presAssocID="{CDEB7752-E585-4D5B-888F-C8C792A70A83}" presName="spaceRect" presStyleCnt="0"/>
      <dgm:spPr/>
    </dgm:pt>
    <dgm:pt modelId="{A2640F47-9111-4CB9-979B-014AACBCF886}" type="pres">
      <dgm:prSet presAssocID="{CDEB7752-E585-4D5B-888F-C8C792A70A83}" presName="parTx" presStyleLbl="revTx" presStyleIdx="0" presStyleCnt="5">
        <dgm:presLayoutVars>
          <dgm:chMax val="0"/>
          <dgm:chPref val="0"/>
        </dgm:presLayoutVars>
      </dgm:prSet>
      <dgm:spPr/>
    </dgm:pt>
    <dgm:pt modelId="{E51D57E5-5935-44B4-949B-AE749B4A4C0D}" type="pres">
      <dgm:prSet presAssocID="{83D22A0C-BEE5-49F8-A66A-84177F0AB8A1}" presName="sibTrans" presStyleCnt="0"/>
      <dgm:spPr/>
    </dgm:pt>
    <dgm:pt modelId="{7F0303CA-6D8E-4F9F-BC93-A8EE721DB1D9}" type="pres">
      <dgm:prSet presAssocID="{424C62B0-6EA1-4BD6-AC9D-FF496115BA3F}" presName="compNode" presStyleCnt="0"/>
      <dgm:spPr/>
    </dgm:pt>
    <dgm:pt modelId="{C33C35B9-A69A-4B3A-A518-C3BE9900A0FC}" type="pres">
      <dgm:prSet presAssocID="{424C62B0-6EA1-4BD6-AC9D-FF496115BA3F}" presName="bgRect" presStyleLbl="bgShp" presStyleIdx="1" presStyleCnt="4"/>
      <dgm:spPr>
        <a:solidFill>
          <a:schemeClr val="accent1">
            <a:lumMod val="20000"/>
            <a:lumOff val="80000"/>
          </a:schemeClr>
        </a:solidFill>
      </dgm:spPr>
    </dgm:pt>
    <dgm:pt modelId="{974F0C83-C542-4682-B39D-61AF943C2A92}" type="pres">
      <dgm:prSet presAssocID="{424C62B0-6EA1-4BD6-AC9D-FF496115BA3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leep with solid fill"/>
        </a:ext>
      </dgm:extLst>
    </dgm:pt>
    <dgm:pt modelId="{F7AB4F52-A768-4B27-AEF8-A996B1F9B0B5}" type="pres">
      <dgm:prSet presAssocID="{424C62B0-6EA1-4BD6-AC9D-FF496115BA3F}" presName="spaceRect" presStyleCnt="0"/>
      <dgm:spPr/>
    </dgm:pt>
    <dgm:pt modelId="{A45F074F-5816-42F0-A638-DF40285630A6}" type="pres">
      <dgm:prSet presAssocID="{424C62B0-6EA1-4BD6-AC9D-FF496115BA3F}" presName="parTx" presStyleLbl="revTx" presStyleIdx="1" presStyleCnt="5">
        <dgm:presLayoutVars>
          <dgm:chMax val="0"/>
          <dgm:chPref val="0"/>
        </dgm:presLayoutVars>
      </dgm:prSet>
      <dgm:spPr/>
    </dgm:pt>
    <dgm:pt modelId="{81863842-55EB-4F76-8BC4-BB0430AF61C6}" type="pres">
      <dgm:prSet presAssocID="{9CE1A0D2-0308-40D8-A28B-589E22E302CB}" presName="sibTrans" presStyleCnt="0"/>
      <dgm:spPr/>
    </dgm:pt>
    <dgm:pt modelId="{A282150B-2384-43B3-AF54-ECD88A3AC266}" type="pres">
      <dgm:prSet presAssocID="{26BC310B-C98F-4C5F-9F7A-19C97F304102}" presName="compNode" presStyleCnt="0"/>
      <dgm:spPr/>
    </dgm:pt>
    <dgm:pt modelId="{1A30D7EA-8420-48E4-83CA-AEC2BB5E6627}" type="pres">
      <dgm:prSet presAssocID="{26BC310B-C98F-4C5F-9F7A-19C97F304102}" presName="bgRect" presStyleLbl="bgShp" presStyleIdx="2" presStyleCnt="4"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</dgm:pt>
    <dgm:pt modelId="{FF2805F4-52B7-42C3-B370-EB9BBBC45B8D}" type="pres">
      <dgm:prSet presAssocID="{26BC310B-C98F-4C5F-9F7A-19C97F30410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k with solid fill"/>
        </a:ext>
      </dgm:extLst>
    </dgm:pt>
    <dgm:pt modelId="{38AD8FA5-086B-4DAF-89E1-481AD6CA9587}" type="pres">
      <dgm:prSet presAssocID="{26BC310B-C98F-4C5F-9F7A-19C97F304102}" presName="spaceRect" presStyleCnt="0"/>
      <dgm:spPr/>
    </dgm:pt>
    <dgm:pt modelId="{4ABFDA1C-C22B-45A1-B4A5-2E033AA70E03}" type="pres">
      <dgm:prSet presAssocID="{26BC310B-C98F-4C5F-9F7A-19C97F304102}" presName="parTx" presStyleLbl="revTx" presStyleIdx="2" presStyleCnt="5">
        <dgm:presLayoutVars>
          <dgm:chMax val="0"/>
          <dgm:chPref val="0"/>
        </dgm:presLayoutVars>
      </dgm:prSet>
      <dgm:spPr/>
    </dgm:pt>
    <dgm:pt modelId="{90D167A9-D381-4A5C-8C26-DC59A6882838}" type="pres">
      <dgm:prSet presAssocID="{5321581D-753F-4C4D-A38D-9EC72618AC0F}" presName="sibTrans" presStyleCnt="0"/>
      <dgm:spPr/>
    </dgm:pt>
    <dgm:pt modelId="{B4B24548-803A-40B2-8855-18289E23DB07}" type="pres">
      <dgm:prSet presAssocID="{54732161-C56E-43D6-9927-B43FBCFC845C}" presName="compNode" presStyleCnt="0"/>
      <dgm:spPr/>
    </dgm:pt>
    <dgm:pt modelId="{6690F4A3-70D8-4F45-9AC5-DFED0906B17D}" type="pres">
      <dgm:prSet presAssocID="{54732161-C56E-43D6-9927-B43FBCFC845C}" presName="bgRect" presStyleLbl="bgShp" presStyleIdx="3" presStyleCnt="4"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</dgm:pt>
    <dgm:pt modelId="{9AF7F62D-99D7-45DB-95A6-C921B5D7D7D7}" type="pres">
      <dgm:prSet presAssocID="{54732161-C56E-43D6-9927-B43FBCFC845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cular arm with solid fill"/>
        </a:ext>
      </dgm:extLst>
    </dgm:pt>
    <dgm:pt modelId="{978C1FF5-6F14-43A6-A338-9EFCC60BCDCE}" type="pres">
      <dgm:prSet presAssocID="{54732161-C56E-43D6-9927-B43FBCFC845C}" presName="spaceRect" presStyleCnt="0"/>
      <dgm:spPr/>
    </dgm:pt>
    <dgm:pt modelId="{72259768-EC27-4D83-B081-B4F1CEF1DE05}" type="pres">
      <dgm:prSet presAssocID="{54732161-C56E-43D6-9927-B43FBCFC845C}" presName="parTx" presStyleLbl="revTx" presStyleIdx="3" presStyleCnt="5" custScaleX="150965" custLinFactNeighborX="19758" custLinFactNeighborY="8409">
        <dgm:presLayoutVars>
          <dgm:chMax val="0"/>
          <dgm:chPref val="0"/>
        </dgm:presLayoutVars>
      </dgm:prSet>
      <dgm:spPr/>
    </dgm:pt>
    <dgm:pt modelId="{D952EF51-4EBE-487E-B7EC-E4E580E9DE72}" type="pres">
      <dgm:prSet presAssocID="{54732161-C56E-43D6-9927-B43FBCFC845C}" presName="desTx" presStyleLbl="revTx" presStyleIdx="4" presStyleCnt="5">
        <dgm:presLayoutVars/>
      </dgm:prSet>
      <dgm:spPr/>
    </dgm:pt>
  </dgm:ptLst>
  <dgm:cxnLst>
    <dgm:cxn modelId="{464EC210-6273-4D08-8D11-D42E15A547A5}" srcId="{54732161-C56E-43D6-9927-B43FBCFC845C}" destId="{4A3925B0-83E1-4586-A6DA-F912C4ABADC3}" srcOrd="0" destOrd="0" parTransId="{ED39F059-FC30-489B-A124-96075E68ACC8}" sibTransId="{1BF97C82-AFE8-49DC-B400-2D612685C3BE}"/>
    <dgm:cxn modelId="{CFCFA61C-456E-4331-9EA1-ED35DBE45D5D}" srcId="{6568FBE1-6893-424C-A811-821A1B6D4E45}" destId="{424C62B0-6EA1-4BD6-AC9D-FF496115BA3F}" srcOrd="1" destOrd="0" parTransId="{E12734C0-B9B0-4785-86D0-5CF40FAEFFB6}" sibTransId="{9CE1A0D2-0308-40D8-A28B-589E22E302CB}"/>
    <dgm:cxn modelId="{FC282930-8EEA-491B-88BE-38D77058BCD6}" type="presOf" srcId="{CDEB7752-E585-4D5B-888F-C8C792A70A83}" destId="{A2640F47-9111-4CB9-979B-014AACBCF886}" srcOrd="0" destOrd="0" presId="urn:microsoft.com/office/officeart/2018/2/layout/IconVerticalSolidList"/>
    <dgm:cxn modelId="{8AB0E73C-222A-4791-91F9-D6B39FE4B89D}" type="presOf" srcId="{4A3925B0-83E1-4586-A6DA-F912C4ABADC3}" destId="{D952EF51-4EBE-487E-B7EC-E4E580E9DE72}" srcOrd="0" destOrd="0" presId="urn:microsoft.com/office/officeart/2018/2/layout/IconVerticalSolidList"/>
    <dgm:cxn modelId="{00CFF858-5CA5-4A7B-BE3B-A15DF8BD803B}" type="presOf" srcId="{26BC310B-C98F-4C5F-9F7A-19C97F304102}" destId="{4ABFDA1C-C22B-45A1-B4A5-2E033AA70E03}" srcOrd="0" destOrd="0" presId="urn:microsoft.com/office/officeart/2018/2/layout/IconVerticalSolidList"/>
    <dgm:cxn modelId="{82EB2D8D-A74E-4765-856C-B708701001E2}" type="presOf" srcId="{54732161-C56E-43D6-9927-B43FBCFC845C}" destId="{72259768-EC27-4D83-B081-B4F1CEF1DE05}" srcOrd="0" destOrd="0" presId="urn:microsoft.com/office/officeart/2018/2/layout/IconVerticalSolidList"/>
    <dgm:cxn modelId="{4E47989D-AD67-495C-8DE9-705FB0546ADD}" type="presOf" srcId="{6568FBE1-6893-424C-A811-821A1B6D4E45}" destId="{463B2605-0646-4D78-9EFC-F9D288BBEEEB}" srcOrd="0" destOrd="0" presId="urn:microsoft.com/office/officeart/2018/2/layout/IconVerticalSolidList"/>
    <dgm:cxn modelId="{A1B752AF-210B-4636-BFC7-9B6B35A03F91}" srcId="{6568FBE1-6893-424C-A811-821A1B6D4E45}" destId="{CDEB7752-E585-4D5B-888F-C8C792A70A83}" srcOrd="0" destOrd="0" parTransId="{E4FF274C-1CA8-4EFD-A6F8-7553E63AFF51}" sibTransId="{83D22A0C-BEE5-49F8-A66A-84177F0AB8A1}"/>
    <dgm:cxn modelId="{7B136CB6-8E77-4766-9381-23A8C5542856}" srcId="{6568FBE1-6893-424C-A811-821A1B6D4E45}" destId="{54732161-C56E-43D6-9927-B43FBCFC845C}" srcOrd="3" destOrd="0" parTransId="{6B250E2A-BC37-494B-BBD8-168C5346E717}" sibTransId="{362696B3-3778-4916-B4F7-B574D3A8620E}"/>
    <dgm:cxn modelId="{D4A755BE-2C16-4ED1-997F-62D08AF91A8B}" type="presOf" srcId="{424C62B0-6EA1-4BD6-AC9D-FF496115BA3F}" destId="{A45F074F-5816-42F0-A638-DF40285630A6}" srcOrd="0" destOrd="0" presId="urn:microsoft.com/office/officeart/2018/2/layout/IconVerticalSolidList"/>
    <dgm:cxn modelId="{C66F09D0-EA3A-4E44-B55F-9C778A999276}" srcId="{6568FBE1-6893-424C-A811-821A1B6D4E45}" destId="{26BC310B-C98F-4C5F-9F7A-19C97F304102}" srcOrd="2" destOrd="0" parTransId="{FE137874-93E4-470D-99C4-2FAEC96B7D09}" sibTransId="{5321581D-753F-4C4D-A38D-9EC72618AC0F}"/>
    <dgm:cxn modelId="{ACB5FC1C-CBC2-45C4-B081-5DB8398D54C7}" type="presParOf" srcId="{463B2605-0646-4D78-9EFC-F9D288BBEEEB}" destId="{2D940B06-C4DA-43D2-AE98-C0C6C2447CCA}" srcOrd="0" destOrd="0" presId="urn:microsoft.com/office/officeart/2018/2/layout/IconVerticalSolidList"/>
    <dgm:cxn modelId="{C1E51020-C81A-42EF-A524-A126A28EB6CB}" type="presParOf" srcId="{2D940B06-C4DA-43D2-AE98-C0C6C2447CCA}" destId="{2D565765-4C35-4C7D-AD77-5FAD6C906538}" srcOrd="0" destOrd="0" presId="urn:microsoft.com/office/officeart/2018/2/layout/IconVerticalSolidList"/>
    <dgm:cxn modelId="{723FD3FA-8E6A-48F6-BDCB-F4F49F6AA543}" type="presParOf" srcId="{2D940B06-C4DA-43D2-AE98-C0C6C2447CCA}" destId="{81535162-711A-4C6A-817D-AF457E5D253C}" srcOrd="1" destOrd="0" presId="urn:microsoft.com/office/officeart/2018/2/layout/IconVerticalSolidList"/>
    <dgm:cxn modelId="{A77F0569-09D9-4D4F-A676-17909BDCB030}" type="presParOf" srcId="{2D940B06-C4DA-43D2-AE98-C0C6C2447CCA}" destId="{275E9222-A38E-4B54-82A2-089289C910E5}" srcOrd="2" destOrd="0" presId="urn:microsoft.com/office/officeart/2018/2/layout/IconVerticalSolidList"/>
    <dgm:cxn modelId="{C0F4FEB8-1B04-4F9E-9A8E-3126BCDBAB5D}" type="presParOf" srcId="{2D940B06-C4DA-43D2-AE98-C0C6C2447CCA}" destId="{A2640F47-9111-4CB9-979B-014AACBCF886}" srcOrd="3" destOrd="0" presId="urn:microsoft.com/office/officeart/2018/2/layout/IconVerticalSolidList"/>
    <dgm:cxn modelId="{375B5EF9-C85B-47DA-B428-A6DF735469BA}" type="presParOf" srcId="{463B2605-0646-4D78-9EFC-F9D288BBEEEB}" destId="{E51D57E5-5935-44B4-949B-AE749B4A4C0D}" srcOrd="1" destOrd="0" presId="urn:microsoft.com/office/officeart/2018/2/layout/IconVerticalSolidList"/>
    <dgm:cxn modelId="{43BBAAD0-475D-43E5-8841-A7EEED9EC418}" type="presParOf" srcId="{463B2605-0646-4D78-9EFC-F9D288BBEEEB}" destId="{7F0303CA-6D8E-4F9F-BC93-A8EE721DB1D9}" srcOrd="2" destOrd="0" presId="urn:microsoft.com/office/officeart/2018/2/layout/IconVerticalSolidList"/>
    <dgm:cxn modelId="{AFBF660A-7BBF-4563-B036-34751493C526}" type="presParOf" srcId="{7F0303CA-6D8E-4F9F-BC93-A8EE721DB1D9}" destId="{C33C35B9-A69A-4B3A-A518-C3BE9900A0FC}" srcOrd="0" destOrd="0" presId="urn:microsoft.com/office/officeart/2018/2/layout/IconVerticalSolidList"/>
    <dgm:cxn modelId="{B99E9900-2FB0-482C-A8BD-88246AED7798}" type="presParOf" srcId="{7F0303CA-6D8E-4F9F-BC93-A8EE721DB1D9}" destId="{974F0C83-C542-4682-B39D-61AF943C2A92}" srcOrd="1" destOrd="0" presId="urn:microsoft.com/office/officeart/2018/2/layout/IconVerticalSolidList"/>
    <dgm:cxn modelId="{611F5249-9FF0-444C-B147-2A3C65837608}" type="presParOf" srcId="{7F0303CA-6D8E-4F9F-BC93-A8EE721DB1D9}" destId="{F7AB4F52-A768-4B27-AEF8-A996B1F9B0B5}" srcOrd="2" destOrd="0" presId="urn:microsoft.com/office/officeart/2018/2/layout/IconVerticalSolidList"/>
    <dgm:cxn modelId="{CBD5EBC3-4FAD-4B9E-9476-660FCF719525}" type="presParOf" srcId="{7F0303CA-6D8E-4F9F-BC93-A8EE721DB1D9}" destId="{A45F074F-5816-42F0-A638-DF40285630A6}" srcOrd="3" destOrd="0" presId="urn:microsoft.com/office/officeart/2018/2/layout/IconVerticalSolidList"/>
    <dgm:cxn modelId="{AEBC6993-6670-4D90-A7D0-5EB0B438C9EB}" type="presParOf" srcId="{463B2605-0646-4D78-9EFC-F9D288BBEEEB}" destId="{81863842-55EB-4F76-8BC4-BB0430AF61C6}" srcOrd="3" destOrd="0" presId="urn:microsoft.com/office/officeart/2018/2/layout/IconVerticalSolidList"/>
    <dgm:cxn modelId="{E9D6384E-9BA7-42EC-AEC1-50F21C016AC9}" type="presParOf" srcId="{463B2605-0646-4D78-9EFC-F9D288BBEEEB}" destId="{A282150B-2384-43B3-AF54-ECD88A3AC266}" srcOrd="4" destOrd="0" presId="urn:microsoft.com/office/officeart/2018/2/layout/IconVerticalSolidList"/>
    <dgm:cxn modelId="{CCCB6856-498A-4B47-88BE-77F6E75CBACB}" type="presParOf" srcId="{A282150B-2384-43B3-AF54-ECD88A3AC266}" destId="{1A30D7EA-8420-48E4-83CA-AEC2BB5E6627}" srcOrd="0" destOrd="0" presId="urn:microsoft.com/office/officeart/2018/2/layout/IconVerticalSolidList"/>
    <dgm:cxn modelId="{EA05CDDD-C69E-471A-B910-0FB3CDED2E43}" type="presParOf" srcId="{A282150B-2384-43B3-AF54-ECD88A3AC266}" destId="{FF2805F4-52B7-42C3-B370-EB9BBBC45B8D}" srcOrd="1" destOrd="0" presId="urn:microsoft.com/office/officeart/2018/2/layout/IconVerticalSolidList"/>
    <dgm:cxn modelId="{AC099F0F-28FD-42D0-A0CE-33771E148FBB}" type="presParOf" srcId="{A282150B-2384-43B3-AF54-ECD88A3AC266}" destId="{38AD8FA5-086B-4DAF-89E1-481AD6CA9587}" srcOrd="2" destOrd="0" presId="urn:microsoft.com/office/officeart/2018/2/layout/IconVerticalSolidList"/>
    <dgm:cxn modelId="{FE390D63-35A2-4148-8E2F-C4CF6014DFC0}" type="presParOf" srcId="{A282150B-2384-43B3-AF54-ECD88A3AC266}" destId="{4ABFDA1C-C22B-45A1-B4A5-2E033AA70E03}" srcOrd="3" destOrd="0" presId="urn:microsoft.com/office/officeart/2018/2/layout/IconVerticalSolidList"/>
    <dgm:cxn modelId="{316B5760-5CAC-45F1-9F3C-60774C4D2970}" type="presParOf" srcId="{463B2605-0646-4D78-9EFC-F9D288BBEEEB}" destId="{90D167A9-D381-4A5C-8C26-DC59A6882838}" srcOrd="5" destOrd="0" presId="urn:microsoft.com/office/officeart/2018/2/layout/IconVerticalSolidList"/>
    <dgm:cxn modelId="{71CAB9F8-37D4-47F7-A1F4-F97C378D19B8}" type="presParOf" srcId="{463B2605-0646-4D78-9EFC-F9D288BBEEEB}" destId="{B4B24548-803A-40B2-8855-18289E23DB07}" srcOrd="6" destOrd="0" presId="urn:microsoft.com/office/officeart/2018/2/layout/IconVerticalSolidList"/>
    <dgm:cxn modelId="{FC3654A5-0972-44CE-B16F-83EAED49E82C}" type="presParOf" srcId="{B4B24548-803A-40B2-8855-18289E23DB07}" destId="{6690F4A3-70D8-4F45-9AC5-DFED0906B17D}" srcOrd="0" destOrd="0" presId="urn:microsoft.com/office/officeart/2018/2/layout/IconVerticalSolidList"/>
    <dgm:cxn modelId="{9B87881D-76CE-4104-B17B-24E2BF7B6EB7}" type="presParOf" srcId="{B4B24548-803A-40B2-8855-18289E23DB07}" destId="{9AF7F62D-99D7-45DB-95A6-C921B5D7D7D7}" srcOrd="1" destOrd="0" presId="urn:microsoft.com/office/officeart/2018/2/layout/IconVerticalSolidList"/>
    <dgm:cxn modelId="{82FB49BB-4C25-4892-8629-5FAFACE97729}" type="presParOf" srcId="{B4B24548-803A-40B2-8855-18289E23DB07}" destId="{978C1FF5-6F14-43A6-A338-9EFCC60BCDCE}" srcOrd="2" destOrd="0" presId="urn:microsoft.com/office/officeart/2018/2/layout/IconVerticalSolidList"/>
    <dgm:cxn modelId="{1AD1E6C4-E640-4F63-818A-B44CBF945640}" type="presParOf" srcId="{B4B24548-803A-40B2-8855-18289E23DB07}" destId="{72259768-EC27-4D83-B081-B4F1CEF1DE05}" srcOrd="3" destOrd="0" presId="urn:microsoft.com/office/officeart/2018/2/layout/IconVerticalSolidList"/>
    <dgm:cxn modelId="{9E2B7F30-0FA1-4B78-9C7D-A5BAF26F5579}" type="presParOf" srcId="{B4B24548-803A-40B2-8855-18289E23DB07}" destId="{D952EF51-4EBE-487E-B7EC-E4E580E9DE72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4D3F40-D726-4F8D-919F-197AA250D130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D84023-5DE1-412C-BA2B-C12A59190EC3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“a neurological deficit attributed to an acute focal injury of the central nervous system by a vascular cause”</a:t>
          </a:r>
          <a:endParaRPr lang="en-US" sz="2300" kern="1200" dirty="0"/>
        </a:p>
      </dsp:txBody>
      <dsp:txXfrm>
        <a:off x="398656" y="1088253"/>
        <a:ext cx="2959127" cy="1837317"/>
      </dsp:txXfrm>
    </dsp:sp>
    <dsp:sp modelId="{EF91D6DD-4754-4CB9-BF13-FBDD36410AA8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91323E-4D20-4EA2-819F-36101360E870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second most common cause of death and disability globally</a:t>
          </a:r>
          <a:endParaRPr lang="en-US" sz="2300" kern="1200"/>
        </a:p>
      </dsp:txBody>
      <dsp:txXfrm>
        <a:off x="4155097" y="1088253"/>
        <a:ext cx="2959127" cy="1837317"/>
      </dsp:txXfrm>
    </dsp:sp>
    <dsp:sp modelId="{83901D2E-8C42-4805-A008-7768A47EB0FF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6DC620-16C5-40BE-9697-A877F1D3B827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stroke is a hyperacute emergency</a:t>
          </a:r>
          <a:endParaRPr lang="en-US" sz="2300" kern="1200"/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565765-4C35-4C7D-AD77-5FAD6C906538}">
      <dsp:nvSpPr>
        <dsp:cNvPr id="0" name=""/>
        <dsp:cNvSpPr/>
      </dsp:nvSpPr>
      <dsp:spPr>
        <a:xfrm>
          <a:off x="0" y="2442"/>
          <a:ext cx="6513603" cy="1238008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1535162-711A-4C6A-817D-AF457E5D253C}">
      <dsp:nvSpPr>
        <dsp:cNvPr id="0" name=""/>
        <dsp:cNvSpPr/>
      </dsp:nvSpPr>
      <dsp:spPr>
        <a:xfrm>
          <a:off x="374497" y="280994"/>
          <a:ext cx="680904" cy="6809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640F47-9111-4CB9-979B-014AACBCF886}">
      <dsp:nvSpPr>
        <dsp:cNvPr id="0" name=""/>
        <dsp:cNvSpPr/>
      </dsp:nvSpPr>
      <dsp:spPr>
        <a:xfrm>
          <a:off x="1429899" y="2442"/>
          <a:ext cx="5083704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Diagnose stroke type</a:t>
          </a:r>
          <a:endParaRPr lang="en-US" sz="2400" kern="1200" dirty="0"/>
        </a:p>
      </dsp:txBody>
      <dsp:txXfrm>
        <a:off x="1429899" y="2442"/>
        <a:ext cx="5083704" cy="1238008"/>
      </dsp:txXfrm>
    </dsp:sp>
    <dsp:sp modelId="{C33C35B9-A69A-4B3A-A518-C3BE9900A0FC}">
      <dsp:nvSpPr>
        <dsp:cNvPr id="0" name=""/>
        <dsp:cNvSpPr/>
      </dsp:nvSpPr>
      <dsp:spPr>
        <a:xfrm>
          <a:off x="0" y="1549953"/>
          <a:ext cx="6513603" cy="1238008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74F0C83-C542-4682-B39D-61AF943C2A92}">
      <dsp:nvSpPr>
        <dsp:cNvPr id="0" name=""/>
        <dsp:cNvSpPr/>
      </dsp:nvSpPr>
      <dsp:spPr>
        <a:xfrm>
          <a:off x="374497" y="1828505"/>
          <a:ext cx="680904" cy="6809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5F074F-5816-42F0-A638-DF40285630A6}">
      <dsp:nvSpPr>
        <dsp:cNvPr id="0" name=""/>
        <dsp:cNvSpPr/>
      </dsp:nvSpPr>
      <dsp:spPr>
        <a:xfrm>
          <a:off x="1429899" y="1549953"/>
          <a:ext cx="5083704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Maintain physiological homeostasis</a:t>
          </a:r>
          <a:endParaRPr lang="en-US" sz="2400" kern="1200" dirty="0"/>
        </a:p>
      </dsp:txBody>
      <dsp:txXfrm>
        <a:off x="1429899" y="1549953"/>
        <a:ext cx="5083704" cy="1238008"/>
      </dsp:txXfrm>
    </dsp:sp>
    <dsp:sp modelId="{1A30D7EA-8420-48E4-83CA-AEC2BB5E6627}">
      <dsp:nvSpPr>
        <dsp:cNvPr id="0" name=""/>
        <dsp:cNvSpPr/>
      </dsp:nvSpPr>
      <dsp:spPr>
        <a:xfrm>
          <a:off x="0" y="3097464"/>
          <a:ext cx="6513603" cy="1238008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F2805F4-52B7-42C3-B370-EB9BBBC45B8D}">
      <dsp:nvSpPr>
        <dsp:cNvPr id="0" name=""/>
        <dsp:cNvSpPr/>
      </dsp:nvSpPr>
      <dsp:spPr>
        <a:xfrm>
          <a:off x="374497" y="3376015"/>
          <a:ext cx="680904" cy="6809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ABFDA1C-C22B-45A1-B4A5-2E033AA70E03}">
      <dsp:nvSpPr>
        <dsp:cNvPr id="0" name=""/>
        <dsp:cNvSpPr/>
      </dsp:nvSpPr>
      <dsp:spPr>
        <a:xfrm>
          <a:off x="1429899" y="3097464"/>
          <a:ext cx="5083704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Prevent complications</a:t>
          </a:r>
          <a:endParaRPr lang="en-US" sz="2400" kern="1200" dirty="0"/>
        </a:p>
      </dsp:txBody>
      <dsp:txXfrm>
        <a:off x="1429899" y="3097464"/>
        <a:ext cx="5083704" cy="1238008"/>
      </dsp:txXfrm>
    </dsp:sp>
    <dsp:sp modelId="{6690F4A3-70D8-4F45-9AC5-DFED0906B17D}">
      <dsp:nvSpPr>
        <dsp:cNvPr id="0" name=""/>
        <dsp:cNvSpPr/>
      </dsp:nvSpPr>
      <dsp:spPr>
        <a:xfrm>
          <a:off x="0" y="4644974"/>
          <a:ext cx="6513603" cy="1238008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AF7F62D-99D7-45DB-95A6-C921B5D7D7D7}">
      <dsp:nvSpPr>
        <dsp:cNvPr id="0" name=""/>
        <dsp:cNvSpPr/>
      </dsp:nvSpPr>
      <dsp:spPr>
        <a:xfrm>
          <a:off x="374497" y="4923526"/>
          <a:ext cx="680904" cy="68090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2259768-EC27-4D83-B081-B4F1CEF1DE05}">
      <dsp:nvSpPr>
        <dsp:cNvPr id="0" name=""/>
        <dsp:cNvSpPr/>
      </dsp:nvSpPr>
      <dsp:spPr>
        <a:xfrm>
          <a:off x="1262107" y="4647417"/>
          <a:ext cx="4424968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Commence early rehabilitation</a:t>
          </a:r>
          <a:endParaRPr lang="en-US" sz="2400" kern="1200" dirty="0"/>
        </a:p>
      </dsp:txBody>
      <dsp:txXfrm>
        <a:off x="1262107" y="4647417"/>
        <a:ext cx="4424968" cy="1238008"/>
      </dsp:txXfrm>
    </dsp:sp>
    <dsp:sp modelId="{D952EF51-4EBE-487E-B7EC-E4E580E9DE72}">
      <dsp:nvSpPr>
        <dsp:cNvPr id="0" name=""/>
        <dsp:cNvSpPr/>
      </dsp:nvSpPr>
      <dsp:spPr>
        <a:xfrm>
          <a:off x="4361021" y="4644974"/>
          <a:ext cx="2152582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>
        <a:off x="4361021" y="4644974"/>
        <a:ext cx="2152582" cy="12380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565765-4C35-4C7D-AD77-5FAD6C906538}">
      <dsp:nvSpPr>
        <dsp:cNvPr id="0" name=""/>
        <dsp:cNvSpPr/>
      </dsp:nvSpPr>
      <dsp:spPr>
        <a:xfrm>
          <a:off x="0" y="2442"/>
          <a:ext cx="6513603" cy="1238008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1535162-711A-4C6A-817D-AF457E5D253C}">
      <dsp:nvSpPr>
        <dsp:cNvPr id="0" name=""/>
        <dsp:cNvSpPr/>
      </dsp:nvSpPr>
      <dsp:spPr>
        <a:xfrm>
          <a:off x="374497" y="280994"/>
          <a:ext cx="680904" cy="6809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640F47-9111-4CB9-979B-014AACBCF886}">
      <dsp:nvSpPr>
        <dsp:cNvPr id="0" name=""/>
        <dsp:cNvSpPr/>
      </dsp:nvSpPr>
      <dsp:spPr>
        <a:xfrm>
          <a:off x="1429899" y="2442"/>
          <a:ext cx="5083704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Interventions for respiratory problems</a:t>
          </a:r>
          <a:endParaRPr lang="en-US" sz="2400" kern="1200" dirty="0"/>
        </a:p>
      </dsp:txBody>
      <dsp:txXfrm>
        <a:off x="1429899" y="2442"/>
        <a:ext cx="5083704" cy="1238008"/>
      </dsp:txXfrm>
    </dsp:sp>
    <dsp:sp modelId="{C33C35B9-A69A-4B3A-A518-C3BE9900A0FC}">
      <dsp:nvSpPr>
        <dsp:cNvPr id="0" name=""/>
        <dsp:cNvSpPr/>
      </dsp:nvSpPr>
      <dsp:spPr>
        <a:xfrm>
          <a:off x="0" y="1549953"/>
          <a:ext cx="6513603" cy="1238008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74F0C83-C542-4682-B39D-61AF943C2A92}">
      <dsp:nvSpPr>
        <dsp:cNvPr id="0" name=""/>
        <dsp:cNvSpPr/>
      </dsp:nvSpPr>
      <dsp:spPr>
        <a:xfrm>
          <a:off x="374497" y="1828505"/>
          <a:ext cx="680904" cy="6809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5F074F-5816-42F0-A638-DF40285630A6}">
      <dsp:nvSpPr>
        <dsp:cNvPr id="0" name=""/>
        <dsp:cNvSpPr/>
      </dsp:nvSpPr>
      <dsp:spPr>
        <a:xfrm>
          <a:off x="1429899" y="1549953"/>
          <a:ext cx="5083704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Positioning</a:t>
          </a:r>
          <a:endParaRPr lang="en-US" sz="2400" kern="1200" dirty="0"/>
        </a:p>
      </dsp:txBody>
      <dsp:txXfrm>
        <a:off x="1429899" y="1549953"/>
        <a:ext cx="5083704" cy="1238008"/>
      </dsp:txXfrm>
    </dsp:sp>
    <dsp:sp modelId="{1A30D7EA-8420-48E4-83CA-AEC2BB5E6627}">
      <dsp:nvSpPr>
        <dsp:cNvPr id="0" name=""/>
        <dsp:cNvSpPr/>
      </dsp:nvSpPr>
      <dsp:spPr>
        <a:xfrm>
          <a:off x="0" y="3097464"/>
          <a:ext cx="6513603" cy="1238008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F2805F4-52B7-42C3-B370-EB9BBBC45B8D}">
      <dsp:nvSpPr>
        <dsp:cNvPr id="0" name=""/>
        <dsp:cNvSpPr/>
      </dsp:nvSpPr>
      <dsp:spPr>
        <a:xfrm>
          <a:off x="374497" y="3376015"/>
          <a:ext cx="680904" cy="6809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ABFDA1C-C22B-45A1-B4A5-2E033AA70E03}">
      <dsp:nvSpPr>
        <dsp:cNvPr id="0" name=""/>
        <dsp:cNvSpPr/>
      </dsp:nvSpPr>
      <dsp:spPr>
        <a:xfrm>
          <a:off x="1429899" y="3097464"/>
          <a:ext cx="5083704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Early mobilisation</a:t>
          </a:r>
          <a:endParaRPr lang="en-US" sz="2400" kern="1200" dirty="0"/>
        </a:p>
      </dsp:txBody>
      <dsp:txXfrm>
        <a:off x="1429899" y="3097464"/>
        <a:ext cx="5083704" cy="1238008"/>
      </dsp:txXfrm>
    </dsp:sp>
    <dsp:sp modelId="{6690F4A3-70D8-4F45-9AC5-DFED0906B17D}">
      <dsp:nvSpPr>
        <dsp:cNvPr id="0" name=""/>
        <dsp:cNvSpPr/>
      </dsp:nvSpPr>
      <dsp:spPr>
        <a:xfrm>
          <a:off x="0" y="4644974"/>
          <a:ext cx="6513603" cy="1238008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AF7F62D-99D7-45DB-95A6-C921B5D7D7D7}">
      <dsp:nvSpPr>
        <dsp:cNvPr id="0" name=""/>
        <dsp:cNvSpPr/>
      </dsp:nvSpPr>
      <dsp:spPr>
        <a:xfrm>
          <a:off x="374497" y="4923526"/>
          <a:ext cx="680904" cy="68090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2259768-EC27-4D83-B081-B4F1CEF1DE05}">
      <dsp:nvSpPr>
        <dsp:cNvPr id="0" name=""/>
        <dsp:cNvSpPr/>
      </dsp:nvSpPr>
      <dsp:spPr>
        <a:xfrm>
          <a:off x="1262107" y="4647417"/>
          <a:ext cx="4424968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Upper limb management</a:t>
          </a:r>
          <a:endParaRPr lang="en-US" sz="2400" kern="1200" dirty="0"/>
        </a:p>
      </dsp:txBody>
      <dsp:txXfrm>
        <a:off x="1262107" y="4647417"/>
        <a:ext cx="4424968" cy="1238008"/>
      </dsp:txXfrm>
    </dsp:sp>
    <dsp:sp modelId="{D952EF51-4EBE-487E-B7EC-E4E580E9DE72}">
      <dsp:nvSpPr>
        <dsp:cNvPr id="0" name=""/>
        <dsp:cNvSpPr/>
      </dsp:nvSpPr>
      <dsp:spPr>
        <a:xfrm>
          <a:off x="4361021" y="4644974"/>
          <a:ext cx="2152582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>
        <a:off x="4361021" y="4644974"/>
        <a:ext cx="2152582" cy="12380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951565-86FC-42C9-8F99-915DAB9F5704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B58701-4C76-445D-A6E6-51AE2F0303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749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transferred to specialist acute stroke unit within 1 hour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brain imaging within 1 hour of hospital arrival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58701-4C76-445D-A6E6-51AE2F03030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107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ischaemic stroke is the most common type of stroke (87.5%)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58701-4C76-445D-A6E6-51AE2F03030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247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58701-4C76-445D-A6E6-51AE2F03030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809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haemorrhagic stroke comprises ~ 12.5% of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B58701-4C76-445D-A6E6-51AE2F03030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879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B58701-4C76-445D-A6E6-51AE2F03030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0951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B58701-4C76-445D-A6E6-51AE2F03030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5924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B9B86-5DF7-4B5B-A8C5-7A4A21CB6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8C9043-6C20-4FC7-AB1A-F9CBE07D2A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BE862-1444-4B4B-AA75-3C6261BAD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32250-2855-477E-AB1A-2BAEB21AB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2B9AC-12C7-47BF-890E-5BF4363B4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876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42AFF-B711-488A-BCEB-85D22F79B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92D2D-15F6-4D38-85DD-D14B4622A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63D68-1369-42AB-A0B9-F9A4349A0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1499A-493D-46FA-B476-80E2DB582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990BF-E3A8-4EF9-9624-89F858EC7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635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1AA0F-B11C-4E84-9D3A-093DE27BB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2DF41-FAC5-4E26-A881-2F4BDD16E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0BA7B-4FB2-4EB0-898F-74440B13D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D792-ABEF-4322-AE2C-C628CC54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45989-CCBC-4F46-934F-499885DD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09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C0BDA-ABF4-4F75-ADA2-BC3D189AA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87151-3C1E-4960-B83A-E15EDD506E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6BDBE-C6EC-4236-8B2B-6C501BF29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72E73-151E-4130-BA5A-5826AA683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3F0A2-5A16-4F6E-8DF7-BFD797F94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0BE4F-7EAF-4470-93E5-AFF173ADE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812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0DB45-8F58-4C94-A818-FCA38110F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4F831-3D07-498E-8E0F-CD8325CA6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C4B162-DEE6-4A6B-AF28-39C681B93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D0BAF6-4D33-4C1E-832E-9117A57F9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04854-572A-4333-BF0C-6680EF7273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191E4A-B06B-4A64-A27E-043477A16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BF10B5-064E-4B98-A598-2C3C35C9A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5136D4-8F94-4E94-BA89-6B275208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22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82703-D15D-44BD-9B4C-BD2FDCEDE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675A7-AD53-4F5C-9F91-75074F75F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4702FC-FA41-4DA0-B1EF-6F5611829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0EC0A-D229-4F55-94E0-824B3209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488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36C8A-87F4-446A-9875-B3388441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0A143-4D49-40DC-A2F6-92D66D97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FED5A-C73D-4F4B-8C17-DE7F65301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2275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36E87-5C49-4E0A-B529-C9EE1F309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E2B19-1D35-47BE-885D-671D6EFFF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0E429-66DC-4357-BA5A-2A8305D11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31FD7-6073-4835-AFE4-C71B7B05D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308EF-9156-420E-9005-37EF36F4F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280BA-C79C-463B-AB48-65CDF1233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990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01A8E-3101-41EF-8633-1149D0E67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0014E7-16E8-42EB-9F82-05BB1D1917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85D341-5255-436C-BAE4-FEBE5BE03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A4581-4132-45FA-8AC7-7141FD528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01491-4A7F-44C1-B4E3-CFA0264A6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75852-2D45-4EB6-AFF5-F41BAE77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075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89003-8169-40EF-9C76-D76453166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28448-595D-4650-B677-C09A0AA37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01EEF-A857-4A58-92E7-6C314EB69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3E830-27EB-4F0E-B49F-A9F02A6B8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3D475-F319-4861-84D0-10BA7673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7654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D13543-238A-486A-94B5-339F849B4F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12AF97-8586-458F-8D9E-15FB7AD3F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E0EB1-4FD5-4000-9AED-C1A55B61F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66AE5-F36B-4080-B1A6-622E7E800F63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C2A49-3A51-406A-930A-B18E63B8E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6AE04-4AFC-43A3-8BF9-195AE4A5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6ED65-8D80-4590-B08C-F8D20D750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034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AD453F-3EC5-4877-BAA4-F5D5F4D5D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38EDD-F3BC-4A1C-881F-F8B9120DC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5F576-7ED6-4D41-A618-39B16D2D61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66AE5-F36B-4080-B1A6-622E7E800F63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3B1FE-3A10-4C83-9125-E10A35F93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A79D7-A342-454F-B9BC-0C4E0F882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6ED65-8D80-4590-B08C-F8D20D750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163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168B-CAF8-4205-8A7C-BD366E454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6332" y="1602497"/>
            <a:ext cx="4391246" cy="1972403"/>
          </a:xfrm>
        </p:spPr>
        <p:txBody>
          <a:bodyPr anchor="b">
            <a:normAutofit/>
          </a:bodyPr>
          <a:lstStyle/>
          <a:p>
            <a:r>
              <a:rPr lang="en-GB" sz="4800" dirty="0">
                <a:latin typeface="+mn-lt"/>
                <a:cs typeface="Arial" panose="020B0604020202020204" pitchFamily="34" charset="0"/>
              </a:rPr>
              <a:t>Acute Stroke &amp;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DC2D4C-DB8A-4716-A71D-EFBD3BCCC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3402" y="4220315"/>
            <a:ext cx="4817105" cy="1147863"/>
          </a:xfrm>
        </p:spPr>
        <p:txBody>
          <a:bodyPr anchor="t">
            <a:noAutofit/>
          </a:bodyPr>
          <a:lstStyle/>
          <a:p>
            <a:r>
              <a:rPr lang="en-GB" sz="2000" dirty="0">
                <a:cs typeface="Arial" panose="020B0604020202020204" pitchFamily="34" charset="0"/>
              </a:rPr>
              <a:t>Dr Mark McGlinchey</a:t>
            </a:r>
          </a:p>
          <a:p>
            <a:r>
              <a:rPr lang="en-GB" sz="2000" dirty="0">
                <a:cs typeface="Arial" panose="020B0604020202020204" pitchFamily="34" charset="0"/>
              </a:rPr>
              <a:t>Consultant Physiotherapist</a:t>
            </a:r>
          </a:p>
          <a:p>
            <a:r>
              <a:rPr lang="en-GB" sz="2000" dirty="0">
                <a:cs typeface="Arial" panose="020B0604020202020204" pitchFamily="34" charset="0"/>
              </a:rPr>
              <a:t>Guy’s and St Thomas’ NHS Foundation Trust</a:t>
            </a:r>
          </a:p>
          <a:p>
            <a:r>
              <a:rPr lang="en-GB" sz="2000" dirty="0">
                <a:cs typeface="Arial" panose="020B0604020202020204" pitchFamily="34" charset="0"/>
              </a:rPr>
              <a:t>18</a:t>
            </a:r>
            <a:r>
              <a:rPr lang="en-GB" sz="2000" baseline="30000" dirty="0">
                <a:cs typeface="Arial" panose="020B0604020202020204" pitchFamily="34" charset="0"/>
              </a:rPr>
              <a:t>th</a:t>
            </a:r>
            <a:r>
              <a:rPr lang="en-GB" sz="2000" dirty="0">
                <a:cs typeface="Arial" panose="020B0604020202020204" pitchFamily="34" charset="0"/>
              </a:rPr>
              <a:t> March 2025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2" descr="How big is the brain? Who knows—even our best efforts to calculate its  capacity are flawed and meaningless.">
            <a:extLst>
              <a:ext uri="{FF2B5EF4-FFF2-40B4-BE49-F238E27FC236}">
                <a16:creationId xmlns:a16="http://schemas.microsoft.com/office/drawing/2014/main" id="{FAC1D40D-9553-0C9E-B8FC-F6AA97A2C9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3" r="21135" b="-1"/>
          <a:stretch/>
        </p:blipFill>
        <p:spPr bwMode="auto">
          <a:xfrm>
            <a:off x="2" y="10"/>
            <a:ext cx="6921793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8839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4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4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89759B-45C3-4A52-8EC6-AE5022752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25" y="1725111"/>
            <a:ext cx="3201366" cy="3387497"/>
          </a:xfrm>
        </p:spPr>
        <p:txBody>
          <a:bodyPr anchor="b"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  <a:latin typeface="+mn-lt"/>
                <a:cs typeface="Arial" panose="020B0604020202020204" pitchFamily="34" charset="0"/>
              </a:rPr>
              <a:t>By the end of this lecture, students should be able to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C61C00D-FB11-425A-8880-B6165D822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endParaRPr lang="en-GB" sz="2000" dirty="0">
              <a:latin typeface="Helevetica"/>
            </a:endParaRPr>
          </a:p>
          <a:p>
            <a:r>
              <a:rPr lang="en-GB" dirty="0"/>
              <a:t>explain the contemporary management of stroke in the acute phase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discuss the role of the physiotherapist in the early management of stroke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4822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9AC782-E07A-47DC-A541-26DCC0A22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Stroke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45AAAE-4A80-1A32-7F48-3C3D59B1F9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539093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7202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23BE86-2991-4F81-98AC-A0BFDEF99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London Stroke Pathway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98B152-5B4A-46BC-B0BF-84BC34F42AC1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25" t="28221" r="25105" b="26937"/>
          <a:stretch/>
        </p:blipFill>
        <p:spPr bwMode="auto">
          <a:xfrm>
            <a:off x="4502428" y="1091384"/>
            <a:ext cx="7225748" cy="4675232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64256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launch of the Act FAST campaign to improve stroke outcomes - GOV.UK">
            <a:extLst>
              <a:ext uri="{FF2B5EF4-FFF2-40B4-BE49-F238E27FC236}">
                <a16:creationId xmlns:a16="http://schemas.microsoft.com/office/drawing/2014/main" id="{89B1E8D4-30A2-4D94-9924-DCF84BA64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063" y="898375"/>
            <a:ext cx="7591873" cy="5061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9395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FF349-81A9-4539-BE30-716AD67C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Principles of Acute Stroke Management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9B6C83-8F52-494C-A101-9800FC4B92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417418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8918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EEAAF-ED1E-06F8-1A1F-9EAE3F24D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Ischaemic Stroke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F932-55E2-A9AA-304F-A7BA8EF11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994" y="1508486"/>
            <a:ext cx="4759785" cy="47597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061DBD-2DE6-1205-84C8-5B228C686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294" y="1877818"/>
            <a:ext cx="4563269" cy="45632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6A697F-9457-DF48-30F2-EECF30061888}"/>
              </a:ext>
            </a:extLst>
          </p:cNvPr>
          <p:cNvSpPr txBox="1"/>
          <p:nvPr/>
        </p:nvSpPr>
        <p:spPr>
          <a:xfrm>
            <a:off x="1255294" y="6071755"/>
            <a:ext cx="185687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9644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EEAAF-ED1E-06F8-1A1F-9EAE3F24D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Ischaemic Stroke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6A697F-9457-DF48-30F2-EECF30061888}"/>
              </a:ext>
            </a:extLst>
          </p:cNvPr>
          <p:cNvSpPr txBox="1"/>
          <p:nvPr/>
        </p:nvSpPr>
        <p:spPr>
          <a:xfrm>
            <a:off x="1255294" y="6071755"/>
            <a:ext cx="185687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6486C-4707-2B55-F344-4B87E20CB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777" y="2098932"/>
            <a:ext cx="9624399" cy="32598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19B59F-440E-2741-3737-DF74BE327BE6}"/>
              </a:ext>
            </a:extLst>
          </p:cNvPr>
          <p:cNvSpPr txBox="1"/>
          <p:nvPr/>
        </p:nvSpPr>
        <p:spPr>
          <a:xfrm>
            <a:off x="1177777" y="4989477"/>
            <a:ext cx="14484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4713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B226D-8252-4B34-A58D-9237894FD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GB" sz="4000" dirty="0">
                <a:solidFill>
                  <a:srgbClr val="FFFFFF"/>
                </a:solidFill>
              </a:rPr>
              <a:t>Management of Ischaemic Stroke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1D8168D-6AE7-498B-B6EE-8B032D7B0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400" dirty="0"/>
              <a:t>preservation of penumbral tissue surrounding ischaemic core</a:t>
            </a:r>
          </a:p>
          <a:p>
            <a:endParaRPr lang="en-GB" sz="2400" dirty="0"/>
          </a:p>
          <a:p>
            <a:r>
              <a:rPr lang="en-GB" sz="2400" dirty="0"/>
              <a:t>thrombolysis within 4.5 hours of symptom onset (alteplase or </a:t>
            </a:r>
            <a:r>
              <a:rPr lang="en-GB" sz="2400" dirty="0" err="1"/>
              <a:t>tenecteplase</a:t>
            </a:r>
            <a:r>
              <a:rPr lang="en-GB" sz="2400" dirty="0"/>
              <a:t>)</a:t>
            </a:r>
          </a:p>
          <a:p>
            <a:endParaRPr lang="en-GB" sz="2400" dirty="0"/>
          </a:p>
          <a:p>
            <a:r>
              <a:rPr lang="en-GB" sz="2400" dirty="0"/>
              <a:t>mechanical thrombectomy within 6 hours of symptom onset for large artery occlusion within anterior circulation </a:t>
            </a:r>
          </a:p>
          <a:p>
            <a:endParaRPr lang="en-GB" sz="2400" dirty="0"/>
          </a:p>
          <a:p>
            <a:r>
              <a:rPr lang="en-GB" sz="2400" dirty="0"/>
              <a:t>decompressive hemicraniectomy for large MCA territory strokes with specific criteria</a:t>
            </a:r>
          </a:p>
        </p:txBody>
      </p:sp>
    </p:spTree>
    <p:extLst>
      <p:ext uri="{BB962C8B-B14F-4D97-AF65-F5344CB8AC3E}">
        <p14:creationId xmlns:p14="http://schemas.microsoft.com/office/powerpoint/2010/main" val="3898284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6CCB-FA02-1DFD-AE22-6D8E7176E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Haemorrhagic Stroke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991DAC-8B84-30EC-D7E8-6235EB658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76925"/>
            <a:ext cx="5276865" cy="42316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FDC185-E128-91F1-2791-65582D441181}"/>
              </a:ext>
            </a:extLst>
          </p:cNvPr>
          <p:cNvSpPr txBox="1"/>
          <p:nvPr/>
        </p:nvSpPr>
        <p:spPr>
          <a:xfrm>
            <a:off x="1395662" y="1947363"/>
            <a:ext cx="4106779" cy="6354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2CAAE5-0032-8A6E-277C-D4E6DCC6B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3158" y="1690688"/>
            <a:ext cx="4760328" cy="476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80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6047D1-F0AB-7837-985F-763B24E0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748885"/>
          </a:xfrm>
        </p:spPr>
        <p:txBody>
          <a:bodyPr anchor="b">
            <a:normAutofit/>
          </a:bodyPr>
          <a:lstStyle/>
          <a:p>
            <a:pPr algn="ctr"/>
            <a:br>
              <a:rPr lang="en-GB" sz="4000" dirty="0">
                <a:solidFill>
                  <a:srgbClr val="FFFFFF"/>
                </a:solidFill>
              </a:rPr>
            </a:br>
            <a:br>
              <a:rPr lang="en-GB" sz="4000" dirty="0">
                <a:solidFill>
                  <a:srgbClr val="FFFFFF"/>
                </a:solidFill>
              </a:rPr>
            </a:br>
            <a:r>
              <a:rPr lang="en-GB" sz="4000" dirty="0">
                <a:solidFill>
                  <a:srgbClr val="FFFFFF"/>
                </a:solidFill>
              </a:rPr>
              <a:t>Management of Haemorrhagic Stroke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E2949-E500-C05C-B8B2-4015A9F6C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dirty="0"/>
              <a:t>reversal of anticoagulation agents</a:t>
            </a:r>
          </a:p>
          <a:p>
            <a:endParaRPr lang="en-GB" dirty="0"/>
          </a:p>
          <a:p>
            <a:r>
              <a:rPr lang="en-GB" dirty="0"/>
              <a:t>blood pressure management- aiming for systolic BP between 130-139 mmHg for the first 7 days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neurosurgery in some instances e.g. external ventricular drain to manage hydrocephalus, clipping of burst aneurysm 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284428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340DA-CCDA-8D94-464B-DC172938B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Maintain Physiological Homeostasis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8D591D1-35A8-62D6-492A-582E08004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200" dirty="0"/>
              <a:t>patients should have their clinical status monitored closely, including:</a:t>
            </a:r>
          </a:p>
          <a:p>
            <a:pPr>
              <a:buFontTx/>
              <a:buChar char="-"/>
            </a:pPr>
            <a:r>
              <a:rPr lang="en-GB" sz="2200" dirty="0"/>
              <a:t>level of consciousness</a:t>
            </a:r>
          </a:p>
          <a:p>
            <a:pPr>
              <a:buFontTx/>
              <a:buChar char="-"/>
            </a:pPr>
            <a:r>
              <a:rPr lang="en-GB" sz="2200" dirty="0"/>
              <a:t>blood glucose (5 – 15 mmol/L)</a:t>
            </a:r>
          </a:p>
          <a:p>
            <a:pPr>
              <a:buFontTx/>
              <a:buChar char="-"/>
            </a:pPr>
            <a:r>
              <a:rPr lang="en-GB" sz="2200" dirty="0"/>
              <a:t>blood pressure</a:t>
            </a:r>
          </a:p>
          <a:p>
            <a:pPr>
              <a:buFontTx/>
              <a:buChar char="-"/>
            </a:pPr>
            <a:r>
              <a:rPr lang="en-GB" sz="2200" dirty="0"/>
              <a:t>oxygen saturation (O2 only if saturation &lt;95%)</a:t>
            </a:r>
          </a:p>
          <a:p>
            <a:pPr>
              <a:buFontTx/>
              <a:buChar char="-"/>
            </a:pPr>
            <a:r>
              <a:rPr lang="en-GB" sz="2200" dirty="0"/>
              <a:t>hydration and nutrition, including safe swallowing</a:t>
            </a:r>
          </a:p>
          <a:p>
            <a:pPr>
              <a:buFontTx/>
              <a:buChar char="-"/>
            </a:pPr>
            <a:r>
              <a:rPr lang="en-GB" sz="2200" dirty="0"/>
              <a:t>temperature</a:t>
            </a:r>
          </a:p>
          <a:p>
            <a:pPr>
              <a:buFontTx/>
              <a:buChar char="-"/>
            </a:pPr>
            <a:r>
              <a:rPr lang="en-GB" sz="2200" dirty="0"/>
              <a:t>cardiac rhythm and rate</a:t>
            </a:r>
          </a:p>
        </p:txBody>
      </p:sp>
    </p:spTree>
    <p:extLst>
      <p:ext uri="{BB962C8B-B14F-4D97-AF65-F5344CB8AC3E}">
        <p14:creationId xmlns:p14="http://schemas.microsoft.com/office/powerpoint/2010/main" val="3537871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4E3037-0A8F-AE29-8C79-0356751E8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GB" sz="4000" dirty="0">
                <a:solidFill>
                  <a:srgbClr val="FFFFFF"/>
                </a:solidFill>
              </a:rPr>
              <a:t>Post-Stroke Complications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ACCA0-3DAF-511C-A6DD-8526797C3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400" dirty="0"/>
              <a:t>post-stroke are common, with a frequency between 30 – 95%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p</a:t>
            </a:r>
            <a:r>
              <a:rPr lang="en-GB" sz="2400" b="0" i="0" u="none" strike="noStrike" baseline="0" dirty="0"/>
              <a:t>ost-stroke complications are associated with poor outcome, including death and disability</a:t>
            </a:r>
          </a:p>
          <a:p>
            <a:pPr marL="0" indent="0">
              <a:buNone/>
            </a:pPr>
            <a:endParaRPr lang="en-GB" sz="2400" b="0" i="0" u="none" strike="noStrike" baseline="0" dirty="0"/>
          </a:p>
          <a:p>
            <a:r>
              <a:rPr lang="en-GB" sz="2400" dirty="0"/>
              <a:t>factors associated with post-stroke complications include stroke severity, older age, pre-existing disability, diabetes mellitus, and length of hospital stay beyond 30 days </a:t>
            </a:r>
            <a:endParaRPr lang="en-GB" sz="2400" b="0" i="0" u="none" strike="noStrike" baseline="0" dirty="0"/>
          </a:p>
          <a:p>
            <a:endParaRPr lang="en-GB" sz="2400" b="0" i="0" u="none" strike="noStrike" baseline="0" dirty="0"/>
          </a:p>
          <a:p>
            <a:r>
              <a:rPr lang="en-GB" sz="2400" dirty="0"/>
              <a:t>m</a:t>
            </a:r>
            <a:r>
              <a:rPr lang="en-GB" sz="2400" b="0" i="0" u="none" strike="noStrike" baseline="0" dirty="0"/>
              <a:t>any post-stroke complications are potentially preventable and treatable</a:t>
            </a:r>
          </a:p>
          <a:p>
            <a:pPr marL="0" indent="0">
              <a:buNone/>
            </a:pPr>
            <a:endParaRPr lang="en-GB" sz="2000" b="0" i="0" u="none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81997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8169B5-FD60-9B59-DAB8-84DBB96DF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Post-Stroke Complications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47D876C-4D6E-EE67-6E42-A1A7F3F47F9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50880" y="2615979"/>
          <a:ext cx="10714182" cy="3689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848">
                  <a:extLst>
                    <a:ext uri="{9D8B030D-6E8A-4147-A177-3AD203B41FA5}">
                      <a16:colId xmlns:a16="http://schemas.microsoft.com/office/drawing/2014/main" val="4278695337"/>
                    </a:ext>
                  </a:extLst>
                </a:gridCol>
                <a:gridCol w="8021334">
                  <a:extLst>
                    <a:ext uri="{9D8B030D-6E8A-4147-A177-3AD203B41FA5}">
                      <a16:colId xmlns:a16="http://schemas.microsoft.com/office/drawing/2014/main" val="516751456"/>
                    </a:ext>
                  </a:extLst>
                </a:gridCol>
              </a:tblGrid>
              <a:tr h="409934"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Body System</a:t>
                      </a:r>
                    </a:p>
                  </a:txBody>
                  <a:tcPr marL="93167" marR="93167" marT="46583" marB="465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Complication</a:t>
                      </a:r>
                    </a:p>
                  </a:txBody>
                  <a:tcPr marL="93167" marR="93167" marT="46583" marB="46583"/>
                </a:tc>
                <a:extLst>
                  <a:ext uri="{0D108BD9-81ED-4DB2-BD59-A6C34878D82A}">
                    <a16:rowId xmlns:a16="http://schemas.microsoft.com/office/drawing/2014/main" val="2677384419"/>
                  </a:ext>
                </a:extLst>
              </a:tr>
              <a:tr h="409934"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Neurological</a:t>
                      </a:r>
                    </a:p>
                  </a:txBody>
                  <a:tcPr marL="93167" marR="93167" marT="46583" marB="46583"/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recurrent stroke, haemorrhagic transformation, epileptic seizures</a:t>
                      </a:r>
                    </a:p>
                  </a:txBody>
                  <a:tcPr marL="93167" marR="93167" marT="46583" marB="46583"/>
                </a:tc>
                <a:extLst>
                  <a:ext uri="{0D108BD9-81ED-4DB2-BD59-A6C34878D82A}">
                    <a16:rowId xmlns:a16="http://schemas.microsoft.com/office/drawing/2014/main" val="3908458762"/>
                  </a:ext>
                </a:extLst>
              </a:tr>
              <a:tr h="409934"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Cardiovascular</a:t>
                      </a:r>
                    </a:p>
                  </a:txBody>
                  <a:tcPr marL="93167" marR="93167" marT="46583" marB="4658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cardiac arrythmias, deep vein thrombosis, pulmonary embolism</a:t>
                      </a:r>
                    </a:p>
                  </a:txBody>
                  <a:tcPr marL="93167" marR="93167" marT="46583" marB="46583"/>
                </a:tc>
                <a:extLst>
                  <a:ext uri="{0D108BD9-81ED-4DB2-BD59-A6C34878D82A}">
                    <a16:rowId xmlns:a16="http://schemas.microsoft.com/office/drawing/2014/main" val="179813606"/>
                  </a:ext>
                </a:extLst>
              </a:tr>
              <a:tr h="409934"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Respiratory</a:t>
                      </a:r>
                    </a:p>
                  </a:txBody>
                  <a:tcPr marL="93167" marR="93167" marT="46583" marB="46583"/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chest infection</a:t>
                      </a:r>
                    </a:p>
                  </a:txBody>
                  <a:tcPr marL="93167" marR="93167" marT="46583" marB="46583"/>
                </a:tc>
                <a:extLst>
                  <a:ext uri="{0D108BD9-81ED-4DB2-BD59-A6C34878D82A}">
                    <a16:rowId xmlns:a16="http://schemas.microsoft.com/office/drawing/2014/main" val="2431531441"/>
                  </a:ext>
                </a:extLst>
              </a:tr>
              <a:tr h="409934"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Skin</a:t>
                      </a:r>
                    </a:p>
                  </a:txBody>
                  <a:tcPr marL="93167" marR="93167" marT="46583" marB="46583"/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pressure sores</a:t>
                      </a:r>
                    </a:p>
                  </a:txBody>
                  <a:tcPr marL="93167" marR="93167" marT="46583" marB="46583"/>
                </a:tc>
                <a:extLst>
                  <a:ext uri="{0D108BD9-81ED-4DB2-BD59-A6C34878D82A}">
                    <a16:rowId xmlns:a16="http://schemas.microsoft.com/office/drawing/2014/main" val="1920571804"/>
                  </a:ext>
                </a:extLst>
              </a:tr>
              <a:tr h="409934"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Musculoskeletal</a:t>
                      </a:r>
                    </a:p>
                  </a:txBody>
                  <a:tcPr marL="93167" marR="93167" marT="46583" marB="46583"/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contractures, hemiplegic shoulder pain, falls</a:t>
                      </a:r>
                    </a:p>
                  </a:txBody>
                  <a:tcPr marL="93167" marR="93167" marT="46583" marB="46583"/>
                </a:tc>
                <a:extLst>
                  <a:ext uri="{0D108BD9-81ED-4DB2-BD59-A6C34878D82A}">
                    <a16:rowId xmlns:a16="http://schemas.microsoft.com/office/drawing/2014/main" val="1436620050"/>
                  </a:ext>
                </a:extLst>
              </a:tr>
              <a:tr h="409934"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Gastrointestinal</a:t>
                      </a:r>
                    </a:p>
                  </a:txBody>
                  <a:tcPr marL="93167" marR="93167" marT="46583" marB="46583"/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dysphagia, malnutrition</a:t>
                      </a:r>
                    </a:p>
                  </a:txBody>
                  <a:tcPr marL="93167" marR="93167" marT="46583" marB="46583"/>
                </a:tc>
                <a:extLst>
                  <a:ext uri="{0D108BD9-81ED-4DB2-BD59-A6C34878D82A}">
                    <a16:rowId xmlns:a16="http://schemas.microsoft.com/office/drawing/2014/main" val="612427005"/>
                  </a:ext>
                </a:extLst>
              </a:tr>
              <a:tr h="409934"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Genitourinary</a:t>
                      </a:r>
                    </a:p>
                  </a:txBody>
                  <a:tcPr marL="93167" marR="93167" marT="46583" marB="46583"/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urinary tract infection, urinary and faecal incontinence</a:t>
                      </a:r>
                    </a:p>
                  </a:txBody>
                  <a:tcPr marL="93167" marR="93167" marT="46583" marB="46583"/>
                </a:tc>
                <a:extLst>
                  <a:ext uri="{0D108BD9-81ED-4DB2-BD59-A6C34878D82A}">
                    <a16:rowId xmlns:a16="http://schemas.microsoft.com/office/drawing/2014/main" val="2609455964"/>
                  </a:ext>
                </a:extLst>
              </a:tr>
              <a:tr h="409934"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Cognitive</a:t>
                      </a:r>
                    </a:p>
                  </a:txBody>
                  <a:tcPr marL="93167" marR="93167" marT="46583" marB="46583"/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pain, fatigue</a:t>
                      </a:r>
                    </a:p>
                  </a:txBody>
                  <a:tcPr marL="93167" marR="93167" marT="46583" marB="46583"/>
                </a:tc>
                <a:extLst>
                  <a:ext uri="{0D108BD9-81ED-4DB2-BD59-A6C34878D82A}">
                    <a16:rowId xmlns:a16="http://schemas.microsoft.com/office/drawing/2014/main" val="3289601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9813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D58C3-6DF2-4007-9E51-17FF7E2DF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Prevention of Common Complications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9336ED0-C48E-EF3A-137D-60843F89ED6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056" y="2805211"/>
          <a:ext cx="10927830" cy="331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0020">
                  <a:extLst>
                    <a:ext uri="{9D8B030D-6E8A-4147-A177-3AD203B41FA5}">
                      <a16:colId xmlns:a16="http://schemas.microsoft.com/office/drawing/2014/main" val="3618882237"/>
                    </a:ext>
                  </a:extLst>
                </a:gridCol>
                <a:gridCol w="8147810">
                  <a:extLst>
                    <a:ext uri="{9D8B030D-6E8A-4147-A177-3AD203B41FA5}">
                      <a16:colId xmlns:a16="http://schemas.microsoft.com/office/drawing/2014/main" val="1310541555"/>
                    </a:ext>
                  </a:extLst>
                </a:gridCol>
              </a:tblGrid>
              <a:tr h="413868">
                <a:tc>
                  <a:txBody>
                    <a:bodyPr/>
                    <a:lstStyle/>
                    <a:p>
                      <a:pPr algn="ctr"/>
                      <a:r>
                        <a:rPr lang="en-GB" sz="1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Complication</a:t>
                      </a:r>
                    </a:p>
                  </a:txBody>
                  <a:tcPr marL="94061" marR="94061" marT="47030" marB="470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Prevention and Management Strategies</a:t>
                      </a:r>
                    </a:p>
                  </a:txBody>
                  <a:tcPr marL="94061" marR="94061" marT="47030" marB="47030"/>
                </a:tc>
                <a:extLst>
                  <a:ext uri="{0D108BD9-81ED-4DB2-BD59-A6C34878D82A}">
                    <a16:rowId xmlns:a16="http://schemas.microsoft.com/office/drawing/2014/main" val="279076963"/>
                  </a:ext>
                </a:extLst>
              </a:tr>
              <a:tr h="413868">
                <a:tc>
                  <a:txBody>
                    <a:bodyPr/>
                    <a:lstStyle/>
                    <a:p>
                      <a:r>
                        <a:rPr lang="en-GB" sz="19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Recurrent stroke</a:t>
                      </a:r>
                    </a:p>
                  </a:txBody>
                  <a:tcPr marL="94061" marR="94061" marT="47030" marB="47030"/>
                </a:tc>
                <a:tc>
                  <a:txBody>
                    <a:bodyPr/>
                    <a:lstStyle/>
                    <a:p>
                      <a:r>
                        <a:rPr lang="en-GB" sz="1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antiplatelet or anticoagulant medication</a:t>
                      </a:r>
                    </a:p>
                  </a:txBody>
                  <a:tcPr marL="94061" marR="94061" marT="47030" marB="47030"/>
                </a:tc>
                <a:extLst>
                  <a:ext uri="{0D108BD9-81ED-4DB2-BD59-A6C34878D82A}">
                    <a16:rowId xmlns:a16="http://schemas.microsoft.com/office/drawing/2014/main" val="3672442339"/>
                  </a:ext>
                </a:extLst>
              </a:tr>
              <a:tr h="413868">
                <a:tc>
                  <a:txBody>
                    <a:bodyPr/>
                    <a:lstStyle/>
                    <a:p>
                      <a:r>
                        <a:rPr lang="en-GB" sz="19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Deep vein thrombosis</a:t>
                      </a:r>
                    </a:p>
                  </a:txBody>
                  <a:tcPr marL="94061" marR="94061" marT="47030" marB="47030"/>
                </a:tc>
                <a:tc>
                  <a:txBody>
                    <a:bodyPr/>
                    <a:lstStyle/>
                    <a:p>
                      <a:r>
                        <a:rPr lang="en-GB" sz="1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intermittent pneumatic compression</a:t>
                      </a:r>
                    </a:p>
                  </a:txBody>
                  <a:tcPr marL="94061" marR="94061" marT="47030" marB="47030"/>
                </a:tc>
                <a:extLst>
                  <a:ext uri="{0D108BD9-81ED-4DB2-BD59-A6C34878D82A}">
                    <a16:rowId xmlns:a16="http://schemas.microsoft.com/office/drawing/2014/main" val="2661582879"/>
                  </a:ext>
                </a:extLst>
              </a:tr>
              <a:tr h="413868">
                <a:tc>
                  <a:txBody>
                    <a:bodyPr/>
                    <a:lstStyle/>
                    <a:p>
                      <a:r>
                        <a:rPr lang="en-GB" sz="19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Pressure sores</a:t>
                      </a:r>
                    </a:p>
                  </a:txBody>
                  <a:tcPr marL="94061" marR="94061" marT="47030" marB="47030"/>
                </a:tc>
                <a:tc>
                  <a:txBody>
                    <a:bodyPr/>
                    <a:lstStyle/>
                    <a:p>
                      <a:r>
                        <a:rPr lang="en-GB" sz="1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positioning, pressure relieving mattresses, adequate nutrition</a:t>
                      </a:r>
                    </a:p>
                  </a:txBody>
                  <a:tcPr marL="94061" marR="94061" marT="47030" marB="47030"/>
                </a:tc>
                <a:extLst>
                  <a:ext uri="{0D108BD9-81ED-4DB2-BD59-A6C34878D82A}">
                    <a16:rowId xmlns:a16="http://schemas.microsoft.com/office/drawing/2014/main" val="1018167975"/>
                  </a:ext>
                </a:extLst>
              </a:tr>
              <a:tr h="413868">
                <a:tc>
                  <a:txBody>
                    <a:bodyPr/>
                    <a:lstStyle/>
                    <a:p>
                      <a:r>
                        <a:rPr lang="en-GB" sz="19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Contractures</a:t>
                      </a:r>
                    </a:p>
                  </a:txBody>
                  <a:tcPr marL="94061" marR="94061" marT="47030" marB="47030"/>
                </a:tc>
                <a:tc>
                  <a:txBody>
                    <a:bodyPr/>
                    <a:lstStyle/>
                    <a:p>
                      <a:r>
                        <a:rPr lang="en-GB" sz="1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regular assessment, positioning, passive ranging</a:t>
                      </a:r>
                    </a:p>
                  </a:txBody>
                  <a:tcPr marL="94061" marR="94061" marT="47030" marB="47030"/>
                </a:tc>
                <a:extLst>
                  <a:ext uri="{0D108BD9-81ED-4DB2-BD59-A6C34878D82A}">
                    <a16:rowId xmlns:a16="http://schemas.microsoft.com/office/drawing/2014/main" val="920314370"/>
                  </a:ext>
                </a:extLst>
              </a:tr>
              <a:tr h="413868">
                <a:tc>
                  <a:txBody>
                    <a:bodyPr/>
                    <a:lstStyle/>
                    <a:p>
                      <a:r>
                        <a:rPr lang="en-GB" sz="19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Pain</a:t>
                      </a:r>
                    </a:p>
                  </a:txBody>
                  <a:tcPr marL="94061" marR="94061" marT="47030" marB="47030"/>
                </a:tc>
                <a:tc>
                  <a:txBody>
                    <a:bodyPr/>
                    <a:lstStyle/>
                    <a:p>
                      <a:r>
                        <a:rPr lang="en-GB" sz="1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specialist assessment, strategies based on assessment findings</a:t>
                      </a:r>
                    </a:p>
                  </a:txBody>
                  <a:tcPr marL="94061" marR="94061" marT="47030" marB="47030"/>
                </a:tc>
                <a:extLst>
                  <a:ext uri="{0D108BD9-81ED-4DB2-BD59-A6C34878D82A}">
                    <a16:rowId xmlns:a16="http://schemas.microsoft.com/office/drawing/2014/main" val="1008221148"/>
                  </a:ext>
                </a:extLst>
              </a:tr>
              <a:tr h="413868">
                <a:tc>
                  <a:txBody>
                    <a:bodyPr/>
                    <a:lstStyle/>
                    <a:p>
                      <a:r>
                        <a:rPr lang="en-GB" sz="19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Chest infection</a:t>
                      </a:r>
                    </a:p>
                  </a:txBody>
                  <a:tcPr marL="94061" marR="94061" marT="47030" marB="47030"/>
                </a:tc>
                <a:tc>
                  <a:txBody>
                    <a:bodyPr/>
                    <a:lstStyle/>
                    <a:p>
                      <a:r>
                        <a:rPr lang="en-GB" sz="19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swallowing/respiratory assessment, strategies based on assessment</a:t>
                      </a:r>
                    </a:p>
                  </a:txBody>
                  <a:tcPr marL="94061" marR="94061" marT="47030" marB="47030"/>
                </a:tc>
                <a:extLst>
                  <a:ext uri="{0D108BD9-81ED-4DB2-BD59-A6C34878D82A}">
                    <a16:rowId xmlns:a16="http://schemas.microsoft.com/office/drawing/2014/main" val="1473855190"/>
                  </a:ext>
                </a:extLst>
              </a:tr>
              <a:tr h="413868">
                <a:tc>
                  <a:txBody>
                    <a:bodyPr/>
                    <a:lstStyle/>
                    <a:p>
                      <a:r>
                        <a:rPr lang="en-GB" sz="19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Urinary tract infection</a:t>
                      </a:r>
                    </a:p>
                  </a:txBody>
                  <a:tcPr marL="94061" marR="94061" marT="47030" marB="47030"/>
                </a:tc>
                <a:tc>
                  <a:txBody>
                    <a:bodyPr/>
                    <a:lstStyle/>
                    <a:p>
                      <a:r>
                        <a:rPr lang="en-GB" sz="1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regular personal care, adequate hydration, avoid catheter use</a:t>
                      </a:r>
                    </a:p>
                  </a:txBody>
                  <a:tcPr marL="94061" marR="94061" marT="47030" marB="47030"/>
                </a:tc>
                <a:extLst>
                  <a:ext uri="{0D108BD9-81ED-4DB2-BD59-A6C34878D82A}">
                    <a16:rowId xmlns:a16="http://schemas.microsoft.com/office/drawing/2014/main" val="693477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7560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FF349-81A9-4539-BE30-716AD67C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Physiotherapy Early </a:t>
            </a:r>
            <a:b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Post-Stroke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9B6C83-8F52-494C-A101-9800FC4B92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5084410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4331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B81D2-6745-BD46-7F88-D7820C07D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893" y="2083981"/>
            <a:ext cx="2923953" cy="2126511"/>
          </a:xfrm>
        </p:spPr>
        <p:txBody>
          <a:bodyPr anchor="b">
            <a:normAutofit/>
          </a:bodyPr>
          <a:lstStyle/>
          <a:p>
            <a:pPr algn="ctr"/>
            <a:r>
              <a:rPr lang="en-GB" sz="4000" dirty="0">
                <a:solidFill>
                  <a:srgbClr val="FFFFFF"/>
                </a:solidFill>
              </a:rPr>
              <a:t>Respiratory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2D924-AAAA-7A15-B387-696DF03AB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6" y="649480"/>
            <a:ext cx="6444237" cy="5546047"/>
          </a:xfrm>
        </p:spPr>
        <p:txBody>
          <a:bodyPr anchor="ctr">
            <a:normAutofit/>
          </a:bodyPr>
          <a:lstStyle/>
          <a:p>
            <a:r>
              <a:rPr lang="en-GB" sz="2400" b="0" i="0" u="none" strike="noStrike" baseline="0" dirty="0"/>
              <a:t>Respiratory problems post stroke can be divided into:</a:t>
            </a:r>
          </a:p>
          <a:p>
            <a:pPr>
              <a:buFontTx/>
              <a:buChar char="-"/>
            </a:pPr>
            <a:r>
              <a:rPr lang="en-GB" sz="2400" b="0" i="0" u="none" strike="noStrike" baseline="0" dirty="0"/>
              <a:t>neurological e.g. apn</a:t>
            </a:r>
            <a:r>
              <a:rPr lang="en-GB" sz="2400" dirty="0"/>
              <a:t>oea</a:t>
            </a:r>
          </a:p>
          <a:p>
            <a:pPr>
              <a:buFontTx/>
              <a:buChar char="-"/>
            </a:pPr>
            <a:r>
              <a:rPr lang="en-GB" sz="2400" b="1" i="0" u="none" strike="noStrike" baseline="0" dirty="0"/>
              <a:t>infective e.g. aspiration pneumonia</a:t>
            </a:r>
          </a:p>
          <a:p>
            <a:pPr>
              <a:buFontTx/>
              <a:buChar char="-"/>
            </a:pPr>
            <a:r>
              <a:rPr lang="en-GB" sz="2400" dirty="0"/>
              <a:t>cardiovascular e.g. pulmonary embolus</a:t>
            </a:r>
          </a:p>
          <a:p>
            <a:pPr>
              <a:buFontTx/>
              <a:buChar char="-"/>
            </a:pPr>
            <a:endParaRPr lang="en-GB" sz="2400" dirty="0"/>
          </a:p>
          <a:p>
            <a:r>
              <a:rPr lang="en-GB" sz="2400" dirty="0"/>
              <a:t>Physiotherapy management involves:</a:t>
            </a:r>
          </a:p>
          <a:p>
            <a:pPr>
              <a:buFontTx/>
              <a:buChar char="-"/>
            </a:pPr>
            <a:r>
              <a:rPr lang="en-GB" sz="2400" dirty="0"/>
              <a:t>positioning</a:t>
            </a:r>
          </a:p>
          <a:p>
            <a:pPr>
              <a:buFontTx/>
              <a:buChar char="-"/>
            </a:pPr>
            <a:r>
              <a:rPr lang="en-GB" sz="2400" dirty="0"/>
              <a:t>sputum clearance techniques</a:t>
            </a:r>
          </a:p>
          <a:p>
            <a:pPr>
              <a:buFontTx/>
              <a:buChar char="-"/>
            </a:pPr>
            <a:r>
              <a:rPr lang="en-GB" sz="2400" dirty="0"/>
              <a:t>Treatment of atelectasis</a:t>
            </a:r>
          </a:p>
          <a:p>
            <a:pPr>
              <a:buFontTx/>
              <a:buChar char="-"/>
            </a:pPr>
            <a:r>
              <a:rPr lang="en-GB" sz="2400" dirty="0"/>
              <a:t>Mobilisation</a:t>
            </a:r>
          </a:p>
          <a:p>
            <a:pPr>
              <a:buFontTx/>
              <a:buChar char="-"/>
            </a:pPr>
            <a:r>
              <a:rPr lang="en-GB" sz="2400"/>
              <a:t>patient</a:t>
            </a:r>
            <a:r>
              <a:rPr lang="en-GB" sz="2400" dirty="0"/>
              <a:t>/</a:t>
            </a:r>
            <a:r>
              <a:rPr lang="en-GB" sz="2400"/>
              <a:t>staff education</a:t>
            </a:r>
            <a:endParaRPr lang="en-GB" sz="2000" b="0" i="0" u="none" strike="noStrike" baseline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792D49-77E5-88D1-EFDF-F93E1BEAF6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71"/>
          <a:stretch/>
        </p:blipFill>
        <p:spPr>
          <a:xfrm>
            <a:off x="8963247" y="4264056"/>
            <a:ext cx="2860741" cy="226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390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B81D2-6745-BD46-7F88-D7820C07D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38" y="2581844"/>
            <a:ext cx="2509139" cy="954705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Positioning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2D924-AAAA-7A15-B387-696DF03AB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390914" cy="5546047"/>
          </a:xfrm>
        </p:spPr>
        <p:txBody>
          <a:bodyPr anchor="ctr">
            <a:normAutofit/>
          </a:bodyPr>
          <a:lstStyle/>
          <a:p>
            <a:r>
              <a:rPr lang="en-GB" sz="2000" b="0" i="0" u="none" strike="noStrike" baseline="0" dirty="0"/>
              <a:t>correct positioning is postulated to:</a:t>
            </a:r>
          </a:p>
          <a:p>
            <a:pPr>
              <a:buFontTx/>
              <a:buChar char="-"/>
            </a:pPr>
            <a:r>
              <a:rPr lang="en-GB" sz="2000" b="0" i="0" u="none" strike="noStrike" baseline="0" dirty="0"/>
              <a:t>promote functional recovery</a:t>
            </a:r>
          </a:p>
          <a:p>
            <a:pPr>
              <a:buFontTx/>
              <a:buChar char="-"/>
            </a:pPr>
            <a:r>
              <a:rPr lang="en-GB" sz="2000" b="0" i="0" u="none" strike="noStrike" baseline="0" dirty="0"/>
              <a:t>prevent complications</a:t>
            </a:r>
          </a:p>
          <a:p>
            <a:pPr>
              <a:buFontTx/>
              <a:buChar char="-"/>
            </a:pPr>
            <a:r>
              <a:rPr lang="en-GB" sz="2000" b="0" i="0" u="none" strike="noStrike" baseline="0" dirty="0"/>
              <a:t>improve physiological functioning</a:t>
            </a:r>
          </a:p>
          <a:p>
            <a:pPr marL="0" indent="0">
              <a:buNone/>
            </a:pPr>
            <a:endParaRPr lang="en-GB" sz="2000" b="0" i="0" u="none" strike="noStrike" baseline="0" dirty="0"/>
          </a:p>
          <a:p>
            <a:r>
              <a:rPr lang="en-GB" sz="2000" dirty="0"/>
              <a:t>patients should </a:t>
            </a:r>
            <a:r>
              <a:rPr lang="en-GB" sz="2000" b="0" i="0" u="none" strike="noStrike" baseline="0" dirty="0"/>
              <a:t>have an initial specialist assessment for positioning as soon as possible and within 4 hours of arrival at hospital </a:t>
            </a:r>
          </a:p>
          <a:p>
            <a:pPr marL="0" indent="0">
              <a:buNone/>
            </a:pPr>
            <a:endParaRPr lang="en-GB" sz="2000" b="0" i="0" u="none" strike="noStrike" baseline="0" dirty="0"/>
          </a:p>
        </p:txBody>
      </p:sp>
      <p:pic>
        <p:nvPicPr>
          <p:cNvPr id="6" name="Picture 2" descr="C:\Users\Americo\Documents\Mark\GST NHS Foundation Trust\Stroke book chapter- Management of post-stroke complications\Positioning and pressure care chapter\Photos\Pos Fig 4- lying on the unaffected side.JPG">
            <a:extLst>
              <a:ext uri="{FF2B5EF4-FFF2-40B4-BE49-F238E27FC236}">
                <a16:creationId xmlns:a16="http://schemas.microsoft.com/office/drawing/2014/main" id="{A4AAE61E-2024-78AA-0870-1BEEBEEC9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59395" y="1102980"/>
            <a:ext cx="3477401" cy="465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0164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6B5652-C661-4C58-B937-F0F490F7F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936867-6407-43FB-9DE6-1B0879D0C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D0B258-678B-4A8C-894F-848AF24A1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8D58395-74AF-401A-AF2F-76B6FCF71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003F3F-F118-41D2-AA3F-74DB0D197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E20CE8-3934-2117-73F6-BC7863C2B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51" y="2761513"/>
            <a:ext cx="2503309" cy="760611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Positioning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DEE90-980C-14EB-CAC8-8400BC6A0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103" y="669363"/>
            <a:ext cx="3614066" cy="5534211"/>
          </a:xfrm>
        </p:spPr>
        <p:txBody>
          <a:bodyPr anchor="ctr">
            <a:normAutofit/>
          </a:bodyPr>
          <a:lstStyle/>
          <a:p>
            <a:r>
              <a:rPr lang="en-GB" sz="2200" b="0" i="0" u="none" strike="noStrike" baseline="0" dirty="0"/>
              <a:t>patients should be allowed to adopt either a sitting-up or lying-flat head position in the first 24 hours, according to comfort </a:t>
            </a:r>
          </a:p>
          <a:p>
            <a:endParaRPr lang="en-GB" sz="2200" b="0" i="0" u="none" strike="noStrike" baseline="0" dirty="0"/>
          </a:p>
          <a:p>
            <a:r>
              <a:rPr lang="en-GB" sz="2200" b="0" i="0" u="none" strike="noStrike" baseline="0" dirty="0"/>
              <a:t>patients should be positioned to minimise the risk of aspiration and other respiratory complications, shoulder pain and subluxation,  contractures and skin pressure ulceration </a:t>
            </a:r>
            <a:endParaRPr lang="en-GB" sz="2200" dirty="0"/>
          </a:p>
          <a:p>
            <a:endParaRPr lang="en-GB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AEAF2F-3626-0408-2A4F-FC5588843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1163" y="1019883"/>
            <a:ext cx="2823586" cy="2101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63130A-5E36-06C5-4284-38C3C8258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1163" y="3736845"/>
            <a:ext cx="2823586" cy="210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968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7990F9-25C8-27BA-00D9-1B28DE3D2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5297" y="489507"/>
            <a:ext cx="3619504" cy="1655483"/>
          </a:xfrm>
        </p:spPr>
        <p:txBody>
          <a:bodyPr anchor="b">
            <a:normAutofit/>
          </a:bodyPr>
          <a:lstStyle/>
          <a:p>
            <a:r>
              <a:rPr lang="en-GB" sz="4000" dirty="0"/>
              <a:t>Early Mobilisation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69C4B-AC0A-1E1F-3CCB-E18F1E9058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87"/>
          <a:stretch/>
        </p:blipFill>
        <p:spPr>
          <a:xfrm>
            <a:off x="20" y="431"/>
            <a:ext cx="7783013" cy="640831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F3FE5-34EF-C535-10E5-3750A66E1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5297" y="2418408"/>
            <a:ext cx="3470710" cy="3540265"/>
          </a:xfrm>
        </p:spPr>
        <p:txBody>
          <a:bodyPr>
            <a:normAutofit/>
          </a:bodyPr>
          <a:lstStyle/>
          <a:p>
            <a:r>
              <a:rPr lang="en-GB" sz="1700" dirty="0"/>
              <a:t>early mobilisation includes sitting on the edge of the bed, transferring out of bed, standing and walking</a:t>
            </a:r>
          </a:p>
          <a:p>
            <a:endParaRPr lang="en-GB" sz="1700" dirty="0"/>
          </a:p>
          <a:p>
            <a:r>
              <a:rPr lang="en-GB" sz="1700" dirty="0"/>
              <a:t>patients with difficulty moving after stroke should be assessed as soon as possible within the first 24 hours to determine the most appropriate and safe methods of transfer and mobilisation</a:t>
            </a:r>
          </a:p>
          <a:p>
            <a:endParaRPr lang="en-GB" sz="17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90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A7C7C1-8601-F1EC-B655-E4FEFA90D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5297" y="489507"/>
            <a:ext cx="3619504" cy="1307395"/>
          </a:xfrm>
        </p:spPr>
        <p:txBody>
          <a:bodyPr anchor="b">
            <a:normAutofit/>
          </a:bodyPr>
          <a:lstStyle/>
          <a:p>
            <a:r>
              <a:rPr lang="en-GB" sz="4000" dirty="0"/>
              <a:t>Early Mobilisation</a:t>
            </a:r>
          </a:p>
        </p:txBody>
      </p:sp>
      <p:pic>
        <p:nvPicPr>
          <p:cNvPr id="5" name="Picture 4" descr="IK BTC2">
            <a:extLst>
              <a:ext uri="{FF2B5EF4-FFF2-40B4-BE49-F238E27FC236}">
                <a16:creationId xmlns:a16="http://schemas.microsoft.com/office/drawing/2014/main" id="{E3E963FD-DD5B-1DCE-8BE7-192D2F0D6AFD}"/>
              </a:ext>
            </a:extLst>
          </p:cNvPr>
          <p:cNvPicPr>
            <a:picLocks noGrp="1" noChangeAspect="1" noChangeArrowheads="1"/>
          </p:cNvPicPr>
          <p:nvPr/>
        </p:nvPicPr>
        <p:blipFill rotWithShape="1">
          <a:blip r:embed="rId2"/>
          <a:srcRect r="5022"/>
          <a:stretch/>
        </p:blipFill>
        <p:spPr bwMode="auto">
          <a:xfrm>
            <a:off x="20" y="431"/>
            <a:ext cx="7697952" cy="6408311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09660-C1C0-FD48-6411-5041681B0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5296" y="2173859"/>
            <a:ext cx="3470710" cy="3540265"/>
          </a:xfrm>
        </p:spPr>
        <p:txBody>
          <a:bodyPr>
            <a:noAutofit/>
          </a:bodyPr>
          <a:lstStyle/>
          <a:p>
            <a:r>
              <a:rPr lang="en-GB" sz="2000" dirty="0"/>
              <a:t>patients should be offered frequent, short daily mobilisations with access to appropriate equipment, typically beginning between 24 and 48 hours of stroke onset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sz="2000" dirty="0"/>
              <a:t>mobilisation within 24 hours of onset should only be for patients who require little or no assistance to mobilise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03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DCB2A-3050-2474-0489-6CF7FDE0B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06" y="457201"/>
            <a:ext cx="4633360" cy="1594816"/>
          </a:xfrm>
        </p:spPr>
        <p:txBody>
          <a:bodyPr anchor="b">
            <a:normAutofit/>
          </a:bodyPr>
          <a:lstStyle/>
          <a:p>
            <a:r>
              <a:rPr lang="en-GB" sz="4000" dirty="0"/>
              <a:t>Upper Limb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7AD97-9162-A05E-D0D3-1ECCFDAAA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505" y="2714625"/>
            <a:ext cx="4633360" cy="3023566"/>
          </a:xfrm>
        </p:spPr>
        <p:txBody>
          <a:bodyPr>
            <a:normAutofit/>
          </a:bodyPr>
          <a:lstStyle/>
          <a:p>
            <a:r>
              <a:rPr lang="en-GB" sz="2400" dirty="0"/>
              <a:t>upper limb management is guided by the degree of upper limb impairment 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positioning and correct handling should be considered for patients with no or limited upper limb movement</a:t>
            </a:r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88A999-C671-D2EF-9DED-4DCED60B4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10426" y="1077013"/>
            <a:ext cx="3549014" cy="470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56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42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DCB2A-3050-2474-0489-6CF7FDE0B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840" y="365125"/>
            <a:ext cx="4465320" cy="1509395"/>
          </a:xfrm>
        </p:spPr>
        <p:txBody>
          <a:bodyPr>
            <a:normAutofit/>
          </a:bodyPr>
          <a:lstStyle/>
          <a:p>
            <a:r>
              <a:rPr lang="en-GB" sz="4000" dirty="0"/>
              <a:t>Upper Limb Management</a:t>
            </a:r>
          </a:p>
        </p:txBody>
      </p:sp>
      <p:pic>
        <p:nvPicPr>
          <p:cNvPr id="1026" name="Picture 2" descr="How To Use Mirror Therapy - Mirror Therapy">
            <a:extLst>
              <a:ext uri="{FF2B5EF4-FFF2-40B4-BE49-F238E27FC236}">
                <a16:creationId xmlns:a16="http://schemas.microsoft.com/office/drawing/2014/main" id="{1D51009D-D636-E420-E4B1-22147E0605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77" r="9410" b="2"/>
          <a:stretch/>
        </p:blipFill>
        <p:spPr bwMode="auto">
          <a:xfrm>
            <a:off x="1" y="10"/>
            <a:ext cx="653795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7AD97-9162-A05E-D0D3-1ECCFDAAA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1840" y="2434201"/>
            <a:ext cx="4572000" cy="3742762"/>
          </a:xfrm>
        </p:spPr>
        <p:txBody>
          <a:bodyPr>
            <a:normAutofit fontScale="92500"/>
          </a:bodyPr>
          <a:lstStyle/>
          <a:p>
            <a:r>
              <a:rPr lang="en-GB" sz="2000" dirty="0">
                <a:latin typeface="Calibri" panose="020F0502020204030204" pitchFamily="34" charset="0"/>
              </a:rPr>
              <a:t>patients with </a:t>
            </a:r>
            <a:r>
              <a:rPr lang="en-GB" sz="2000" dirty="0">
                <a:effectLst/>
                <a:latin typeface="Calibri" panose="020F0502020204030204" pitchFamily="34" charset="0"/>
              </a:rPr>
              <a:t>some upper limb movement should be offered repetitive task practice as the principal rehabilitation approach</a:t>
            </a:r>
          </a:p>
          <a:p>
            <a:endParaRPr lang="en-GB" sz="2000" dirty="0">
              <a:effectLst/>
              <a:latin typeface="Calibri" panose="020F0502020204030204" pitchFamily="34" charset="0"/>
            </a:endParaRPr>
          </a:p>
          <a:p>
            <a:r>
              <a:rPr lang="en-GB" sz="2000" dirty="0">
                <a:latin typeface="Calibri" panose="020F0502020204030204" pitchFamily="34" charset="0"/>
              </a:rPr>
              <a:t>p</a:t>
            </a:r>
            <a:r>
              <a:rPr lang="en-GB" sz="2000" dirty="0">
                <a:effectLst/>
                <a:latin typeface="Calibri" panose="020F0502020204030204" pitchFamily="34" charset="0"/>
              </a:rPr>
              <a:t>atients who have at least 20 </a:t>
            </a:r>
            <a:r>
              <a:rPr lang="en-GB" sz="2000" baseline="30000" dirty="0">
                <a:effectLst/>
                <a:latin typeface="Calibri" panose="020F0502020204030204" pitchFamily="34" charset="0"/>
              </a:rPr>
              <a:t>o</a:t>
            </a:r>
            <a:r>
              <a:rPr lang="en-GB" sz="2000" dirty="0">
                <a:effectLst/>
                <a:latin typeface="Calibri" panose="020F0502020204030204" pitchFamily="34" charset="0"/>
              </a:rPr>
              <a:t> active wrist extension and 10 </a:t>
            </a:r>
            <a:r>
              <a:rPr lang="en-GB" sz="2000" baseline="30000" dirty="0">
                <a:effectLst/>
                <a:latin typeface="Calibri" panose="020F0502020204030204" pitchFamily="34" charset="0"/>
              </a:rPr>
              <a:t>o</a:t>
            </a:r>
            <a:r>
              <a:rPr lang="en-GB" sz="2000" dirty="0">
                <a:effectLst/>
                <a:latin typeface="Calibri" panose="020F0502020204030204" pitchFamily="34" charset="0"/>
              </a:rPr>
              <a:t> active finger extension should be considered for constraint-induced movement therapy </a:t>
            </a:r>
          </a:p>
          <a:p>
            <a:endParaRPr lang="en-GB" sz="2000" dirty="0">
              <a:effectLst/>
              <a:latin typeface="Calibri" panose="020F0502020204030204" pitchFamily="34" charset="0"/>
            </a:endParaRPr>
          </a:p>
          <a:p>
            <a:r>
              <a:rPr lang="en-GB" sz="2000" dirty="0">
                <a:latin typeface="Calibri" panose="020F0502020204030204" pitchFamily="34" charset="0"/>
              </a:rPr>
              <a:t>adjunctive therapies include functional electrical stimulation, mental practice and mirror therapy</a:t>
            </a:r>
            <a:endParaRPr lang="en-GB" sz="2000" dirty="0"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GB" sz="1900" dirty="0"/>
          </a:p>
        </p:txBody>
      </p:sp>
    </p:spTree>
    <p:extLst>
      <p:ext uri="{BB962C8B-B14F-4D97-AF65-F5344CB8AC3E}">
        <p14:creationId xmlns:p14="http://schemas.microsoft.com/office/powerpoint/2010/main" val="1064012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4E3037-0A8F-AE29-8C79-0356751E8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GB" sz="4000" dirty="0">
                <a:solidFill>
                  <a:srgbClr val="FFFFFF"/>
                </a:solidFill>
              </a:rPr>
              <a:t>MDT Rehabilitation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ACCA0-3DAF-511C-A6DD-8526797C3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200" dirty="0"/>
              <a:t>Speech and Language Therapy</a:t>
            </a:r>
          </a:p>
          <a:p>
            <a:pPr>
              <a:buFontTx/>
              <a:buChar char="-"/>
            </a:pPr>
            <a:r>
              <a:rPr lang="en-GB" sz="2200" dirty="0"/>
              <a:t>swallowing assessment and appropriate strategies</a:t>
            </a:r>
          </a:p>
          <a:p>
            <a:pPr>
              <a:buFontTx/>
              <a:buChar char="-"/>
            </a:pPr>
            <a:r>
              <a:rPr lang="en-GB" sz="2200" dirty="0"/>
              <a:t>communication assessment and management</a:t>
            </a:r>
          </a:p>
          <a:p>
            <a:pPr>
              <a:buFontTx/>
              <a:buChar char="-"/>
            </a:pPr>
            <a:endParaRPr lang="en-GB" sz="2200" dirty="0"/>
          </a:p>
          <a:p>
            <a:pPr>
              <a:buFontTx/>
              <a:buChar char="-"/>
            </a:pPr>
            <a:endParaRPr lang="en-GB" sz="2200" dirty="0"/>
          </a:p>
          <a:p>
            <a:r>
              <a:rPr lang="en-GB" sz="2200" dirty="0"/>
              <a:t>Occupational Therapy</a:t>
            </a:r>
          </a:p>
          <a:p>
            <a:pPr>
              <a:buFontTx/>
              <a:buChar char="-"/>
            </a:pPr>
            <a:r>
              <a:rPr lang="en-GB" sz="2200" dirty="0"/>
              <a:t>activities of daily living</a:t>
            </a:r>
          </a:p>
          <a:p>
            <a:pPr>
              <a:buFontTx/>
              <a:buChar char="-"/>
            </a:pPr>
            <a:r>
              <a:rPr lang="en-GB" sz="2200" dirty="0"/>
              <a:t>cognitive assessment</a:t>
            </a:r>
          </a:p>
          <a:p>
            <a:pPr>
              <a:buFontTx/>
              <a:buChar char="-"/>
            </a:pPr>
            <a:endParaRPr lang="en-GB" sz="2200" dirty="0"/>
          </a:p>
          <a:p>
            <a:pPr>
              <a:buFontTx/>
              <a:buChar char="-"/>
            </a:pPr>
            <a:endParaRPr lang="en-GB" sz="2200" dirty="0"/>
          </a:p>
          <a:p>
            <a:r>
              <a:rPr lang="en-GB" sz="2200" dirty="0"/>
              <a:t>Dietetics</a:t>
            </a:r>
          </a:p>
          <a:p>
            <a:pPr marL="0" indent="0">
              <a:buNone/>
            </a:pPr>
            <a:r>
              <a:rPr lang="en-GB" sz="2200" dirty="0"/>
              <a:t>- nutrition and hydration</a:t>
            </a:r>
          </a:p>
          <a:p>
            <a:pPr marL="0" indent="0">
              <a:buNone/>
            </a:pPr>
            <a:endParaRPr lang="en-GB" sz="2000" b="0" i="0" u="none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925879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83F6-74DC-4BAA-989C-541F3C03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F74A6-CCDA-40D2-A299-5E44A2A1B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[1] </a:t>
            </a:r>
            <a:r>
              <a:rPr lang="en-GB" sz="2400" b="0" i="0" dirty="0">
                <a:effectLst/>
              </a:rPr>
              <a:t>Bhalla A, </a:t>
            </a:r>
            <a:r>
              <a:rPr lang="en-GB" sz="2400" b="0" i="0" dirty="0" err="1">
                <a:effectLst/>
              </a:rPr>
              <a:t>Birns</a:t>
            </a:r>
            <a:r>
              <a:rPr lang="en-GB" sz="2400" b="0" i="0" dirty="0">
                <a:effectLst/>
              </a:rPr>
              <a:t> J. Management of post-stroke complications (2015). Switzerland: Springer International.</a:t>
            </a:r>
          </a:p>
          <a:p>
            <a:pPr marL="0" indent="0">
              <a:buNone/>
            </a:pPr>
            <a:r>
              <a:rPr lang="en-GB" sz="2400" dirty="0"/>
              <a:t>[2] Davenport RJ et al. (1996). Complications after acute stroke. Stroke. 27:415–20</a:t>
            </a:r>
          </a:p>
          <a:p>
            <a:pPr marL="0" indent="0">
              <a:buNone/>
            </a:pPr>
            <a:r>
              <a:rPr lang="en-GB" sz="2400" dirty="0"/>
              <a:t>[3] GBD 2016 Stroke Collaborators (2019). Global, regional, and national burden of stroke, 1990–2016: a 279 systematic analysis for the Global Burden of Disease Study 2016. Lancet Neurology, 18(5), 439– 458</a:t>
            </a:r>
          </a:p>
          <a:p>
            <a:pPr marL="0" indent="0">
              <a:buNone/>
            </a:pPr>
            <a:r>
              <a:rPr lang="en-GB" sz="2400" dirty="0"/>
              <a:t>[4] Intercollegiate Stroke Working Party (2023). National clinical guideline for stroke </a:t>
            </a:r>
            <a:r>
              <a:rPr lang="en-GB" sz="2400"/>
              <a:t>- 6th </a:t>
            </a:r>
            <a:r>
              <a:rPr lang="en-GB" sz="2400" dirty="0"/>
              <a:t>edition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9629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83F6-74DC-4BAA-989C-541F3C03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F74A6-CCDA-40D2-A299-5E44A2A1B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[5] Langhorne P et al. (2000). Medical complications after stroke. A multicentre study. Stroke. 31:1223–9.</a:t>
            </a:r>
          </a:p>
          <a:p>
            <a:pPr marL="0" indent="0">
              <a:buNone/>
            </a:pPr>
            <a:r>
              <a:rPr lang="en-GB" sz="2400" dirty="0"/>
              <a:t>[6] McGlinchey M et al. (2015). Positioning and pressure care, in Bhalla, A and </a:t>
            </a:r>
            <a:r>
              <a:rPr lang="en-GB" sz="2400" dirty="0" err="1"/>
              <a:t>Birns</a:t>
            </a:r>
            <a:r>
              <a:rPr lang="en-GB" sz="2400" dirty="0"/>
              <a:t> J (eds) Management of Post-Stroke Complications. Springer, 189–225 </a:t>
            </a:r>
          </a:p>
          <a:p>
            <a:pPr marL="0" indent="0">
              <a:buNone/>
            </a:pPr>
            <a:r>
              <a:rPr lang="en-GB" sz="2400" b="0" dirty="0">
                <a:solidFill>
                  <a:srgbClr val="000000"/>
                </a:solidFill>
                <a:effectLst/>
              </a:rPr>
              <a:t>[7] McGlinchey MP et al. (2021). The rehabilitation of physical function after severely disabling stroke: A survey of UK therapist practice. International Journal of Therapy and Rehabilitation, 28(7), 143</a:t>
            </a:r>
          </a:p>
          <a:p>
            <a:pPr marL="0" indent="0">
              <a:buNone/>
            </a:pPr>
            <a:r>
              <a:rPr lang="en-GB" sz="2400" dirty="0"/>
              <a:t>[8] Sacco RL et al. (2013). An updated definition of stroke for the 21st century: a statement for healthcare professionals from the American Heart Association/American Stroke Association. Stroke, 44(7), 2064–2089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0805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1087</Words>
  <Application>Microsoft Office PowerPoint</Application>
  <PresentationFormat>Widescreen</PresentationFormat>
  <Paragraphs>171</Paragraphs>
  <Slides>26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Helevetica</vt:lpstr>
      <vt:lpstr>Office Theme</vt:lpstr>
      <vt:lpstr>Acute Stroke &amp; Management</vt:lpstr>
      <vt:lpstr>By the end of this lecture, students should be able to</vt:lpstr>
      <vt:lpstr>Stroke</vt:lpstr>
      <vt:lpstr>London Stroke Pathway</vt:lpstr>
      <vt:lpstr>PowerPoint Presentation</vt:lpstr>
      <vt:lpstr>Principles of Acute Stroke Management</vt:lpstr>
      <vt:lpstr>Ischaemic Stroke</vt:lpstr>
      <vt:lpstr>Ischaemic Stroke</vt:lpstr>
      <vt:lpstr>Management of Ischaemic Stroke</vt:lpstr>
      <vt:lpstr>Haemorrhagic Stroke</vt:lpstr>
      <vt:lpstr>  Management of Haemorrhagic Stroke</vt:lpstr>
      <vt:lpstr>Maintain Physiological Homeostasis</vt:lpstr>
      <vt:lpstr>Post-Stroke Complications</vt:lpstr>
      <vt:lpstr>Post-Stroke Complications</vt:lpstr>
      <vt:lpstr>Prevention of Common Complications</vt:lpstr>
      <vt:lpstr>Physiotherapy Early  Post-Stroke</vt:lpstr>
      <vt:lpstr>Respiratory Management</vt:lpstr>
      <vt:lpstr>Positioning</vt:lpstr>
      <vt:lpstr>Positioning</vt:lpstr>
      <vt:lpstr>Early Mobilisation</vt:lpstr>
      <vt:lpstr>Early Mobilisation</vt:lpstr>
      <vt:lpstr>Upper Limb Management</vt:lpstr>
      <vt:lpstr>Upper Limb Management</vt:lpstr>
      <vt:lpstr>MDT Rehabilitation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NRS</dc:title>
  <dc:creator>McGlinchey Mark</dc:creator>
  <cp:lastModifiedBy>McGlinchey Mark</cp:lastModifiedBy>
  <cp:revision>30</cp:revision>
  <dcterms:created xsi:type="dcterms:W3CDTF">2023-01-11T14:10:10Z</dcterms:created>
  <dcterms:modified xsi:type="dcterms:W3CDTF">2025-03-17T10:27:11Z</dcterms:modified>
</cp:coreProperties>
</file>