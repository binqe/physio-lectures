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5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rts/chart1.xml" ContentType="application/vnd.openxmlformats-officedocument.drawingml.chart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6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40"/>
  </p:notesMasterIdLst>
  <p:sldIdLst>
    <p:sldId id="257" r:id="rId5"/>
    <p:sldId id="313" r:id="rId6"/>
    <p:sldId id="273" r:id="rId7"/>
    <p:sldId id="291" r:id="rId8"/>
    <p:sldId id="279" r:id="rId9"/>
    <p:sldId id="416" r:id="rId10"/>
    <p:sldId id="419" r:id="rId11"/>
    <p:sldId id="420" r:id="rId12"/>
    <p:sldId id="315" r:id="rId13"/>
    <p:sldId id="316" r:id="rId14"/>
    <p:sldId id="277" r:id="rId15"/>
    <p:sldId id="425" r:id="rId16"/>
    <p:sldId id="482" r:id="rId17"/>
    <p:sldId id="262" r:id="rId18"/>
    <p:sldId id="485" r:id="rId19"/>
    <p:sldId id="486" r:id="rId20"/>
    <p:sldId id="487" r:id="rId21"/>
    <p:sldId id="287" r:id="rId22"/>
    <p:sldId id="434" r:id="rId23"/>
    <p:sldId id="406" r:id="rId24"/>
    <p:sldId id="415" r:id="rId25"/>
    <p:sldId id="417" r:id="rId26"/>
    <p:sldId id="493" r:id="rId27"/>
    <p:sldId id="494" r:id="rId28"/>
    <p:sldId id="495" r:id="rId29"/>
    <p:sldId id="496" r:id="rId30"/>
    <p:sldId id="370" r:id="rId31"/>
    <p:sldId id="373" r:id="rId32"/>
    <p:sldId id="497" r:id="rId33"/>
    <p:sldId id="292" r:id="rId34"/>
    <p:sldId id="300" r:id="rId35"/>
    <p:sldId id="295" r:id="rId36"/>
    <p:sldId id="294" r:id="rId37"/>
    <p:sldId id="447" r:id="rId38"/>
    <p:sldId id="492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3B1334-2FD8-0040-AF71-3B9F37EC0172}" v="42" dt="2023-11-02T16:00:26.0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3" autoAdjust="0"/>
    <p:restoredTop sz="94619" autoAdjust="0"/>
  </p:normalViewPr>
  <p:slideViewPr>
    <p:cSldViewPr snapToGrid="0">
      <p:cViewPr varScale="1">
        <p:scale>
          <a:sx n="128" d="100"/>
          <a:sy n="128" d="100"/>
        </p:scale>
        <p:origin x="2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nna Jenkins" userId="7f8ffc6a-1db6-4a56-a50f-7678922f1165" providerId="ADAL" clId="{823B1334-2FD8-0040-AF71-3B9F37EC0172}"/>
    <pc:docChg chg="undo custSel addSld delSld modSld sldOrd">
      <pc:chgData name="Joanna Jenkins" userId="7f8ffc6a-1db6-4a56-a50f-7678922f1165" providerId="ADAL" clId="{823B1334-2FD8-0040-AF71-3B9F37EC0172}" dt="2023-11-02T16:06:12.167" v="1068" actId="2696"/>
      <pc:docMkLst>
        <pc:docMk/>
      </pc:docMkLst>
      <pc:sldChg chg="delSp modSp delDesignElem">
        <pc:chgData name="Joanna Jenkins" userId="7f8ffc6a-1db6-4a56-a50f-7678922f1165" providerId="ADAL" clId="{823B1334-2FD8-0040-AF71-3B9F37EC0172}" dt="2023-11-02T14:29:33.134" v="13"/>
        <pc:sldMkLst>
          <pc:docMk/>
          <pc:sldMk cId="2475805559" sldId="257"/>
        </pc:sldMkLst>
        <pc:spChg chg="mod">
          <ac:chgData name="Joanna Jenkins" userId="7f8ffc6a-1db6-4a56-a50f-7678922f1165" providerId="ADAL" clId="{823B1334-2FD8-0040-AF71-3B9F37EC0172}" dt="2023-11-02T14:29:33.134" v="13"/>
          <ac:spMkLst>
            <pc:docMk/>
            <pc:sldMk cId="2475805559" sldId="257"/>
            <ac:spMk id="2" creationId="{1C21E816-31F5-48BB-BD02-D15F2F18B48A}"/>
          </ac:spMkLst>
        </pc:spChg>
        <pc:spChg chg="del">
          <ac:chgData name="Joanna Jenkins" userId="7f8ffc6a-1db6-4a56-a50f-7678922f1165" providerId="ADAL" clId="{823B1334-2FD8-0040-AF71-3B9F37EC0172}" dt="2023-11-02T14:28:52.799" v="1"/>
          <ac:spMkLst>
            <pc:docMk/>
            <pc:sldMk cId="2475805559" sldId="257"/>
            <ac:spMk id="18" creationId="{D6D7A0BC-0046-4CAA-8E7F-DCAFE511EA0E}"/>
          </ac:spMkLst>
        </pc:spChg>
        <pc:spChg chg="del">
          <ac:chgData name="Joanna Jenkins" userId="7f8ffc6a-1db6-4a56-a50f-7678922f1165" providerId="ADAL" clId="{823B1334-2FD8-0040-AF71-3B9F37EC0172}" dt="2023-11-02T14:28:52.799" v="1"/>
          <ac:spMkLst>
            <pc:docMk/>
            <pc:sldMk cId="2475805559" sldId="257"/>
            <ac:spMk id="20" creationId="{E7C6334F-6411-41EC-AD7D-179EDD8B58CB}"/>
          </ac:spMkLst>
        </pc:spChg>
        <pc:spChg chg="del">
          <ac:chgData name="Joanna Jenkins" userId="7f8ffc6a-1db6-4a56-a50f-7678922f1165" providerId="ADAL" clId="{823B1334-2FD8-0040-AF71-3B9F37EC0172}" dt="2023-11-02T14:28:52.799" v="1"/>
          <ac:spMkLst>
            <pc:docMk/>
            <pc:sldMk cId="2475805559" sldId="257"/>
            <ac:spMk id="22" creationId="{E6B02CEE-3AF8-4349-9B3E-8970E6DF62B3}"/>
          </ac:spMkLst>
        </pc:spChg>
        <pc:spChg chg="del">
          <ac:chgData name="Joanna Jenkins" userId="7f8ffc6a-1db6-4a56-a50f-7678922f1165" providerId="ADAL" clId="{823B1334-2FD8-0040-AF71-3B9F37EC0172}" dt="2023-11-02T14:28:52.799" v="1"/>
          <ac:spMkLst>
            <pc:docMk/>
            <pc:sldMk cId="2475805559" sldId="257"/>
            <ac:spMk id="24" creationId="{AAA01CF0-3FB5-44EB-B7DE-F2E86374C2FB}"/>
          </ac:spMkLst>
        </pc:spChg>
      </pc:sldChg>
      <pc:sldChg chg="addSp delSp modSp mod modClrScheme chgLayout">
        <pc:chgData name="Joanna Jenkins" userId="7f8ffc6a-1db6-4a56-a50f-7678922f1165" providerId="ADAL" clId="{823B1334-2FD8-0040-AF71-3B9F37EC0172}" dt="2023-11-02T14:30:38.836" v="38" actId="1076"/>
        <pc:sldMkLst>
          <pc:docMk/>
          <pc:sldMk cId="671634903" sldId="273"/>
        </pc:sldMkLst>
        <pc:spChg chg="mod">
          <ac:chgData name="Joanna Jenkins" userId="7f8ffc6a-1db6-4a56-a50f-7678922f1165" providerId="ADAL" clId="{823B1334-2FD8-0040-AF71-3B9F37EC0172}" dt="2023-11-02T14:30:25.264" v="33" actId="1076"/>
          <ac:spMkLst>
            <pc:docMk/>
            <pc:sldMk cId="671634903" sldId="273"/>
            <ac:spMk id="2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30:29.228" v="34" actId="1076"/>
          <ac:spMkLst>
            <pc:docMk/>
            <pc:sldMk cId="671634903" sldId="273"/>
            <ac:spMk id="3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30:38.836" v="38" actId="1076"/>
          <ac:spMkLst>
            <pc:docMk/>
            <pc:sldMk cId="671634903" sldId="273"/>
            <ac:spMk id="4" creationId="{00000000-0000-0000-0000-000000000000}"/>
          </ac:spMkLst>
        </pc:spChg>
        <pc:spChg chg="add del mod ord">
          <ac:chgData name="Joanna Jenkins" userId="7f8ffc6a-1db6-4a56-a50f-7678922f1165" providerId="ADAL" clId="{823B1334-2FD8-0040-AF71-3B9F37EC0172}" dt="2023-11-02T14:29:59.981" v="17" actId="478"/>
          <ac:spMkLst>
            <pc:docMk/>
            <pc:sldMk cId="671634903" sldId="273"/>
            <ac:spMk id="5" creationId="{F6D53877-2563-CE28-80BD-5F171F73F2CC}"/>
          </ac:spMkLst>
        </pc:spChg>
        <pc:spChg chg="mod">
          <ac:chgData name="Joanna Jenkins" userId="7f8ffc6a-1db6-4a56-a50f-7678922f1165" providerId="ADAL" clId="{823B1334-2FD8-0040-AF71-3B9F37EC0172}" dt="2023-11-02T14:30:31.388" v="35" actId="1076"/>
          <ac:spMkLst>
            <pc:docMk/>
            <pc:sldMk cId="671634903" sldId="273"/>
            <ac:spMk id="6" creationId="{00000000-0000-0000-0000-000000000000}"/>
          </ac:spMkLst>
        </pc:spChg>
        <pc:spChg chg="del mod">
          <ac:chgData name="Joanna Jenkins" userId="7f8ffc6a-1db6-4a56-a50f-7678922f1165" providerId="ADAL" clId="{823B1334-2FD8-0040-AF71-3B9F37EC0172}" dt="2023-11-02T14:29:16.511" v="11" actId="478"/>
          <ac:spMkLst>
            <pc:docMk/>
            <pc:sldMk cId="671634903" sldId="273"/>
            <ac:spMk id="7" creationId="{00000000-0000-0000-0000-000000000000}"/>
          </ac:spMkLst>
        </pc:spChg>
        <pc:spChg chg="add del mod ord">
          <ac:chgData name="Joanna Jenkins" userId="7f8ffc6a-1db6-4a56-a50f-7678922f1165" providerId="ADAL" clId="{823B1334-2FD8-0040-AF71-3B9F37EC0172}" dt="2023-11-02T14:29:49.885" v="15" actId="478"/>
          <ac:spMkLst>
            <pc:docMk/>
            <pc:sldMk cId="671634903" sldId="273"/>
            <ac:spMk id="8" creationId="{84FC8735-051B-0F95-3FF7-746BCE0C5029}"/>
          </ac:spMkLst>
        </pc:spChg>
        <pc:spChg chg="mod">
          <ac:chgData name="Joanna Jenkins" userId="7f8ffc6a-1db6-4a56-a50f-7678922f1165" providerId="ADAL" clId="{823B1334-2FD8-0040-AF71-3B9F37EC0172}" dt="2023-11-02T14:30:35.955" v="37" actId="1076"/>
          <ac:spMkLst>
            <pc:docMk/>
            <pc:sldMk cId="671634903" sldId="273"/>
            <ac:spMk id="9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30:05.306" v="18" actId="1076"/>
          <ac:spMkLst>
            <pc:docMk/>
            <pc:sldMk cId="671634903" sldId="273"/>
            <ac:spMk id="10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30:33.993" v="36" actId="1076"/>
          <ac:spMkLst>
            <pc:docMk/>
            <pc:sldMk cId="671634903" sldId="273"/>
            <ac:spMk id="11" creationId="{00000000-0000-0000-0000-000000000000}"/>
          </ac:spMkLst>
        </pc:spChg>
        <pc:picChg chg="del">
          <ac:chgData name="Joanna Jenkins" userId="7f8ffc6a-1db6-4a56-a50f-7678922f1165" providerId="ADAL" clId="{823B1334-2FD8-0040-AF71-3B9F37EC0172}" dt="2023-11-02T14:29:20.848" v="12" actId="478"/>
          <ac:picMkLst>
            <pc:docMk/>
            <pc:sldMk cId="671634903" sldId="273"/>
            <ac:picMk id="19" creationId="{00000000-0000-0000-0000-000000000000}"/>
          </ac:picMkLst>
        </pc:picChg>
      </pc:sldChg>
      <pc:sldChg chg="delSp modSp mod ord modClrScheme chgLayout">
        <pc:chgData name="Joanna Jenkins" userId="7f8ffc6a-1db6-4a56-a50f-7678922f1165" providerId="ADAL" clId="{823B1334-2FD8-0040-AF71-3B9F37EC0172}" dt="2023-11-02T14:40:11.984" v="166" actId="120"/>
        <pc:sldMkLst>
          <pc:docMk/>
          <pc:sldMk cId="4098067380" sldId="277"/>
        </pc:sldMkLst>
        <pc:spChg chg="mod">
          <ac:chgData name="Joanna Jenkins" userId="7f8ffc6a-1db6-4a56-a50f-7678922f1165" providerId="ADAL" clId="{823B1334-2FD8-0040-AF71-3B9F37EC0172}" dt="2023-11-02T14:40:11.984" v="166" actId="120"/>
          <ac:spMkLst>
            <pc:docMk/>
            <pc:sldMk cId="4098067380" sldId="277"/>
            <ac:spMk id="3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40:02.930" v="164" actId="1076"/>
          <ac:spMkLst>
            <pc:docMk/>
            <pc:sldMk cId="4098067380" sldId="277"/>
            <ac:spMk id="4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39:57.009" v="161" actId="1076"/>
          <ac:spMkLst>
            <pc:docMk/>
            <pc:sldMk cId="4098067380" sldId="277"/>
            <ac:spMk id="6" creationId="{00000000-0000-0000-0000-000000000000}"/>
          </ac:spMkLst>
        </pc:spChg>
        <pc:spChg chg="del mod">
          <ac:chgData name="Joanna Jenkins" userId="7f8ffc6a-1db6-4a56-a50f-7678922f1165" providerId="ADAL" clId="{823B1334-2FD8-0040-AF71-3B9F37EC0172}" dt="2023-11-02T14:39:19.851" v="148" actId="478"/>
          <ac:spMkLst>
            <pc:docMk/>
            <pc:sldMk cId="4098067380" sldId="277"/>
            <ac:spMk id="7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39:45.601" v="157" actId="14100"/>
          <ac:spMkLst>
            <pc:docMk/>
            <pc:sldMk cId="4098067380" sldId="277"/>
            <ac:spMk id="9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39:55.393" v="160" actId="1076"/>
          <ac:spMkLst>
            <pc:docMk/>
            <pc:sldMk cId="4098067380" sldId="277"/>
            <ac:spMk id="11" creationId="{00000000-0000-0000-0000-000000000000}"/>
          </ac:spMkLst>
        </pc:spChg>
        <pc:picChg chg="del">
          <ac:chgData name="Joanna Jenkins" userId="7f8ffc6a-1db6-4a56-a50f-7678922f1165" providerId="ADAL" clId="{823B1334-2FD8-0040-AF71-3B9F37EC0172}" dt="2023-11-02T14:39:35.772" v="153" actId="478"/>
          <ac:picMkLst>
            <pc:docMk/>
            <pc:sldMk cId="4098067380" sldId="277"/>
            <ac:picMk id="19" creationId="{00000000-0000-0000-0000-000000000000}"/>
          </ac:picMkLst>
        </pc:picChg>
      </pc:sldChg>
      <pc:sldChg chg="del">
        <pc:chgData name="Joanna Jenkins" userId="7f8ffc6a-1db6-4a56-a50f-7678922f1165" providerId="ADAL" clId="{823B1334-2FD8-0040-AF71-3B9F37EC0172}" dt="2023-11-02T14:38:34.757" v="144" actId="2696"/>
        <pc:sldMkLst>
          <pc:docMk/>
          <pc:sldMk cId="1014013935" sldId="278"/>
        </pc:sldMkLst>
      </pc:sldChg>
      <pc:sldChg chg="addSp delSp modSp mod setBg modClrScheme chgLayout">
        <pc:chgData name="Joanna Jenkins" userId="7f8ffc6a-1db6-4a56-a50f-7678922f1165" providerId="ADAL" clId="{823B1334-2FD8-0040-AF71-3B9F37EC0172}" dt="2023-11-02T14:34:41.989" v="108" actId="1076"/>
        <pc:sldMkLst>
          <pc:docMk/>
          <pc:sldMk cId="4184757486" sldId="279"/>
        </pc:sldMkLst>
        <pc:spChg chg="mod">
          <ac:chgData name="Joanna Jenkins" userId="7f8ffc6a-1db6-4a56-a50f-7678922f1165" providerId="ADAL" clId="{823B1334-2FD8-0040-AF71-3B9F37EC0172}" dt="2023-11-02T14:31:15.182" v="46" actId="26606"/>
          <ac:spMkLst>
            <pc:docMk/>
            <pc:sldMk cId="4184757486" sldId="279"/>
            <ac:spMk id="4" creationId="{00000000-0000-0000-0000-000000000000}"/>
          </ac:spMkLst>
        </pc:spChg>
        <pc:spChg chg="del">
          <ac:chgData name="Joanna Jenkins" userId="7f8ffc6a-1db6-4a56-a50f-7678922f1165" providerId="ADAL" clId="{823B1334-2FD8-0040-AF71-3B9F37EC0172}" dt="2023-11-02T14:31:06.718" v="44" actId="478"/>
          <ac:spMkLst>
            <pc:docMk/>
            <pc:sldMk cId="4184757486" sldId="279"/>
            <ac:spMk id="7" creationId="{00000000-0000-0000-0000-000000000000}"/>
          </ac:spMkLst>
        </pc:spChg>
        <pc:spChg chg="add">
          <ac:chgData name="Joanna Jenkins" userId="7f8ffc6a-1db6-4a56-a50f-7678922f1165" providerId="ADAL" clId="{823B1334-2FD8-0040-AF71-3B9F37EC0172}" dt="2023-11-02T14:31:15.182" v="46" actId="26606"/>
          <ac:spMkLst>
            <pc:docMk/>
            <pc:sldMk cId="4184757486" sldId="279"/>
            <ac:spMk id="24" creationId="{8C266B9D-DC87-430A-8D3A-2E83639A1768}"/>
          </ac:spMkLst>
        </pc:spChg>
        <pc:spChg chg="add">
          <ac:chgData name="Joanna Jenkins" userId="7f8ffc6a-1db6-4a56-a50f-7678922f1165" providerId="ADAL" clId="{823B1334-2FD8-0040-AF71-3B9F37EC0172}" dt="2023-11-02T14:31:15.182" v="46" actId="26606"/>
          <ac:spMkLst>
            <pc:docMk/>
            <pc:sldMk cId="4184757486" sldId="279"/>
            <ac:spMk id="26" creationId="{254B162D-1BD7-41E0-844F-F94AE2CE2B87}"/>
          </ac:spMkLst>
        </pc:spChg>
        <pc:spChg chg="add">
          <ac:chgData name="Joanna Jenkins" userId="7f8ffc6a-1db6-4a56-a50f-7678922f1165" providerId="ADAL" clId="{823B1334-2FD8-0040-AF71-3B9F37EC0172}" dt="2023-11-02T14:31:15.182" v="46" actId="26606"/>
          <ac:spMkLst>
            <pc:docMk/>
            <pc:sldMk cId="4184757486" sldId="279"/>
            <ac:spMk id="28" creationId="{1264404B-1C0F-4383-8FC3-A3E3264AA4C3}"/>
          </ac:spMkLst>
        </pc:spChg>
        <pc:spChg chg="add">
          <ac:chgData name="Joanna Jenkins" userId="7f8ffc6a-1db6-4a56-a50f-7678922f1165" providerId="ADAL" clId="{823B1334-2FD8-0040-AF71-3B9F37EC0172}" dt="2023-11-02T14:31:15.182" v="46" actId="26606"/>
          <ac:spMkLst>
            <pc:docMk/>
            <pc:sldMk cId="4184757486" sldId="279"/>
            <ac:spMk id="30" creationId="{619F5C88-C232-4D01-8DB1-8A0C673DDBC3}"/>
          </ac:spMkLst>
        </pc:spChg>
        <pc:spChg chg="add">
          <ac:chgData name="Joanna Jenkins" userId="7f8ffc6a-1db6-4a56-a50f-7678922f1165" providerId="ADAL" clId="{823B1334-2FD8-0040-AF71-3B9F37EC0172}" dt="2023-11-02T14:31:15.182" v="46" actId="26606"/>
          <ac:spMkLst>
            <pc:docMk/>
            <pc:sldMk cId="4184757486" sldId="279"/>
            <ac:spMk id="32" creationId="{1EEE7F17-8E08-4C69-8E22-661908E6DF72}"/>
          </ac:spMkLst>
        </pc:spChg>
        <pc:graphicFrameChg chg="mod">
          <ac:chgData name="Joanna Jenkins" userId="7f8ffc6a-1db6-4a56-a50f-7678922f1165" providerId="ADAL" clId="{823B1334-2FD8-0040-AF71-3B9F37EC0172}" dt="2023-11-02T14:34:29.013" v="105" actId="1076"/>
          <ac:graphicFrameMkLst>
            <pc:docMk/>
            <pc:sldMk cId="4184757486" sldId="279"/>
            <ac:graphicFrameMk id="8" creationId="{00000000-0000-0000-0000-000000000000}"/>
          </ac:graphicFrameMkLst>
        </pc:graphicFrameChg>
        <pc:graphicFrameChg chg="mod">
          <ac:chgData name="Joanna Jenkins" userId="7f8ffc6a-1db6-4a56-a50f-7678922f1165" providerId="ADAL" clId="{823B1334-2FD8-0040-AF71-3B9F37EC0172}" dt="2023-11-02T14:34:41.989" v="108" actId="1076"/>
          <ac:graphicFrameMkLst>
            <pc:docMk/>
            <pc:sldMk cId="4184757486" sldId="279"/>
            <ac:graphicFrameMk id="9" creationId="{00000000-0000-0000-0000-000000000000}"/>
          </ac:graphicFrameMkLst>
        </pc:graphicFrameChg>
        <pc:graphicFrameChg chg="mod">
          <ac:chgData name="Joanna Jenkins" userId="7f8ffc6a-1db6-4a56-a50f-7678922f1165" providerId="ADAL" clId="{823B1334-2FD8-0040-AF71-3B9F37EC0172}" dt="2023-11-02T14:34:35.168" v="107" actId="1076"/>
          <ac:graphicFrameMkLst>
            <pc:docMk/>
            <pc:sldMk cId="4184757486" sldId="279"/>
            <ac:graphicFrameMk id="10" creationId="{00000000-0000-0000-0000-000000000000}"/>
          </ac:graphicFrameMkLst>
        </pc:graphicFrameChg>
        <pc:graphicFrameChg chg="mod">
          <ac:chgData name="Joanna Jenkins" userId="7f8ffc6a-1db6-4a56-a50f-7678922f1165" providerId="ADAL" clId="{823B1334-2FD8-0040-AF71-3B9F37EC0172}" dt="2023-11-02T14:34:25.568" v="104" actId="1076"/>
          <ac:graphicFrameMkLst>
            <pc:docMk/>
            <pc:sldMk cId="4184757486" sldId="279"/>
            <ac:graphicFrameMk id="11" creationId="{00000000-0000-0000-0000-000000000000}"/>
          </ac:graphicFrameMkLst>
        </pc:graphicFrameChg>
        <pc:graphicFrameChg chg="del mod modGraphic">
          <ac:chgData name="Joanna Jenkins" userId="7f8ffc6a-1db6-4a56-a50f-7678922f1165" providerId="ADAL" clId="{823B1334-2FD8-0040-AF71-3B9F37EC0172}" dt="2023-11-02T14:31:25.809" v="52" actId="478"/>
          <ac:graphicFrameMkLst>
            <pc:docMk/>
            <pc:sldMk cId="4184757486" sldId="279"/>
            <ac:graphicFrameMk id="12" creationId="{00000000-0000-0000-0000-000000000000}"/>
          </ac:graphicFrameMkLst>
        </pc:graphicFrameChg>
        <pc:picChg chg="mod">
          <ac:chgData name="Joanna Jenkins" userId="7f8ffc6a-1db6-4a56-a50f-7678922f1165" providerId="ADAL" clId="{823B1334-2FD8-0040-AF71-3B9F37EC0172}" dt="2023-11-02T14:31:15.182" v="46" actId="26606"/>
          <ac:picMkLst>
            <pc:docMk/>
            <pc:sldMk cId="4184757486" sldId="279"/>
            <ac:picMk id="19" creationId="{00000000-0000-0000-0000-000000000000}"/>
          </ac:picMkLst>
        </pc:picChg>
      </pc:sldChg>
      <pc:sldChg chg="modSp mod">
        <pc:chgData name="Joanna Jenkins" userId="7f8ffc6a-1db6-4a56-a50f-7678922f1165" providerId="ADAL" clId="{823B1334-2FD8-0040-AF71-3B9F37EC0172}" dt="2023-11-02T15:02:28.218" v="298" actId="20577"/>
        <pc:sldMkLst>
          <pc:docMk/>
          <pc:sldMk cId="0" sldId="287"/>
        </pc:sldMkLst>
        <pc:spChg chg="mod">
          <ac:chgData name="Joanna Jenkins" userId="7f8ffc6a-1db6-4a56-a50f-7678922f1165" providerId="ADAL" clId="{823B1334-2FD8-0040-AF71-3B9F37EC0172}" dt="2023-11-02T15:02:28.218" v="298" actId="20577"/>
          <ac:spMkLst>
            <pc:docMk/>
            <pc:sldMk cId="0" sldId="287"/>
            <ac:spMk id="214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29:33.134" v="13"/>
          <ac:spMkLst>
            <pc:docMk/>
            <pc:sldMk cId="0" sldId="287"/>
            <ac:spMk id="215" creationId="{00000000-0000-0000-0000-000000000000}"/>
          </ac:spMkLst>
        </pc:spChg>
      </pc:sldChg>
      <pc:sldChg chg="delSp modSp mod modClrScheme chgLayout">
        <pc:chgData name="Joanna Jenkins" userId="7f8ffc6a-1db6-4a56-a50f-7678922f1165" providerId="ADAL" clId="{823B1334-2FD8-0040-AF71-3B9F37EC0172}" dt="2023-11-02T14:34:47.437" v="109" actId="1076"/>
        <pc:sldMkLst>
          <pc:docMk/>
          <pc:sldMk cId="3986704931" sldId="291"/>
        </pc:sldMkLst>
        <pc:spChg chg="mod">
          <ac:chgData name="Joanna Jenkins" userId="7f8ffc6a-1db6-4a56-a50f-7678922f1165" providerId="ADAL" clId="{823B1334-2FD8-0040-AF71-3B9F37EC0172}" dt="2023-11-02T14:31:02.411" v="43" actId="1076"/>
          <ac:spMkLst>
            <pc:docMk/>
            <pc:sldMk cId="3986704931" sldId="291"/>
            <ac:spMk id="4" creationId="{00000000-0000-0000-0000-000000000000}"/>
          </ac:spMkLst>
        </pc:spChg>
        <pc:spChg chg="del">
          <ac:chgData name="Joanna Jenkins" userId="7f8ffc6a-1db6-4a56-a50f-7678922f1165" providerId="ADAL" clId="{823B1334-2FD8-0040-AF71-3B9F37EC0172}" dt="2023-11-02T14:30:43.904" v="39" actId="478"/>
          <ac:spMkLst>
            <pc:docMk/>
            <pc:sldMk cId="3986704931" sldId="291"/>
            <ac:spMk id="7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34:47.437" v="109" actId="1076"/>
          <ac:spMkLst>
            <pc:docMk/>
            <pc:sldMk cId="3986704931" sldId="291"/>
            <ac:spMk id="12" creationId="{20F695F1-BEFC-D84E-8C79-E3005ADEFFC4}"/>
          </ac:spMkLst>
        </pc:spChg>
        <pc:picChg chg="del">
          <ac:chgData name="Joanna Jenkins" userId="7f8ffc6a-1db6-4a56-a50f-7678922f1165" providerId="ADAL" clId="{823B1334-2FD8-0040-AF71-3B9F37EC0172}" dt="2023-11-02T14:30:46.322" v="40" actId="478"/>
          <ac:picMkLst>
            <pc:docMk/>
            <pc:sldMk cId="3986704931" sldId="291"/>
            <ac:picMk id="19" creationId="{00000000-0000-0000-0000-000000000000}"/>
          </ac:picMkLst>
        </pc:picChg>
      </pc:sldChg>
      <pc:sldChg chg="delSp modSp add mod modClrScheme chgLayout">
        <pc:chgData name="Joanna Jenkins" userId="7f8ffc6a-1db6-4a56-a50f-7678922f1165" providerId="ADAL" clId="{823B1334-2FD8-0040-AF71-3B9F37EC0172}" dt="2023-11-02T15:56:36.283" v="811" actId="1076"/>
        <pc:sldMkLst>
          <pc:docMk/>
          <pc:sldMk cId="1157864456" sldId="292"/>
        </pc:sldMkLst>
        <pc:spChg chg="mod">
          <ac:chgData name="Joanna Jenkins" userId="7f8ffc6a-1db6-4a56-a50f-7678922f1165" providerId="ADAL" clId="{823B1334-2FD8-0040-AF71-3B9F37EC0172}" dt="2023-11-02T15:56:34.357" v="810" actId="1076"/>
          <ac:spMkLst>
            <pc:docMk/>
            <pc:sldMk cId="1157864456" sldId="292"/>
            <ac:spMk id="4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5:56:36.283" v="811" actId="1076"/>
          <ac:spMkLst>
            <pc:docMk/>
            <pc:sldMk cId="1157864456" sldId="292"/>
            <ac:spMk id="5" creationId="{00000000-0000-0000-0000-000000000000}"/>
          </ac:spMkLst>
        </pc:spChg>
        <pc:spChg chg="del">
          <ac:chgData name="Joanna Jenkins" userId="7f8ffc6a-1db6-4a56-a50f-7678922f1165" providerId="ADAL" clId="{823B1334-2FD8-0040-AF71-3B9F37EC0172}" dt="2023-11-02T15:56:14.339" v="805" actId="478"/>
          <ac:spMkLst>
            <pc:docMk/>
            <pc:sldMk cId="1157864456" sldId="292"/>
            <ac:spMk id="7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5:56:29.791" v="808" actId="1076"/>
          <ac:spMkLst>
            <pc:docMk/>
            <pc:sldMk cId="1157864456" sldId="292"/>
            <ac:spMk id="37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5:56:31.705" v="809" actId="1076"/>
          <ac:spMkLst>
            <pc:docMk/>
            <pc:sldMk cId="1157864456" sldId="292"/>
            <ac:spMk id="38" creationId="{00000000-0000-0000-0000-000000000000}"/>
          </ac:spMkLst>
        </pc:spChg>
        <pc:grpChg chg="mod">
          <ac:chgData name="Joanna Jenkins" userId="7f8ffc6a-1db6-4a56-a50f-7678922f1165" providerId="ADAL" clId="{823B1334-2FD8-0040-AF71-3B9F37EC0172}" dt="2023-11-02T15:56:26.730" v="807" actId="1076"/>
          <ac:grpSpMkLst>
            <pc:docMk/>
            <pc:sldMk cId="1157864456" sldId="292"/>
            <ac:grpSpMk id="9" creationId="{00000000-0000-0000-0000-000000000000}"/>
          </ac:grpSpMkLst>
        </pc:grpChg>
      </pc:sldChg>
      <pc:sldChg chg="delSp modSp add mod modClrScheme chgLayout">
        <pc:chgData name="Joanna Jenkins" userId="7f8ffc6a-1db6-4a56-a50f-7678922f1165" providerId="ADAL" clId="{823B1334-2FD8-0040-AF71-3B9F37EC0172}" dt="2023-11-02T15:58:34.223" v="823" actId="1076"/>
        <pc:sldMkLst>
          <pc:docMk/>
          <pc:sldMk cId="802057960" sldId="294"/>
        </pc:sldMkLst>
        <pc:spChg chg="mod">
          <ac:chgData name="Joanna Jenkins" userId="7f8ffc6a-1db6-4a56-a50f-7678922f1165" providerId="ADAL" clId="{823B1334-2FD8-0040-AF71-3B9F37EC0172}" dt="2023-11-02T15:58:32.166" v="822" actId="1076"/>
          <ac:spMkLst>
            <pc:docMk/>
            <pc:sldMk cId="802057960" sldId="294"/>
            <ac:spMk id="3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5:58:34.223" v="823" actId="1076"/>
          <ac:spMkLst>
            <pc:docMk/>
            <pc:sldMk cId="802057960" sldId="294"/>
            <ac:spMk id="4" creationId="{00000000-0000-0000-0000-000000000000}"/>
          </ac:spMkLst>
        </pc:spChg>
        <pc:spChg chg="del">
          <ac:chgData name="Joanna Jenkins" userId="7f8ffc6a-1db6-4a56-a50f-7678922f1165" providerId="ADAL" clId="{823B1334-2FD8-0040-AF71-3B9F37EC0172}" dt="2023-11-02T15:58:26.232" v="820" actId="478"/>
          <ac:spMkLst>
            <pc:docMk/>
            <pc:sldMk cId="802057960" sldId="294"/>
            <ac:spMk id="7" creationId="{00000000-0000-0000-0000-000000000000}"/>
          </ac:spMkLst>
        </pc:spChg>
      </pc:sldChg>
      <pc:sldChg chg="delSp modSp add mod modClrScheme chgLayout">
        <pc:chgData name="Joanna Jenkins" userId="7f8ffc6a-1db6-4a56-a50f-7678922f1165" providerId="ADAL" clId="{823B1334-2FD8-0040-AF71-3B9F37EC0172}" dt="2023-11-02T16:02:10.327" v="880" actId="113"/>
        <pc:sldMkLst>
          <pc:docMk/>
          <pc:sldMk cId="1366235362" sldId="295"/>
        </pc:sldMkLst>
        <pc:spChg chg="del">
          <ac:chgData name="Joanna Jenkins" userId="7f8ffc6a-1db6-4a56-a50f-7678922f1165" providerId="ADAL" clId="{823B1334-2FD8-0040-AF71-3B9F37EC0172}" dt="2023-11-02T16:01:11.234" v="853" actId="478"/>
          <ac:spMkLst>
            <pc:docMk/>
            <pc:sldMk cId="1366235362" sldId="295"/>
            <ac:spMk id="2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6:02:10.327" v="880" actId="113"/>
          <ac:spMkLst>
            <pc:docMk/>
            <pc:sldMk cId="1366235362" sldId="295"/>
            <ac:spMk id="3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5:58:40.735" v="825" actId="1076"/>
          <ac:spMkLst>
            <pc:docMk/>
            <pc:sldMk cId="1366235362" sldId="295"/>
            <ac:spMk id="4" creationId="{00000000-0000-0000-0000-000000000000}"/>
          </ac:spMkLst>
        </pc:spChg>
        <pc:spChg chg="del">
          <ac:chgData name="Joanna Jenkins" userId="7f8ffc6a-1db6-4a56-a50f-7678922f1165" providerId="ADAL" clId="{823B1334-2FD8-0040-AF71-3B9F37EC0172}" dt="2023-11-02T15:58:15.890" v="818" actId="478"/>
          <ac:spMkLst>
            <pc:docMk/>
            <pc:sldMk cId="1366235362" sldId="295"/>
            <ac:spMk id="7" creationId="{00000000-0000-0000-0000-000000000000}"/>
          </ac:spMkLst>
        </pc:spChg>
      </pc:sldChg>
      <pc:sldChg chg="addSp delSp modSp add mod modClrScheme chgLayout">
        <pc:chgData name="Joanna Jenkins" userId="7f8ffc6a-1db6-4a56-a50f-7678922f1165" providerId="ADAL" clId="{823B1334-2FD8-0040-AF71-3B9F37EC0172}" dt="2023-11-02T15:57:25.641" v="816" actId="1076"/>
        <pc:sldMkLst>
          <pc:docMk/>
          <pc:sldMk cId="365791363" sldId="300"/>
        </pc:sldMkLst>
        <pc:spChg chg="add del mod ord">
          <ac:chgData name="Joanna Jenkins" userId="7f8ffc6a-1db6-4a56-a50f-7678922f1165" providerId="ADAL" clId="{823B1334-2FD8-0040-AF71-3B9F37EC0172}" dt="2023-11-02T15:57:24.396" v="815" actId="478"/>
          <ac:spMkLst>
            <pc:docMk/>
            <pc:sldMk cId="365791363" sldId="300"/>
            <ac:spMk id="3" creationId="{8EFC20C4-194C-84F1-27BA-E60BE4D89845}"/>
          </ac:spMkLst>
        </pc:spChg>
        <pc:spChg chg="del">
          <ac:chgData name="Joanna Jenkins" userId="7f8ffc6a-1db6-4a56-a50f-7678922f1165" providerId="ADAL" clId="{823B1334-2FD8-0040-AF71-3B9F37EC0172}" dt="2023-11-02T15:57:18.045" v="813" actId="478"/>
          <ac:spMkLst>
            <pc:docMk/>
            <pc:sldMk cId="365791363" sldId="300"/>
            <ac:spMk id="7" creationId="{00000000-0000-0000-0000-000000000000}"/>
          </ac:spMkLst>
        </pc:spChg>
        <pc:picChg chg="mod">
          <ac:chgData name="Joanna Jenkins" userId="7f8ffc6a-1db6-4a56-a50f-7678922f1165" providerId="ADAL" clId="{823B1334-2FD8-0040-AF71-3B9F37EC0172}" dt="2023-11-02T15:57:25.641" v="816" actId="1076"/>
          <ac:picMkLst>
            <pc:docMk/>
            <pc:sldMk cId="365791363" sldId="300"/>
            <ac:picMk id="19" creationId="{00000000-0000-0000-0000-000000000000}"/>
          </ac:picMkLst>
        </pc:picChg>
      </pc:sldChg>
      <pc:sldChg chg="ord">
        <pc:chgData name="Joanna Jenkins" userId="7f8ffc6a-1db6-4a56-a50f-7678922f1165" providerId="ADAL" clId="{823B1334-2FD8-0040-AF71-3B9F37EC0172}" dt="2023-11-02T14:37:29.274" v="143" actId="20578"/>
        <pc:sldMkLst>
          <pc:docMk/>
          <pc:sldMk cId="1677264206" sldId="313"/>
        </pc:sldMkLst>
      </pc:sldChg>
      <pc:sldChg chg="modSp add mod">
        <pc:chgData name="Joanna Jenkins" userId="7f8ffc6a-1db6-4a56-a50f-7678922f1165" providerId="ADAL" clId="{823B1334-2FD8-0040-AF71-3B9F37EC0172}" dt="2023-11-02T15:28:15.714" v="759" actId="2711"/>
        <pc:sldMkLst>
          <pc:docMk/>
          <pc:sldMk cId="0" sldId="370"/>
        </pc:sldMkLst>
        <pc:spChg chg="mod">
          <ac:chgData name="Joanna Jenkins" userId="7f8ffc6a-1db6-4a56-a50f-7678922f1165" providerId="ADAL" clId="{823B1334-2FD8-0040-AF71-3B9F37EC0172}" dt="2023-11-02T15:28:15.714" v="759" actId="2711"/>
          <ac:spMkLst>
            <pc:docMk/>
            <pc:sldMk cId="0" sldId="370"/>
            <ac:spMk id="17410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5:27:43.651" v="754" actId="14100"/>
          <ac:spMkLst>
            <pc:docMk/>
            <pc:sldMk cId="0" sldId="370"/>
            <ac:spMk id="17411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5:27:26.706" v="748" actId="1076"/>
          <ac:spMkLst>
            <pc:docMk/>
            <pc:sldMk cId="0" sldId="370"/>
            <ac:spMk id="17414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5:27:24.506" v="747" actId="1076"/>
          <ac:spMkLst>
            <pc:docMk/>
            <pc:sldMk cId="0" sldId="370"/>
            <ac:spMk id="17415" creationId="{00000000-0000-0000-0000-000000000000}"/>
          </ac:spMkLst>
        </pc:spChg>
        <pc:picChg chg="mod">
          <ac:chgData name="Joanna Jenkins" userId="7f8ffc6a-1db6-4a56-a50f-7678922f1165" providerId="ADAL" clId="{823B1334-2FD8-0040-AF71-3B9F37EC0172}" dt="2023-11-02T15:27:31.482" v="750" actId="1076"/>
          <ac:picMkLst>
            <pc:docMk/>
            <pc:sldMk cId="0" sldId="370"/>
            <ac:picMk id="7172" creationId="{00000000-0000-0000-0000-000000000000}"/>
          </ac:picMkLst>
        </pc:picChg>
        <pc:picChg chg="mod">
          <ac:chgData name="Joanna Jenkins" userId="7f8ffc6a-1db6-4a56-a50f-7678922f1165" providerId="ADAL" clId="{823B1334-2FD8-0040-AF71-3B9F37EC0172}" dt="2023-11-02T15:27:28.842" v="749" actId="1076"/>
          <ac:picMkLst>
            <pc:docMk/>
            <pc:sldMk cId="0" sldId="370"/>
            <ac:picMk id="7173" creationId="{00000000-0000-0000-0000-000000000000}"/>
          </ac:picMkLst>
        </pc:picChg>
      </pc:sldChg>
      <pc:sldChg chg="modSp add mod">
        <pc:chgData name="Joanna Jenkins" userId="7f8ffc6a-1db6-4a56-a50f-7678922f1165" providerId="ADAL" clId="{823B1334-2FD8-0040-AF71-3B9F37EC0172}" dt="2023-11-02T16:05:36.975" v="1065" actId="20577"/>
        <pc:sldMkLst>
          <pc:docMk/>
          <pc:sldMk cId="0" sldId="373"/>
        </pc:sldMkLst>
        <pc:spChg chg="mod">
          <ac:chgData name="Joanna Jenkins" userId="7f8ffc6a-1db6-4a56-a50f-7678922f1165" providerId="ADAL" clId="{823B1334-2FD8-0040-AF71-3B9F37EC0172}" dt="2023-11-02T16:05:35.034" v="1064" actId="20577"/>
          <ac:spMkLst>
            <pc:docMk/>
            <pc:sldMk cId="0" sldId="373"/>
            <ac:spMk id="20482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6:05:36.975" v="1065" actId="20577"/>
          <ac:spMkLst>
            <pc:docMk/>
            <pc:sldMk cId="0" sldId="373"/>
            <ac:spMk id="20483" creationId="{00000000-0000-0000-0000-000000000000}"/>
          </ac:spMkLst>
        </pc:spChg>
      </pc:sldChg>
      <pc:sldChg chg="modSp mod">
        <pc:chgData name="Joanna Jenkins" userId="7f8ffc6a-1db6-4a56-a50f-7678922f1165" providerId="ADAL" clId="{823B1334-2FD8-0040-AF71-3B9F37EC0172}" dt="2023-11-02T15:02:49.510" v="304" actId="20577"/>
        <pc:sldMkLst>
          <pc:docMk/>
          <pc:sldMk cId="2048878891" sldId="406"/>
        </pc:sldMkLst>
        <pc:spChg chg="mod">
          <ac:chgData name="Joanna Jenkins" userId="7f8ffc6a-1db6-4a56-a50f-7678922f1165" providerId="ADAL" clId="{823B1334-2FD8-0040-AF71-3B9F37EC0172}" dt="2023-11-02T15:02:49.510" v="304" actId="20577"/>
          <ac:spMkLst>
            <pc:docMk/>
            <pc:sldMk cId="2048878891" sldId="406"/>
            <ac:spMk id="4" creationId="{C0A6DA88-5CC4-49C2-AC80-F781DEE5D46F}"/>
          </ac:spMkLst>
        </pc:spChg>
      </pc:sldChg>
      <pc:sldChg chg="addSp modSp del mod">
        <pc:chgData name="Joanna Jenkins" userId="7f8ffc6a-1db6-4a56-a50f-7678922f1165" providerId="ADAL" clId="{823B1334-2FD8-0040-AF71-3B9F37EC0172}" dt="2023-11-02T15:06:56.889" v="350" actId="2696"/>
        <pc:sldMkLst>
          <pc:docMk/>
          <pc:sldMk cId="0" sldId="410"/>
        </pc:sldMkLst>
        <pc:spChg chg="mod">
          <ac:chgData name="Joanna Jenkins" userId="7f8ffc6a-1db6-4a56-a50f-7678922f1165" providerId="ADAL" clId="{823B1334-2FD8-0040-AF71-3B9F37EC0172}" dt="2023-11-02T15:06:52.666" v="349" actId="20577"/>
          <ac:spMkLst>
            <pc:docMk/>
            <pc:sldMk cId="0" sldId="410"/>
            <ac:spMk id="3075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29:33.134" v="13"/>
          <ac:spMkLst>
            <pc:docMk/>
            <pc:sldMk cId="0" sldId="410"/>
            <ac:spMk id="3076" creationId="{00000000-0000-0000-0000-000000000000}"/>
          </ac:spMkLst>
        </pc:spChg>
        <pc:picChg chg="add mod">
          <ac:chgData name="Joanna Jenkins" userId="7f8ffc6a-1db6-4a56-a50f-7678922f1165" providerId="ADAL" clId="{823B1334-2FD8-0040-AF71-3B9F37EC0172}" dt="2023-11-02T14:32:23.365" v="83"/>
          <ac:picMkLst>
            <pc:docMk/>
            <pc:sldMk cId="0" sldId="410"/>
            <ac:picMk id="2" creationId="{987B6891-FD84-460A-08C4-3EC5939BA435}"/>
          </ac:picMkLst>
        </pc:picChg>
      </pc:sldChg>
      <pc:sldChg chg="addSp delSp modSp mod">
        <pc:chgData name="Joanna Jenkins" userId="7f8ffc6a-1db6-4a56-a50f-7678922f1165" providerId="ADAL" clId="{823B1334-2FD8-0040-AF71-3B9F37EC0172}" dt="2023-11-02T14:33:48.911" v="96" actId="1076"/>
        <pc:sldMkLst>
          <pc:docMk/>
          <pc:sldMk cId="0" sldId="416"/>
        </pc:sldMkLst>
        <pc:spChg chg="add mod">
          <ac:chgData name="Joanna Jenkins" userId="7f8ffc6a-1db6-4a56-a50f-7678922f1165" providerId="ADAL" clId="{823B1334-2FD8-0040-AF71-3B9F37EC0172}" dt="2023-11-02T14:33:48.911" v="96" actId="1076"/>
          <ac:spMkLst>
            <pc:docMk/>
            <pc:sldMk cId="0" sldId="416"/>
            <ac:spMk id="3" creationId="{7F5C51FB-FAB6-B9A0-FF10-55709B472D17}"/>
          </ac:spMkLst>
        </pc:spChg>
        <pc:spChg chg="mod">
          <ac:chgData name="Joanna Jenkins" userId="7f8ffc6a-1db6-4a56-a50f-7678922f1165" providerId="ADAL" clId="{823B1334-2FD8-0040-AF71-3B9F37EC0172}" dt="2023-11-02T14:29:33.134" v="13"/>
          <ac:spMkLst>
            <pc:docMk/>
            <pc:sldMk cId="0" sldId="416"/>
            <ac:spMk id="6148" creationId="{00000000-0000-0000-0000-000000000000}"/>
          </ac:spMkLst>
        </pc:spChg>
        <pc:picChg chg="add mod">
          <ac:chgData name="Joanna Jenkins" userId="7f8ffc6a-1db6-4a56-a50f-7678922f1165" providerId="ADAL" clId="{823B1334-2FD8-0040-AF71-3B9F37EC0172}" dt="2023-11-02T14:33:23.857" v="90" actId="1076"/>
          <ac:picMkLst>
            <pc:docMk/>
            <pc:sldMk cId="0" sldId="416"/>
            <ac:picMk id="2" creationId="{8C65967D-C0F0-85AA-6A5C-6F5026FF3C9C}"/>
          </ac:picMkLst>
        </pc:picChg>
        <pc:picChg chg="del">
          <ac:chgData name="Joanna Jenkins" userId="7f8ffc6a-1db6-4a56-a50f-7678922f1165" providerId="ADAL" clId="{823B1334-2FD8-0040-AF71-3B9F37EC0172}" dt="2023-11-02T14:33:09.053" v="85" actId="478"/>
          <ac:picMkLst>
            <pc:docMk/>
            <pc:sldMk cId="0" sldId="416"/>
            <ac:picMk id="5126" creationId="{00000000-0000-0000-0000-000000000000}"/>
          </ac:picMkLst>
        </pc:picChg>
      </pc:sldChg>
      <pc:sldChg chg="delSp modSp del mod">
        <pc:chgData name="Joanna Jenkins" userId="7f8ffc6a-1db6-4a56-a50f-7678922f1165" providerId="ADAL" clId="{823B1334-2FD8-0040-AF71-3B9F37EC0172}" dt="2023-11-02T14:33:51.609" v="97" actId="2696"/>
        <pc:sldMkLst>
          <pc:docMk/>
          <pc:sldMk cId="0" sldId="418"/>
        </pc:sldMkLst>
        <pc:spChg chg="del">
          <ac:chgData name="Joanna Jenkins" userId="7f8ffc6a-1db6-4a56-a50f-7678922f1165" providerId="ADAL" clId="{823B1334-2FD8-0040-AF71-3B9F37EC0172}" dt="2023-11-02T14:33:31.909" v="91" actId="21"/>
          <ac:spMkLst>
            <pc:docMk/>
            <pc:sldMk cId="0" sldId="418"/>
            <ac:spMk id="6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29:33.134" v="13"/>
          <ac:spMkLst>
            <pc:docMk/>
            <pc:sldMk cId="0" sldId="418"/>
            <ac:spMk id="8194" creationId="{00000000-0000-0000-0000-000000000000}"/>
          </ac:spMkLst>
        </pc:spChg>
        <pc:picChg chg="del">
          <ac:chgData name="Joanna Jenkins" userId="7f8ffc6a-1db6-4a56-a50f-7678922f1165" providerId="ADAL" clId="{823B1334-2FD8-0040-AF71-3B9F37EC0172}" dt="2023-11-02T14:33:12.990" v="86" actId="21"/>
          <ac:picMkLst>
            <pc:docMk/>
            <pc:sldMk cId="0" sldId="418"/>
            <ac:picMk id="8195" creationId="{00000000-0000-0000-0000-000000000000}"/>
          </ac:picMkLst>
        </pc:picChg>
      </pc:sldChg>
      <pc:sldChg chg="addSp delSp modSp mod setBg">
        <pc:chgData name="Joanna Jenkins" userId="7f8ffc6a-1db6-4a56-a50f-7678922f1165" providerId="ADAL" clId="{823B1334-2FD8-0040-AF71-3B9F37EC0172}" dt="2023-11-02T14:36:26.563" v="134" actId="26606"/>
        <pc:sldMkLst>
          <pc:docMk/>
          <pc:sldMk cId="0" sldId="419"/>
        </pc:sldMkLst>
        <pc:spChg chg="del mod">
          <ac:chgData name="Joanna Jenkins" userId="7f8ffc6a-1db6-4a56-a50f-7678922f1165" providerId="ADAL" clId="{823B1334-2FD8-0040-AF71-3B9F37EC0172}" dt="2023-11-02T14:35:44.691" v="117" actId="478"/>
          <ac:spMkLst>
            <pc:docMk/>
            <pc:sldMk cId="0" sldId="419"/>
            <ac:spMk id="6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36:26.563" v="134" actId="26606"/>
          <ac:spMkLst>
            <pc:docMk/>
            <pc:sldMk cId="0" sldId="419"/>
            <ac:spMk id="7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36:26.563" v="134" actId="26606"/>
          <ac:spMkLst>
            <pc:docMk/>
            <pc:sldMk cId="0" sldId="419"/>
            <ac:spMk id="9218" creationId="{00000000-0000-0000-0000-000000000000}"/>
          </ac:spMkLst>
        </pc:spChg>
        <pc:spChg chg="add del">
          <ac:chgData name="Joanna Jenkins" userId="7f8ffc6a-1db6-4a56-a50f-7678922f1165" providerId="ADAL" clId="{823B1334-2FD8-0040-AF71-3B9F37EC0172}" dt="2023-11-02T14:36:22.983" v="131" actId="26606"/>
          <ac:spMkLst>
            <pc:docMk/>
            <pc:sldMk cId="0" sldId="419"/>
            <ac:spMk id="9224" creationId="{1DDC3EF6-2EA5-44B3-94C7-9DDA67A127D0}"/>
          </ac:spMkLst>
        </pc:spChg>
        <pc:spChg chg="add del">
          <ac:chgData name="Joanna Jenkins" userId="7f8ffc6a-1db6-4a56-a50f-7678922f1165" providerId="ADAL" clId="{823B1334-2FD8-0040-AF71-3B9F37EC0172}" dt="2023-11-02T14:36:22.983" v="131" actId="26606"/>
          <ac:spMkLst>
            <pc:docMk/>
            <pc:sldMk cId="0" sldId="419"/>
            <ac:spMk id="9226" creationId="{87925A9A-E9FA-496E-9C09-7C2845E0062B}"/>
          </ac:spMkLst>
        </pc:spChg>
        <pc:spChg chg="add del">
          <ac:chgData name="Joanna Jenkins" userId="7f8ffc6a-1db6-4a56-a50f-7678922f1165" providerId="ADAL" clId="{823B1334-2FD8-0040-AF71-3B9F37EC0172}" dt="2023-11-02T14:36:22.983" v="131" actId="26606"/>
          <ac:spMkLst>
            <pc:docMk/>
            <pc:sldMk cId="0" sldId="419"/>
            <ac:spMk id="9228" creationId="{2073ABB4-E164-4CBF-ADFF-25552BB7913B}"/>
          </ac:spMkLst>
        </pc:spChg>
        <pc:spChg chg="add del">
          <ac:chgData name="Joanna Jenkins" userId="7f8ffc6a-1db6-4a56-a50f-7678922f1165" providerId="ADAL" clId="{823B1334-2FD8-0040-AF71-3B9F37EC0172}" dt="2023-11-02T14:36:22.983" v="131" actId="26606"/>
          <ac:spMkLst>
            <pc:docMk/>
            <pc:sldMk cId="0" sldId="419"/>
            <ac:spMk id="9230" creationId="{8C266B9D-DC87-430A-8D3A-2E83639A1768}"/>
          </ac:spMkLst>
        </pc:spChg>
        <pc:spChg chg="add del">
          <ac:chgData name="Joanna Jenkins" userId="7f8ffc6a-1db6-4a56-a50f-7678922f1165" providerId="ADAL" clId="{823B1334-2FD8-0040-AF71-3B9F37EC0172}" dt="2023-11-02T14:36:22.983" v="131" actId="26606"/>
          <ac:spMkLst>
            <pc:docMk/>
            <pc:sldMk cId="0" sldId="419"/>
            <ac:spMk id="9232" creationId="{254B162D-1BD7-41E0-844F-F94AE2CE2B87}"/>
          </ac:spMkLst>
        </pc:spChg>
        <pc:spChg chg="add del">
          <ac:chgData name="Joanna Jenkins" userId="7f8ffc6a-1db6-4a56-a50f-7678922f1165" providerId="ADAL" clId="{823B1334-2FD8-0040-AF71-3B9F37EC0172}" dt="2023-11-02T14:36:22.983" v="131" actId="26606"/>
          <ac:spMkLst>
            <pc:docMk/>
            <pc:sldMk cId="0" sldId="419"/>
            <ac:spMk id="9234" creationId="{1264404B-1C0F-4383-8FC3-A3E3264AA4C3}"/>
          </ac:spMkLst>
        </pc:spChg>
        <pc:spChg chg="add del">
          <ac:chgData name="Joanna Jenkins" userId="7f8ffc6a-1db6-4a56-a50f-7678922f1165" providerId="ADAL" clId="{823B1334-2FD8-0040-AF71-3B9F37EC0172}" dt="2023-11-02T14:36:22.983" v="131" actId="26606"/>
          <ac:spMkLst>
            <pc:docMk/>
            <pc:sldMk cId="0" sldId="419"/>
            <ac:spMk id="9236" creationId="{619F5C88-C232-4D01-8DB1-8A0C673DDBC3}"/>
          </ac:spMkLst>
        </pc:spChg>
        <pc:spChg chg="add del">
          <ac:chgData name="Joanna Jenkins" userId="7f8ffc6a-1db6-4a56-a50f-7678922f1165" providerId="ADAL" clId="{823B1334-2FD8-0040-AF71-3B9F37EC0172}" dt="2023-11-02T14:36:22.983" v="131" actId="26606"/>
          <ac:spMkLst>
            <pc:docMk/>
            <pc:sldMk cId="0" sldId="419"/>
            <ac:spMk id="9238" creationId="{1EEE7F17-8E08-4C69-8E22-661908E6DF72}"/>
          </ac:spMkLst>
        </pc:spChg>
        <pc:spChg chg="add del">
          <ac:chgData name="Joanna Jenkins" userId="7f8ffc6a-1db6-4a56-a50f-7678922f1165" providerId="ADAL" clId="{823B1334-2FD8-0040-AF71-3B9F37EC0172}" dt="2023-11-02T14:36:26.554" v="133" actId="26606"/>
          <ac:spMkLst>
            <pc:docMk/>
            <pc:sldMk cId="0" sldId="419"/>
            <ac:spMk id="9240" creationId="{1DDC3EF6-2EA5-44B3-94C7-9DDA67A127D0}"/>
          </ac:spMkLst>
        </pc:spChg>
        <pc:spChg chg="add del">
          <ac:chgData name="Joanna Jenkins" userId="7f8ffc6a-1db6-4a56-a50f-7678922f1165" providerId="ADAL" clId="{823B1334-2FD8-0040-AF71-3B9F37EC0172}" dt="2023-11-02T14:36:26.554" v="133" actId="26606"/>
          <ac:spMkLst>
            <pc:docMk/>
            <pc:sldMk cId="0" sldId="419"/>
            <ac:spMk id="9241" creationId="{87925A9A-E9FA-496E-9C09-7C2845E0062B}"/>
          </ac:spMkLst>
        </pc:spChg>
        <pc:spChg chg="add del">
          <ac:chgData name="Joanna Jenkins" userId="7f8ffc6a-1db6-4a56-a50f-7678922f1165" providerId="ADAL" clId="{823B1334-2FD8-0040-AF71-3B9F37EC0172}" dt="2023-11-02T14:36:26.554" v="133" actId="26606"/>
          <ac:spMkLst>
            <pc:docMk/>
            <pc:sldMk cId="0" sldId="419"/>
            <ac:spMk id="9242" creationId="{2073ABB4-E164-4CBF-ADFF-25552BB7913B}"/>
          </ac:spMkLst>
        </pc:spChg>
        <pc:spChg chg="add del">
          <ac:chgData name="Joanna Jenkins" userId="7f8ffc6a-1db6-4a56-a50f-7678922f1165" providerId="ADAL" clId="{823B1334-2FD8-0040-AF71-3B9F37EC0172}" dt="2023-11-02T14:36:26.554" v="133" actId="26606"/>
          <ac:spMkLst>
            <pc:docMk/>
            <pc:sldMk cId="0" sldId="419"/>
            <ac:spMk id="9243" creationId="{0F161291-765C-4033-9E84-52C51C6A5A63}"/>
          </ac:spMkLst>
        </pc:spChg>
        <pc:spChg chg="add del">
          <ac:chgData name="Joanna Jenkins" userId="7f8ffc6a-1db6-4a56-a50f-7678922f1165" providerId="ADAL" clId="{823B1334-2FD8-0040-AF71-3B9F37EC0172}" dt="2023-11-02T14:36:26.554" v="133" actId="26606"/>
          <ac:spMkLst>
            <pc:docMk/>
            <pc:sldMk cId="0" sldId="419"/>
            <ac:spMk id="9244" creationId="{37F69638-8A6F-45AB-B9EC-9D8C8FC37180}"/>
          </ac:spMkLst>
        </pc:spChg>
        <pc:spChg chg="add">
          <ac:chgData name="Joanna Jenkins" userId="7f8ffc6a-1db6-4a56-a50f-7678922f1165" providerId="ADAL" clId="{823B1334-2FD8-0040-AF71-3B9F37EC0172}" dt="2023-11-02T14:36:26.563" v="134" actId="26606"/>
          <ac:spMkLst>
            <pc:docMk/>
            <pc:sldMk cId="0" sldId="419"/>
            <ac:spMk id="9246" creationId="{1DDC3EF6-2EA5-44B3-94C7-9DDA67A127D0}"/>
          </ac:spMkLst>
        </pc:spChg>
        <pc:spChg chg="add">
          <ac:chgData name="Joanna Jenkins" userId="7f8ffc6a-1db6-4a56-a50f-7678922f1165" providerId="ADAL" clId="{823B1334-2FD8-0040-AF71-3B9F37EC0172}" dt="2023-11-02T14:36:26.563" v="134" actId="26606"/>
          <ac:spMkLst>
            <pc:docMk/>
            <pc:sldMk cId="0" sldId="419"/>
            <ac:spMk id="9247" creationId="{87925A9A-E9FA-496E-9C09-7C2845E0062B}"/>
          </ac:spMkLst>
        </pc:spChg>
        <pc:spChg chg="add">
          <ac:chgData name="Joanna Jenkins" userId="7f8ffc6a-1db6-4a56-a50f-7678922f1165" providerId="ADAL" clId="{823B1334-2FD8-0040-AF71-3B9F37EC0172}" dt="2023-11-02T14:36:26.563" v="134" actId="26606"/>
          <ac:spMkLst>
            <pc:docMk/>
            <pc:sldMk cId="0" sldId="419"/>
            <ac:spMk id="9248" creationId="{2073ABB4-E164-4CBF-ADFF-25552BB7913B}"/>
          </ac:spMkLst>
        </pc:spChg>
        <pc:spChg chg="add">
          <ac:chgData name="Joanna Jenkins" userId="7f8ffc6a-1db6-4a56-a50f-7678922f1165" providerId="ADAL" clId="{823B1334-2FD8-0040-AF71-3B9F37EC0172}" dt="2023-11-02T14:36:26.563" v="134" actId="26606"/>
          <ac:spMkLst>
            <pc:docMk/>
            <pc:sldMk cId="0" sldId="419"/>
            <ac:spMk id="9249" creationId="{8C266B9D-DC87-430A-8D3A-2E83639A1768}"/>
          </ac:spMkLst>
        </pc:spChg>
        <pc:spChg chg="add">
          <ac:chgData name="Joanna Jenkins" userId="7f8ffc6a-1db6-4a56-a50f-7678922f1165" providerId="ADAL" clId="{823B1334-2FD8-0040-AF71-3B9F37EC0172}" dt="2023-11-02T14:36:26.563" v="134" actId="26606"/>
          <ac:spMkLst>
            <pc:docMk/>
            <pc:sldMk cId="0" sldId="419"/>
            <ac:spMk id="9250" creationId="{254B162D-1BD7-41E0-844F-F94AE2CE2B87}"/>
          </ac:spMkLst>
        </pc:spChg>
        <pc:spChg chg="add">
          <ac:chgData name="Joanna Jenkins" userId="7f8ffc6a-1db6-4a56-a50f-7678922f1165" providerId="ADAL" clId="{823B1334-2FD8-0040-AF71-3B9F37EC0172}" dt="2023-11-02T14:36:26.563" v="134" actId="26606"/>
          <ac:spMkLst>
            <pc:docMk/>
            <pc:sldMk cId="0" sldId="419"/>
            <ac:spMk id="9251" creationId="{1264404B-1C0F-4383-8FC3-A3E3264AA4C3}"/>
          </ac:spMkLst>
        </pc:spChg>
        <pc:spChg chg="add">
          <ac:chgData name="Joanna Jenkins" userId="7f8ffc6a-1db6-4a56-a50f-7678922f1165" providerId="ADAL" clId="{823B1334-2FD8-0040-AF71-3B9F37EC0172}" dt="2023-11-02T14:36:26.563" v="134" actId="26606"/>
          <ac:spMkLst>
            <pc:docMk/>
            <pc:sldMk cId="0" sldId="419"/>
            <ac:spMk id="9252" creationId="{619F5C88-C232-4D01-8DB1-8A0C673DDBC3}"/>
          </ac:spMkLst>
        </pc:spChg>
        <pc:spChg chg="add">
          <ac:chgData name="Joanna Jenkins" userId="7f8ffc6a-1db6-4a56-a50f-7678922f1165" providerId="ADAL" clId="{823B1334-2FD8-0040-AF71-3B9F37EC0172}" dt="2023-11-02T14:36:26.563" v="134" actId="26606"/>
          <ac:spMkLst>
            <pc:docMk/>
            <pc:sldMk cId="0" sldId="419"/>
            <ac:spMk id="9253" creationId="{1EEE7F17-8E08-4C69-8E22-661908E6DF72}"/>
          </ac:spMkLst>
        </pc:spChg>
        <pc:picChg chg="mod">
          <ac:chgData name="Joanna Jenkins" userId="7f8ffc6a-1db6-4a56-a50f-7678922f1165" providerId="ADAL" clId="{823B1334-2FD8-0040-AF71-3B9F37EC0172}" dt="2023-11-02T14:36:26.563" v="134" actId="26606"/>
          <ac:picMkLst>
            <pc:docMk/>
            <pc:sldMk cId="0" sldId="419"/>
            <ac:picMk id="9219" creationId="{00000000-0000-0000-0000-000000000000}"/>
          </ac:picMkLst>
        </pc:picChg>
      </pc:sldChg>
      <pc:sldChg chg="addSp modSp mod setBg">
        <pc:chgData name="Joanna Jenkins" userId="7f8ffc6a-1db6-4a56-a50f-7678922f1165" providerId="ADAL" clId="{823B1334-2FD8-0040-AF71-3B9F37EC0172}" dt="2023-11-02T14:37:04.712" v="140" actId="207"/>
        <pc:sldMkLst>
          <pc:docMk/>
          <pc:sldMk cId="0" sldId="420"/>
        </pc:sldMkLst>
        <pc:spChg chg="mod">
          <ac:chgData name="Joanna Jenkins" userId="7f8ffc6a-1db6-4a56-a50f-7678922f1165" providerId="ADAL" clId="{823B1334-2FD8-0040-AF71-3B9F37EC0172}" dt="2023-11-02T14:37:04.712" v="140" actId="207"/>
          <ac:spMkLst>
            <pc:docMk/>
            <pc:sldMk cId="0" sldId="420"/>
            <ac:spMk id="10243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36:49.209" v="138" actId="33524"/>
          <ac:spMkLst>
            <pc:docMk/>
            <pc:sldMk cId="0" sldId="420"/>
            <ac:spMk id="10244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36:38.527" v="135" actId="26606"/>
          <ac:spMkLst>
            <pc:docMk/>
            <pc:sldMk cId="0" sldId="420"/>
            <ac:spMk id="10245" creationId="{00000000-0000-0000-0000-000000000000}"/>
          </ac:spMkLst>
        </pc:spChg>
        <pc:spChg chg="add">
          <ac:chgData name="Joanna Jenkins" userId="7f8ffc6a-1db6-4a56-a50f-7678922f1165" providerId="ADAL" clId="{823B1334-2FD8-0040-AF71-3B9F37EC0172}" dt="2023-11-02T14:36:38.527" v="135" actId="26606"/>
          <ac:spMkLst>
            <pc:docMk/>
            <pc:sldMk cId="0" sldId="420"/>
            <ac:spMk id="10250" creationId="{504BED40-EAF7-4E55-AFF7-2CD840EBD3AA}"/>
          </ac:spMkLst>
        </pc:spChg>
        <pc:spChg chg="add">
          <ac:chgData name="Joanna Jenkins" userId="7f8ffc6a-1db6-4a56-a50f-7678922f1165" providerId="ADAL" clId="{823B1334-2FD8-0040-AF71-3B9F37EC0172}" dt="2023-11-02T14:36:38.527" v="135" actId="26606"/>
          <ac:spMkLst>
            <pc:docMk/>
            <pc:sldMk cId="0" sldId="420"/>
            <ac:spMk id="10252" creationId="{F367CCF1-BB1E-41CF-8499-94A870C33EFA}"/>
          </ac:spMkLst>
        </pc:spChg>
        <pc:picChg chg="mod ord">
          <ac:chgData name="Joanna Jenkins" userId="7f8ffc6a-1db6-4a56-a50f-7678922f1165" providerId="ADAL" clId="{823B1334-2FD8-0040-AF71-3B9F37EC0172}" dt="2023-11-02T14:36:38.527" v="135" actId="26606"/>
          <ac:picMkLst>
            <pc:docMk/>
            <pc:sldMk cId="0" sldId="420"/>
            <ac:picMk id="5122" creationId="{00000000-0000-0000-0000-000000000000}"/>
          </ac:picMkLst>
        </pc:picChg>
      </pc:sldChg>
      <pc:sldChg chg="del">
        <pc:chgData name="Joanna Jenkins" userId="7f8ffc6a-1db6-4a56-a50f-7678922f1165" providerId="ADAL" clId="{823B1334-2FD8-0040-AF71-3B9F37EC0172}" dt="2023-11-02T15:05:41.608" v="342" actId="2696"/>
        <pc:sldMkLst>
          <pc:docMk/>
          <pc:sldMk cId="1056243516" sldId="421"/>
        </pc:sldMkLst>
      </pc:sldChg>
      <pc:sldChg chg="del">
        <pc:chgData name="Joanna Jenkins" userId="7f8ffc6a-1db6-4a56-a50f-7678922f1165" providerId="ADAL" clId="{823B1334-2FD8-0040-AF71-3B9F37EC0172}" dt="2023-11-02T15:03:37.131" v="308" actId="2696"/>
        <pc:sldMkLst>
          <pc:docMk/>
          <pc:sldMk cId="2576178447" sldId="422"/>
        </pc:sldMkLst>
      </pc:sldChg>
      <pc:sldChg chg="modSp mod">
        <pc:chgData name="Joanna Jenkins" userId="7f8ffc6a-1db6-4a56-a50f-7678922f1165" providerId="ADAL" clId="{823B1334-2FD8-0040-AF71-3B9F37EC0172}" dt="2023-11-02T14:43:27.816" v="263" actId="27636"/>
        <pc:sldMkLst>
          <pc:docMk/>
          <pc:sldMk cId="0" sldId="425"/>
        </pc:sldMkLst>
        <pc:spChg chg="mod">
          <ac:chgData name="Joanna Jenkins" userId="7f8ffc6a-1db6-4a56-a50f-7678922f1165" providerId="ADAL" clId="{823B1334-2FD8-0040-AF71-3B9F37EC0172}" dt="2023-11-02T14:43:27.816" v="263" actId="27636"/>
          <ac:spMkLst>
            <pc:docMk/>
            <pc:sldMk cId="0" sldId="425"/>
            <ac:spMk id="15362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29:33.134" v="13"/>
          <ac:spMkLst>
            <pc:docMk/>
            <pc:sldMk cId="0" sldId="425"/>
            <ac:spMk id="15364" creationId="{00000000-0000-0000-0000-000000000000}"/>
          </ac:spMkLst>
        </pc:spChg>
      </pc:sldChg>
      <pc:sldChg chg="modSp del mod">
        <pc:chgData name="Joanna Jenkins" userId="7f8ffc6a-1db6-4a56-a50f-7678922f1165" providerId="ADAL" clId="{823B1334-2FD8-0040-AF71-3B9F37EC0172}" dt="2023-11-02T15:05:05.226" v="338" actId="2696"/>
        <pc:sldMkLst>
          <pc:docMk/>
          <pc:sldMk cId="0" sldId="428"/>
        </pc:sldMkLst>
        <pc:spChg chg="mod">
          <ac:chgData name="Joanna Jenkins" userId="7f8ffc6a-1db6-4a56-a50f-7678922f1165" providerId="ADAL" clId="{823B1334-2FD8-0040-AF71-3B9F37EC0172}" dt="2023-11-02T15:03:55.999" v="322" actId="20577"/>
          <ac:spMkLst>
            <pc:docMk/>
            <pc:sldMk cId="0" sldId="428"/>
            <ac:spMk id="18435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29:33.134" v="13"/>
          <ac:spMkLst>
            <pc:docMk/>
            <pc:sldMk cId="0" sldId="428"/>
            <ac:spMk id="18436" creationId="{00000000-0000-0000-0000-000000000000}"/>
          </ac:spMkLst>
        </pc:spChg>
      </pc:sldChg>
      <pc:sldChg chg="modSp del mod">
        <pc:chgData name="Joanna Jenkins" userId="7f8ffc6a-1db6-4a56-a50f-7678922f1165" providerId="ADAL" clId="{823B1334-2FD8-0040-AF71-3B9F37EC0172}" dt="2023-11-02T15:05:06.523" v="340" actId="2696"/>
        <pc:sldMkLst>
          <pc:docMk/>
          <pc:sldMk cId="0" sldId="430"/>
        </pc:sldMkLst>
        <pc:spChg chg="mod">
          <ac:chgData name="Joanna Jenkins" userId="7f8ffc6a-1db6-4a56-a50f-7678922f1165" providerId="ADAL" clId="{823B1334-2FD8-0040-AF71-3B9F37EC0172}" dt="2023-11-02T15:04:13.773" v="326" actId="207"/>
          <ac:spMkLst>
            <pc:docMk/>
            <pc:sldMk cId="0" sldId="430"/>
            <ac:spMk id="20482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5:04:37.922" v="335" actId="14100"/>
          <ac:spMkLst>
            <pc:docMk/>
            <pc:sldMk cId="0" sldId="430"/>
            <ac:spMk id="20483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29:33.134" v="13"/>
          <ac:spMkLst>
            <pc:docMk/>
            <pc:sldMk cId="0" sldId="430"/>
            <ac:spMk id="20484" creationId="{00000000-0000-0000-0000-000000000000}"/>
          </ac:spMkLst>
        </pc:spChg>
      </pc:sldChg>
      <pc:sldChg chg="modSp del mod">
        <pc:chgData name="Joanna Jenkins" userId="7f8ffc6a-1db6-4a56-a50f-7678922f1165" providerId="ADAL" clId="{823B1334-2FD8-0040-AF71-3B9F37EC0172}" dt="2023-11-02T15:05:11.439" v="341" actId="2696"/>
        <pc:sldMkLst>
          <pc:docMk/>
          <pc:sldMk cId="0" sldId="431"/>
        </pc:sldMkLst>
        <pc:spChg chg="mod">
          <ac:chgData name="Joanna Jenkins" userId="7f8ffc6a-1db6-4a56-a50f-7678922f1165" providerId="ADAL" clId="{823B1334-2FD8-0040-AF71-3B9F37EC0172}" dt="2023-11-02T15:04:45.857" v="337" actId="20577"/>
          <ac:spMkLst>
            <pc:docMk/>
            <pc:sldMk cId="0" sldId="431"/>
            <ac:spMk id="21507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29:33.134" v="13"/>
          <ac:spMkLst>
            <pc:docMk/>
            <pc:sldMk cId="0" sldId="431"/>
            <ac:spMk id="21508" creationId="{00000000-0000-0000-0000-000000000000}"/>
          </ac:spMkLst>
        </pc:spChg>
      </pc:sldChg>
      <pc:sldChg chg="modSp">
        <pc:chgData name="Joanna Jenkins" userId="7f8ffc6a-1db6-4a56-a50f-7678922f1165" providerId="ADAL" clId="{823B1334-2FD8-0040-AF71-3B9F37EC0172}" dt="2023-11-02T14:29:33.134" v="13"/>
        <pc:sldMkLst>
          <pc:docMk/>
          <pc:sldMk cId="0" sldId="434"/>
        </pc:sldMkLst>
        <pc:spChg chg="mod">
          <ac:chgData name="Joanna Jenkins" userId="7f8ffc6a-1db6-4a56-a50f-7678922f1165" providerId="ADAL" clId="{823B1334-2FD8-0040-AF71-3B9F37EC0172}" dt="2023-11-02T14:29:33.134" v="13"/>
          <ac:spMkLst>
            <pc:docMk/>
            <pc:sldMk cId="0" sldId="434"/>
            <ac:spMk id="24581" creationId="{00000000-0000-0000-0000-000000000000}"/>
          </ac:spMkLst>
        </pc:spChg>
      </pc:sldChg>
      <pc:sldChg chg="modSp del mod">
        <pc:chgData name="Joanna Jenkins" userId="7f8ffc6a-1db6-4a56-a50f-7678922f1165" providerId="ADAL" clId="{823B1334-2FD8-0040-AF71-3B9F37EC0172}" dt="2023-11-02T15:06:06.551" v="346" actId="2696"/>
        <pc:sldMkLst>
          <pc:docMk/>
          <pc:sldMk cId="0" sldId="436"/>
        </pc:sldMkLst>
        <pc:spChg chg="mod">
          <ac:chgData name="Joanna Jenkins" userId="7f8ffc6a-1db6-4a56-a50f-7678922f1165" providerId="ADAL" clId="{823B1334-2FD8-0040-AF71-3B9F37EC0172}" dt="2023-11-02T15:03:45.904" v="315" actId="20577"/>
          <ac:spMkLst>
            <pc:docMk/>
            <pc:sldMk cId="0" sldId="436"/>
            <ac:spMk id="26626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29:33.134" v="13"/>
          <ac:spMkLst>
            <pc:docMk/>
            <pc:sldMk cId="0" sldId="436"/>
            <ac:spMk id="26627" creationId="{00000000-0000-0000-0000-000000000000}"/>
          </ac:spMkLst>
        </pc:spChg>
      </pc:sldChg>
      <pc:sldChg chg="modSp del">
        <pc:chgData name="Joanna Jenkins" userId="7f8ffc6a-1db6-4a56-a50f-7678922f1165" providerId="ADAL" clId="{823B1334-2FD8-0040-AF71-3B9F37EC0172}" dt="2023-11-02T15:06:08.830" v="347" actId="2696"/>
        <pc:sldMkLst>
          <pc:docMk/>
          <pc:sldMk cId="0" sldId="437"/>
        </pc:sldMkLst>
        <pc:spChg chg="mod">
          <ac:chgData name="Joanna Jenkins" userId="7f8ffc6a-1db6-4a56-a50f-7678922f1165" providerId="ADAL" clId="{823B1334-2FD8-0040-AF71-3B9F37EC0172}" dt="2023-11-02T14:29:33.134" v="13"/>
          <ac:spMkLst>
            <pc:docMk/>
            <pc:sldMk cId="0" sldId="437"/>
            <ac:spMk id="27651" creationId="{00000000-0000-0000-0000-000000000000}"/>
          </ac:spMkLst>
        </pc:spChg>
      </pc:sldChg>
      <pc:sldChg chg="modSp del mod">
        <pc:chgData name="Joanna Jenkins" userId="7f8ffc6a-1db6-4a56-a50f-7678922f1165" providerId="ADAL" clId="{823B1334-2FD8-0040-AF71-3B9F37EC0172}" dt="2023-11-02T15:06:03.110" v="345" actId="2696"/>
        <pc:sldMkLst>
          <pc:docMk/>
          <pc:sldMk cId="0" sldId="439"/>
        </pc:sldMkLst>
        <pc:spChg chg="mod">
          <ac:chgData name="Joanna Jenkins" userId="7f8ffc6a-1db6-4a56-a50f-7678922f1165" providerId="ADAL" clId="{823B1334-2FD8-0040-AF71-3B9F37EC0172}" dt="2023-11-02T15:05:53.245" v="344" actId="1076"/>
          <ac:spMkLst>
            <pc:docMk/>
            <pc:sldMk cId="0" sldId="439"/>
            <ac:spMk id="29698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5:05:49.657" v="343" actId="1076"/>
          <ac:spMkLst>
            <pc:docMk/>
            <pc:sldMk cId="0" sldId="439"/>
            <ac:spMk id="29699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29:33.134" v="13"/>
          <ac:spMkLst>
            <pc:docMk/>
            <pc:sldMk cId="0" sldId="439"/>
            <ac:spMk id="29700" creationId="{00000000-0000-0000-0000-000000000000}"/>
          </ac:spMkLst>
        </pc:spChg>
      </pc:sldChg>
      <pc:sldChg chg="add del">
        <pc:chgData name="Joanna Jenkins" userId="7f8ffc6a-1db6-4a56-a50f-7678922f1165" providerId="ADAL" clId="{823B1334-2FD8-0040-AF71-3B9F37EC0172}" dt="2023-11-02T16:01:04.898" v="852" actId="2696"/>
        <pc:sldMkLst>
          <pc:docMk/>
          <pc:sldMk cId="2819770175" sldId="446"/>
        </pc:sldMkLst>
      </pc:sldChg>
      <pc:sldChg chg="addSp delSp modSp add mod modClrScheme chgLayout">
        <pc:chgData name="Joanna Jenkins" userId="7f8ffc6a-1db6-4a56-a50f-7678922f1165" providerId="ADAL" clId="{823B1334-2FD8-0040-AF71-3B9F37EC0172}" dt="2023-11-02T16:00:59.990" v="851" actId="1076"/>
        <pc:sldMkLst>
          <pc:docMk/>
          <pc:sldMk cId="44000373" sldId="447"/>
        </pc:sldMkLst>
        <pc:spChg chg="mod">
          <ac:chgData name="Joanna Jenkins" userId="7f8ffc6a-1db6-4a56-a50f-7678922f1165" providerId="ADAL" clId="{823B1334-2FD8-0040-AF71-3B9F37EC0172}" dt="2023-11-02T15:59:19.357" v="833" actId="1076"/>
          <ac:spMkLst>
            <pc:docMk/>
            <pc:sldMk cId="44000373" sldId="447"/>
            <ac:spMk id="2" creationId="{E10B5CC4-6BAF-2773-AF64-C3C852E31967}"/>
          </ac:spMkLst>
        </pc:spChg>
        <pc:spChg chg="mod">
          <ac:chgData name="Joanna Jenkins" userId="7f8ffc6a-1db6-4a56-a50f-7678922f1165" providerId="ADAL" clId="{823B1334-2FD8-0040-AF71-3B9F37EC0172}" dt="2023-11-02T15:59:53.544" v="842" actId="14100"/>
          <ac:spMkLst>
            <pc:docMk/>
            <pc:sldMk cId="44000373" sldId="447"/>
            <ac:spMk id="3" creationId="{00000000-0000-0000-0000-000000000000}"/>
          </ac:spMkLst>
        </pc:spChg>
        <pc:spChg chg="del">
          <ac:chgData name="Joanna Jenkins" userId="7f8ffc6a-1db6-4a56-a50f-7678922f1165" providerId="ADAL" clId="{823B1334-2FD8-0040-AF71-3B9F37EC0172}" dt="2023-11-02T15:59:15.254" v="831" actId="478"/>
          <ac:spMkLst>
            <pc:docMk/>
            <pc:sldMk cId="44000373" sldId="447"/>
            <ac:spMk id="4" creationId="{00000000-0000-0000-0000-000000000000}"/>
          </ac:spMkLst>
        </pc:spChg>
        <pc:spChg chg="add del mod">
          <ac:chgData name="Joanna Jenkins" userId="7f8ffc6a-1db6-4a56-a50f-7678922f1165" providerId="ADAL" clId="{823B1334-2FD8-0040-AF71-3B9F37EC0172}" dt="2023-11-02T16:00:53.568" v="850" actId="207"/>
          <ac:spMkLst>
            <pc:docMk/>
            <pc:sldMk cId="44000373" sldId="447"/>
            <ac:spMk id="5" creationId="{A88FBD46-FECA-8482-FDD2-A9027116CE22}"/>
          </ac:spMkLst>
        </pc:spChg>
        <pc:spChg chg="add mod">
          <ac:chgData name="Joanna Jenkins" userId="7f8ffc6a-1db6-4a56-a50f-7678922f1165" providerId="ADAL" clId="{823B1334-2FD8-0040-AF71-3B9F37EC0172}" dt="2023-11-02T15:59:49.072" v="841" actId="1076"/>
          <ac:spMkLst>
            <pc:docMk/>
            <pc:sldMk cId="44000373" sldId="447"/>
            <ac:spMk id="6" creationId="{06F3476A-9911-470A-7617-D8500D67B572}"/>
          </ac:spMkLst>
        </pc:spChg>
        <pc:spChg chg="del mod">
          <ac:chgData name="Joanna Jenkins" userId="7f8ffc6a-1db6-4a56-a50f-7678922f1165" providerId="ADAL" clId="{823B1334-2FD8-0040-AF71-3B9F37EC0172}" dt="2023-11-02T15:59:16.960" v="832" actId="478"/>
          <ac:spMkLst>
            <pc:docMk/>
            <pc:sldMk cId="44000373" sldId="447"/>
            <ac:spMk id="7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5:59:24.568" v="835" actId="1076"/>
          <ac:spMkLst>
            <pc:docMk/>
            <pc:sldMk cId="44000373" sldId="447"/>
            <ac:spMk id="8" creationId="{612D6E48-EA1B-5992-F957-F7C091B4FB47}"/>
          </ac:spMkLst>
        </pc:spChg>
        <pc:spChg chg="add mod">
          <ac:chgData name="Joanna Jenkins" userId="7f8ffc6a-1db6-4a56-a50f-7678922f1165" providerId="ADAL" clId="{823B1334-2FD8-0040-AF71-3B9F37EC0172}" dt="2023-11-02T16:00:59.990" v="851" actId="1076"/>
          <ac:spMkLst>
            <pc:docMk/>
            <pc:sldMk cId="44000373" sldId="447"/>
            <ac:spMk id="9" creationId="{5B96E5B6-9B88-091D-525E-D2CE5C9C80DA}"/>
          </ac:spMkLst>
        </pc:spChg>
      </pc:sldChg>
      <pc:sldChg chg="addSp modSp del mod setBg">
        <pc:chgData name="Joanna Jenkins" userId="7f8ffc6a-1db6-4a56-a50f-7678922f1165" providerId="ADAL" clId="{823B1334-2FD8-0040-AF71-3B9F37EC0172}" dt="2023-11-02T14:32:27.101" v="84" actId="2696"/>
        <pc:sldMkLst>
          <pc:docMk/>
          <pc:sldMk cId="0" sldId="477"/>
        </pc:sldMkLst>
        <pc:spChg chg="mod">
          <ac:chgData name="Joanna Jenkins" userId="7f8ffc6a-1db6-4a56-a50f-7678922f1165" providerId="ADAL" clId="{823B1334-2FD8-0040-AF71-3B9F37EC0172}" dt="2023-11-02T14:31:58.700" v="79" actId="26606"/>
          <ac:spMkLst>
            <pc:docMk/>
            <pc:sldMk cId="0" sldId="477"/>
            <ac:spMk id="6146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32:08.551" v="82" actId="20577"/>
          <ac:spMkLst>
            <pc:docMk/>
            <pc:sldMk cId="0" sldId="477"/>
            <ac:spMk id="6147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31:58.700" v="79" actId="26606"/>
          <ac:spMkLst>
            <pc:docMk/>
            <pc:sldMk cId="0" sldId="477"/>
            <ac:spMk id="6148" creationId="{00000000-0000-0000-0000-000000000000}"/>
          </ac:spMkLst>
        </pc:spChg>
        <pc:spChg chg="add">
          <ac:chgData name="Joanna Jenkins" userId="7f8ffc6a-1db6-4a56-a50f-7678922f1165" providerId="ADAL" clId="{823B1334-2FD8-0040-AF71-3B9F37EC0172}" dt="2023-11-02T14:31:58.700" v="79" actId="26606"/>
          <ac:spMkLst>
            <pc:docMk/>
            <pc:sldMk cId="0" sldId="477"/>
            <ac:spMk id="6154" creationId="{504BED40-EAF7-4E55-AFF7-2CD840EBD3AA}"/>
          </ac:spMkLst>
        </pc:spChg>
        <pc:spChg chg="add">
          <ac:chgData name="Joanna Jenkins" userId="7f8ffc6a-1db6-4a56-a50f-7678922f1165" providerId="ADAL" clId="{823B1334-2FD8-0040-AF71-3B9F37EC0172}" dt="2023-11-02T14:31:58.700" v="79" actId="26606"/>
          <ac:spMkLst>
            <pc:docMk/>
            <pc:sldMk cId="0" sldId="477"/>
            <ac:spMk id="6156" creationId="{F367CCF1-BB1E-41CF-8499-94A870C33EFA}"/>
          </ac:spMkLst>
        </pc:spChg>
        <pc:picChg chg="add">
          <ac:chgData name="Joanna Jenkins" userId="7f8ffc6a-1db6-4a56-a50f-7678922f1165" providerId="ADAL" clId="{823B1334-2FD8-0040-AF71-3B9F37EC0172}" dt="2023-11-02T14:31:58.700" v="79" actId="26606"/>
          <ac:picMkLst>
            <pc:docMk/>
            <pc:sldMk cId="0" sldId="477"/>
            <ac:picMk id="6150" creationId="{681B87C2-0EF4-3F52-D1DC-25C5C28081D0}"/>
          </ac:picMkLst>
        </pc:picChg>
      </pc:sldChg>
      <pc:sldChg chg="modSp mod">
        <pc:chgData name="Joanna Jenkins" userId="7f8ffc6a-1db6-4a56-a50f-7678922f1165" providerId="ADAL" clId="{823B1334-2FD8-0040-AF71-3B9F37EC0172}" dt="2023-11-02T15:00:04.289" v="266" actId="5793"/>
        <pc:sldMkLst>
          <pc:docMk/>
          <pc:sldMk cId="0" sldId="482"/>
        </pc:sldMkLst>
        <pc:spChg chg="mod">
          <ac:chgData name="Joanna Jenkins" userId="7f8ffc6a-1db6-4a56-a50f-7678922f1165" providerId="ADAL" clId="{823B1334-2FD8-0040-AF71-3B9F37EC0172}" dt="2023-11-02T15:00:04.289" v="266" actId="5793"/>
          <ac:spMkLst>
            <pc:docMk/>
            <pc:sldMk cId="0" sldId="482"/>
            <ac:spMk id="18435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29:33.134" v="13"/>
          <ac:spMkLst>
            <pc:docMk/>
            <pc:sldMk cId="0" sldId="482"/>
            <ac:spMk id="18436" creationId="{00000000-0000-0000-0000-000000000000}"/>
          </ac:spMkLst>
        </pc:spChg>
      </pc:sldChg>
      <pc:sldChg chg="modSp mod">
        <pc:chgData name="Joanna Jenkins" userId="7f8ffc6a-1db6-4a56-a50f-7678922f1165" providerId="ADAL" clId="{823B1334-2FD8-0040-AF71-3B9F37EC0172}" dt="2023-11-02T15:00:25.822" v="268" actId="14100"/>
        <pc:sldMkLst>
          <pc:docMk/>
          <pc:sldMk cId="0" sldId="485"/>
        </pc:sldMkLst>
        <pc:spChg chg="mod">
          <ac:chgData name="Joanna Jenkins" userId="7f8ffc6a-1db6-4a56-a50f-7678922f1165" providerId="ADAL" clId="{823B1334-2FD8-0040-AF71-3B9F37EC0172}" dt="2023-11-02T15:00:25.822" v="268" actId="14100"/>
          <ac:spMkLst>
            <pc:docMk/>
            <pc:sldMk cId="0" sldId="485"/>
            <ac:spMk id="13315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29:33.134" v="13"/>
          <ac:spMkLst>
            <pc:docMk/>
            <pc:sldMk cId="0" sldId="485"/>
            <ac:spMk id="13316" creationId="{00000000-0000-0000-0000-000000000000}"/>
          </ac:spMkLst>
        </pc:spChg>
      </pc:sldChg>
      <pc:sldChg chg="modSp mod">
        <pc:chgData name="Joanna Jenkins" userId="7f8ffc6a-1db6-4a56-a50f-7678922f1165" providerId="ADAL" clId="{823B1334-2FD8-0040-AF71-3B9F37EC0172}" dt="2023-11-02T15:00:58.120" v="275" actId="27636"/>
        <pc:sldMkLst>
          <pc:docMk/>
          <pc:sldMk cId="0" sldId="486"/>
        </pc:sldMkLst>
        <pc:spChg chg="mod">
          <ac:chgData name="Joanna Jenkins" userId="7f8ffc6a-1db6-4a56-a50f-7678922f1165" providerId="ADAL" clId="{823B1334-2FD8-0040-AF71-3B9F37EC0172}" dt="2023-11-02T15:00:58.120" v="275" actId="27636"/>
          <ac:spMkLst>
            <pc:docMk/>
            <pc:sldMk cId="0" sldId="486"/>
            <ac:spMk id="14339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29:33.134" v="13"/>
          <ac:spMkLst>
            <pc:docMk/>
            <pc:sldMk cId="0" sldId="486"/>
            <ac:spMk id="14340" creationId="{00000000-0000-0000-0000-000000000000}"/>
          </ac:spMkLst>
        </pc:spChg>
      </pc:sldChg>
      <pc:sldChg chg="modSp mod">
        <pc:chgData name="Joanna Jenkins" userId="7f8ffc6a-1db6-4a56-a50f-7678922f1165" providerId="ADAL" clId="{823B1334-2FD8-0040-AF71-3B9F37EC0172}" dt="2023-11-02T15:01:51.857" v="294" actId="20577"/>
        <pc:sldMkLst>
          <pc:docMk/>
          <pc:sldMk cId="0" sldId="487"/>
        </pc:sldMkLst>
        <pc:spChg chg="mod">
          <ac:chgData name="Joanna Jenkins" userId="7f8ffc6a-1db6-4a56-a50f-7678922f1165" providerId="ADAL" clId="{823B1334-2FD8-0040-AF71-3B9F37EC0172}" dt="2023-11-02T15:01:51.857" v="294" actId="20577"/>
          <ac:spMkLst>
            <pc:docMk/>
            <pc:sldMk cId="0" sldId="487"/>
            <ac:spMk id="15364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29:33.134" v="13"/>
          <ac:spMkLst>
            <pc:docMk/>
            <pc:sldMk cId="0" sldId="487"/>
            <ac:spMk id="15365" creationId="{00000000-0000-0000-0000-000000000000}"/>
          </ac:spMkLst>
        </pc:spChg>
      </pc:sldChg>
      <pc:sldChg chg="modSp del mod">
        <pc:chgData name="Joanna Jenkins" userId="7f8ffc6a-1db6-4a56-a50f-7678922f1165" providerId="ADAL" clId="{823B1334-2FD8-0040-AF71-3B9F37EC0172}" dt="2023-11-02T14:43:32.062" v="264" actId="2696"/>
        <pc:sldMkLst>
          <pc:docMk/>
          <pc:sldMk cId="0" sldId="488"/>
        </pc:sldMkLst>
        <pc:spChg chg="mod">
          <ac:chgData name="Joanna Jenkins" userId="7f8ffc6a-1db6-4a56-a50f-7678922f1165" providerId="ADAL" clId="{823B1334-2FD8-0040-AF71-3B9F37EC0172}" dt="2023-11-02T14:42:21.403" v="220" actId="20577"/>
          <ac:spMkLst>
            <pc:docMk/>
            <pc:sldMk cId="0" sldId="488"/>
            <ac:spMk id="17410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29:33.134" v="13"/>
          <ac:spMkLst>
            <pc:docMk/>
            <pc:sldMk cId="0" sldId="488"/>
            <ac:spMk id="17411" creationId="{00000000-0000-0000-0000-000000000000}"/>
          </ac:spMkLst>
        </pc:spChg>
      </pc:sldChg>
      <pc:sldChg chg="modSp del mod">
        <pc:chgData name="Joanna Jenkins" userId="7f8ffc6a-1db6-4a56-a50f-7678922f1165" providerId="ADAL" clId="{823B1334-2FD8-0040-AF71-3B9F37EC0172}" dt="2023-11-02T15:05:05.870" v="339" actId="2696"/>
        <pc:sldMkLst>
          <pc:docMk/>
          <pc:sldMk cId="0" sldId="490"/>
        </pc:sldMkLst>
        <pc:spChg chg="mod">
          <ac:chgData name="Joanna Jenkins" userId="7f8ffc6a-1db6-4a56-a50f-7678922f1165" providerId="ADAL" clId="{823B1334-2FD8-0040-AF71-3B9F37EC0172}" dt="2023-11-02T15:04:03.799" v="325" actId="20577"/>
          <ac:spMkLst>
            <pc:docMk/>
            <pc:sldMk cId="0" sldId="490"/>
            <ac:spMk id="20483" creationId="{00000000-0000-0000-0000-000000000000}"/>
          </ac:spMkLst>
        </pc:spChg>
        <pc:spChg chg="mod">
          <ac:chgData name="Joanna Jenkins" userId="7f8ffc6a-1db6-4a56-a50f-7678922f1165" providerId="ADAL" clId="{823B1334-2FD8-0040-AF71-3B9F37EC0172}" dt="2023-11-02T14:29:33.134" v="13"/>
          <ac:spMkLst>
            <pc:docMk/>
            <pc:sldMk cId="0" sldId="490"/>
            <ac:spMk id="20484" creationId="{00000000-0000-0000-0000-000000000000}"/>
          </ac:spMkLst>
        </pc:spChg>
      </pc:sldChg>
      <pc:sldChg chg="del">
        <pc:chgData name="Joanna Jenkins" userId="7f8ffc6a-1db6-4a56-a50f-7678922f1165" providerId="ADAL" clId="{823B1334-2FD8-0040-AF71-3B9F37EC0172}" dt="2023-11-02T16:06:12.167" v="1068" actId="2696"/>
        <pc:sldMkLst>
          <pc:docMk/>
          <pc:sldMk cId="1043811794" sldId="491"/>
        </pc:sldMkLst>
      </pc:sldChg>
      <pc:sldChg chg="modSp">
        <pc:chgData name="Joanna Jenkins" userId="7f8ffc6a-1db6-4a56-a50f-7678922f1165" providerId="ADAL" clId="{823B1334-2FD8-0040-AF71-3B9F37EC0172}" dt="2023-11-02T14:29:33.134" v="13"/>
        <pc:sldMkLst>
          <pc:docMk/>
          <pc:sldMk cId="3037188706" sldId="492"/>
        </pc:sldMkLst>
        <pc:spChg chg="mod">
          <ac:chgData name="Joanna Jenkins" userId="7f8ffc6a-1db6-4a56-a50f-7678922f1165" providerId="ADAL" clId="{823B1334-2FD8-0040-AF71-3B9F37EC0172}" dt="2023-11-02T14:29:33.134" v="13"/>
          <ac:spMkLst>
            <pc:docMk/>
            <pc:sldMk cId="3037188706" sldId="492"/>
            <ac:spMk id="3" creationId="{ECA367D7-1DEA-4D06-8EDA-8F0235EFEB31}"/>
          </ac:spMkLst>
        </pc:spChg>
      </pc:sldChg>
      <pc:sldChg chg="addSp modSp new mod modClrScheme chgLayout">
        <pc:chgData name="Joanna Jenkins" userId="7f8ffc6a-1db6-4a56-a50f-7678922f1165" providerId="ADAL" clId="{823B1334-2FD8-0040-AF71-3B9F37EC0172}" dt="2023-11-02T15:16:37.573" v="397" actId="313"/>
        <pc:sldMkLst>
          <pc:docMk/>
          <pc:sldMk cId="790720741" sldId="493"/>
        </pc:sldMkLst>
        <pc:spChg chg="mod ord">
          <ac:chgData name="Joanna Jenkins" userId="7f8ffc6a-1db6-4a56-a50f-7678922f1165" providerId="ADAL" clId="{823B1334-2FD8-0040-AF71-3B9F37EC0172}" dt="2023-11-02T15:16:37.573" v="397" actId="313"/>
          <ac:spMkLst>
            <pc:docMk/>
            <pc:sldMk cId="790720741" sldId="493"/>
            <ac:spMk id="2" creationId="{8C46A89F-7D92-4F97-8875-CCD91A8530A6}"/>
          </ac:spMkLst>
        </pc:spChg>
        <pc:spChg chg="mod ord">
          <ac:chgData name="Joanna Jenkins" userId="7f8ffc6a-1db6-4a56-a50f-7678922f1165" providerId="ADAL" clId="{823B1334-2FD8-0040-AF71-3B9F37EC0172}" dt="2023-11-02T15:16:29.254" v="395" actId="27636"/>
          <ac:spMkLst>
            <pc:docMk/>
            <pc:sldMk cId="790720741" sldId="493"/>
            <ac:spMk id="3" creationId="{AFE5662B-8810-A0D1-2EF5-53D263FE3BBE}"/>
          </ac:spMkLst>
        </pc:spChg>
        <pc:spChg chg="add mod ord">
          <ac:chgData name="Joanna Jenkins" userId="7f8ffc6a-1db6-4a56-a50f-7678922f1165" providerId="ADAL" clId="{823B1334-2FD8-0040-AF71-3B9F37EC0172}" dt="2023-11-02T15:16:29.256" v="396" actId="27636"/>
          <ac:spMkLst>
            <pc:docMk/>
            <pc:sldMk cId="790720741" sldId="493"/>
            <ac:spMk id="4" creationId="{90018979-51CD-80E0-3E34-0B3CE7E24521}"/>
          </ac:spMkLst>
        </pc:spChg>
      </pc:sldChg>
      <pc:sldChg chg="addSp delSp modSp new mod setBg">
        <pc:chgData name="Joanna Jenkins" userId="7f8ffc6a-1db6-4a56-a50f-7678922f1165" providerId="ADAL" clId="{823B1334-2FD8-0040-AF71-3B9F37EC0172}" dt="2023-11-02T15:19:50.926" v="496" actId="58"/>
        <pc:sldMkLst>
          <pc:docMk/>
          <pc:sldMk cId="2537549822" sldId="494"/>
        </pc:sldMkLst>
        <pc:spChg chg="mod">
          <ac:chgData name="Joanna Jenkins" userId="7f8ffc6a-1db6-4a56-a50f-7678922f1165" providerId="ADAL" clId="{823B1334-2FD8-0040-AF71-3B9F37EC0172}" dt="2023-11-02T15:19:38.702" v="495" actId="26606"/>
          <ac:spMkLst>
            <pc:docMk/>
            <pc:sldMk cId="2537549822" sldId="494"/>
            <ac:spMk id="2" creationId="{87C1648E-E587-C59F-0059-35E8394088BF}"/>
          </ac:spMkLst>
        </pc:spChg>
        <pc:spChg chg="del mod">
          <ac:chgData name="Joanna Jenkins" userId="7f8ffc6a-1db6-4a56-a50f-7678922f1165" providerId="ADAL" clId="{823B1334-2FD8-0040-AF71-3B9F37EC0172}" dt="2023-11-02T15:19:38.702" v="495" actId="26606"/>
          <ac:spMkLst>
            <pc:docMk/>
            <pc:sldMk cId="2537549822" sldId="494"/>
            <ac:spMk id="3" creationId="{B62EFBD8-03A2-57DE-BBC7-ADF1EB1ABEC8}"/>
          </ac:spMkLst>
        </pc:spChg>
        <pc:spChg chg="add">
          <ac:chgData name="Joanna Jenkins" userId="7f8ffc6a-1db6-4a56-a50f-7678922f1165" providerId="ADAL" clId="{823B1334-2FD8-0040-AF71-3B9F37EC0172}" dt="2023-11-02T15:19:38.702" v="495" actId="26606"/>
          <ac:spMkLst>
            <pc:docMk/>
            <pc:sldMk cId="2537549822" sldId="494"/>
            <ac:spMk id="9" creationId="{F92989FB-1024-49B7-BDF1-B3CE27D48623}"/>
          </ac:spMkLst>
        </pc:spChg>
        <pc:spChg chg="add">
          <ac:chgData name="Joanna Jenkins" userId="7f8ffc6a-1db6-4a56-a50f-7678922f1165" providerId="ADAL" clId="{823B1334-2FD8-0040-AF71-3B9F37EC0172}" dt="2023-11-02T15:19:38.702" v="495" actId="26606"/>
          <ac:spMkLst>
            <pc:docMk/>
            <pc:sldMk cId="2537549822" sldId="494"/>
            <ac:spMk id="11" creationId="{2987D6F4-EC95-4EF1-A8AD-4B70386CEEC7}"/>
          </ac:spMkLst>
        </pc:spChg>
        <pc:spChg chg="add">
          <ac:chgData name="Joanna Jenkins" userId="7f8ffc6a-1db6-4a56-a50f-7678922f1165" providerId="ADAL" clId="{823B1334-2FD8-0040-AF71-3B9F37EC0172}" dt="2023-11-02T15:19:38.702" v="495" actId="26606"/>
          <ac:spMkLst>
            <pc:docMk/>
            <pc:sldMk cId="2537549822" sldId="494"/>
            <ac:spMk id="13" creationId="{F5F792DF-9D0A-4DB6-9A9E-7312F5A7E87D}"/>
          </ac:spMkLst>
        </pc:spChg>
        <pc:graphicFrameChg chg="add mod">
          <ac:chgData name="Joanna Jenkins" userId="7f8ffc6a-1db6-4a56-a50f-7678922f1165" providerId="ADAL" clId="{823B1334-2FD8-0040-AF71-3B9F37EC0172}" dt="2023-11-02T15:19:50.926" v="496" actId="58"/>
          <ac:graphicFrameMkLst>
            <pc:docMk/>
            <pc:sldMk cId="2537549822" sldId="494"/>
            <ac:graphicFrameMk id="5" creationId="{53D5584E-7224-8CB9-784F-056385388FF0}"/>
          </ac:graphicFrameMkLst>
        </pc:graphicFrameChg>
      </pc:sldChg>
      <pc:sldChg chg="addSp modSp new mod modClrScheme chgLayout">
        <pc:chgData name="Joanna Jenkins" userId="7f8ffc6a-1db6-4a56-a50f-7678922f1165" providerId="ADAL" clId="{823B1334-2FD8-0040-AF71-3B9F37EC0172}" dt="2023-11-02T15:23:23.867" v="565" actId="20577"/>
        <pc:sldMkLst>
          <pc:docMk/>
          <pc:sldMk cId="365295923" sldId="495"/>
        </pc:sldMkLst>
        <pc:spChg chg="mod ord">
          <ac:chgData name="Joanna Jenkins" userId="7f8ffc6a-1db6-4a56-a50f-7678922f1165" providerId="ADAL" clId="{823B1334-2FD8-0040-AF71-3B9F37EC0172}" dt="2023-11-02T15:23:05.845" v="555" actId="700"/>
          <ac:spMkLst>
            <pc:docMk/>
            <pc:sldMk cId="365295923" sldId="495"/>
            <ac:spMk id="2" creationId="{FA47C737-833E-7B5E-247B-BDD18FD04755}"/>
          </ac:spMkLst>
        </pc:spChg>
        <pc:spChg chg="mod ord">
          <ac:chgData name="Joanna Jenkins" userId="7f8ffc6a-1db6-4a56-a50f-7678922f1165" providerId="ADAL" clId="{823B1334-2FD8-0040-AF71-3B9F37EC0172}" dt="2023-11-02T15:23:18.198" v="563" actId="403"/>
          <ac:spMkLst>
            <pc:docMk/>
            <pc:sldMk cId="365295923" sldId="495"/>
            <ac:spMk id="3" creationId="{FEBA9D55-61AD-8222-B112-78E64F20E30E}"/>
          </ac:spMkLst>
        </pc:spChg>
        <pc:spChg chg="add mod ord">
          <ac:chgData name="Joanna Jenkins" userId="7f8ffc6a-1db6-4a56-a50f-7678922f1165" providerId="ADAL" clId="{823B1334-2FD8-0040-AF71-3B9F37EC0172}" dt="2023-11-02T15:23:23.867" v="565" actId="20577"/>
          <ac:spMkLst>
            <pc:docMk/>
            <pc:sldMk cId="365295923" sldId="495"/>
            <ac:spMk id="4" creationId="{D04924BE-AD76-B881-8196-8D70F68D5DB3}"/>
          </ac:spMkLst>
        </pc:spChg>
      </pc:sldChg>
      <pc:sldChg chg="addSp delSp modSp new mod modClrScheme chgLayout">
        <pc:chgData name="Joanna Jenkins" userId="7f8ffc6a-1db6-4a56-a50f-7678922f1165" providerId="ADAL" clId="{823B1334-2FD8-0040-AF71-3B9F37EC0172}" dt="2023-11-02T16:05:58.549" v="1067" actId="20577"/>
        <pc:sldMkLst>
          <pc:docMk/>
          <pc:sldMk cId="1607208561" sldId="496"/>
        </pc:sldMkLst>
        <pc:spChg chg="mod ord">
          <ac:chgData name="Joanna Jenkins" userId="7f8ffc6a-1db6-4a56-a50f-7678922f1165" providerId="ADAL" clId="{823B1334-2FD8-0040-AF71-3B9F37EC0172}" dt="2023-11-02T15:24:21.041" v="588" actId="700"/>
          <ac:spMkLst>
            <pc:docMk/>
            <pc:sldMk cId="1607208561" sldId="496"/>
            <ac:spMk id="2" creationId="{83A022A1-2BE0-AA1D-379E-5DECCCA03E10}"/>
          </ac:spMkLst>
        </pc:spChg>
        <pc:spChg chg="del">
          <ac:chgData name="Joanna Jenkins" userId="7f8ffc6a-1db6-4a56-a50f-7678922f1165" providerId="ADAL" clId="{823B1334-2FD8-0040-AF71-3B9F37EC0172}" dt="2023-11-02T15:24:16.237" v="587"/>
          <ac:spMkLst>
            <pc:docMk/>
            <pc:sldMk cId="1607208561" sldId="496"/>
            <ac:spMk id="3" creationId="{A2FE5A08-CE3D-0B81-FAE7-EDEB8A9CB5C8}"/>
          </ac:spMkLst>
        </pc:spChg>
        <pc:spChg chg="del mod ord">
          <ac:chgData name="Joanna Jenkins" userId="7f8ffc6a-1db6-4a56-a50f-7678922f1165" providerId="ADAL" clId="{823B1334-2FD8-0040-AF71-3B9F37EC0172}" dt="2023-11-02T15:24:21.041" v="588" actId="700"/>
          <ac:spMkLst>
            <pc:docMk/>
            <pc:sldMk cId="1607208561" sldId="496"/>
            <ac:spMk id="4" creationId="{27DD3BFA-0290-A966-9583-AB7889EC5574}"/>
          </ac:spMkLst>
        </pc:spChg>
        <pc:spChg chg="add mod ord">
          <ac:chgData name="Joanna Jenkins" userId="7f8ffc6a-1db6-4a56-a50f-7678922f1165" providerId="ADAL" clId="{823B1334-2FD8-0040-AF71-3B9F37EC0172}" dt="2023-11-02T16:05:58.549" v="1067" actId="20577"/>
          <ac:spMkLst>
            <pc:docMk/>
            <pc:sldMk cId="1607208561" sldId="496"/>
            <ac:spMk id="5" creationId="{59D489EA-24E0-2737-5CCC-7B50245E838B}"/>
          </ac:spMkLst>
        </pc:spChg>
        <pc:spChg chg="add del mod ord">
          <ac:chgData name="Joanna Jenkins" userId="7f8ffc6a-1db6-4a56-a50f-7678922f1165" providerId="ADAL" clId="{823B1334-2FD8-0040-AF71-3B9F37EC0172}" dt="2023-11-02T15:25:10.425" v="627" actId="478"/>
          <ac:spMkLst>
            <pc:docMk/>
            <pc:sldMk cId="1607208561" sldId="496"/>
            <ac:spMk id="6" creationId="{ABE6C86D-62D6-BF94-3755-AF9B5C9857B2}"/>
          </ac:spMkLst>
        </pc:spChg>
        <pc:spChg chg="add del mod ord">
          <ac:chgData name="Joanna Jenkins" userId="7f8ffc6a-1db6-4a56-a50f-7678922f1165" providerId="ADAL" clId="{823B1334-2FD8-0040-AF71-3B9F37EC0172}" dt="2023-11-02T15:25:13.813" v="629" actId="478"/>
          <ac:spMkLst>
            <pc:docMk/>
            <pc:sldMk cId="1607208561" sldId="496"/>
            <ac:spMk id="7" creationId="{E1F29C27-0807-F89C-780A-A6A255FDB1C1}"/>
          </ac:spMkLst>
        </pc:spChg>
        <pc:spChg chg="add del mod ord">
          <ac:chgData name="Joanna Jenkins" userId="7f8ffc6a-1db6-4a56-a50f-7678922f1165" providerId="ADAL" clId="{823B1334-2FD8-0040-AF71-3B9F37EC0172}" dt="2023-11-02T15:24:56.381" v="609"/>
          <ac:spMkLst>
            <pc:docMk/>
            <pc:sldMk cId="1607208561" sldId="496"/>
            <ac:spMk id="8" creationId="{71441507-C938-E406-691C-269287268867}"/>
          </ac:spMkLst>
        </pc:spChg>
        <pc:spChg chg="add mod">
          <ac:chgData name="Joanna Jenkins" userId="7f8ffc6a-1db6-4a56-a50f-7678922f1165" providerId="ADAL" clId="{823B1334-2FD8-0040-AF71-3B9F37EC0172}" dt="2023-11-02T15:26:17.242" v="739" actId="1076"/>
          <ac:spMkLst>
            <pc:docMk/>
            <pc:sldMk cId="1607208561" sldId="496"/>
            <ac:spMk id="9" creationId="{EA2E3A91-85DA-95DA-795A-CE24E3157F28}"/>
          </ac:spMkLst>
        </pc:spChg>
        <pc:spChg chg="add del mod">
          <ac:chgData name="Joanna Jenkins" userId="7f8ffc6a-1db6-4a56-a50f-7678922f1165" providerId="ADAL" clId="{823B1334-2FD8-0040-AF71-3B9F37EC0172}" dt="2023-11-02T15:25:12.219" v="628" actId="478"/>
          <ac:spMkLst>
            <pc:docMk/>
            <pc:sldMk cId="1607208561" sldId="496"/>
            <ac:spMk id="11" creationId="{28A6E274-2EDB-0B2B-D5BE-3DAD370C8703}"/>
          </ac:spMkLst>
        </pc:spChg>
        <pc:spChg chg="add del mod">
          <ac:chgData name="Joanna Jenkins" userId="7f8ffc6a-1db6-4a56-a50f-7678922f1165" providerId="ADAL" clId="{823B1334-2FD8-0040-AF71-3B9F37EC0172}" dt="2023-11-02T15:25:15.778" v="630" actId="478"/>
          <ac:spMkLst>
            <pc:docMk/>
            <pc:sldMk cId="1607208561" sldId="496"/>
            <ac:spMk id="13" creationId="{0449819E-C361-7D87-37F3-B3D682D08693}"/>
          </ac:spMkLst>
        </pc:spChg>
      </pc:sldChg>
      <pc:sldChg chg="modSp new mod">
        <pc:chgData name="Joanna Jenkins" userId="7f8ffc6a-1db6-4a56-a50f-7678922f1165" providerId="ADAL" clId="{823B1334-2FD8-0040-AF71-3B9F37EC0172}" dt="2023-11-02T16:05:02.725" v="1062" actId="403"/>
        <pc:sldMkLst>
          <pc:docMk/>
          <pc:sldMk cId="4185639714" sldId="497"/>
        </pc:sldMkLst>
        <pc:spChg chg="mod">
          <ac:chgData name="Joanna Jenkins" userId="7f8ffc6a-1db6-4a56-a50f-7678922f1165" providerId="ADAL" clId="{823B1334-2FD8-0040-AF71-3B9F37EC0172}" dt="2023-11-02T15:54:04.045" v="801" actId="20577"/>
          <ac:spMkLst>
            <pc:docMk/>
            <pc:sldMk cId="4185639714" sldId="497"/>
            <ac:spMk id="2" creationId="{325017D0-A6C2-7234-41BE-A0179AC2156E}"/>
          </ac:spMkLst>
        </pc:spChg>
        <pc:spChg chg="mod">
          <ac:chgData name="Joanna Jenkins" userId="7f8ffc6a-1db6-4a56-a50f-7678922f1165" providerId="ADAL" clId="{823B1334-2FD8-0040-AF71-3B9F37EC0172}" dt="2023-11-02T16:05:02.725" v="1062" actId="403"/>
          <ac:spMkLst>
            <pc:docMk/>
            <pc:sldMk cId="4185639714" sldId="497"/>
            <ac:spMk id="3" creationId="{6F2DC838-95BE-BB2A-0CD9-646D3ADAE734}"/>
          </ac:spMkLst>
        </pc:spChg>
      </pc:sldChg>
      <pc:sldChg chg="new del">
        <pc:chgData name="Joanna Jenkins" userId="7f8ffc6a-1db6-4a56-a50f-7678922f1165" providerId="ADAL" clId="{823B1334-2FD8-0040-AF71-3B9F37EC0172}" dt="2023-11-02T15:56:12.129" v="804" actId="2696"/>
        <pc:sldMkLst>
          <pc:docMk/>
          <pc:sldMk cId="3948741878" sldId="49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 rot="0"/>
          <a:lstStyle/>
          <a:p>
            <a:endParaRPr lang="en-GB"/>
          </a:p>
        </c:rich>
      </c:tx>
      <c:overlay val="1"/>
    </c:title>
    <c:autoTitleDeleted val="0"/>
    <c:plotArea>
      <c:layout>
        <c:manualLayout>
          <c:layoutTarget val="inner"/>
          <c:xMode val="edge"/>
          <c:yMode val="edge"/>
          <c:x val="4.7654299999999997E-2"/>
          <c:y val="0.15500900000000001"/>
          <c:w val="0.95234600000000003"/>
          <c:h val="0.7997370000000000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load</c:v>
                </c:pt>
              </c:strCache>
            </c:strRef>
          </c:tx>
          <c:spPr>
            <a:gradFill flip="none" rotWithShape="1">
              <a:gsLst>
                <a:gs pos="0">
                  <a:srgbClr val="51A7F9"/>
                </a:gs>
                <a:gs pos="100000">
                  <a:srgbClr val="0365C0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Sheet1!$A$2:$A$22</c:f>
              <c:strCache>
                <c:ptCount val="21"/>
                <c:pt idx="0">
                  <c:v>Untitled 1</c:v>
                </c:pt>
                <c:pt idx="1">
                  <c:v>Untitled 2</c:v>
                </c:pt>
                <c:pt idx="2">
                  <c:v>Untitled 3</c:v>
                </c:pt>
                <c:pt idx="3">
                  <c:v>Untitled 4</c:v>
                </c:pt>
                <c:pt idx="4">
                  <c:v>Untitled 5</c:v>
                </c:pt>
                <c:pt idx="5">
                  <c:v>Untitled 6</c:v>
                </c:pt>
                <c:pt idx="6">
                  <c:v>Untitled 7</c:v>
                </c:pt>
                <c:pt idx="7">
                  <c:v>Untitled 8</c:v>
                </c:pt>
                <c:pt idx="8">
                  <c:v>Untitled 9</c:v>
                </c:pt>
                <c:pt idx="9">
                  <c:v>Untitled 10</c:v>
                </c:pt>
                <c:pt idx="10">
                  <c:v>Untitled 11</c:v>
                </c:pt>
                <c:pt idx="11">
                  <c:v>Untitled 12</c:v>
                </c:pt>
                <c:pt idx="12">
                  <c:v>Untitled 13</c:v>
                </c:pt>
                <c:pt idx="13">
                  <c:v>Untitled 14</c:v>
                </c:pt>
                <c:pt idx="14">
                  <c:v>Untitled 15</c:v>
                </c:pt>
                <c:pt idx="15">
                  <c:v>Untitled 16</c:v>
                </c:pt>
                <c:pt idx="16">
                  <c:v>Untitled 17</c:v>
                </c:pt>
                <c:pt idx="17">
                  <c:v>Untitled 18</c:v>
                </c:pt>
                <c:pt idx="18">
                  <c:v>Untitled 19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100</c:v>
                </c:pt>
                <c:pt idx="1">
                  <c:v>270</c:v>
                </c:pt>
                <c:pt idx="2">
                  <c:v>150</c:v>
                </c:pt>
                <c:pt idx="3">
                  <c:v>500</c:v>
                </c:pt>
                <c:pt idx="4">
                  <c:v>100</c:v>
                </c:pt>
                <c:pt idx="5">
                  <c:v>200</c:v>
                </c:pt>
                <c:pt idx="6">
                  <c:v>387</c:v>
                </c:pt>
                <c:pt idx="7">
                  <c:v>175</c:v>
                </c:pt>
                <c:pt idx="8">
                  <c:v>0</c:v>
                </c:pt>
                <c:pt idx="9">
                  <c:v>500</c:v>
                </c:pt>
                <c:pt idx="10">
                  <c:v>100</c:v>
                </c:pt>
                <c:pt idx="11">
                  <c:v>60</c:v>
                </c:pt>
                <c:pt idx="12">
                  <c:v>175</c:v>
                </c:pt>
                <c:pt idx="13">
                  <c:v>0</c:v>
                </c:pt>
                <c:pt idx="14">
                  <c:v>150</c:v>
                </c:pt>
                <c:pt idx="15">
                  <c:v>500</c:v>
                </c:pt>
                <c:pt idx="16">
                  <c:v>100</c:v>
                </c:pt>
                <c:pt idx="17">
                  <c:v>270</c:v>
                </c:pt>
                <c:pt idx="18">
                  <c:v>100</c:v>
                </c:pt>
                <c:pt idx="19">
                  <c:v>270</c:v>
                </c:pt>
                <c:pt idx="20">
                  <c:v>365.5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86-4401-9704-704C223408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129373728"/>
        <c:axId val="127883280"/>
      </c:barChart>
      <c:catAx>
        <c:axId val="129373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/>
            </a:pPr>
            <a:endParaRPr lang="en-001"/>
          </a:p>
        </c:txPr>
        <c:crossAx val="127883280"/>
        <c:crosses val="autoZero"/>
        <c:auto val="1"/>
        <c:lblAlgn val="ctr"/>
        <c:lblOffset val="100"/>
        <c:noMultiLvlLbl val="1"/>
      </c:catAx>
      <c:valAx>
        <c:axId val="127883280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/>
            </a:pPr>
            <a:endParaRPr lang="en-001"/>
          </a:p>
        </c:txPr>
        <c:crossAx val="129373728"/>
        <c:crosses val="autoZero"/>
        <c:crossBetween val="between"/>
        <c:majorUnit val="125"/>
        <c:minorUnit val="62.5"/>
      </c:valAx>
      <c:spPr>
        <a:noFill/>
        <a:ln w="12700" cap="flat">
          <a:noFill/>
          <a:miter lim="400000"/>
        </a:ln>
        <a:effectLst/>
      </c:spPr>
    </c:plotArea>
    <c:legend>
      <c:legendPos val="t"/>
      <c:layout>
        <c:manualLayout>
          <c:xMode val="edge"/>
          <c:yMode val="edge"/>
          <c:x val="0.05"/>
          <c:y val="5.0000000000000001E-3"/>
          <c:w val="0.9"/>
          <c:h val="7.8007999999999994E-2"/>
        </c:manualLayout>
      </c:layout>
      <c:overlay val="1"/>
      <c:spPr>
        <a:noFill/>
        <a:ln w="12700" cap="flat">
          <a:noFill/>
          <a:miter lim="400000"/>
        </a:ln>
        <a:effectLst/>
      </c:spPr>
    </c:legend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 sz="1200"/>
      </a:pPr>
      <a:endParaRPr lang="en-001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C1D4E5-201A-4FDC-B5AB-ED8B4BB0D90B}" type="doc">
      <dgm:prSet loTypeId="urn:microsoft.com/office/officeart/2005/8/layout/orgChart1" loCatId="hierarchy" qsTypeId="urn:microsoft.com/office/officeart/2005/8/quickstyle/simple3" qsCatId="simple" csTypeId="urn:microsoft.com/office/officeart/2005/8/colors/accent1_5" csCatId="accent1" phldr="1"/>
      <dgm:spPr/>
      <dgm:t>
        <a:bodyPr/>
        <a:lstStyle/>
        <a:p>
          <a:endParaRPr lang="en-GB"/>
        </a:p>
      </dgm:t>
    </dgm:pt>
    <dgm:pt modelId="{A6D45347-37B8-4059-94E3-72014C6325BA}">
      <dgm:prSet phldrT="[Text]"/>
      <dgm:spPr/>
      <dgm:t>
        <a:bodyPr/>
        <a:lstStyle/>
        <a:p>
          <a:r>
            <a:rPr lang="en-GB" dirty="0"/>
            <a:t>Principles of Training</a:t>
          </a:r>
        </a:p>
      </dgm:t>
    </dgm:pt>
    <dgm:pt modelId="{F910D88D-CF4F-4DD0-9C47-BCE6BF550347}" type="parTrans" cxnId="{9ECC7D72-1B5E-4522-87E7-2F584984E4F0}">
      <dgm:prSet/>
      <dgm:spPr/>
      <dgm:t>
        <a:bodyPr/>
        <a:lstStyle/>
        <a:p>
          <a:endParaRPr lang="en-GB"/>
        </a:p>
      </dgm:t>
    </dgm:pt>
    <dgm:pt modelId="{2FB51A4F-4548-4C7B-B46B-30C5EE2D3C7F}" type="sibTrans" cxnId="{9ECC7D72-1B5E-4522-87E7-2F584984E4F0}">
      <dgm:prSet/>
      <dgm:spPr/>
      <dgm:t>
        <a:bodyPr/>
        <a:lstStyle/>
        <a:p>
          <a:endParaRPr lang="en-GB"/>
        </a:p>
      </dgm:t>
    </dgm:pt>
    <dgm:pt modelId="{C0B7BA21-1BB6-4B82-861B-D9F48A27EB94}">
      <dgm:prSet phldrT="[Text]"/>
      <dgm:spPr/>
      <dgm:t>
        <a:bodyPr/>
        <a:lstStyle/>
        <a:p>
          <a:r>
            <a:rPr lang="en-GB" dirty="0"/>
            <a:t>Adaptation</a:t>
          </a:r>
        </a:p>
      </dgm:t>
    </dgm:pt>
    <dgm:pt modelId="{66BE30DD-0D59-4C2A-9B51-E3A515864DB8}" type="parTrans" cxnId="{2E812FD2-18B9-4CC0-A8C9-293CAA6F13B6}">
      <dgm:prSet/>
      <dgm:spPr/>
      <dgm:t>
        <a:bodyPr/>
        <a:lstStyle/>
        <a:p>
          <a:endParaRPr lang="en-GB"/>
        </a:p>
      </dgm:t>
    </dgm:pt>
    <dgm:pt modelId="{89EF569F-3AFE-4E70-9C2D-FC6A040F6E7C}" type="sibTrans" cxnId="{2E812FD2-18B9-4CC0-A8C9-293CAA6F13B6}">
      <dgm:prSet/>
      <dgm:spPr/>
      <dgm:t>
        <a:bodyPr/>
        <a:lstStyle/>
        <a:p>
          <a:endParaRPr lang="en-GB"/>
        </a:p>
      </dgm:t>
    </dgm:pt>
    <dgm:pt modelId="{65A4BFEE-DC00-4E39-AC50-B8718BEAF6FF}">
      <dgm:prSet phldrT="[Text]"/>
      <dgm:spPr/>
      <dgm:t>
        <a:bodyPr/>
        <a:lstStyle/>
        <a:p>
          <a:r>
            <a:rPr lang="en-GB" dirty="0"/>
            <a:t>Accommodation</a:t>
          </a:r>
        </a:p>
      </dgm:t>
    </dgm:pt>
    <dgm:pt modelId="{5FEE87E9-EA1D-4004-845B-1A7F96E598AA}" type="parTrans" cxnId="{39E0D00B-0887-4502-B3C1-3FFBBCF57122}">
      <dgm:prSet/>
      <dgm:spPr/>
      <dgm:t>
        <a:bodyPr/>
        <a:lstStyle/>
        <a:p>
          <a:endParaRPr lang="en-GB"/>
        </a:p>
      </dgm:t>
    </dgm:pt>
    <dgm:pt modelId="{F8A84A74-5525-46B7-AB5A-5289710DF7B9}" type="sibTrans" cxnId="{39E0D00B-0887-4502-B3C1-3FFBBCF57122}">
      <dgm:prSet/>
      <dgm:spPr/>
      <dgm:t>
        <a:bodyPr/>
        <a:lstStyle/>
        <a:p>
          <a:endParaRPr lang="en-GB"/>
        </a:p>
      </dgm:t>
    </dgm:pt>
    <dgm:pt modelId="{0A0CEB6F-CC91-440A-BC85-F04D66E0E01D}">
      <dgm:prSet phldrT="[Text]"/>
      <dgm:spPr/>
      <dgm:t>
        <a:bodyPr/>
        <a:lstStyle/>
        <a:p>
          <a:r>
            <a:rPr lang="en-GB" dirty="0"/>
            <a:t>Specificity</a:t>
          </a:r>
        </a:p>
      </dgm:t>
    </dgm:pt>
    <dgm:pt modelId="{2AC15D7B-4D53-4C97-AC61-3DBF8AC70F23}" type="parTrans" cxnId="{97C2BA59-CB13-4E22-826A-A50A2E38BF5C}">
      <dgm:prSet/>
      <dgm:spPr/>
      <dgm:t>
        <a:bodyPr/>
        <a:lstStyle/>
        <a:p>
          <a:endParaRPr lang="en-GB"/>
        </a:p>
      </dgm:t>
    </dgm:pt>
    <dgm:pt modelId="{DE9D9570-9F11-4823-90F4-D6091C053BE6}" type="sibTrans" cxnId="{97C2BA59-CB13-4E22-826A-A50A2E38BF5C}">
      <dgm:prSet/>
      <dgm:spPr/>
      <dgm:t>
        <a:bodyPr/>
        <a:lstStyle/>
        <a:p>
          <a:endParaRPr lang="en-GB"/>
        </a:p>
      </dgm:t>
    </dgm:pt>
    <dgm:pt modelId="{AEA681D0-F7E8-43EB-BC1A-7B47FF23A26E}">
      <dgm:prSet phldrT="[Text]"/>
      <dgm:spPr/>
      <dgm:t>
        <a:bodyPr/>
        <a:lstStyle/>
        <a:p>
          <a:r>
            <a:rPr lang="en-GB" dirty="0"/>
            <a:t>Overload</a:t>
          </a:r>
        </a:p>
      </dgm:t>
    </dgm:pt>
    <dgm:pt modelId="{FA336430-41A0-44A0-9E47-3B4BA689D4F5}" type="parTrans" cxnId="{64B43EAB-9863-4370-8846-C798CEA59D9D}">
      <dgm:prSet/>
      <dgm:spPr/>
      <dgm:t>
        <a:bodyPr/>
        <a:lstStyle/>
        <a:p>
          <a:endParaRPr lang="en-GB"/>
        </a:p>
      </dgm:t>
    </dgm:pt>
    <dgm:pt modelId="{519BBD59-3605-4DAE-845A-0719B3F9798B}" type="sibTrans" cxnId="{64B43EAB-9863-4370-8846-C798CEA59D9D}">
      <dgm:prSet/>
      <dgm:spPr/>
      <dgm:t>
        <a:bodyPr/>
        <a:lstStyle/>
        <a:p>
          <a:endParaRPr lang="en-GB"/>
        </a:p>
      </dgm:t>
    </dgm:pt>
    <dgm:pt modelId="{73FFA637-2BE6-41F1-8F89-D126418C4C6B}">
      <dgm:prSet phldrT="[Text]"/>
      <dgm:spPr/>
      <dgm:t>
        <a:bodyPr/>
        <a:lstStyle/>
        <a:p>
          <a:r>
            <a:rPr lang="en-GB" dirty="0"/>
            <a:t>Progression</a:t>
          </a:r>
        </a:p>
      </dgm:t>
    </dgm:pt>
    <dgm:pt modelId="{4843DA8A-CE67-4A1C-AB46-78DBE4576EC9}" type="parTrans" cxnId="{875F4D70-B46D-4040-96C3-709EB5401120}">
      <dgm:prSet/>
      <dgm:spPr/>
      <dgm:t>
        <a:bodyPr/>
        <a:lstStyle/>
        <a:p>
          <a:endParaRPr lang="en-GB"/>
        </a:p>
      </dgm:t>
    </dgm:pt>
    <dgm:pt modelId="{55DFEF3F-A4D7-459C-A62E-39C44C359E70}" type="sibTrans" cxnId="{875F4D70-B46D-4040-96C3-709EB5401120}">
      <dgm:prSet/>
      <dgm:spPr/>
      <dgm:t>
        <a:bodyPr/>
        <a:lstStyle/>
        <a:p>
          <a:endParaRPr lang="en-GB"/>
        </a:p>
      </dgm:t>
    </dgm:pt>
    <dgm:pt modelId="{CF7F799F-2ACC-46AD-A1B8-08F774D55B32}">
      <dgm:prSet phldrT="[Text]"/>
      <dgm:spPr/>
      <dgm:t>
        <a:bodyPr/>
        <a:lstStyle/>
        <a:p>
          <a:r>
            <a:rPr lang="en-GB" dirty="0"/>
            <a:t>Individualisation</a:t>
          </a:r>
        </a:p>
      </dgm:t>
    </dgm:pt>
    <dgm:pt modelId="{6708D269-653F-426F-95DF-EB81740639E0}" type="parTrans" cxnId="{8FE288BC-9C49-4C9F-B9A7-DCB12FE84377}">
      <dgm:prSet/>
      <dgm:spPr/>
      <dgm:t>
        <a:bodyPr/>
        <a:lstStyle/>
        <a:p>
          <a:endParaRPr lang="en-GB"/>
        </a:p>
      </dgm:t>
    </dgm:pt>
    <dgm:pt modelId="{DF2C384C-ED5D-4C4D-A7B7-2B705600B727}" type="sibTrans" cxnId="{8FE288BC-9C49-4C9F-B9A7-DCB12FE84377}">
      <dgm:prSet/>
      <dgm:spPr/>
      <dgm:t>
        <a:bodyPr/>
        <a:lstStyle/>
        <a:p>
          <a:endParaRPr lang="en-GB"/>
        </a:p>
      </dgm:t>
    </dgm:pt>
    <dgm:pt modelId="{1A24CCF2-05E1-430B-B250-9D81BF8CBB50}" type="pres">
      <dgm:prSet presAssocID="{55C1D4E5-201A-4FDC-B5AB-ED8B4BB0D90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C7AC599-1D13-4102-B280-3A1D769AC950}" type="pres">
      <dgm:prSet presAssocID="{A6D45347-37B8-4059-94E3-72014C6325BA}" presName="hierRoot1" presStyleCnt="0">
        <dgm:presLayoutVars>
          <dgm:hierBranch val="init"/>
        </dgm:presLayoutVars>
      </dgm:prSet>
      <dgm:spPr/>
    </dgm:pt>
    <dgm:pt modelId="{AFB95E8A-5308-444A-A375-7DF10B3F8942}" type="pres">
      <dgm:prSet presAssocID="{A6D45347-37B8-4059-94E3-72014C6325BA}" presName="rootComposite1" presStyleCnt="0"/>
      <dgm:spPr/>
    </dgm:pt>
    <dgm:pt modelId="{B24C08EF-6B9F-4EF9-9485-17D4597CD8C7}" type="pres">
      <dgm:prSet presAssocID="{A6D45347-37B8-4059-94E3-72014C6325BA}" presName="rootText1" presStyleLbl="node0" presStyleIdx="0" presStyleCnt="1">
        <dgm:presLayoutVars>
          <dgm:chPref val="3"/>
        </dgm:presLayoutVars>
      </dgm:prSet>
      <dgm:spPr/>
    </dgm:pt>
    <dgm:pt modelId="{57F2E712-EC2A-4C91-AB4F-D04608AF59F0}" type="pres">
      <dgm:prSet presAssocID="{A6D45347-37B8-4059-94E3-72014C6325BA}" presName="rootConnector1" presStyleLbl="node1" presStyleIdx="0" presStyleCnt="0"/>
      <dgm:spPr/>
    </dgm:pt>
    <dgm:pt modelId="{A1C4FF83-303A-47CA-B387-8FC976823415}" type="pres">
      <dgm:prSet presAssocID="{A6D45347-37B8-4059-94E3-72014C6325BA}" presName="hierChild2" presStyleCnt="0"/>
      <dgm:spPr/>
    </dgm:pt>
    <dgm:pt modelId="{79677F3F-E6ED-4592-9174-9CC534254CDD}" type="pres">
      <dgm:prSet presAssocID="{66BE30DD-0D59-4C2A-9B51-E3A515864DB8}" presName="Name37" presStyleLbl="parChTrans1D2" presStyleIdx="0" presStyleCnt="6"/>
      <dgm:spPr/>
    </dgm:pt>
    <dgm:pt modelId="{B9F1BAA3-69D7-4C73-8053-AA0B2609DC21}" type="pres">
      <dgm:prSet presAssocID="{C0B7BA21-1BB6-4B82-861B-D9F48A27EB94}" presName="hierRoot2" presStyleCnt="0">
        <dgm:presLayoutVars>
          <dgm:hierBranch val="init"/>
        </dgm:presLayoutVars>
      </dgm:prSet>
      <dgm:spPr/>
    </dgm:pt>
    <dgm:pt modelId="{84D379FA-71F6-4818-980E-E79989E2E3D7}" type="pres">
      <dgm:prSet presAssocID="{C0B7BA21-1BB6-4B82-861B-D9F48A27EB94}" presName="rootComposite" presStyleCnt="0"/>
      <dgm:spPr/>
    </dgm:pt>
    <dgm:pt modelId="{22F542EC-F963-4569-B564-70C278089AF1}" type="pres">
      <dgm:prSet presAssocID="{C0B7BA21-1BB6-4B82-861B-D9F48A27EB94}" presName="rootText" presStyleLbl="node2" presStyleIdx="0" presStyleCnt="6">
        <dgm:presLayoutVars>
          <dgm:chPref val="3"/>
        </dgm:presLayoutVars>
      </dgm:prSet>
      <dgm:spPr/>
    </dgm:pt>
    <dgm:pt modelId="{E1030479-9C40-4619-9148-811F73CB0251}" type="pres">
      <dgm:prSet presAssocID="{C0B7BA21-1BB6-4B82-861B-D9F48A27EB94}" presName="rootConnector" presStyleLbl="node2" presStyleIdx="0" presStyleCnt="6"/>
      <dgm:spPr/>
    </dgm:pt>
    <dgm:pt modelId="{205F6CDA-EB01-48DF-AC32-336D098831CB}" type="pres">
      <dgm:prSet presAssocID="{C0B7BA21-1BB6-4B82-861B-D9F48A27EB94}" presName="hierChild4" presStyleCnt="0"/>
      <dgm:spPr/>
    </dgm:pt>
    <dgm:pt modelId="{F067A39C-33F4-4ADF-9D5D-EFF5DF2222D1}" type="pres">
      <dgm:prSet presAssocID="{C0B7BA21-1BB6-4B82-861B-D9F48A27EB94}" presName="hierChild5" presStyleCnt="0"/>
      <dgm:spPr/>
    </dgm:pt>
    <dgm:pt modelId="{F3EF43FD-69F2-42EF-A726-86C676AB34A6}" type="pres">
      <dgm:prSet presAssocID="{5FEE87E9-EA1D-4004-845B-1A7F96E598AA}" presName="Name37" presStyleLbl="parChTrans1D2" presStyleIdx="1" presStyleCnt="6"/>
      <dgm:spPr/>
    </dgm:pt>
    <dgm:pt modelId="{6FDD63CF-2CB9-418D-B368-62BCD9AF71AF}" type="pres">
      <dgm:prSet presAssocID="{65A4BFEE-DC00-4E39-AC50-B8718BEAF6FF}" presName="hierRoot2" presStyleCnt="0">
        <dgm:presLayoutVars>
          <dgm:hierBranch val="init"/>
        </dgm:presLayoutVars>
      </dgm:prSet>
      <dgm:spPr/>
    </dgm:pt>
    <dgm:pt modelId="{74AC768F-8BF5-4B44-AFDD-FEDD53E3A029}" type="pres">
      <dgm:prSet presAssocID="{65A4BFEE-DC00-4E39-AC50-B8718BEAF6FF}" presName="rootComposite" presStyleCnt="0"/>
      <dgm:spPr/>
    </dgm:pt>
    <dgm:pt modelId="{261BA82F-526A-423F-BEDC-73B97F1DDFF6}" type="pres">
      <dgm:prSet presAssocID="{65A4BFEE-DC00-4E39-AC50-B8718BEAF6FF}" presName="rootText" presStyleLbl="node2" presStyleIdx="1" presStyleCnt="6">
        <dgm:presLayoutVars>
          <dgm:chPref val="3"/>
        </dgm:presLayoutVars>
      </dgm:prSet>
      <dgm:spPr/>
    </dgm:pt>
    <dgm:pt modelId="{CDE10361-DBF1-4714-90EA-94B10E5C2676}" type="pres">
      <dgm:prSet presAssocID="{65A4BFEE-DC00-4E39-AC50-B8718BEAF6FF}" presName="rootConnector" presStyleLbl="node2" presStyleIdx="1" presStyleCnt="6"/>
      <dgm:spPr/>
    </dgm:pt>
    <dgm:pt modelId="{4DE2F95D-7E89-4BF8-99AC-D2EDF92E3C54}" type="pres">
      <dgm:prSet presAssocID="{65A4BFEE-DC00-4E39-AC50-B8718BEAF6FF}" presName="hierChild4" presStyleCnt="0"/>
      <dgm:spPr/>
    </dgm:pt>
    <dgm:pt modelId="{908AC344-E456-44AF-8913-6ACE5A203F82}" type="pres">
      <dgm:prSet presAssocID="{65A4BFEE-DC00-4E39-AC50-B8718BEAF6FF}" presName="hierChild5" presStyleCnt="0"/>
      <dgm:spPr/>
    </dgm:pt>
    <dgm:pt modelId="{58B6DC7E-99D7-4CD0-8EB4-E199ADE1C08B}" type="pres">
      <dgm:prSet presAssocID="{2AC15D7B-4D53-4C97-AC61-3DBF8AC70F23}" presName="Name37" presStyleLbl="parChTrans1D2" presStyleIdx="2" presStyleCnt="6"/>
      <dgm:spPr/>
    </dgm:pt>
    <dgm:pt modelId="{511AF4A0-DC9F-4A1D-B90A-B92DAD19B2F1}" type="pres">
      <dgm:prSet presAssocID="{0A0CEB6F-CC91-440A-BC85-F04D66E0E01D}" presName="hierRoot2" presStyleCnt="0">
        <dgm:presLayoutVars>
          <dgm:hierBranch val="init"/>
        </dgm:presLayoutVars>
      </dgm:prSet>
      <dgm:spPr/>
    </dgm:pt>
    <dgm:pt modelId="{80C8AD7B-9C25-4B30-9891-206EAC2B9D17}" type="pres">
      <dgm:prSet presAssocID="{0A0CEB6F-CC91-440A-BC85-F04D66E0E01D}" presName="rootComposite" presStyleCnt="0"/>
      <dgm:spPr/>
    </dgm:pt>
    <dgm:pt modelId="{3536F460-7FF6-4869-9FD5-12E80EBF7D2E}" type="pres">
      <dgm:prSet presAssocID="{0A0CEB6F-CC91-440A-BC85-F04D66E0E01D}" presName="rootText" presStyleLbl="node2" presStyleIdx="2" presStyleCnt="6">
        <dgm:presLayoutVars>
          <dgm:chPref val="3"/>
        </dgm:presLayoutVars>
      </dgm:prSet>
      <dgm:spPr/>
    </dgm:pt>
    <dgm:pt modelId="{3D9D3C1B-13CA-484C-9C92-12DCD195E9AD}" type="pres">
      <dgm:prSet presAssocID="{0A0CEB6F-CC91-440A-BC85-F04D66E0E01D}" presName="rootConnector" presStyleLbl="node2" presStyleIdx="2" presStyleCnt="6"/>
      <dgm:spPr/>
    </dgm:pt>
    <dgm:pt modelId="{C7257F4A-5395-4A48-89C9-B64F0E249158}" type="pres">
      <dgm:prSet presAssocID="{0A0CEB6F-CC91-440A-BC85-F04D66E0E01D}" presName="hierChild4" presStyleCnt="0"/>
      <dgm:spPr/>
    </dgm:pt>
    <dgm:pt modelId="{0113D012-C25B-48AB-8445-BFD19570C991}" type="pres">
      <dgm:prSet presAssocID="{0A0CEB6F-CC91-440A-BC85-F04D66E0E01D}" presName="hierChild5" presStyleCnt="0"/>
      <dgm:spPr/>
    </dgm:pt>
    <dgm:pt modelId="{DC1EEEF9-9736-4896-A196-D0119E9A46BE}" type="pres">
      <dgm:prSet presAssocID="{FA336430-41A0-44A0-9E47-3B4BA689D4F5}" presName="Name37" presStyleLbl="parChTrans1D2" presStyleIdx="3" presStyleCnt="6"/>
      <dgm:spPr/>
    </dgm:pt>
    <dgm:pt modelId="{DD0D43E5-BD27-43AD-B2C3-E0BB745BF703}" type="pres">
      <dgm:prSet presAssocID="{AEA681D0-F7E8-43EB-BC1A-7B47FF23A26E}" presName="hierRoot2" presStyleCnt="0">
        <dgm:presLayoutVars>
          <dgm:hierBranch val="init"/>
        </dgm:presLayoutVars>
      </dgm:prSet>
      <dgm:spPr/>
    </dgm:pt>
    <dgm:pt modelId="{8A4C7013-D54E-4CDB-8192-580DAD5D8FA8}" type="pres">
      <dgm:prSet presAssocID="{AEA681D0-F7E8-43EB-BC1A-7B47FF23A26E}" presName="rootComposite" presStyleCnt="0"/>
      <dgm:spPr/>
    </dgm:pt>
    <dgm:pt modelId="{7A37CD15-BD27-4454-823F-CF58B42789E6}" type="pres">
      <dgm:prSet presAssocID="{AEA681D0-F7E8-43EB-BC1A-7B47FF23A26E}" presName="rootText" presStyleLbl="node2" presStyleIdx="3" presStyleCnt="6">
        <dgm:presLayoutVars>
          <dgm:chPref val="3"/>
        </dgm:presLayoutVars>
      </dgm:prSet>
      <dgm:spPr/>
    </dgm:pt>
    <dgm:pt modelId="{FF5CB39A-239C-46E6-9ECC-2DFC0DFA24B1}" type="pres">
      <dgm:prSet presAssocID="{AEA681D0-F7E8-43EB-BC1A-7B47FF23A26E}" presName="rootConnector" presStyleLbl="node2" presStyleIdx="3" presStyleCnt="6"/>
      <dgm:spPr/>
    </dgm:pt>
    <dgm:pt modelId="{CBBD1C51-3F59-4204-A5AC-BA8D0055DB0C}" type="pres">
      <dgm:prSet presAssocID="{AEA681D0-F7E8-43EB-BC1A-7B47FF23A26E}" presName="hierChild4" presStyleCnt="0"/>
      <dgm:spPr/>
    </dgm:pt>
    <dgm:pt modelId="{DBF18825-CDAB-4843-B8F3-1A795F629A32}" type="pres">
      <dgm:prSet presAssocID="{AEA681D0-F7E8-43EB-BC1A-7B47FF23A26E}" presName="hierChild5" presStyleCnt="0"/>
      <dgm:spPr/>
    </dgm:pt>
    <dgm:pt modelId="{7AA3579E-9A3C-4E16-98B7-397C1FFEBEB2}" type="pres">
      <dgm:prSet presAssocID="{4843DA8A-CE67-4A1C-AB46-78DBE4576EC9}" presName="Name37" presStyleLbl="parChTrans1D2" presStyleIdx="4" presStyleCnt="6"/>
      <dgm:spPr/>
    </dgm:pt>
    <dgm:pt modelId="{DB81CDC8-F5EE-4867-A113-171A60C2DF5B}" type="pres">
      <dgm:prSet presAssocID="{73FFA637-2BE6-41F1-8F89-D126418C4C6B}" presName="hierRoot2" presStyleCnt="0">
        <dgm:presLayoutVars>
          <dgm:hierBranch val="init"/>
        </dgm:presLayoutVars>
      </dgm:prSet>
      <dgm:spPr/>
    </dgm:pt>
    <dgm:pt modelId="{94C67678-A554-4E92-86E2-82251DE5B2BB}" type="pres">
      <dgm:prSet presAssocID="{73FFA637-2BE6-41F1-8F89-D126418C4C6B}" presName="rootComposite" presStyleCnt="0"/>
      <dgm:spPr/>
    </dgm:pt>
    <dgm:pt modelId="{10E100DB-7BBE-4C89-AEC8-585E4F474A03}" type="pres">
      <dgm:prSet presAssocID="{73FFA637-2BE6-41F1-8F89-D126418C4C6B}" presName="rootText" presStyleLbl="node2" presStyleIdx="4" presStyleCnt="6">
        <dgm:presLayoutVars>
          <dgm:chPref val="3"/>
        </dgm:presLayoutVars>
      </dgm:prSet>
      <dgm:spPr/>
    </dgm:pt>
    <dgm:pt modelId="{F3AD2F8A-11CC-4CBC-9524-ED7BFAF5FA72}" type="pres">
      <dgm:prSet presAssocID="{73FFA637-2BE6-41F1-8F89-D126418C4C6B}" presName="rootConnector" presStyleLbl="node2" presStyleIdx="4" presStyleCnt="6"/>
      <dgm:spPr/>
    </dgm:pt>
    <dgm:pt modelId="{EAFCFEA3-042E-4710-A2BE-85ADB119AB38}" type="pres">
      <dgm:prSet presAssocID="{73FFA637-2BE6-41F1-8F89-D126418C4C6B}" presName="hierChild4" presStyleCnt="0"/>
      <dgm:spPr/>
    </dgm:pt>
    <dgm:pt modelId="{A8FD1D7D-B3BC-4666-B2A5-BEAF88875D05}" type="pres">
      <dgm:prSet presAssocID="{73FFA637-2BE6-41F1-8F89-D126418C4C6B}" presName="hierChild5" presStyleCnt="0"/>
      <dgm:spPr/>
    </dgm:pt>
    <dgm:pt modelId="{0EE304FC-D47C-4D96-8861-ACF245F60E71}" type="pres">
      <dgm:prSet presAssocID="{6708D269-653F-426F-95DF-EB81740639E0}" presName="Name37" presStyleLbl="parChTrans1D2" presStyleIdx="5" presStyleCnt="6"/>
      <dgm:spPr/>
    </dgm:pt>
    <dgm:pt modelId="{76098E0C-B8A0-4EAC-9DDE-1E353FD4AB64}" type="pres">
      <dgm:prSet presAssocID="{CF7F799F-2ACC-46AD-A1B8-08F774D55B32}" presName="hierRoot2" presStyleCnt="0">
        <dgm:presLayoutVars>
          <dgm:hierBranch val="init"/>
        </dgm:presLayoutVars>
      </dgm:prSet>
      <dgm:spPr/>
    </dgm:pt>
    <dgm:pt modelId="{3D690D41-0A45-402E-839F-0CCD3D57A8D1}" type="pres">
      <dgm:prSet presAssocID="{CF7F799F-2ACC-46AD-A1B8-08F774D55B32}" presName="rootComposite" presStyleCnt="0"/>
      <dgm:spPr/>
    </dgm:pt>
    <dgm:pt modelId="{8A8FDD15-7952-43B2-8CE2-C93CAA97D32A}" type="pres">
      <dgm:prSet presAssocID="{CF7F799F-2ACC-46AD-A1B8-08F774D55B32}" presName="rootText" presStyleLbl="node2" presStyleIdx="5" presStyleCnt="6">
        <dgm:presLayoutVars>
          <dgm:chPref val="3"/>
        </dgm:presLayoutVars>
      </dgm:prSet>
      <dgm:spPr/>
    </dgm:pt>
    <dgm:pt modelId="{81F9EF32-E9AA-4336-96F3-6F305CD56730}" type="pres">
      <dgm:prSet presAssocID="{CF7F799F-2ACC-46AD-A1B8-08F774D55B32}" presName="rootConnector" presStyleLbl="node2" presStyleIdx="5" presStyleCnt="6"/>
      <dgm:spPr/>
    </dgm:pt>
    <dgm:pt modelId="{960E9ABD-205E-4F28-9A16-C00E5AE33EF1}" type="pres">
      <dgm:prSet presAssocID="{CF7F799F-2ACC-46AD-A1B8-08F774D55B32}" presName="hierChild4" presStyleCnt="0"/>
      <dgm:spPr/>
    </dgm:pt>
    <dgm:pt modelId="{20CB6159-E8B9-4FA7-8AEA-5A4B80FD22C4}" type="pres">
      <dgm:prSet presAssocID="{CF7F799F-2ACC-46AD-A1B8-08F774D55B32}" presName="hierChild5" presStyleCnt="0"/>
      <dgm:spPr/>
    </dgm:pt>
    <dgm:pt modelId="{5F622E64-3D98-4CE6-93CB-58CE7D47083F}" type="pres">
      <dgm:prSet presAssocID="{A6D45347-37B8-4059-94E3-72014C6325BA}" presName="hierChild3" presStyleCnt="0"/>
      <dgm:spPr/>
    </dgm:pt>
  </dgm:ptLst>
  <dgm:cxnLst>
    <dgm:cxn modelId="{BCFFCF03-1C87-4290-AB4D-EEF694E3BA60}" type="presOf" srcId="{55C1D4E5-201A-4FDC-B5AB-ED8B4BB0D90B}" destId="{1A24CCF2-05E1-430B-B250-9D81BF8CBB50}" srcOrd="0" destOrd="0" presId="urn:microsoft.com/office/officeart/2005/8/layout/orgChart1"/>
    <dgm:cxn modelId="{39E0D00B-0887-4502-B3C1-3FFBBCF57122}" srcId="{A6D45347-37B8-4059-94E3-72014C6325BA}" destId="{65A4BFEE-DC00-4E39-AC50-B8718BEAF6FF}" srcOrd="1" destOrd="0" parTransId="{5FEE87E9-EA1D-4004-845B-1A7F96E598AA}" sibTransId="{F8A84A74-5525-46B7-AB5A-5289710DF7B9}"/>
    <dgm:cxn modelId="{6FB89E0E-D3D9-41EF-8E4F-0C885E944C7D}" type="presOf" srcId="{C0B7BA21-1BB6-4B82-861B-D9F48A27EB94}" destId="{E1030479-9C40-4619-9148-811F73CB0251}" srcOrd="1" destOrd="0" presId="urn:microsoft.com/office/officeart/2005/8/layout/orgChart1"/>
    <dgm:cxn modelId="{F4B12F15-6825-4E74-948E-1B427CAB1789}" type="presOf" srcId="{AEA681D0-F7E8-43EB-BC1A-7B47FF23A26E}" destId="{7A37CD15-BD27-4454-823F-CF58B42789E6}" srcOrd="0" destOrd="0" presId="urn:microsoft.com/office/officeart/2005/8/layout/orgChart1"/>
    <dgm:cxn modelId="{B5CB7119-2BED-423C-B262-80C943F2CCCF}" type="presOf" srcId="{0A0CEB6F-CC91-440A-BC85-F04D66E0E01D}" destId="{3D9D3C1B-13CA-484C-9C92-12DCD195E9AD}" srcOrd="1" destOrd="0" presId="urn:microsoft.com/office/officeart/2005/8/layout/orgChart1"/>
    <dgm:cxn modelId="{E86C3827-F44C-4E20-9926-79CCAEDD44BD}" type="presOf" srcId="{CF7F799F-2ACC-46AD-A1B8-08F774D55B32}" destId="{81F9EF32-E9AA-4336-96F3-6F305CD56730}" srcOrd="1" destOrd="0" presId="urn:microsoft.com/office/officeart/2005/8/layout/orgChart1"/>
    <dgm:cxn modelId="{D7C1542E-71E8-4B96-8E6B-0C2BF0C9EB5F}" type="presOf" srcId="{5FEE87E9-EA1D-4004-845B-1A7F96E598AA}" destId="{F3EF43FD-69F2-42EF-A726-86C676AB34A6}" srcOrd="0" destOrd="0" presId="urn:microsoft.com/office/officeart/2005/8/layout/orgChart1"/>
    <dgm:cxn modelId="{B6E62C37-EAC8-4E7A-9D15-C00B6F784E33}" type="presOf" srcId="{4843DA8A-CE67-4A1C-AB46-78DBE4576EC9}" destId="{7AA3579E-9A3C-4E16-98B7-397C1FFEBEB2}" srcOrd="0" destOrd="0" presId="urn:microsoft.com/office/officeart/2005/8/layout/orgChart1"/>
    <dgm:cxn modelId="{BEAFD241-AE44-4C0A-9EC1-02A850B7CEF6}" type="presOf" srcId="{A6D45347-37B8-4059-94E3-72014C6325BA}" destId="{57F2E712-EC2A-4C91-AB4F-D04608AF59F0}" srcOrd="1" destOrd="0" presId="urn:microsoft.com/office/officeart/2005/8/layout/orgChart1"/>
    <dgm:cxn modelId="{0258BF43-4502-4F5C-B169-591FED6163F5}" type="presOf" srcId="{0A0CEB6F-CC91-440A-BC85-F04D66E0E01D}" destId="{3536F460-7FF6-4869-9FD5-12E80EBF7D2E}" srcOrd="0" destOrd="0" presId="urn:microsoft.com/office/officeart/2005/8/layout/orgChart1"/>
    <dgm:cxn modelId="{97C2BA59-CB13-4E22-826A-A50A2E38BF5C}" srcId="{A6D45347-37B8-4059-94E3-72014C6325BA}" destId="{0A0CEB6F-CC91-440A-BC85-F04D66E0E01D}" srcOrd="2" destOrd="0" parTransId="{2AC15D7B-4D53-4C97-AC61-3DBF8AC70F23}" sibTransId="{DE9D9570-9F11-4823-90F4-D6091C053BE6}"/>
    <dgm:cxn modelId="{0C86C55A-4365-450F-9369-677011409B99}" type="presOf" srcId="{2AC15D7B-4D53-4C97-AC61-3DBF8AC70F23}" destId="{58B6DC7E-99D7-4CD0-8EB4-E199ADE1C08B}" srcOrd="0" destOrd="0" presId="urn:microsoft.com/office/officeart/2005/8/layout/orgChart1"/>
    <dgm:cxn modelId="{19D97463-D70E-4C63-BF09-0CE3E65BE677}" type="presOf" srcId="{73FFA637-2BE6-41F1-8F89-D126418C4C6B}" destId="{F3AD2F8A-11CC-4CBC-9524-ED7BFAF5FA72}" srcOrd="1" destOrd="0" presId="urn:microsoft.com/office/officeart/2005/8/layout/orgChart1"/>
    <dgm:cxn modelId="{77817A68-1EDF-49F1-B852-A342B05AF91E}" type="presOf" srcId="{FA336430-41A0-44A0-9E47-3B4BA689D4F5}" destId="{DC1EEEF9-9736-4896-A196-D0119E9A46BE}" srcOrd="0" destOrd="0" presId="urn:microsoft.com/office/officeart/2005/8/layout/orgChart1"/>
    <dgm:cxn modelId="{875F4D70-B46D-4040-96C3-709EB5401120}" srcId="{A6D45347-37B8-4059-94E3-72014C6325BA}" destId="{73FFA637-2BE6-41F1-8F89-D126418C4C6B}" srcOrd="4" destOrd="0" parTransId="{4843DA8A-CE67-4A1C-AB46-78DBE4576EC9}" sibTransId="{55DFEF3F-A4D7-459C-A62E-39C44C359E70}"/>
    <dgm:cxn modelId="{9ECC7D72-1B5E-4522-87E7-2F584984E4F0}" srcId="{55C1D4E5-201A-4FDC-B5AB-ED8B4BB0D90B}" destId="{A6D45347-37B8-4059-94E3-72014C6325BA}" srcOrd="0" destOrd="0" parTransId="{F910D88D-CF4F-4DD0-9C47-BCE6BF550347}" sibTransId="{2FB51A4F-4548-4C7B-B46B-30C5EE2D3C7F}"/>
    <dgm:cxn modelId="{323BC5A5-D1EB-418E-9280-756A33F331D2}" type="presOf" srcId="{A6D45347-37B8-4059-94E3-72014C6325BA}" destId="{B24C08EF-6B9F-4EF9-9485-17D4597CD8C7}" srcOrd="0" destOrd="0" presId="urn:microsoft.com/office/officeart/2005/8/layout/orgChart1"/>
    <dgm:cxn modelId="{64B43EAB-9863-4370-8846-C798CEA59D9D}" srcId="{A6D45347-37B8-4059-94E3-72014C6325BA}" destId="{AEA681D0-F7E8-43EB-BC1A-7B47FF23A26E}" srcOrd="3" destOrd="0" parTransId="{FA336430-41A0-44A0-9E47-3B4BA689D4F5}" sibTransId="{519BBD59-3605-4DAE-845A-0719B3F9798B}"/>
    <dgm:cxn modelId="{ABF1CBB8-7F2D-44D7-98D3-3D251F748DE2}" type="presOf" srcId="{73FFA637-2BE6-41F1-8F89-D126418C4C6B}" destId="{10E100DB-7BBE-4C89-AEC8-585E4F474A03}" srcOrd="0" destOrd="0" presId="urn:microsoft.com/office/officeart/2005/8/layout/orgChart1"/>
    <dgm:cxn modelId="{8FE288BC-9C49-4C9F-B9A7-DCB12FE84377}" srcId="{A6D45347-37B8-4059-94E3-72014C6325BA}" destId="{CF7F799F-2ACC-46AD-A1B8-08F774D55B32}" srcOrd="5" destOrd="0" parTransId="{6708D269-653F-426F-95DF-EB81740639E0}" sibTransId="{DF2C384C-ED5D-4C4D-A7B7-2B705600B727}"/>
    <dgm:cxn modelId="{922741C9-3FC1-41BA-83FB-0077F8123816}" type="presOf" srcId="{65A4BFEE-DC00-4E39-AC50-B8718BEAF6FF}" destId="{261BA82F-526A-423F-BEDC-73B97F1DDFF6}" srcOrd="0" destOrd="0" presId="urn:microsoft.com/office/officeart/2005/8/layout/orgChart1"/>
    <dgm:cxn modelId="{9AE80DCA-1DDF-486B-A4C6-AAE8184070CE}" type="presOf" srcId="{6708D269-653F-426F-95DF-EB81740639E0}" destId="{0EE304FC-D47C-4D96-8861-ACF245F60E71}" srcOrd="0" destOrd="0" presId="urn:microsoft.com/office/officeart/2005/8/layout/orgChart1"/>
    <dgm:cxn modelId="{1D78D4D1-52E4-464E-8122-19819E39927B}" type="presOf" srcId="{CF7F799F-2ACC-46AD-A1B8-08F774D55B32}" destId="{8A8FDD15-7952-43B2-8CE2-C93CAA97D32A}" srcOrd="0" destOrd="0" presId="urn:microsoft.com/office/officeart/2005/8/layout/orgChart1"/>
    <dgm:cxn modelId="{2E812FD2-18B9-4CC0-A8C9-293CAA6F13B6}" srcId="{A6D45347-37B8-4059-94E3-72014C6325BA}" destId="{C0B7BA21-1BB6-4B82-861B-D9F48A27EB94}" srcOrd="0" destOrd="0" parTransId="{66BE30DD-0D59-4C2A-9B51-E3A515864DB8}" sibTransId="{89EF569F-3AFE-4E70-9C2D-FC6A040F6E7C}"/>
    <dgm:cxn modelId="{AC1DF6D6-A353-47A7-8B24-A408DDAD2F3B}" type="presOf" srcId="{65A4BFEE-DC00-4E39-AC50-B8718BEAF6FF}" destId="{CDE10361-DBF1-4714-90EA-94B10E5C2676}" srcOrd="1" destOrd="0" presId="urn:microsoft.com/office/officeart/2005/8/layout/orgChart1"/>
    <dgm:cxn modelId="{ACB53EDE-25B7-404B-BE5A-0928DC550744}" type="presOf" srcId="{C0B7BA21-1BB6-4B82-861B-D9F48A27EB94}" destId="{22F542EC-F963-4569-B564-70C278089AF1}" srcOrd="0" destOrd="0" presId="urn:microsoft.com/office/officeart/2005/8/layout/orgChart1"/>
    <dgm:cxn modelId="{2D98C6E0-C6B6-479D-95EA-AFD34AC382D0}" type="presOf" srcId="{AEA681D0-F7E8-43EB-BC1A-7B47FF23A26E}" destId="{FF5CB39A-239C-46E6-9ECC-2DFC0DFA24B1}" srcOrd="1" destOrd="0" presId="urn:microsoft.com/office/officeart/2005/8/layout/orgChart1"/>
    <dgm:cxn modelId="{607CD7F3-EECE-47C2-9192-E159F8AFA56D}" type="presOf" srcId="{66BE30DD-0D59-4C2A-9B51-E3A515864DB8}" destId="{79677F3F-E6ED-4592-9174-9CC534254CDD}" srcOrd="0" destOrd="0" presId="urn:microsoft.com/office/officeart/2005/8/layout/orgChart1"/>
    <dgm:cxn modelId="{70849B3B-3BDD-4A54-9E34-018B6CFF40BE}" type="presParOf" srcId="{1A24CCF2-05E1-430B-B250-9D81BF8CBB50}" destId="{7C7AC599-1D13-4102-B280-3A1D769AC950}" srcOrd="0" destOrd="0" presId="urn:microsoft.com/office/officeart/2005/8/layout/orgChart1"/>
    <dgm:cxn modelId="{6DC3EF11-C403-4BE7-BB36-0A22E5DF95CC}" type="presParOf" srcId="{7C7AC599-1D13-4102-B280-3A1D769AC950}" destId="{AFB95E8A-5308-444A-A375-7DF10B3F8942}" srcOrd="0" destOrd="0" presId="urn:microsoft.com/office/officeart/2005/8/layout/orgChart1"/>
    <dgm:cxn modelId="{F561C9C6-AAA8-4B6D-9B56-F3893CA7799A}" type="presParOf" srcId="{AFB95E8A-5308-444A-A375-7DF10B3F8942}" destId="{B24C08EF-6B9F-4EF9-9485-17D4597CD8C7}" srcOrd="0" destOrd="0" presId="urn:microsoft.com/office/officeart/2005/8/layout/orgChart1"/>
    <dgm:cxn modelId="{0A59139E-2436-4EB5-839D-FCFD05829AE6}" type="presParOf" srcId="{AFB95E8A-5308-444A-A375-7DF10B3F8942}" destId="{57F2E712-EC2A-4C91-AB4F-D04608AF59F0}" srcOrd="1" destOrd="0" presId="urn:microsoft.com/office/officeart/2005/8/layout/orgChart1"/>
    <dgm:cxn modelId="{CF828078-176E-4159-8F84-AB7041E455B7}" type="presParOf" srcId="{7C7AC599-1D13-4102-B280-3A1D769AC950}" destId="{A1C4FF83-303A-47CA-B387-8FC976823415}" srcOrd="1" destOrd="0" presId="urn:microsoft.com/office/officeart/2005/8/layout/orgChart1"/>
    <dgm:cxn modelId="{EAD769A8-FA5F-442B-9C63-69132FB22B0A}" type="presParOf" srcId="{A1C4FF83-303A-47CA-B387-8FC976823415}" destId="{79677F3F-E6ED-4592-9174-9CC534254CDD}" srcOrd="0" destOrd="0" presId="urn:microsoft.com/office/officeart/2005/8/layout/orgChart1"/>
    <dgm:cxn modelId="{68617FCC-ECBC-4542-827E-0A09962E54DF}" type="presParOf" srcId="{A1C4FF83-303A-47CA-B387-8FC976823415}" destId="{B9F1BAA3-69D7-4C73-8053-AA0B2609DC21}" srcOrd="1" destOrd="0" presId="urn:microsoft.com/office/officeart/2005/8/layout/orgChart1"/>
    <dgm:cxn modelId="{C47D1D93-8A71-4319-890D-E559741D2A5F}" type="presParOf" srcId="{B9F1BAA3-69D7-4C73-8053-AA0B2609DC21}" destId="{84D379FA-71F6-4818-980E-E79989E2E3D7}" srcOrd="0" destOrd="0" presId="urn:microsoft.com/office/officeart/2005/8/layout/orgChart1"/>
    <dgm:cxn modelId="{610CD6D7-C5F1-49FF-A232-6C2DCA3BF07F}" type="presParOf" srcId="{84D379FA-71F6-4818-980E-E79989E2E3D7}" destId="{22F542EC-F963-4569-B564-70C278089AF1}" srcOrd="0" destOrd="0" presId="urn:microsoft.com/office/officeart/2005/8/layout/orgChart1"/>
    <dgm:cxn modelId="{DD468418-602E-482F-8BCD-8EA032E7C6B3}" type="presParOf" srcId="{84D379FA-71F6-4818-980E-E79989E2E3D7}" destId="{E1030479-9C40-4619-9148-811F73CB0251}" srcOrd="1" destOrd="0" presId="urn:microsoft.com/office/officeart/2005/8/layout/orgChart1"/>
    <dgm:cxn modelId="{D3989FAD-658E-497A-8DAC-F2131D8D4385}" type="presParOf" srcId="{B9F1BAA3-69D7-4C73-8053-AA0B2609DC21}" destId="{205F6CDA-EB01-48DF-AC32-336D098831CB}" srcOrd="1" destOrd="0" presId="urn:microsoft.com/office/officeart/2005/8/layout/orgChart1"/>
    <dgm:cxn modelId="{4DFB400B-37A2-4E16-8B7F-9B9A30E42393}" type="presParOf" srcId="{B9F1BAA3-69D7-4C73-8053-AA0B2609DC21}" destId="{F067A39C-33F4-4ADF-9D5D-EFF5DF2222D1}" srcOrd="2" destOrd="0" presId="urn:microsoft.com/office/officeart/2005/8/layout/orgChart1"/>
    <dgm:cxn modelId="{257AAF36-61D1-488C-8CE7-088765AC1769}" type="presParOf" srcId="{A1C4FF83-303A-47CA-B387-8FC976823415}" destId="{F3EF43FD-69F2-42EF-A726-86C676AB34A6}" srcOrd="2" destOrd="0" presId="urn:microsoft.com/office/officeart/2005/8/layout/orgChart1"/>
    <dgm:cxn modelId="{33AB2688-A852-45EC-91DD-023013C2EA19}" type="presParOf" srcId="{A1C4FF83-303A-47CA-B387-8FC976823415}" destId="{6FDD63CF-2CB9-418D-B368-62BCD9AF71AF}" srcOrd="3" destOrd="0" presId="urn:microsoft.com/office/officeart/2005/8/layout/orgChart1"/>
    <dgm:cxn modelId="{1E82F1EB-D02C-410A-9038-4FCF82B2876B}" type="presParOf" srcId="{6FDD63CF-2CB9-418D-B368-62BCD9AF71AF}" destId="{74AC768F-8BF5-4B44-AFDD-FEDD53E3A029}" srcOrd="0" destOrd="0" presId="urn:microsoft.com/office/officeart/2005/8/layout/orgChart1"/>
    <dgm:cxn modelId="{00A3731E-47CE-403E-87BC-46A432744F78}" type="presParOf" srcId="{74AC768F-8BF5-4B44-AFDD-FEDD53E3A029}" destId="{261BA82F-526A-423F-BEDC-73B97F1DDFF6}" srcOrd="0" destOrd="0" presId="urn:microsoft.com/office/officeart/2005/8/layout/orgChart1"/>
    <dgm:cxn modelId="{F691DAAF-8E1A-4BEE-B0E0-874D6647BE62}" type="presParOf" srcId="{74AC768F-8BF5-4B44-AFDD-FEDD53E3A029}" destId="{CDE10361-DBF1-4714-90EA-94B10E5C2676}" srcOrd="1" destOrd="0" presId="urn:microsoft.com/office/officeart/2005/8/layout/orgChart1"/>
    <dgm:cxn modelId="{6448FBBF-A674-447C-9613-7392857A0CB3}" type="presParOf" srcId="{6FDD63CF-2CB9-418D-B368-62BCD9AF71AF}" destId="{4DE2F95D-7E89-4BF8-99AC-D2EDF92E3C54}" srcOrd="1" destOrd="0" presId="urn:microsoft.com/office/officeart/2005/8/layout/orgChart1"/>
    <dgm:cxn modelId="{9C2468AB-9AB5-40E4-A21A-E033E0B10E1B}" type="presParOf" srcId="{6FDD63CF-2CB9-418D-B368-62BCD9AF71AF}" destId="{908AC344-E456-44AF-8913-6ACE5A203F82}" srcOrd="2" destOrd="0" presId="urn:microsoft.com/office/officeart/2005/8/layout/orgChart1"/>
    <dgm:cxn modelId="{1BBAC398-C690-41F1-AFE8-15B0C8DED001}" type="presParOf" srcId="{A1C4FF83-303A-47CA-B387-8FC976823415}" destId="{58B6DC7E-99D7-4CD0-8EB4-E199ADE1C08B}" srcOrd="4" destOrd="0" presId="urn:microsoft.com/office/officeart/2005/8/layout/orgChart1"/>
    <dgm:cxn modelId="{3F1C7E75-16DC-47A6-A4DB-137D862D0558}" type="presParOf" srcId="{A1C4FF83-303A-47CA-B387-8FC976823415}" destId="{511AF4A0-DC9F-4A1D-B90A-B92DAD19B2F1}" srcOrd="5" destOrd="0" presId="urn:microsoft.com/office/officeart/2005/8/layout/orgChart1"/>
    <dgm:cxn modelId="{52F69C64-1939-4654-97EF-C3A7D1F809CE}" type="presParOf" srcId="{511AF4A0-DC9F-4A1D-B90A-B92DAD19B2F1}" destId="{80C8AD7B-9C25-4B30-9891-206EAC2B9D17}" srcOrd="0" destOrd="0" presId="urn:microsoft.com/office/officeart/2005/8/layout/orgChart1"/>
    <dgm:cxn modelId="{F7B4FBD0-DEEA-4CC0-81FC-79C398E9E023}" type="presParOf" srcId="{80C8AD7B-9C25-4B30-9891-206EAC2B9D17}" destId="{3536F460-7FF6-4869-9FD5-12E80EBF7D2E}" srcOrd="0" destOrd="0" presId="urn:microsoft.com/office/officeart/2005/8/layout/orgChart1"/>
    <dgm:cxn modelId="{50403397-B3AA-4359-A5A3-24E59B7CFA7E}" type="presParOf" srcId="{80C8AD7B-9C25-4B30-9891-206EAC2B9D17}" destId="{3D9D3C1B-13CA-484C-9C92-12DCD195E9AD}" srcOrd="1" destOrd="0" presId="urn:microsoft.com/office/officeart/2005/8/layout/orgChart1"/>
    <dgm:cxn modelId="{A7F36F70-7B53-48B1-9DEB-9136765C16F9}" type="presParOf" srcId="{511AF4A0-DC9F-4A1D-B90A-B92DAD19B2F1}" destId="{C7257F4A-5395-4A48-89C9-B64F0E249158}" srcOrd="1" destOrd="0" presId="urn:microsoft.com/office/officeart/2005/8/layout/orgChart1"/>
    <dgm:cxn modelId="{7BB8F2F0-05CA-4B99-84A9-82AB41BA7CC8}" type="presParOf" srcId="{511AF4A0-DC9F-4A1D-B90A-B92DAD19B2F1}" destId="{0113D012-C25B-48AB-8445-BFD19570C991}" srcOrd="2" destOrd="0" presId="urn:microsoft.com/office/officeart/2005/8/layout/orgChart1"/>
    <dgm:cxn modelId="{0898A98A-4C90-4A4E-B9ED-9FA6FEF9C568}" type="presParOf" srcId="{A1C4FF83-303A-47CA-B387-8FC976823415}" destId="{DC1EEEF9-9736-4896-A196-D0119E9A46BE}" srcOrd="6" destOrd="0" presId="urn:microsoft.com/office/officeart/2005/8/layout/orgChart1"/>
    <dgm:cxn modelId="{E43131B5-7817-4FC4-B076-D6BADBD9DB79}" type="presParOf" srcId="{A1C4FF83-303A-47CA-B387-8FC976823415}" destId="{DD0D43E5-BD27-43AD-B2C3-E0BB745BF703}" srcOrd="7" destOrd="0" presId="urn:microsoft.com/office/officeart/2005/8/layout/orgChart1"/>
    <dgm:cxn modelId="{714AD755-8698-4927-A9D9-0173756E5299}" type="presParOf" srcId="{DD0D43E5-BD27-43AD-B2C3-E0BB745BF703}" destId="{8A4C7013-D54E-4CDB-8192-580DAD5D8FA8}" srcOrd="0" destOrd="0" presId="urn:microsoft.com/office/officeart/2005/8/layout/orgChart1"/>
    <dgm:cxn modelId="{ABF7FEBD-D469-4E2C-984D-93A205BFD148}" type="presParOf" srcId="{8A4C7013-D54E-4CDB-8192-580DAD5D8FA8}" destId="{7A37CD15-BD27-4454-823F-CF58B42789E6}" srcOrd="0" destOrd="0" presId="urn:microsoft.com/office/officeart/2005/8/layout/orgChart1"/>
    <dgm:cxn modelId="{C3E4F294-CDDF-468A-BA68-1FD19258AAC6}" type="presParOf" srcId="{8A4C7013-D54E-4CDB-8192-580DAD5D8FA8}" destId="{FF5CB39A-239C-46E6-9ECC-2DFC0DFA24B1}" srcOrd="1" destOrd="0" presId="urn:microsoft.com/office/officeart/2005/8/layout/orgChart1"/>
    <dgm:cxn modelId="{5511E72B-F5BC-47FC-8521-3541FFC01C40}" type="presParOf" srcId="{DD0D43E5-BD27-43AD-B2C3-E0BB745BF703}" destId="{CBBD1C51-3F59-4204-A5AC-BA8D0055DB0C}" srcOrd="1" destOrd="0" presId="urn:microsoft.com/office/officeart/2005/8/layout/orgChart1"/>
    <dgm:cxn modelId="{8B193EA4-39D8-400D-BA6E-DAC756255F90}" type="presParOf" srcId="{DD0D43E5-BD27-43AD-B2C3-E0BB745BF703}" destId="{DBF18825-CDAB-4843-B8F3-1A795F629A32}" srcOrd="2" destOrd="0" presId="urn:microsoft.com/office/officeart/2005/8/layout/orgChart1"/>
    <dgm:cxn modelId="{B4F5C2D9-43A8-4BCC-83CD-6AEFF3EF6CBC}" type="presParOf" srcId="{A1C4FF83-303A-47CA-B387-8FC976823415}" destId="{7AA3579E-9A3C-4E16-98B7-397C1FFEBEB2}" srcOrd="8" destOrd="0" presId="urn:microsoft.com/office/officeart/2005/8/layout/orgChart1"/>
    <dgm:cxn modelId="{BEC9D590-DAA8-4DE7-81C9-5DC8695BD5E1}" type="presParOf" srcId="{A1C4FF83-303A-47CA-B387-8FC976823415}" destId="{DB81CDC8-F5EE-4867-A113-171A60C2DF5B}" srcOrd="9" destOrd="0" presId="urn:microsoft.com/office/officeart/2005/8/layout/orgChart1"/>
    <dgm:cxn modelId="{634A2664-13D5-415C-9980-823DB43F6DEC}" type="presParOf" srcId="{DB81CDC8-F5EE-4867-A113-171A60C2DF5B}" destId="{94C67678-A554-4E92-86E2-82251DE5B2BB}" srcOrd="0" destOrd="0" presId="urn:microsoft.com/office/officeart/2005/8/layout/orgChart1"/>
    <dgm:cxn modelId="{0BD85B21-8EF4-4FA0-BD0E-11637F17AB29}" type="presParOf" srcId="{94C67678-A554-4E92-86E2-82251DE5B2BB}" destId="{10E100DB-7BBE-4C89-AEC8-585E4F474A03}" srcOrd="0" destOrd="0" presId="urn:microsoft.com/office/officeart/2005/8/layout/orgChart1"/>
    <dgm:cxn modelId="{C069799E-4790-4CC4-BA6B-264B5E107EB6}" type="presParOf" srcId="{94C67678-A554-4E92-86E2-82251DE5B2BB}" destId="{F3AD2F8A-11CC-4CBC-9524-ED7BFAF5FA72}" srcOrd="1" destOrd="0" presId="urn:microsoft.com/office/officeart/2005/8/layout/orgChart1"/>
    <dgm:cxn modelId="{2A9D0638-0935-46FF-B720-6DB5EF5D448E}" type="presParOf" srcId="{DB81CDC8-F5EE-4867-A113-171A60C2DF5B}" destId="{EAFCFEA3-042E-4710-A2BE-85ADB119AB38}" srcOrd="1" destOrd="0" presId="urn:microsoft.com/office/officeart/2005/8/layout/orgChart1"/>
    <dgm:cxn modelId="{91ED1BE4-F313-45FC-B8DD-B67A790F7C57}" type="presParOf" srcId="{DB81CDC8-F5EE-4867-A113-171A60C2DF5B}" destId="{A8FD1D7D-B3BC-4666-B2A5-BEAF88875D05}" srcOrd="2" destOrd="0" presId="urn:microsoft.com/office/officeart/2005/8/layout/orgChart1"/>
    <dgm:cxn modelId="{4B2E10DD-0981-43EA-B3EB-79182E91E991}" type="presParOf" srcId="{A1C4FF83-303A-47CA-B387-8FC976823415}" destId="{0EE304FC-D47C-4D96-8861-ACF245F60E71}" srcOrd="10" destOrd="0" presId="urn:microsoft.com/office/officeart/2005/8/layout/orgChart1"/>
    <dgm:cxn modelId="{F922DEC3-B48D-46E6-84CB-B1429C1C3115}" type="presParOf" srcId="{A1C4FF83-303A-47CA-B387-8FC976823415}" destId="{76098E0C-B8A0-4EAC-9DDE-1E353FD4AB64}" srcOrd="11" destOrd="0" presId="urn:microsoft.com/office/officeart/2005/8/layout/orgChart1"/>
    <dgm:cxn modelId="{E387331A-5E89-41DE-8829-B5788414F5F4}" type="presParOf" srcId="{76098E0C-B8A0-4EAC-9DDE-1E353FD4AB64}" destId="{3D690D41-0A45-402E-839F-0CCD3D57A8D1}" srcOrd="0" destOrd="0" presId="urn:microsoft.com/office/officeart/2005/8/layout/orgChart1"/>
    <dgm:cxn modelId="{19BE91C8-56FD-4598-8F0E-59338A95BFE8}" type="presParOf" srcId="{3D690D41-0A45-402E-839F-0CCD3D57A8D1}" destId="{8A8FDD15-7952-43B2-8CE2-C93CAA97D32A}" srcOrd="0" destOrd="0" presId="urn:microsoft.com/office/officeart/2005/8/layout/orgChart1"/>
    <dgm:cxn modelId="{B5A70ECF-B91D-4056-B9C1-E5D233039605}" type="presParOf" srcId="{3D690D41-0A45-402E-839F-0CCD3D57A8D1}" destId="{81F9EF32-E9AA-4336-96F3-6F305CD56730}" srcOrd="1" destOrd="0" presId="urn:microsoft.com/office/officeart/2005/8/layout/orgChart1"/>
    <dgm:cxn modelId="{477EBC55-6096-499A-83C8-859AC2185AA3}" type="presParOf" srcId="{76098E0C-B8A0-4EAC-9DDE-1E353FD4AB64}" destId="{960E9ABD-205E-4F28-9A16-C00E5AE33EF1}" srcOrd="1" destOrd="0" presId="urn:microsoft.com/office/officeart/2005/8/layout/orgChart1"/>
    <dgm:cxn modelId="{D5011BF7-9263-480B-A8C4-CDF6D793F46B}" type="presParOf" srcId="{76098E0C-B8A0-4EAC-9DDE-1E353FD4AB64}" destId="{20CB6159-E8B9-4FA7-8AEA-5A4B80FD22C4}" srcOrd="2" destOrd="0" presId="urn:microsoft.com/office/officeart/2005/8/layout/orgChart1"/>
    <dgm:cxn modelId="{F35DABEF-49A6-4020-A9CD-5FA79B2F0ED1}" type="presParOf" srcId="{7C7AC599-1D13-4102-B280-3A1D769AC950}" destId="{5F622E64-3D98-4CE6-93CB-58CE7D47083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73C7CE-4EF6-4B89-B095-538EFB91D43D}" type="doc">
      <dgm:prSet loTypeId="urn:microsoft.com/office/officeart/2005/8/layout/chevron1" loCatId="process" qsTypeId="urn:microsoft.com/office/officeart/2005/8/quickstyle/simple3" qsCatId="simple" csTypeId="urn:microsoft.com/office/officeart/2005/8/colors/colorful1" csCatId="colorful" phldr="1"/>
      <dgm:spPr/>
    </dgm:pt>
    <dgm:pt modelId="{200DC5AA-3698-49E4-A92D-7362532AEAC8}">
      <dgm:prSet phldrT="[Text]"/>
      <dgm:spPr/>
      <dgm:t>
        <a:bodyPr/>
        <a:lstStyle/>
        <a:p>
          <a:r>
            <a:rPr lang="en-US" dirty="0"/>
            <a:t>KNOWN</a:t>
          </a:r>
          <a:endParaRPr lang="en-GB" dirty="0"/>
        </a:p>
      </dgm:t>
    </dgm:pt>
    <dgm:pt modelId="{9F91C3E6-7A33-4088-81D5-5D5BC1036252}" type="parTrans" cxnId="{15DFFEE3-2EA8-48E8-B112-D933B2CEE34C}">
      <dgm:prSet/>
      <dgm:spPr/>
      <dgm:t>
        <a:bodyPr/>
        <a:lstStyle/>
        <a:p>
          <a:endParaRPr lang="en-GB"/>
        </a:p>
      </dgm:t>
    </dgm:pt>
    <dgm:pt modelId="{31BC2F13-0EA7-4170-AE2B-7C775E1F85E4}" type="sibTrans" cxnId="{15DFFEE3-2EA8-48E8-B112-D933B2CEE34C}">
      <dgm:prSet/>
      <dgm:spPr/>
      <dgm:t>
        <a:bodyPr/>
        <a:lstStyle/>
        <a:p>
          <a:endParaRPr lang="en-GB"/>
        </a:p>
      </dgm:t>
    </dgm:pt>
    <dgm:pt modelId="{6DDDE85E-C59B-436C-81FE-A058228DCF31}">
      <dgm:prSet phldrT="[Text]"/>
      <dgm:spPr/>
      <dgm:t>
        <a:bodyPr/>
        <a:lstStyle/>
        <a:p>
          <a:r>
            <a:rPr lang="en-US" dirty="0"/>
            <a:t>UNKNOWN</a:t>
          </a:r>
          <a:endParaRPr lang="en-GB" dirty="0"/>
        </a:p>
      </dgm:t>
    </dgm:pt>
    <dgm:pt modelId="{AA31A91F-2BEB-4203-B127-484839498CA6}" type="parTrans" cxnId="{1CEC60AA-5FFC-4866-B005-5217C6A50DBB}">
      <dgm:prSet/>
      <dgm:spPr/>
      <dgm:t>
        <a:bodyPr/>
        <a:lstStyle/>
        <a:p>
          <a:endParaRPr lang="en-GB"/>
        </a:p>
      </dgm:t>
    </dgm:pt>
    <dgm:pt modelId="{511EBE63-F85C-4098-917A-42E1B09E2D3E}" type="sibTrans" cxnId="{1CEC60AA-5FFC-4866-B005-5217C6A50DBB}">
      <dgm:prSet/>
      <dgm:spPr/>
      <dgm:t>
        <a:bodyPr/>
        <a:lstStyle/>
        <a:p>
          <a:endParaRPr lang="en-GB"/>
        </a:p>
      </dgm:t>
    </dgm:pt>
    <dgm:pt modelId="{6B0EDCBF-B16C-4677-8223-4E3C3D141BBD}" type="pres">
      <dgm:prSet presAssocID="{1A73C7CE-4EF6-4B89-B095-538EFB91D43D}" presName="Name0" presStyleCnt="0">
        <dgm:presLayoutVars>
          <dgm:dir/>
          <dgm:animLvl val="lvl"/>
          <dgm:resizeHandles val="exact"/>
        </dgm:presLayoutVars>
      </dgm:prSet>
      <dgm:spPr/>
    </dgm:pt>
    <dgm:pt modelId="{8A961790-A716-4FC5-BC54-E4B65DCDCE32}" type="pres">
      <dgm:prSet presAssocID="{200DC5AA-3698-49E4-A92D-7362532AEAC8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EDF6FC5B-1D6B-4C67-8D20-ADCDDC28FCC0}" type="pres">
      <dgm:prSet presAssocID="{31BC2F13-0EA7-4170-AE2B-7C775E1F85E4}" presName="parTxOnlySpace" presStyleCnt="0"/>
      <dgm:spPr/>
    </dgm:pt>
    <dgm:pt modelId="{933907B8-9B23-4B2C-B25E-9C89EEF9AC42}" type="pres">
      <dgm:prSet presAssocID="{6DDDE85E-C59B-436C-81FE-A058228DCF31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74A66444-A90C-48C7-B2B5-1011D7B11FE4}" type="presOf" srcId="{1A73C7CE-4EF6-4B89-B095-538EFB91D43D}" destId="{6B0EDCBF-B16C-4677-8223-4E3C3D141BBD}" srcOrd="0" destOrd="0" presId="urn:microsoft.com/office/officeart/2005/8/layout/chevron1"/>
    <dgm:cxn modelId="{6EF8508F-5675-49BE-8854-17D24CCCAC07}" type="presOf" srcId="{6DDDE85E-C59B-436C-81FE-A058228DCF31}" destId="{933907B8-9B23-4B2C-B25E-9C89EEF9AC42}" srcOrd="0" destOrd="0" presId="urn:microsoft.com/office/officeart/2005/8/layout/chevron1"/>
    <dgm:cxn modelId="{1CEC60AA-5FFC-4866-B005-5217C6A50DBB}" srcId="{1A73C7CE-4EF6-4B89-B095-538EFB91D43D}" destId="{6DDDE85E-C59B-436C-81FE-A058228DCF31}" srcOrd="1" destOrd="0" parTransId="{AA31A91F-2BEB-4203-B127-484839498CA6}" sibTransId="{511EBE63-F85C-4098-917A-42E1B09E2D3E}"/>
    <dgm:cxn modelId="{7C6D6DAB-04DF-4B4F-814C-E1DEC14E4703}" type="presOf" srcId="{200DC5AA-3698-49E4-A92D-7362532AEAC8}" destId="{8A961790-A716-4FC5-BC54-E4B65DCDCE32}" srcOrd="0" destOrd="0" presId="urn:microsoft.com/office/officeart/2005/8/layout/chevron1"/>
    <dgm:cxn modelId="{15DFFEE3-2EA8-48E8-B112-D933B2CEE34C}" srcId="{1A73C7CE-4EF6-4B89-B095-538EFB91D43D}" destId="{200DC5AA-3698-49E4-A92D-7362532AEAC8}" srcOrd="0" destOrd="0" parTransId="{9F91C3E6-7A33-4088-81D5-5D5BC1036252}" sibTransId="{31BC2F13-0EA7-4170-AE2B-7C775E1F85E4}"/>
    <dgm:cxn modelId="{963918E5-0804-42FF-8EE9-6A66838CE279}" type="presParOf" srcId="{6B0EDCBF-B16C-4677-8223-4E3C3D141BBD}" destId="{8A961790-A716-4FC5-BC54-E4B65DCDCE32}" srcOrd="0" destOrd="0" presId="urn:microsoft.com/office/officeart/2005/8/layout/chevron1"/>
    <dgm:cxn modelId="{6F24A075-59E2-439A-BA31-B9BFBDA3D717}" type="presParOf" srcId="{6B0EDCBF-B16C-4677-8223-4E3C3D141BBD}" destId="{EDF6FC5B-1D6B-4C67-8D20-ADCDDC28FCC0}" srcOrd="1" destOrd="0" presId="urn:microsoft.com/office/officeart/2005/8/layout/chevron1"/>
    <dgm:cxn modelId="{24DADF6B-5DF6-45AA-AC08-6AFB49299DFC}" type="presParOf" srcId="{6B0EDCBF-B16C-4677-8223-4E3C3D141BBD}" destId="{933907B8-9B23-4B2C-B25E-9C89EEF9AC42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73C7CE-4EF6-4B89-B095-538EFB91D43D}" type="doc">
      <dgm:prSet loTypeId="urn:microsoft.com/office/officeart/2005/8/layout/chevron1" loCatId="process" qsTypeId="urn:microsoft.com/office/officeart/2005/8/quickstyle/simple3" qsCatId="simple" csTypeId="urn:microsoft.com/office/officeart/2005/8/colors/colorful1" csCatId="colorful" phldr="1"/>
      <dgm:spPr/>
    </dgm:pt>
    <dgm:pt modelId="{200DC5AA-3698-49E4-A92D-7362532AEAC8}">
      <dgm:prSet phldrT="[Text]"/>
      <dgm:spPr/>
      <dgm:t>
        <a:bodyPr/>
        <a:lstStyle/>
        <a:p>
          <a:r>
            <a:rPr lang="en-US" dirty="0"/>
            <a:t>SLOW</a:t>
          </a:r>
          <a:endParaRPr lang="en-GB" dirty="0"/>
        </a:p>
      </dgm:t>
    </dgm:pt>
    <dgm:pt modelId="{9F91C3E6-7A33-4088-81D5-5D5BC1036252}" type="parTrans" cxnId="{15DFFEE3-2EA8-48E8-B112-D933B2CEE34C}">
      <dgm:prSet/>
      <dgm:spPr/>
      <dgm:t>
        <a:bodyPr/>
        <a:lstStyle/>
        <a:p>
          <a:endParaRPr lang="en-GB"/>
        </a:p>
      </dgm:t>
    </dgm:pt>
    <dgm:pt modelId="{31BC2F13-0EA7-4170-AE2B-7C775E1F85E4}" type="sibTrans" cxnId="{15DFFEE3-2EA8-48E8-B112-D933B2CEE34C}">
      <dgm:prSet/>
      <dgm:spPr/>
      <dgm:t>
        <a:bodyPr/>
        <a:lstStyle/>
        <a:p>
          <a:endParaRPr lang="en-GB"/>
        </a:p>
      </dgm:t>
    </dgm:pt>
    <dgm:pt modelId="{6DDDE85E-C59B-436C-81FE-A058228DCF31}">
      <dgm:prSet phldrT="[Text]"/>
      <dgm:spPr/>
      <dgm:t>
        <a:bodyPr/>
        <a:lstStyle/>
        <a:p>
          <a:r>
            <a:rPr lang="en-US" dirty="0"/>
            <a:t>FAST</a:t>
          </a:r>
          <a:endParaRPr lang="en-GB" dirty="0"/>
        </a:p>
      </dgm:t>
    </dgm:pt>
    <dgm:pt modelId="{AA31A91F-2BEB-4203-B127-484839498CA6}" type="parTrans" cxnId="{1CEC60AA-5FFC-4866-B005-5217C6A50DBB}">
      <dgm:prSet/>
      <dgm:spPr/>
      <dgm:t>
        <a:bodyPr/>
        <a:lstStyle/>
        <a:p>
          <a:endParaRPr lang="en-GB"/>
        </a:p>
      </dgm:t>
    </dgm:pt>
    <dgm:pt modelId="{511EBE63-F85C-4098-917A-42E1B09E2D3E}" type="sibTrans" cxnId="{1CEC60AA-5FFC-4866-B005-5217C6A50DBB}">
      <dgm:prSet/>
      <dgm:spPr/>
      <dgm:t>
        <a:bodyPr/>
        <a:lstStyle/>
        <a:p>
          <a:endParaRPr lang="en-GB"/>
        </a:p>
      </dgm:t>
    </dgm:pt>
    <dgm:pt modelId="{D3FBDFB3-F54A-4C78-AF88-BA26AF427BE2}" type="pres">
      <dgm:prSet presAssocID="{1A73C7CE-4EF6-4B89-B095-538EFB91D43D}" presName="Name0" presStyleCnt="0">
        <dgm:presLayoutVars>
          <dgm:dir/>
          <dgm:animLvl val="lvl"/>
          <dgm:resizeHandles val="exact"/>
        </dgm:presLayoutVars>
      </dgm:prSet>
      <dgm:spPr/>
    </dgm:pt>
    <dgm:pt modelId="{E50EE481-22EC-43CA-A622-E078A5BE6E1E}" type="pres">
      <dgm:prSet presAssocID="{200DC5AA-3698-49E4-A92D-7362532AEAC8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C425D5FE-4935-488E-A83A-6AE394529D10}" type="pres">
      <dgm:prSet presAssocID="{31BC2F13-0EA7-4170-AE2B-7C775E1F85E4}" presName="parTxOnlySpace" presStyleCnt="0"/>
      <dgm:spPr/>
    </dgm:pt>
    <dgm:pt modelId="{873C85FC-249E-4C75-A0E5-49751ED7E3EA}" type="pres">
      <dgm:prSet presAssocID="{6DDDE85E-C59B-436C-81FE-A058228DCF31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1CEC60AA-5FFC-4866-B005-5217C6A50DBB}" srcId="{1A73C7CE-4EF6-4B89-B095-538EFB91D43D}" destId="{6DDDE85E-C59B-436C-81FE-A058228DCF31}" srcOrd="1" destOrd="0" parTransId="{AA31A91F-2BEB-4203-B127-484839498CA6}" sibTransId="{511EBE63-F85C-4098-917A-42E1B09E2D3E}"/>
    <dgm:cxn modelId="{70F6AAAA-655C-4A08-B3CA-6228CEC542EA}" type="presOf" srcId="{200DC5AA-3698-49E4-A92D-7362532AEAC8}" destId="{E50EE481-22EC-43CA-A622-E078A5BE6E1E}" srcOrd="0" destOrd="0" presId="urn:microsoft.com/office/officeart/2005/8/layout/chevron1"/>
    <dgm:cxn modelId="{C782EBCA-C823-4C35-99AC-E38EA9E70213}" type="presOf" srcId="{6DDDE85E-C59B-436C-81FE-A058228DCF31}" destId="{873C85FC-249E-4C75-A0E5-49751ED7E3EA}" srcOrd="0" destOrd="0" presId="urn:microsoft.com/office/officeart/2005/8/layout/chevron1"/>
    <dgm:cxn modelId="{15DFFEE3-2EA8-48E8-B112-D933B2CEE34C}" srcId="{1A73C7CE-4EF6-4B89-B095-538EFB91D43D}" destId="{200DC5AA-3698-49E4-A92D-7362532AEAC8}" srcOrd="0" destOrd="0" parTransId="{9F91C3E6-7A33-4088-81D5-5D5BC1036252}" sibTransId="{31BC2F13-0EA7-4170-AE2B-7C775E1F85E4}"/>
    <dgm:cxn modelId="{839AE5F0-A4A4-471B-AC5E-008D3207EEC9}" type="presOf" srcId="{1A73C7CE-4EF6-4B89-B095-538EFB91D43D}" destId="{D3FBDFB3-F54A-4C78-AF88-BA26AF427BE2}" srcOrd="0" destOrd="0" presId="urn:microsoft.com/office/officeart/2005/8/layout/chevron1"/>
    <dgm:cxn modelId="{F10B542A-AE73-4A74-8283-BC9BCCC916C7}" type="presParOf" srcId="{D3FBDFB3-F54A-4C78-AF88-BA26AF427BE2}" destId="{E50EE481-22EC-43CA-A622-E078A5BE6E1E}" srcOrd="0" destOrd="0" presId="urn:microsoft.com/office/officeart/2005/8/layout/chevron1"/>
    <dgm:cxn modelId="{192D0AE0-77B0-4067-9B1F-DDEE6B76BB39}" type="presParOf" srcId="{D3FBDFB3-F54A-4C78-AF88-BA26AF427BE2}" destId="{C425D5FE-4935-488E-A83A-6AE394529D10}" srcOrd="1" destOrd="0" presId="urn:microsoft.com/office/officeart/2005/8/layout/chevron1"/>
    <dgm:cxn modelId="{899B2FB3-9036-4C88-9E40-4CD48BD6017F}" type="presParOf" srcId="{D3FBDFB3-F54A-4C78-AF88-BA26AF427BE2}" destId="{873C85FC-249E-4C75-A0E5-49751ED7E3EA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A73C7CE-4EF6-4B89-B095-538EFB91D43D}" type="doc">
      <dgm:prSet loTypeId="urn:microsoft.com/office/officeart/2005/8/layout/chevron1" loCatId="process" qsTypeId="urn:microsoft.com/office/officeart/2005/8/quickstyle/simple3" qsCatId="simple" csTypeId="urn:microsoft.com/office/officeart/2005/8/colors/colorful1" csCatId="colorful" phldr="1"/>
      <dgm:spPr/>
    </dgm:pt>
    <dgm:pt modelId="{200DC5AA-3698-49E4-A92D-7362532AEAC8}">
      <dgm:prSet phldrT="[Text]"/>
      <dgm:spPr/>
      <dgm:t>
        <a:bodyPr/>
        <a:lstStyle/>
        <a:p>
          <a:r>
            <a:rPr lang="en-US" dirty="0"/>
            <a:t>CONTROLLED</a:t>
          </a:r>
          <a:endParaRPr lang="en-GB" dirty="0"/>
        </a:p>
      </dgm:t>
    </dgm:pt>
    <dgm:pt modelId="{9F91C3E6-7A33-4088-81D5-5D5BC1036252}" type="parTrans" cxnId="{15DFFEE3-2EA8-48E8-B112-D933B2CEE34C}">
      <dgm:prSet/>
      <dgm:spPr/>
      <dgm:t>
        <a:bodyPr/>
        <a:lstStyle/>
        <a:p>
          <a:endParaRPr lang="en-GB"/>
        </a:p>
      </dgm:t>
    </dgm:pt>
    <dgm:pt modelId="{31BC2F13-0EA7-4170-AE2B-7C775E1F85E4}" type="sibTrans" cxnId="{15DFFEE3-2EA8-48E8-B112-D933B2CEE34C}">
      <dgm:prSet/>
      <dgm:spPr/>
      <dgm:t>
        <a:bodyPr/>
        <a:lstStyle/>
        <a:p>
          <a:endParaRPr lang="en-GB"/>
        </a:p>
      </dgm:t>
    </dgm:pt>
    <dgm:pt modelId="{6DDDE85E-C59B-436C-81FE-A058228DCF31}">
      <dgm:prSet phldrT="[Text]"/>
      <dgm:spPr/>
      <dgm:t>
        <a:bodyPr/>
        <a:lstStyle/>
        <a:p>
          <a:r>
            <a:rPr lang="en-US" dirty="0"/>
            <a:t>UNCONTROLLED</a:t>
          </a:r>
          <a:endParaRPr lang="en-GB" dirty="0"/>
        </a:p>
      </dgm:t>
    </dgm:pt>
    <dgm:pt modelId="{AA31A91F-2BEB-4203-B127-484839498CA6}" type="parTrans" cxnId="{1CEC60AA-5FFC-4866-B005-5217C6A50DBB}">
      <dgm:prSet/>
      <dgm:spPr/>
      <dgm:t>
        <a:bodyPr/>
        <a:lstStyle/>
        <a:p>
          <a:endParaRPr lang="en-GB"/>
        </a:p>
      </dgm:t>
    </dgm:pt>
    <dgm:pt modelId="{511EBE63-F85C-4098-917A-42E1B09E2D3E}" type="sibTrans" cxnId="{1CEC60AA-5FFC-4866-B005-5217C6A50DBB}">
      <dgm:prSet/>
      <dgm:spPr/>
      <dgm:t>
        <a:bodyPr/>
        <a:lstStyle/>
        <a:p>
          <a:endParaRPr lang="en-GB"/>
        </a:p>
      </dgm:t>
    </dgm:pt>
    <dgm:pt modelId="{15EDCBEA-F371-4CAE-BF6E-D481B9F6A0DE}" type="pres">
      <dgm:prSet presAssocID="{1A73C7CE-4EF6-4B89-B095-538EFB91D43D}" presName="Name0" presStyleCnt="0">
        <dgm:presLayoutVars>
          <dgm:dir/>
          <dgm:animLvl val="lvl"/>
          <dgm:resizeHandles val="exact"/>
        </dgm:presLayoutVars>
      </dgm:prSet>
      <dgm:spPr/>
    </dgm:pt>
    <dgm:pt modelId="{9CF5C88C-8DD1-43F1-8CDE-F662F458B25B}" type="pres">
      <dgm:prSet presAssocID="{200DC5AA-3698-49E4-A92D-7362532AEAC8}" presName="parTxOnly" presStyleLbl="node1" presStyleIdx="0" presStyleCnt="2" custLinFactNeighborX="-1673" custLinFactNeighborY="-3061">
        <dgm:presLayoutVars>
          <dgm:chMax val="0"/>
          <dgm:chPref val="0"/>
          <dgm:bulletEnabled val="1"/>
        </dgm:presLayoutVars>
      </dgm:prSet>
      <dgm:spPr/>
    </dgm:pt>
    <dgm:pt modelId="{F8828144-C010-4ACE-8ECF-0F6D15D340E9}" type="pres">
      <dgm:prSet presAssocID="{31BC2F13-0EA7-4170-AE2B-7C775E1F85E4}" presName="parTxOnlySpace" presStyleCnt="0"/>
      <dgm:spPr/>
    </dgm:pt>
    <dgm:pt modelId="{3831D823-4911-43B9-9B7E-377044ABE7AD}" type="pres">
      <dgm:prSet presAssocID="{6DDDE85E-C59B-436C-81FE-A058228DCF31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0331561A-EC1A-4400-B75D-1F8F0D9A9182}" type="presOf" srcId="{200DC5AA-3698-49E4-A92D-7362532AEAC8}" destId="{9CF5C88C-8DD1-43F1-8CDE-F662F458B25B}" srcOrd="0" destOrd="0" presId="urn:microsoft.com/office/officeart/2005/8/layout/chevron1"/>
    <dgm:cxn modelId="{32CCAE3E-3B10-4559-B01D-A5E3A5CB5374}" type="presOf" srcId="{6DDDE85E-C59B-436C-81FE-A058228DCF31}" destId="{3831D823-4911-43B9-9B7E-377044ABE7AD}" srcOrd="0" destOrd="0" presId="urn:microsoft.com/office/officeart/2005/8/layout/chevron1"/>
    <dgm:cxn modelId="{1CEC60AA-5FFC-4866-B005-5217C6A50DBB}" srcId="{1A73C7CE-4EF6-4B89-B095-538EFB91D43D}" destId="{6DDDE85E-C59B-436C-81FE-A058228DCF31}" srcOrd="1" destOrd="0" parTransId="{AA31A91F-2BEB-4203-B127-484839498CA6}" sibTransId="{511EBE63-F85C-4098-917A-42E1B09E2D3E}"/>
    <dgm:cxn modelId="{15DFFEE3-2EA8-48E8-B112-D933B2CEE34C}" srcId="{1A73C7CE-4EF6-4B89-B095-538EFB91D43D}" destId="{200DC5AA-3698-49E4-A92D-7362532AEAC8}" srcOrd="0" destOrd="0" parTransId="{9F91C3E6-7A33-4088-81D5-5D5BC1036252}" sibTransId="{31BC2F13-0EA7-4170-AE2B-7C775E1F85E4}"/>
    <dgm:cxn modelId="{E90D3BF4-B682-41D0-AF6F-523DD0FF34A7}" type="presOf" srcId="{1A73C7CE-4EF6-4B89-B095-538EFB91D43D}" destId="{15EDCBEA-F371-4CAE-BF6E-D481B9F6A0DE}" srcOrd="0" destOrd="0" presId="urn:microsoft.com/office/officeart/2005/8/layout/chevron1"/>
    <dgm:cxn modelId="{44BBD3FE-D8E7-45C6-833E-55FDD8BC94AE}" type="presParOf" srcId="{15EDCBEA-F371-4CAE-BF6E-D481B9F6A0DE}" destId="{9CF5C88C-8DD1-43F1-8CDE-F662F458B25B}" srcOrd="0" destOrd="0" presId="urn:microsoft.com/office/officeart/2005/8/layout/chevron1"/>
    <dgm:cxn modelId="{93C83F02-B953-4776-998B-1B33E67F8B60}" type="presParOf" srcId="{15EDCBEA-F371-4CAE-BF6E-D481B9F6A0DE}" destId="{F8828144-C010-4ACE-8ECF-0F6D15D340E9}" srcOrd="1" destOrd="0" presId="urn:microsoft.com/office/officeart/2005/8/layout/chevron1"/>
    <dgm:cxn modelId="{D2FF4C8B-76BD-409C-BD4D-345C4BDDCDCC}" type="presParOf" srcId="{15EDCBEA-F371-4CAE-BF6E-D481B9F6A0DE}" destId="{3831D823-4911-43B9-9B7E-377044ABE7AD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A73C7CE-4EF6-4B89-B095-538EFB91D43D}" type="doc">
      <dgm:prSet loTypeId="urn:microsoft.com/office/officeart/2005/8/layout/chevron1" loCatId="process" qsTypeId="urn:microsoft.com/office/officeart/2005/8/quickstyle/simple3" qsCatId="simple" csTypeId="urn:microsoft.com/office/officeart/2005/8/colors/colorful1" csCatId="colorful" phldr="1"/>
      <dgm:spPr/>
    </dgm:pt>
    <dgm:pt modelId="{200DC5AA-3698-49E4-A92D-7362532AEAC8}">
      <dgm:prSet phldrT="[Text]"/>
      <dgm:spPr/>
      <dgm:t>
        <a:bodyPr/>
        <a:lstStyle/>
        <a:p>
          <a:r>
            <a:rPr lang="en-US" dirty="0"/>
            <a:t>SMALL ROM</a:t>
          </a:r>
          <a:endParaRPr lang="en-GB" dirty="0"/>
        </a:p>
      </dgm:t>
    </dgm:pt>
    <dgm:pt modelId="{9F91C3E6-7A33-4088-81D5-5D5BC1036252}" type="parTrans" cxnId="{15DFFEE3-2EA8-48E8-B112-D933B2CEE34C}">
      <dgm:prSet/>
      <dgm:spPr/>
      <dgm:t>
        <a:bodyPr/>
        <a:lstStyle/>
        <a:p>
          <a:endParaRPr lang="en-GB"/>
        </a:p>
      </dgm:t>
    </dgm:pt>
    <dgm:pt modelId="{31BC2F13-0EA7-4170-AE2B-7C775E1F85E4}" type="sibTrans" cxnId="{15DFFEE3-2EA8-48E8-B112-D933B2CEE34C}">
      <dgm:prSet/>
      <dgm:spPr/>
      <dgm:t>
        <a:bodyPr/>
        <a:lstStyle/>
        <a:p>
          <a:endParaRPr lang="en-GB"/>
        </a:p>
      </dgm:t>
    </dgm:pt>
    <dgm:pt modelId="{6DDDE85E-C59B-436C-81FE-A058228DCF31}">
      <dgm:prSet phldrT="[Text]"/>
      <dgm:spPr/>
      <dgm:t>
        <a:bodyPr/>
        <a:lstStyle/>
        <a:p>
          <a:r>
            <a:rPr lang="en-US" dirty="0"/>
            <a:t>LARGE ROM</a:t>
          </a:r>
          <a:endParaRPr lang="en-GB" dirty="0"/>
        </a:p>
      </dgm:t>
    </dgm:pt>
    <dgm:pt modelId="{AA31A91F-2BEB-4203-B127-484839498CA6}" type="parTrans" cxnId="{1CEC60AA-5FFC-4866-B005-5217C6A50DBB}">
      <dgm:prSet/>
      <dgm:spPr/>
      <dgm:t>
        <a:bodyPr/>
        <a:lstStyle/>
        <a:p>
          <a:endParaRPr lang="en-GB"/>
        </a:p>
      </dgm:t>
    </dgm:pt>
    <dgm:pt modelId="{511EBE63-F85C-4098-917A-42E1B09E2D3E}" type="sibTrans" cxnId="{1CEC60AA-5FFC-4866-B005-5217C6A50DBB}">
      <dgm:prSet/>
      <dgm:spPr/>
      <dgm:t>
        <a:bodyPr/>
        <a:lstStyle/>
        <a:p>
          <a:endParaRPr lang="en-GB"/>
        </a:p>
      </dgm:t>
    </dgm:pt>
    <dgm:pt modelId="{CBF3C625-9424-4B42-9E0E-CE9F73C84AF5}" type="pres">
      <dgm:prSet presAssocID="{1A73C7CE-4EF6-4B89-B095-538EFB91D43D}" presName="Name0" presStyleCnt="0">
        <dgm:presLayoutVars>
          <dgm:dir/>
          <dgm:animLvl val="lvl"/>
          <dgm:resizeHandles val="exact"/>
        </dgm:presLayoutVars>
      </dgm:prSet>
      <dgm:spPr/>
    </dgm:pt>
    <dgm:pt modelId="{3060F809-EA02-4AAF-BE78-8DEAA19CFBAD}" type="pres">
      <dgm:prSet presAssocID="{200DC5AA-3698-49E4-A92D-7362532AEAC8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244EAD6E-CF17-4354-AF25-B7745610F1F0}" type="pres">
      <dgm:prSet presAssocID="{31BC2F13-0EA7-4170-AE2B-7C775E1F85E4}" presName="parTxOnlySpace" presStyleCnt="0"/>
      <dgm:spPr/>
    </dgm:pt>
    <dgm:pt modelId="{143D22A4-451D-4AD5-A70E-16BB5C8FB71D}" type="pres">
      <dgm:prSet presAssocID="{6DDDE85E-C59B-436C-81FE-A058228DCF31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81DCD43B-5F40-4D4F-B34B-DE0EBFF72190}" type="presOf" srcId="{200DC5AA-3698-49E4-A92D-7362532AEAC8}" destId="{3060F809-EA02-4AAF-BE78-8DEAA19CFBAD}" srcOrd="0" destOrd="0" presId="urn:microsoft.com/office/officeart/2005/8/layout/chevron1"/>
    <dgm:cxn modelId="{872CBF7F-6E53-44E7-BC1E-4A87ED66253C}" type="presOf" srcId="{1A73C7CE-4EF6-4B89-B095-538EFB91D43D}" destId="{CBF3C625-9424-4B42-9E0E-CE9F73C84AF5}" srcOrd="0" destOrd="0" presId="urn:microsoft.com/office/officeart/2005/8/layout/chevron1"/>
    <dgm:cxn modelId="{1CEC60AA-5FFC-4866-B005-5217C6A50DBB}" srcId="{1A73C7CE-4EF6-4B89-B095-538EFB91D43D}" destId="{6DDDE85E-C59B-436C-81FE-A058228DCF31}" srcOrd="1" destOrd="0" parTransId="{AA31A91F-2BEB-4203-B127-484839498CA6}" sibTransId="{511EBE63-F85C-4098-917A-42E1B09E2D3E}"/>
    <dgm:cxn modelId="{88D32CDC-01E7-4D7F-8B92-93702BD448DD}" type="presOf" srcId="{6DDDE85E-C59B-436C-81FE-A058228DCF31}" destId="{143D22A4-451D-4AD5-A70E-16BB5C8FB71D}" srcOrd="0" destOrd="0" presId="urn:microsoft.com/office/officeart/2005/8/layout/chevron1"/>
    <dgm:cxn modelId="{15DFFEE3-2EA8-48E8-B112-D933B2CEE34C}" srcId="{1A73C7CE-4EF6-4B89-B095-538EFB91D43D}" destId="{200DC5AA-3698-49E4-A92D-7362532AEAC8}" srcOrd="0" destOrd="0" parTransId="{9F91C3E6-7A33-4088-81D5-5D5BC1036252}" sibTransId="{31BC2F13-0EA7-4170-AE2B-7C775E1F85E4}"/>
    <dgm:cxn modelId="{6A45341B-88FE-4C75-A026-3430CC6D88F0}" type="presParOf" srcId="{CBF3C625-9424-4B42-9E0E-CE9F73C84AF5}" destId="{3060F809-EA02-4AAF-BE78-8DEAA19CFBAD}" srcOrd="0" destOrd="0" presId="urn:microsoft.com/office/officeart/2005/8/layout/chevron1"/>
    <dgm:cxn modelId="{56039CBE-CA62-4B0B-BAFA-2FA24B759B5D}" type="presParOf" srcId="{CBF3C625-9424-4B42-9E0E-CE9F73C84AF5}" destId="{244EAD6E-CF17-4354-AF25-B7745610F1F0}" srcOrd="1" destOrd="0" presId="urn:microsoft.com/office/officeart/2005/8/layout/chevron1"/>
    <dgm:cxn modelId="{C663A79C-6A5C-45CB-B1D1-646B69C2C992}" type="presParOf" srcId="{CBF3C625-9424-4B42-9E0E-CE9F73C84AF5}" destId="{143D22A4-451D-4AD5-A70E-16BB5C8FB71D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7885FEE-578E-4068-83E4-DFAFCC5E1062}" type="doc">
      <dgm:prSet loTypeId="urn:microsoft.com/office/officeart/2005/8/layout/list1" loCatId="list" qsTypeId="urn:microsoft.com/office/officeart/2005/8/quickstyle/simple3" qsCatId="simple" csTypeId="urn:microsoft.com/office/officeart/2005/8/colors/accent1_4" csCatId="accent1" phldr="1"/>
      <dgm:spPr/>
      <dgm:t>
        <a:bodyPr/>
        <a:lstStyle/>
        <a:p>
          <a:endParaRPr lang="en-GB"/>
        </a:p>
      </dgm:t>
    </dgm:pt>
    <dgm:pt modelId="{E9807AC7-B1E9-4AA0-8EBC-7878ADE1510E}">
      <dgm:prSet phldrT="[Text]"/>
      <dgm:spPr/>
      <dgm:t>
        <a:bodyPr/>
        <a:lstStyle/>
        <a:p>
          <a:r>
            <a:rPr lang="en-GB" dirty="0"/>
            <a:t>Needs Analysis </a:t>
          </a:r>
        </a:p>
      </dgm:t>
    </dgm:pt>
    <dgm:pt modelId="{8E09466A-6AA3-4D32-BA96-8A4A563F2787}" type="parTrans" cxnId="{72253D18-3D00-4A7C-A0A8-2B10E56240BF}">
      <dgm:prSet/>
      <dgm:spPr/>
      <dgm:t>
        <a:bodyPr/>
        <a:lstStyle/>
        <a:p>
          <a:endParaRPr lang="en-GB"/>
        </a:p>
      </dgm:t>
    </dgm:pt>
    <dgm:pt modelId="{3888C700-5FA5-4128-AB0E-D6A3A72D2A65}" type="sibTrans" cxnId="{72253D18-3D00-4A7C-A0A8-2B10E56240BF}">
      <dgm:prSet/>
      <dgm:spPr/>
      <dgm:t>
        <a:bodyPr/>
        <a:lstStyle/>
        <a:p>
          <a:endParaRPr lang="en-GB"/>
        </a:p>
      </dgm:t>
    </dgm:pt>
    <dgm:pt modelId="{BCD697ED-DC01-4922-9DB3-823FFA099D84}">
      <dgm:prSet phldrT="[Text]"/>
      <dgm:spPr/>
      <dgm:t>
        <a:bodyPr/>
        <a:lstStyle/>
        <a:p>
          <a:r>
            <a:rPr lang="en-GB" dirty="0"/>
            <a:t>Exercise Selection</a:t>
          </a:r>
        </a:p>
      </dgm:t>
    </dgm:pt>
    <dgm:pt modelId="{6974E01E-EBAA-417F-97AE-B72446E59F18}" type="parTrans" cxnId="{4360D81B-2232-4FEB-A80B-2BCF4C142487}">
      <dgm:prSet/>
      <dgm:spPr/>
      <dgm:t>
        <a:bodyPr/>
        <a:lstStyle/>
        <a:p>
          <a:endParaRPr lang="en-GB"/>
        </a:p>
      </dgm:t>
    </dgm:pt>
    <dgm:pt modelId="{8E8C6C3D-07AD-47E2-BCC4-5189331031B4}" type="sibTrans" cxnId="{4360D81B-2232-4FEB-A80B-2BCF4C142487}">
      <dgm:prSet/>
      <dgm:spPr/>
      <dgm:t>
        <a:bodyPr/>
        <a:lstStyle/>
        <a:p>
          <a:endParaRPr lang="en-GB"/>
        </a:p>
      </dgm:t>
    </dgm:pt>
    <dgm:pt modelId="{9A97A9FB-0154-4ED7-8504-0057B8485F43}">
      <dgm:prSet phldrT="[Text]"/>
      <dgm:spPr/>
      <dgm:t>
        <a:bodyPr/>
        <a:lstStyle/>
        <a:p>
          <a:r>
            <a:rPr lang="en-GB" dirty="0"/>
            <a:t>Training Frequency</a:t>
          </a:r>
        </a:p>
      </dgm:t>
    </dgm:pt>
    <dgm:pt modelId="{5BF6698D-74EA-445C-9781-54534F3318F6}" type="parTrans" cxnId="{4CE2A284-DDBA-4EB1-BC11-51633A39C284}">
      <dgm:prSet/>
      <dgm:spPr/>
      <dgm:t>
        <a:bodyPr/>
        <a:lstStyle/>
        <a:p>
          <a:endParaRPr lang="en-GB"/>
        </a:p>
      </dgm:t>
    </dgm:pt>
    <dgm:pt modelId="{069AC2C9-07AE-40E1-B884-E257166067DA}" type="sibTrans" cxnId="{4CE2A284-DDBA-4EB1-BC11-51633A39C284}">
      <dgm:prSet/>
      <dgm:spPr/>
      <dgm:t>
        <a:bodyPr/>
        <a:lstStyle/>
        <a:p>
          <a:endParaRPr lang="en-GB"/>
        </a:p>
      </dgm:t>
    </dgm:pt>
    <dgm:pt modelId="{5BCBA6C3-E5AF-4C93-ACE9-5E14EE839486}">
      <dgm:prSet phldrT="[Text]"/>
      <dgm:spPr/>
      <dgm:t>
        <a:bodyPr/>
        <a:lstStyle/>
        <a:p>
          <a:r>
            <a:rPr lang="en-GB" dirty="0"/>
            <a:t>Exercise Order</a:t>
          </a:r>
        </a:p>
      </dgm:t>
    </dgm:pt>
    <dgm:pt modelId="{63A2744C-AAAA-451A-BDC5-BA3D37F51D2D}" type="parTrans" cxnId="{FFDC6F1B-59F1-46F1-AC91-5323A3AB96F6}">
      <dgm:prSet/>
      <dgm:spPr/>
      <dgm:t>
        <a:bodyPr/>
        <a:lstStyle/>
        <a:p>
          <a:endParaRPr lang="en-GB"/>
        </a:p>
      </dgm:t>
    </dgm:pt>
    <dgm:pt modelId="{8F93CA5C-D70E-46F7-983F-0518C113E49D}" type="sibTrans" cxnId="{FFDC6F1B-59F1-46F1-AC91-5323A3AB96F6}">
      <dgm:prSet/>
      <dgm:spPr/>
      <dgm:t>
        <a:bodyPr/>
        <a:lstStyle/>
        <a:p>
          <a:endParaRPr lang="en-GB"/>
        </a:p>
      </dgm:t>
    </dgm:pt>
    <dgm:pt modelId="{C15CA75A-6790-4F9F-AD52-D4C2E53A3BFF}">
      <dgm:prSet phldrT="[Text]"/>
      <dgm:spPr/>
      <dgm:t>
        <a:bodyPr/>
        <a:lstStyle/>
        <a:p>
          <a:r>
            <a:rPr lang="en-GB" dirty="0"/>
            <a:t>Training Load and Repetitions</a:t>
          </a:r>
        </a:p>
      </dgm:t>
    </dgm:pt>
    <dgm:pt modelId="{892A2674-D6FF-45EC-94FC-C92B0F9C8782}" type="parTrans" cxnId="{D1417476-EAE7-4221-AAEC-F3D35B34F667}">
      <dgm:prSet/>
      <dgm:spPr/>
      <dgm:t>
        <a:bodyPr/>
        <a:lstStyle/>
        <a:p>
          <a:endParaRPr lang="en-GB"/>
        </a:p>
      </dgm:t>
    </dgm:pt>
    <dgm:pt modelId="{CD40CCFC-7FB3-448C-B9E8-3CD7D419758C}" type="sibTrans" cxnId="{D1417476-EAE7-4221-AAEC-F3D35B34F667}">
      <dgm:prSet/>
      <dgm:spPr/>
      <dgm:t>
        <a:bodyPr/>
        <a:lstStyle/>
        <a:p>
          <a:endParaRPr lang="en-GB"/>
        </a:p>
      </dgm:t>
    </dgm:pt>
    <dgm:pt modelId="{2105D667-CDAE-4AA0-A028-8595C590661D}">
      <dgm:prSet phldrT="[Text]"/>
      <dgm:spPr/>
      <dgm:t>
        <a:bodyPr/>
        <a:lstStyle/>
        <a:p>
          <a:r>
            <a:rPr lang="en-GB" dirty="0"/>
            <a:t>Rest Periods</a:t>
          </a:r>
        </a:p>
      </dgm:t>
    </dgm:pt>
    <dgm:pt modelId="{49F52D19-0335-4654-8F67-DD8F43F40B1B}" type="parTrans" cxnId="{8AA45972-090C-4C79-B990-F973C29F54D0}">
      <dgm:prSet/>
      <dgm:spPr/>
      <dgm:t>
        <a:bodyPr/>
        <a:lstStyle/>
        <a:p>
          <a:endParaRPr lang="en-GB"/>
        </a:p>
      </dgm:t>
    </dgm:pt>
    <dgm:pt modelId="{1F8492C1-D45D-42FB-BE08-334BF2339C7F}" type="sibTrans" cxnId="{8AA45972-090C-4C79-B990-F973C29F54D0}">
      <dgm:prSet/>
      <dgm:spPr/>
      <dgm:t>
        <a:bodyPr/>
        <a:lstStyle/>
        <a:p>
          <a:endParaRPr lang="en-GB"/>
        </a:p>
      </dgm:t>
    </dgm:pt>
    <dgm:pt modelId="{D1E77D11-C472-44E6-9063-9DF449A5F6DF}">
      <dgm:prSet phldrT="[Text]"/>
      <dgm:spPr/>
      <dgm:t>
        <a:bodyPr/>
        <a:lstStyle/>
        <a:p>
          <a:r>
            <a:rPr lang="en-GB" dirty="0"/>
            <a:t>Volume</a:t>
          </a:r>
        </a:p>
      </dgm:t>
    </dgm:pt>
    <dgm:pt modelId="{31ABB6F5-6E8E-469D-A09D-72500B8A91AB}" type="sibTrans" cxnId="{64F15DF5-0637-4AFD-B31F-433D9046A1DD}">
      <dgm:prSet/>
      <dgm:spPr/>
      <dgm:t>
        <a:bodyPr/>
        <a:lstStyle/>
        <a:p>
          <a:endParaRPr lang="en-GB"/>
        </a:p>
      </dgm:t>
    </dgm:pt>
    <dgm:pt modelId="{601A0F69-B599-48A7-B635-7BDBC0CAE480}" type="parTrans" cxnId="{64F15DF5-0637-4AFD-B31F-433D9046A1DD}">
      <dgm:prSet/>
      <dgm:spPr/>
      <dgm:t>
        <a:bodyPr/>
        <a:lstStyle/>
        <a:p>
          <a:endParaRPr lang="en-GB"/>
        </a:p>
      </dgm:t>
    </dgm:pt>
    <dgm:pt modelId="{26B7AFFA-6BAB-4D98-A3F2-83765E5DBADC}" type="pres">
      <dgm:prSet presAssocID="{37885FEE-578E-4068-83E4-DFAFCC5E1062}" presName="linear" presStyleCnt="0">
        <dgm:presLayoutVars>
          <dgm:dir/>
          <dgm:animLvl val="lvl"/>
          <dgm:resizeHandles val="exact"/>
        </dgm:presLayoutVars>
      </dgm:prSet>
      <dgm:spPr/>
    </dgm:pt>
    <dgm:pt modelId="{DF3216C3-494C-449B-9E15-2A4DFED2A74F}" type="pres">
      <dgm:prSet presAssocID="{E9807AC7-B1E9-4AA0-8EBC-7878ADE1510E}" presName="parentLin" presStyleCnt="0"/>
      <dgm:spPr/>
    </dgm:pt>
    <dgm:pt modelId="{190FFF6C-4991-49DC-82D7-34ED3FAAD3DE}" type="pres">
      <dgm:prSet presAssocID="{E9807AC7-B1E9-4AA0-8EBC-7878ADE1510E}" presName="parentLeftMargin" presStyleLbl="node1" presStyleIdx="0" presStyleCnt="7"/>
      <dgm:spPr/>
    </dgm:pt>
    <dgm:pt modelId="{42B49D33-31FA-4F99-B235-D1C3C30C695D}" type="pres">
      <dgm:prSet presAssocID="{E9807AC7-B1E9-4AA0-8EBC-7878ADE1510E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9D31279-26D6-4532-AC8C-FA39E04CDD25}" type="pres">
      <dgm:prSet presAssocID="{E9807AC7-B1E9-4AA0-8EBC-7878ADE1510E}" presName="negativeSpace" presStyleCnt="0"/>
      <dgm:spPr/>
    </dgm:pt>
    <dgm:pt modelId="{D7095EA3-0C9B-482E-A9DB-5405587EB1F4}" type="pres">
      <dgm:prSet presAssocID="{E9807AC7-B1E9-4AA0-8EBC-7878ADE1510E}" presName="childText" presStyleLbl="conFgAcc1" presStyleIdx="0" presStyleCnt="7">
        <dgm:presLayoutVars>
          <dgm:bulletEnabled val="1"/>
        </dgm:presLayoutVars>
      </dgm:prSet>
      <dgm:spPr/>
    </dgm:pt>
    <dgm:pt modelId="{31EA1BAB-8B05-4B4B-8F3D-701E39E3E973}" type="pres">
      <dgm:prSet presAssocID="{3888C700-5FA5-4128-AB0E-D6A3A72D2A65}" presName="spaceBetweenRectangles" presStyleCnt="0"/>
      <dgm:spPr/>
    </dgm:pt>
    <dgm:pt modelId="{83E402A4-55B6-4D46-B55B-7C2E6B864C79}" type="pres">
      <dgm:prSet presAssocID="{BCD697ED-DC01-4922-9DB3-823FFA099D84}" presName="parentLin" presStyleCnt="0"/>
      <dgm:spPr/>
    </dgm:pt>
    <dgm:pt modelId="{A9B81768-664B-45A2-883C-7854CC66C3AE}" type="pres">
      <dgm:prSet presAssocID="{BCD697ED-DC01-4922-9DB3-823FFA099D84}" presName="parentLeftMargin" presStyleLbl="node1" presStyleIdx="0" presStyleCnt="7"/>
      <dgm:spPr/>
    </dgm:pt>
    <dgm:pt modelId="{A50CE5AA-2FA0-453F-B2F3-D30668D37060}" type="pres">
      <dgm:prSet presAssocID="{BCD697ED-DC01-4922-9DB3-823FFA099D84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404BFC66-9523-4DFA-87AA-968989037715}" type="pres">
      <dgm:prSet presAssocID="{BCD697ED-DC01-4922-9DB3-823FFA099D84}" presName="negativeSpace" presStyleCnt="0"/>
      <dgm:spPr/>
    </dgm:pt>
    <dgm:pt modelId="{C97AB2B5-0736-48AE-BFAB-AE476E49238F}" type="pres">
      <dgm:prSet presAssocID="{BCD697ED-DC01-4922-9DB3-823FFA099D84}" presName="childText" presStyleLbl="conFgAcc1" presStyleIdx="1" presStyleCnt="7">
        <dgm:presLayoutVars>
          <dgm:bulletEnabled val="1"/>
        </dgm:presLayoutVars>
      </dgm:prSet>
      <dgm:spPr/>
    </dgm:pt>
    <dgm:pt modelId="{D29BA23E-1038-4202-A622-239300CB5013}" type="pres">
      <dgm:prSet presAssocID="{8E8C6C3D-07AD-47E2-BCC4-5189331031B4}" presName="spaceBetweenRectangles" presStyleCnt="0"/>
      <dgm:spPr/>
    </dgm:pt>
    <dgm:pt modelId="{5D575E3D-C999-4150-A65D-F1CE5C6277F6}" type="pres">
      <dgm:prSet presAssocID="{9A97A9FB-0154-4ED7-8504-0057B8485F43}" presName="parentLin" presStyleCnt="0"/>
      <dgm:spPr/>
    </dgm:pt>
    <dgm:pt modelId="{50A8F229-A7D1-49F8-92F8-9E40A34682CA}" type="pres">
      <dgm:prSet presAssocID="{9A97A9FB-0154-4ED7-8504-0057B8485F43}" presName="parentLeftMargin" presStyleLbl="node1" presStyleIdx="1" presStyleCnt="7"/>
      <dgm:spPr/>
    </dgm:pt>
    <dgm:pt modelId="{7C76B10E-006F-4BEA-A7D6-1A9A54659F03}" type="pres">
      <dgm:prSet presAssocID="{9A97A9FB-0154-4ED7-8504-0057B8485F43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12BD002-9A97-4133-811E-E30937A1B09A}" type="pres">
      <dgm:prSet presAssocID="{9A97A9FB-0154-4ED7-8504-0057B8485F43}" presName="negativeSpace" presStyleCnt="0"/>
      <dgm:spPr/>
    </dgm:pt>
    <dgm:pt modelId="{DBFEA303-2BE3-45C5-847A-C00744AFE40D}" type="pres">
      <dgm:prSet presAssocID="{9A97A9FB-0154-4ED7-8504-0057B8485F43}" presName="childText" presStyleLbl="conFgAcc1" presStyleIdx="2" presStyleCnt="7">
        <dgm:presLayoutVars>
          <dgm:bulletEnabled val="1"/>
        </dgm:presLayoutVars>
      </dgm:prSet>
      <dgm:spPr/>
    </dgm:pt>
    <dgm:pt modelId="{F2442D66-B5E4-4EE4-8EEB-BAC77BD90A83}" type="pres">
      <dgm:prSet presAssocID="{069AC2C9-07AE-40E1-B884-E257166067DA}" presName="spaceBetweenRectangles" presStyleCnt="0"/>
      <dgm:spPr/>
    </dgm:pt>
    <dgm:pt modelId="{99CB3B0E-83FE-40A6-A39C-9079A643A82B}" type="pres">
      <dgm:prSet presAssocID="{5BCBA6C3-E5AF-4C93-ACE9-5E14EE839486}" presName="parentLin" presStyleCnt="0"/>
      <dgm:spPr/>
    </dgm:pt>
    <dgm:pt modelId="{6B21A66E-0542-4D45-847D-4313471006F7}" type="pres">
      <dgm:prSet presAssocID="{5BCBA6C3-E5AF-4C93-ACE9-5E14EE839486}" presName="parentLeftMargin" presStyleLbl="node1" presStyleIdx="2" presStyleCnt="7"/>
      <dgm:spPr/>
    </dgm:pt>
    <dgm:pt modelId="{4D9901EB-54E9-498D-827A-FCA86096604C}" type="pres">
      <dgm:prSet presAssocID="{5BCBA6C3-E5AF-4C93-ACE9-5E14EE839486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DD61BC30-FA33-409E-930D-54B59DE3F538}" type="pres">
      <dgm:prSet presAssocID="{5BCBA6C3-E5AF-4C93-ACE9-5E14EE839486}" presName="negativeSpace" presStyleCnt="0"/>
      <dgm:spPr/>
    </dgm:pt>
    <dgm:pt modelId="{082D4D22-D438-40BD-ADE1-DD876B7F384A}" type="pres">
      <dgm:prSet presAssocID="{5BCBA6C3-E5AF-4C93-ACE9-5E14EE839486}" presName="childText" presStyleLbl="conFgAcc1" presStyleIdx="3" presStyleCnt="7">
        <dgm:presLayoutVars>
          <dgm:bulletEnabled val="1"/>
        </dgm:presLayoutVars>
      </dgm:prSet>
      <dgm:spPr/>
    </dgm:pt>
    <dgm:pt modelId="{76D28E84-7DCE-4047-9620-8241692E7783}" type="pres">
      <dgm:prSet presAssocID="{8F93CA5C-D70E-46F7-983F-0518C113E49D}" presName="spaceBetweenRectangles" presStyleCnt="0"/>
      <dgm:spPr/>
    </dgm:pt>
    <dgm:pt modelId="{CB9B9C8B-D7F7-46CA-9EBB-7FA907AC6C4B}" type="pres">
      <dgm:prSet presAssocID="{D1E77D11-C472-44E6-9063-9DF449A5F6DF}" presName="parentLin" presStyleCnt="0"/>
      <dgm:spPr/>
    </dgm:pt>
    <dgm:pt modelId="{83B14E45-4186-418F-BB60-02E1F3A16AED}" type="pres">
      <dgm:prSet presAssocID="{D1E77D11-C472-44E6-9063-9DF449A5F6DF}" presName="parentLeftMargin" presStyleLbl="node1" presStyleIdx="3" presStyleCnt="7"/>
      <dgm:spPr/>
    </dgm:pt>
    <dgm:pt modelId="{C1FCCD9D-8F16-4084-9F99-DCD4C5ECA841}" type="pres">
      <dgm:prSet presAssocID="{D1E77D11-C472-44E6-9063-9DF449A5F6DF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4971416C-C446-45F6-A938-AD0510A06E24}" type="pres">
      <dgm:prSet presAssocID="{D1E77D11-C472-44E6-9063-9DF449A5F6DF}" presName="negativeSpace" presStyleCnt="0"/>
      <dgm:spPr/>
    </dgm:pt>
    <dgm:pt modelId="{C35F3BF0-0675-4A01-9E30-9925D3FB584F}" type="pres">
      <dgm:prSet presAssocID="{D1E77D11-C472-44E6-9063-9DF449A5F6DF}" presName="childText" presStyleLbl="conFgAcc1" presStyleIdx="4" presStyleCnt="7">
        <dgm:presLayoutVars>
          <dgm:bulletEnabled val="1"/>
        </dgm:presLayoutVars>
      </dgm:prSet>
      <dgm:spPr/>
    </dgm:pt>
    <dgm:pt modelId="{B8C83F76-A488-48A8-932C-F2E28CF3D2BA}" type="pres">
      <dgm:prSet presAssocID="{31ABB6F5-6E8E-469D-A09D-72500B8A91AB}" presName="spaceBetweenRectangles" presStyleCnt="0"/>
      <dgm:spPr/>
    </dgm:pt>
    <dgm:pt modelId="{F57398F9-5727-436E-8FFE-DF896C6C8284}" type="pres">
      <dgm:prSet presAssocID="{C15CA75A-6790-4F9F-AD52-D4C2E53A3BFF}" presName="parentLin" presStyleCnt="0"/>
      <dgm:spPr/>
    </dgm:pt>
    <dgm:pt modelId="{E8E271E2-8742-456E-80DC-1FD0C68A5BE1}" type="pres">
      <dgm:prSet presAssocID="{C15CA75A-6790-4F9F-AD52-D4C2E53A3BFF}" presName="parentLeftMargin" presStyleLbl="node1" presStyleIdx="4" presStyleCnt="7"/>
      <dgm:spPr/>
    </dgm:pt>
    <dgm:pt modelId="{12B7C5BE-9976-41F9-8254-1FEA6BE3638F}" type="pres">
      <dgm:prSet presAssocID="{C15CA75A-6790-4F9F-AD52-D4C2E53A3BFF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00578577-CEC8-499D-8239-6D8F0651AE67}" type="pres">
      <dgm:prSet presAssocID="{C15CA75A-6790-4F9F-AD52-D4C2E53A3BFF}" presName="negativeSpace" presStyleCnt="0"/>
      <dgm:spPr/>
    </dgm:pt>
    <dgm:pt modelId="{B1AB772C-DA95-44F6-B12B-3DE5192F29A6}" type="pres">
      <dgm:prSet presAssocID="{C15CA75A-6790-4F9F-AD52-D4C2E53A3BFF}" presName="childText" presStyleLbl="conFgAcc1" presStyleIdx="5" presStyleCnt="7">
        <dgm:presLayoutVars>
          <dgm:bulletEnabled val="1"/>
        </dgm:presLayoutVars>
      </dgm:prSet>
      <dgm:spPr/>
    </dgm:pt>
    <dgm:pt modelId="{65459E4C-0D9D-4BC9-AE60-D06EC9C0B2C0}" type="pres">
      <dgm:prSet presAssocID="{CD40CCFC-7FB3-448C-B9E8-3CD7D419758C}" presName="spaceBetweenRectangles" presStyleCnt="0"/>
      <dgm:spPr/>
    </dgm:pt>
    <dgm:pt modelId="{03641349-3727-4810-BA07-78011FABB560}" type="pres">
      <dgm:prSet presAssocID="{2105D667-CDAE-4AA0-A028-8595C590661D}" presName="parentLin" presStyleCnt="0"/>
      <dgm:spPr/>
    </dgm:pt>
    <dgm:pt modelId="{DD69A11A-6094-481E-80A2-8FEC6FF9C3EB}" type="pres">
      <dgm:prSet presAssocID="{2105D667-CDAE-4AA0-A028-8595C590661D}" presName="parentLeftMargin" presStyleLbl="node1" presStyleIdx="5" presStyleCnt="7"/>
      <dgm:spPr/>
    </dgm:pt>
    <dgm:pt modelId="{76383A3E-3E67-46BF-AD34-B814D2B653FD}" type="pres">
      <dgm:prSet presAssocID="{2105D667-CDAE-4AA0-A028-8595C590661D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D46E1706-4483-4785-AF1F-DB0AA40858D7}" type="pres">
      <dgm:prSet presAssocID="{2105D667-CDAE-4AA0-A028-8595C590661D}" presName="negativeSpace" presStyleCnt="0"/>
      <dgm:spPr/>
    </dgm:pt>
    <dgm:pt modelId="{AFC39578-300E-4827-8CD1-D39D95AACA08}" type="pres">
      <dgm:prSet presAssocID="{2105D667-CDAE-4AA0-A028-8595C590661D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78CC740D-165D-49FB-B77D-EA735402382F}" type="presOf" srcId="{5BCBA6C3-E5AF-4C93-ACE9-5E14EE839486}" destId="{4D9901EB-54E9-498D-827A-FCA86096604C}" srcOrd="1" destOrd="0" presId="urn:microsoft.com/office/officeart/2005/8/layout/list1"/>
    <dgm:cxn modelId="{72253D18-3D00-4A7C-A0A8-2B10E56240BF}" srcId="{37885FEE-578E-4068-83E4-DFAFCC5E1062}" destId="{E9807AC7-B1E9-4AA0-8EBC-7878ADE1510E}" srcOrd="0" destOrd="0" parTransId="{8E09466A-6AA3-4D32-BA96-8A4A563F2787}" sibTransId="{3888C700-5FA5-4128-AB0E-D6A3A72D2A65}"/>
    <dgm:cxn modelId="{FFDC6F1B-59F1-46F1-AC91-5323A3AB96F6}" srcId="{37885FEE-578E-4068-83E4-DFAFCC5E1062}" destId="{5BCBA6C3-E5AF-4C93-ACE9-5E14EE839486}" srcOrd="3" destOrd="0" parTransId="{63A2744C-AAAA-451A-BDC5-BA3D37F51D2D}" sibTransId="{8F93CA5C-D70E-46F7-983F-0518C113E49D}"/>
    <dgm:cxn modelId="{4360D81B-2232-4FEB-A80B-2BCF4C142487}" srcId="{37885FEE-578E-4068-83E4-DFAFCC5E1062}" destId="{BCD697ED-DC01-4922-9DB3-823FFA099D84}" srcOrd="1" destOrd="0" parTransId="{6974E01E-EBAA-417F-97AE-B72446E59F18}" sibTransId="{8E8C6C3D-07AD-47E2-BCC4-5189331031B4}"/>
    <dgm:cxn modelId="{89F44B2F-D41B-48C6-BA52-EF5B4742F76E}" type="presOf" srcId="{C15CA75A-6790-4F9F-AD52-D4C2E53A3BFF}" destId="{12B7C5BE-9976-41F9-8254-1FEA6BE3638F}" srcOrd="1" destOrd="0" presId="urn:microsoft.com/office/officeart/2005/8/layout/list1"/>
    <dgm:cxn modelId="{AC9D9038-A740-4D01-8D6A-9B8209880B37}" type="presOf" srcId="{37885FEE-578E-4068-83E4-DFAFCC5E1062}" destId="{26B7AFFA-6BAB-4D98-A3F2-83765E5DBADC}" srcOrd="0" destOrd="0" presId="urn:microsoft.com/office/officeart/2005/8/layout/list1"/>
    <dgm:cxn modelId="{32E59844-CF68-4B63-92CC-C4208D177EB8}" type="presOf" srcId="{D1E77D11-C472-44E6-9063-9DF449A5F6DF}" destId="{83B14E45-4186-418F-BB60-02E1F3A16AED}" srcOrd="0" destOrd="0" presId="urn:microsoft.com/office/officeart/2005/8/layout/list1"/>
    <dgm:cxn modelId="{72056945-69B8-4EDB-87FC-F060D50F03B0}" type="presOf" srcId="{D1E77D11-C472-44E6-9063-9DF449A5F6DF}" destId="{C1FCCD9D-8F16-4084-9F99-DCD4C5ECA841}" srcOrd="1" destOrd="0" presId="urn:microsoft.com/office/officeart/2005/8/layout/list1"/>
    <dgm:cxn modelId="{13B59649-5C98-4600-859B-2054F2E15D78}" type="presOf" srcId="{5BCBA6C3-E5AF-4C93-ACE9-5E14EE839486}" destId="{6B21A66E-0542-4D45-847D-4313471006F7}" srcOrd="0" destOrd="0" presId="urn:microsoft.com/office/officeart/2005/8/layout/list1"/>
    <dgm:cxn modelId="{05635664-8CB8-4BDD-98C2-D3135D20B519}" type="presOf" srcId="{2105D667-CDAE-4AA0-A028-8595C590661D}" destId="{76383A3E-3E67-46BF-AD34-B814D2B653FD}" srcOrd="1" destOrd="0" presId="urn:microsoft.com/office/officeart/2005/8/layout/list1"/>
    <dgm:cxn modelId="{8AA45972-090C-4C79-B990-F973C29F54D0}" srcId="{37885FEE-578E-4068-83E4-DFAFCC5E1062}" destId="{2105D667-CDAE-4AA0-A028-8595C590661D}" srcOrd="6" destOrd="0" parTransId="{49F52D19-0335-4654-8F67-DD8F43F40B1B}" sibTransId="{1F8492C1-D45D-42FB-BE08-334BF2339C7F}"/>
    <dgm:cxn modelId="{696A5E76-E7F0-4E34-AB3F-A6037F25C247}" type="presOf" srcId="{BCD697ED-DC01-4922-9DB3-823FFA099D84}" destId="{A9B81768-664B-45A2-883C-7854CC66C3AE}" srcOrd="0" destOrd="0" presId="urn:microsoft.com/office/officeart/2005/8/layout/list1"/>
    <dgm:cxn modelId="{D1417476-EAE7-4221-AAEC-F3D35B34F667}" srcId="{37885FEE-578E-4068-83E4-DFAFCC5E1062}" destId="{C15CA75A-6790-4F9F-AD52-D4C2E53A3BFF}" srcOrd="5" destOrd="0" parTransId="{892A2674-D6FF-45EC-94FC-C92B0F9C8782}" sibTransId="{CD40CCFC-7FB3-448C-B9E8-3CD7D419758C}"/>
    <dgm:cxn modelId="{B626CF81-353A-4EB1-899B-1C7D5FA50B36}" type="presOf" srcId="{9A97A9FB-0154-4ED7-8504-0057B8485F43}" destId="{50A8F229-A7D1-49F8-92F8-9E40A34682CA}" srcOrd="0" destOrd="0" presId="urn:microsoft.com/office/officeart/2005/8/layout/list1"/>
    <dgm:cxn modelId="{4CE2A284-DDBA-4EB1-BC11-51633A39C284}" srcId="{37885FEE-578E-4068-83E4-DFAFCC5E1062}" destId="{9A97A9FB-0154-4ED7-8504-0057B8485F43}" srcOrd="2" destOrd="0" parTransId="{5BF6698D-74EA-445C-9781-54534F3318F6}" sibTransId="{069AC2C9-07AE-40E1-B884-E257166067DA}"/>
    <dgm:cxn modelId="{0041228F-4697-439D-A38D-86DB0723C9BF}" type="presOf" srcId="{E9807AC7-B1E9-4AA0-8EBC-7878ADE1510E}" destId="{42B49D33-31FA-4F99-B235-D1C3C30C695D}" srcOrd="1" destOrd="0" presId="urn:microsoft.com/office/officeart/2005/8/layout/list1"/>
    <dgm:cxn modelId="{9726708F-7F8F-46E0-82FA-26391EBA4F99}" type="presOf" srcId="{E9807AC7-B1E9-4AA0-8EBC-7878ADE1510E}" destId="{190FFF6C-4991-49DC-82D7-34ED3FAAD3DE}" srcOrd="0" destOrd="0" presId="urn:microsoft.com/office/officeart/2005/8/layout/list1"/>
    <dgm:cxn modelId="{8ABDF1B9-EA8C-4089-9BE1-61A380705594}" type="presOf" srcId="{C15CA75A-6790-4F9F-AD52-D4C2E53A3BFF}" destId="{E8E271E2-8742-456E-80DC-1FD0C68A5BE1}" srcOrd="0" destOrd="0" presId="urn:microsoft.com/office/officeart/2005/8/layout/list1"/>
    <dgm:cxn modelId="{5466AFBA-89AE-4A85-A3CC-A45D5BCCAD85}" type="presOf" srcId="{BCD697ED-DC01-4922-9DB3-823FFA099D84}" destId="{A50CE5AA-2FA0-453F-B2F3-D30668D37060}" srcOrd="1" destOrd="0" presId="urn:microsoft.com/office/officeart/2005/8/layout/list1"/>
    <dgm:cxn modelId="{6ABE04C8-F1C8-471C-B063-CFC2C4B15FD2}" type="presOf" srcId="{9A97A9FB-0154-4ED7-8504-0057B8485F43}" destId="{7C76B10E-006F-4BEA-A7D6-1A9A54659F03}" srcOrd="1" destOrd="0" presId="urn:microsoft.com/office/officeart/2005/8/layout/list1"/>
    <dgm:cxn modelId="{DEFF6EF2-AC5B-4551-ADE9-DFC6E0715BE7}" type="presOf" srcId="{2105D667-CDAE-4AA0-A028-8595C590661D}" destId="{DD69A11A-6094-481E-80A2-8FEC6FF9C3EB}" srcOrd="0" destOrd="0" presId="urn:microsoft.com/office/officeart/2005/8/layout/list1"/>
    <dgm:cxn modelId="{64F15DF5-0637-4AFD-B31F-433D9046A1DD}" srcId="{37885FEE-578E-4068-83E4-DFAFCC5E1062}" destId="{D1E77D11-C472-44E6-9063-9DF449A5F6DF}" srcOrd="4" destOrd="0" parTransId="{601A0F69-B599-48A7-B635-7BDBC0CAE480}" sibTransId="{31ABB6F5-6E8E-469D-A09D-72500B8A91AB}"/>
    <dgm:cxn modelId="{7A89DC20-103B-4315-89ED-3E5A66E03E76}" type="presParOf" srcId="{26B7AFFA-6BAB-4D98-A3F2-83765E5DBADC}" destId="{DF3216C3-494C-449B-9E15-2A4DFED2A74F}" srcOrd="0" destOrd="0" presId="urn:microsoft.com/office/officeart/2005/8/layout/list1"/>
    <dgm:cxn modelId="{D9F5B5CD-F42A-4052-A8F4-916015925854}" type="presParOf" srcId="{DF3216C3-494C-449B-9E15-2A4DFED2A74F}" destId="{190FFF6C-4991-49DC-82D7-34ED3FAAD3DE}" srcOrd="0" destOrd="0" presId="urn:microsoft.com/office/officeart/2005/8/layout/list1"/>
    <dgm:cxn modelId="{E2CF56A4-D2A3-41E0-874F-43556413FCC4}" type="presParOf" srcId="{DF3216C3-494C-449B-9E15-2A4DFED2A74F}" destId="{42B49D33-31FA-4F99-B235-D1C3C30C695D}" srcOrd="1" destOrd="0" presId="urn:microsoft.com/office/officeart/2005/8/layout/list1"/>
    <dgm:cxn modelId="{83ED0CEA-BCD2-40BE-A002-AC50437370AA}" type="presParOf" srcId="{26B7AFFA-6BAB-4D98-A3F2-83765E5DBADC}" destId="{79D31279-26D6-4532-AC8C-FA39E04CDD25}" srcOrd="1" destOrd="0" presId="urn:microsoft.com/office/officeart/2005/8/layout/list1"/>
    <dgm:cxn modelId="{B4FF90E0-D3FC-4282-8E15-7904D9E6B432}" type="presParOf" srcId="{26B7AFFA-6BAB-4D98-A3F2-83765E5DBADC}" destId="{D7095EA3-0C9B-482E-A9DB-5405587EB1F4}" srcOrd="2" destOrd="0" presId="urn:microsoft.com/office/officeart/2005/8/layout/list1"/>
    <dgm:cxn modelId="{1EDD470D-E02E-4FBB-B2CD-7115F52C4E9D}" type="presParOf" srcId="{26B7AFFA-6BAB-4D98-A3F2-83765E5DBADC}" destId="{31EA1BAB-8B05-4B4B-8F3D-701E39E3E973}" srcOrd="3" destOrd="0" presId="urn:microsoft.com/office/officeart/2005/8/layout/list1"/>
    <dgm:cxn modelId="{9F38BD0D-8365-4879-AFDD-8EBB3EB8D838}" type="presParOf" srcId="{26B7AFFA-6BAB-4D98-A3F2-83765E5DBADC}" destId="{83E402A4-55B6-4D46-B55B-7C2E6B864C79}" srcOrd="4" destOrd="0" presId="urn:microsoft.com/office/officeart/2005/8/layout/list1"/>
    <dgm:cxn modelId="{EE2E0F7D-0497-4EF6-8914-B3A230EA0415}" type="presParOf" srcId="{83E402A4-55B6-4D46-B55B-7C2E6B864C79}" destId="{A9B81768-664B-45A2-883C-7854CC66C3AE}" srcOrd="0" destOrd="0" presId="urn:microsoft.com/office/officeart/2005/8/layout/list1"/>
    <dgm:cxn modelId="{96BBEAC9-FD27-48FF-B7C7-E5A0FF72EC3E}" type="presParOf" srcId="{83E402A4-55B6-4D46-B55B-7C2E6B864C79}" destId="{A50CE5AA-2FA0-453F-B2F3-D30668D37060}" srcOrd="1" destOrd="0" presId="urn:microsoft.com/office/officeart/2005/8/layout/list1"/>
    <dgm:cxn modelId="{3EE47848-984A-4A3D-AB33-FF78CA3E9D9C}" type="presParOf" srcId="{26B7AFFA-6BAB-4D98-A3F2-83765E5DBADC}" destId="{404BFC66-9523-4DFA-87AA-968989037715}" srcOrd="5" destOrd="0" presId="urn:microsoft.com/office/officeart/2005/8/layout/list1"/>
    <dgm:cxn modelId="{0D65BD9A-5089-4F32-BBD3-4196596E82B4}" type="presParOf" srcId="{26B7AFFA-6BAB-4D98-A3F2-83765E5DBADC}" destId="{C97AB2B5-0736-48AE-BFAB-AE476E49238F}" srcOrd="6" destOrd="0" presId="urn:microsoft.com/office/officeart/2005/8/layout/list1"/>
    <dgm:cxn modelId="{5C7A86D4-1803-4D06-9276-FDE638541745}" type="presParOf" srcId="{26B7AFFA-6BAB-4D98-A3F2-83765E5DBADC}" destId="{D29BA23E-1038-4202-A622-239300CB5013}" srcOrd="7" destOrd="0" presId="urn:microsoft.com/office/officeart/2005/8/layout/list1"/>
    <dgm:cxn modelId="{7C9BE57E-F939-44E6-A629-5158E9388BD1}" type="presParOf" srcId="{26B7AFFA-6BAB-4D98-A3F2-83765E5DBADC}" destId="{5D575E3D-C999-4150-A65D-F1CE5C6277F6}" srcOrd="8" destOrd="0" presId="urn:microsoft.com/office/officeart/2005/8/layout/list1"/>
    <dgm:cxn modelId="{B52E75BB-FA3D-4B6D-A70A-F4A3FE549F6D}" type="presParOf" srcId="{5D575E3D-C999-4150-A65D-F1CE5C6277F6}" destId="{50A8F229-A7D1-49F8-92F8-9E40A34682CA}" srcOrd="0" destOrd="0" presId="urn:microsoft.com/office/officeart/2005/8/layout/list1"/>
    <dgm:cxn modelId="{3FFCDD7C-898D-4674-851C-5F46669EBF70}" type="presParOf" srcId="{5D575E3D-C999-4150-A65D-F1CE5C6277F6}" destId="{7C76B10E-006F-4BEA-A7D6-1A9A54659F03}" srcOrd="1" destOrd="0" presId="urn:microsoft.com/office/officeart/2005/8/layout/list1"/>
    <dgm:cxn modelId="{57CBF3F6-BC55-4584-A491-F8226CF3D611}" type="presParOf" srcId="{26B7AFFA-6BAB-4D98-A3F2-83765E5DBADC}" destId="{712BD002-9A97-4133-811E-E30937A1B09A}" srcOrd="9" destOrd="0" presId="urn:microsoft.com/office/officeart/2005/8/layout/list1"/>
    <dgm:cxn modelId="{168CE965-A06B-4DF7-8CA2-DAE5399E09CC}" type="presParOf" srcId="{26B7AFFA-6BAB-4D98-A3F2-83765E5DBADC}" destId="{DBFEA303-2BE3-45C5-847A-C00744AFE40D}" srcOrd="10" destOrd="0" presId="urn:microsoft.com/office/officeart/2005/8/layout/list1"/>
    <dgm:cxn modelId="{9E35D4B0-2874-4D6B-9EA0-DA7A071796B0}" type="presParOf" srcId="{26B7AFFA-6BAB-4D98-A3F2-83765E5DBADC}" destId="{F2442D66-B5E4-4EE4-8EEB-BAC77BD90A83}" srcOrd="11" destOrd="0" presId="urn:microsoft.com/office/officeart/2005/8/layout/list1"/>
    <dgm:cxn modelId="{ED3D9B66-3444-42BD-A2C5-F282B17DE435}" type="presParOf" srcId="{26B7AFFA-6BAB-4D98-A3F2-83765E5DBADC}" destId="{99CB3B0E-83FE-40A6-A39C-9079A643A82B}" srcOrd="12" destOrd="0" presId="urn:microsoft.com/office/officeart/2005/8/layout/list1"/>
    <dgm:cxn modelId="{02EDB037-1CC9-477C-8359-A4E3B8736EA4}" type="presParOf" srcId="{99CB3B0E-83FE-40A6-A39C-9079A643A82B}" destId="{6B21A66E-0542-4D45-847D-4313471006F7}" srcOrd="0" destOrd="0" presId="urn:microsoft.com/office/officeart/2005/8/layout/list1"/>
    <dgm:cxn modelId="{4341259A-8692-4671-AE02-E9E68287834B}" type="presParOf" srcId="{99CB3B0E-83FE-40A6-A39C-9079A643A82B}" destId="{4D9901EB-54E9-498D-827A-FCA86096604C}" srcOrd="1" destOrd="0" presId="urn:microsoft.com/office/officeart/2005/8/layout/list1"/>
    <dgm:cxn modelId="{C60EB53F-E57D-4078-A3C2-EA6C68393C66}" type="presParOf" srcId="{26B7AFFA-6BAB-4D98-A3F2-83765E5DBADC}" destId="{DD61BC30-FA33-409E-930D-54B59DE3F538}" srcOrd="13" destOrd="0" presId="urn:microsoft.com/office/officeart/2005/8/layout/list1"/>
    <dgm:cxn modelId="{C178D4E3-A662-4F6A-B7AC-3DACB845E72B}" type="presParOf" srcId="{26B7AFFA-6BAB-4D98-A3F2-83765E5DBADC}" destId="{082D4D22-D438-40BD-ADE1-DD876B7F384A}" srcOrd="14" destOrd="0" presId="urn:microsoft.com/office/officeart/2005/8/layout/list1"/>
    <dgm:cxn modelId="{2DA391F5-D7E6-487B-A6EA-14A54EE415EC}" type="presParOf" srcId="{26B7AFFA-6BAB-4D98-A3F2-83765E5DBADC}" destId="{76D28E84-7DCE-4047-9620-8241692E7783}" srcOrd="15" destOrd="0" presId="urn:microsoft.com/office/officeart/2005/8/layout/list1"/>
    <dgm:cxn modelId="{AB37B97C-F290-43BC-8A83-B7C52FF28AAF}" type="presParOf" srcId="{26B7AFFA-6BAB-4D98-A3F2-83765E5DBADC}" destId="{CB9B9C8B-D7F7-46CA-9EBB-7FA907AC6C4B}" srcOrd="16" destOrd="0" presId="urn:microsoft.com/office/officeart/2005/8/layout/list1"/>
    <dgm:cxn modelId="{84C3E394-BA4A-4EB0-83D4-23DB97CDD25C}" type="presParOf" srcId="{CB9B9C8B-D7F7-46CA-9EBB-7FA907AC6C4B}" destId="{83B14E45-4186-418F-BB60-02E1F3A16AED}" srcOrd="0" destOrd="0" presId="urn:microsoft.com/office/officeart/2005/8/layout/list1"/>
    <dgm:cxn modelId="{2EF60199-1D89-4332-A1FF-A945501EB522}" type="presParOf" srcId="{CB9B9C8B-D7F7-46CA-9EBB-7FA907AC6C4B}" destId="{C1FCCD9D-8F16-4084-9F99-DCD4C5ECA841}" srcOrd="1" destOrd="0" presId="urn:microsoft.com/office/officeart/2005/8/layout/list1"/>
    <dgm:cxn modelId="{D2699006-12A9-4A09-8D12-07EE07225485}" type="presParOf" srcId="{26B7AFFA-6BAB-4D98-A3F2-83765E5DBADC}" destId="{4971416C-C446-45F6-A938-AD0510A06E24}" srcOrd="17" destOrd="0" presId="urn:microsoft.com/office/officeart/2005/8/layout/list1"/>
    <dgm:cxn modelId="{FEFA322A-BB7F-4B49-8B66-46F96F576F94}" type="presParOf" srcId="{26B7AFFA-6BAB-4D98-A3F2-83765E5DBADC}" destId="{C35F3BF0-0675-4A01-9E30-9925D3FB584F}" srcOrd="18" destOrd="0" presId="urn:microsoft.com/office/officeart/2005/8/layout/list1"/>
    <dgm:cxn modelId="{8B94A167-6145-4E01-9341-D713D6DC983D}" type="presParOf" srcId="{26B7AFFA-6BAB-4D98-A3F2-83765E5DBADC}" destId="{B8C83F76-A488-48A8-932C-F2E28CF3D2BA}" srcOrd="19" destOrd="0" presId="urn:microsoft.com/office/officeart/2005/8/layout/list1"/>
    <dgm:cxn modelId="{D9439D2B-F8E8-4383-A666-9B2DF2FC3CFA}" type="presParOf" srcId="{26B7AFFA-6BAB-4D98-A3F2-83765E5DBADC}" destId="{F57398F9-5727-436E-8FFE-DF896C6C8284}" srcOrd="20" destOrd="0" presId="urn:microsoft.com/office/officeart/2005/8/layout/list1"/>
    <dgm:cxn modelId="{BC925819-B540-4F1D-AC3D-7CD9D364084B}" type="presParOf" srcId="{F57398F9-5727-436E-8FFE-DF896C6C8284}" destId="{E8E271E2-8742-456E-80DC-1FD0C68A5BE1}" srcOrd="0" destOrd="0" presId="urn:microsoft.com/office/officeart/2005/8/layout/list1"/>
    <dgm:cxn modelId="{825136DC-ED67-4687-8203-B01771FB300B}" type="presParOf" srcId="{F57398F9-5727-436E-8FFE-DF896C6C8284}" destId="{12B7C5BE-9976-41F9-8254-1FEA6BE3638F}" srcOrd="1" destOrd="0" presId="urn:microsoft.com/office/officeart/2005/8/layout/list1"/>
    <dgm:cxn modelId="{A2B55736-91DA-4638-9013-BC60737100ED}" type="presParOf" srcId="{26B7AFFA-6BAB-4D98-A3F2-83765E5DBADC}" destId="{00578577-CEC8-499D-8239-6D8F0651AE67}" srcOrd="21" destOrd="0" presId="urn:microsoft.com/office/officeart/2005/8/layout/list1"/>
    <dgm:cxn modelId="{9A9C48B7-754E-49D5-8209-6C8D2EA54F4F}" type="presParOf" srcId="{26B7AFFA-6BAB-4D98-A3F2-83765E5DBADC}" destId="{B1AB772C-DA95-44F6-B12B-3DE5192F29A6}" srcOrd="22" destOrd="0" presId="urn:microsoft.com/office/officeart/2005/8/layout/list1"/>
    <dgm:cxn modelId="{E4256492-8C62-463A-9601-0669E0EF1E92}" type="presParOf" srcId="{26B7AFFA-6BAB-4D98-A3F2-83765E5DBADC}" destId="{65459E4C-0D9D-4BC9-AE60-D06EC9C0B2C0}" srcOrd="23" destOrd="0" presId="urn:microsoft.com/office/officeart/2005/8/layout/list1"/>
    <dgm:cxn modelId="{9E80F457-8F41-43FA-B1FF-6EC82F642B8D}" type="presParOf" srcId="{26B7AFFA-6BAB-4D98-A3F2-83765E5DBADC}" destId="{03641349-3727-4810-BA07-78011FABB560}" srcOrd="24" destOrd="0" presId="urn:microsoft.com/office/officeart/2005/8/layout/list1"/>
    <dgm:cxn modelId="{0E9D9E4A-6DDB-48B1-8AC3-778D2A3FB7CD}" type="presParOf" srcId="{03641349-3727-4810-BA07-78011FABB560}" destId="{DD69A11A-6094-481E-80A2-8FEC6FF9C3EB}" srcOrd="0" destOrd="0" presId="urn:microsoft.com/office/officeart/2005/8/layout/list1"/>
    <dgm:cxn modelId="{DE1009F6-C91E-4A9A-B81D-F1254609C08B}" type="presParOf" srcId="{03641349-3727-4810-BA07-78011FABB560}" destId="{76383A3E-3E67-46BF-AD34-B814D2B653FD}" srcOrd="1" destOrd="0" presId="urn:microsoft.com/office/officeart/2005/8/layout/list1"/>
    <dgm:cxn modelId="{B2ADF0F3-FB71-46B6-A2E9-D7B57A7AA573}" type="presParOf" srcId="{26B7AFFA-6BAB-4D98-A3F2-83765E5DBADC}" destId="{D46E1706-4483-4785-AF1F-DB0AA40858D7}" srcOrd="25" destOrd="0" presId="urn:microsoft.com/office/officeart/2005/8/layout/list1"/>
    <dgm:cxn modelId="{3BE42D25-3CF2-49F5-8276-BE482276A160}" type="presParOf" srcId="{26B7AFFA-6BAB-4D98-A3F2-83765E5DBADC}" destId="{AFC39578-300E-4827-8CD1-D39D95AACA08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CFA0891-8773-4749-A7AE-536AE1F08859}" type="doc">
      <dgm:prSet loTypeId="urn:microsoft.com/office/officeart/2005/8/layout/hierarchy3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20836372-726B-4A87-8F63-1486988CD520}">
      <dgm:prSet phldrT="[Text]"/>
      <dgm:spPr/>
      <dgm:t>
        <a:bodyPr/>
        <a:lstStyle/>
        <a:p>
          <a:r>
            <a:rPr lang="en-GB" dirty="0"/>
            <a:t>Sport Assessment</a:t>
          </a:r>
        </a:p>
      </dgm:t>
    </dgm:pt>
    <dgm:pt modelId="{76B5147F-EE72-449C-BCBF-189445A25B06}" type="parTrans" cxnId="{6BE61E78-EDCA-44B9-8328-89323AE880B1}">
      <dgm:prSet/>
      <dgm:spPr/>
      <dgm:t>
        <a:bodyPr/>
        <a:lstStyle/>
        <a:p>
          <a:endParaRPr lang="en-GB"/>
        </a:p>
      </dgm:t>
    </dgm:pt>
    <dgm:pt modelId="{F9636A24-B39E-4666-9C78-CA1758842D6D}" type="sibTrans" cxnId="{6BE61E78-EDCA-44B9-8328-89323AE880B1}">
      <dgm:prSet/>
      <dgm:spPr/>
      <dgm:t>
        <a:bodyPr/>
        <a:lstStyle/>
        <a:p>
          <a:endParaRPr lang="en-GB"/>
        </a:p>
      </dgm:t>
    </dgm:pt>
    <dgm:pt modelId="{3553A594-9B6E-4F3D-86DD-FAE73F2454C1}">
      <dgm:prSet phldrT="[Text]"/>
      <dgm:spPr/>
      <dgm:t>
        <a:bodyPr/>
        <a:lstStyle/>
        <a:p>
          <a:r>
            <a:rPr lang="en-GB" dirty="0"/>
            <a:t>Movement</a:t>
          </a:r>
        </a:p>
      </dgm:t>
    </dgm:pt>
    <dgm:pt modelId="{9CADBB6B-BFB4-4B1D-AEEE-02B3FDC85AA6}" type="parTrans" cxnId="{756B94C1-A22F-452B-966A-04EEB95ADF8A}">
      <dgm:prSet/>
      <dgm:spPr/>
      <dgm:t>
        <a:bodyPr/>
        <a:lstStyle/>
        <a:p>
          <a:endParaRPr lang="en-GB"/>
        </a:p>
      </dgm:t>
    </dgm:pt>
    <dgm:pt modelId="{F5034B37-783D-42B9-9255-F650D750011A}" type="sibTrans" cxnId="{756B94C1-A22F-452B-966A-04EEB95ADF8A}">
      <dgm:prSet/>
      <dgm:spPr/>
      <dgm:t>
        <a:bodyPr/>
        <a:lstStyle/>
        <a:p>
          <a:endParaRPr lang="en-GB"/>
        </a:p>
      </dgm:t>
    </dgm:pt>
    <dgm:pt modelId="{E871B838-7F13-4469-8B53-4A0C5FE26353}">
      <dgm:prSet phldrT="[Text]"/>
      <dgm:spPr/>
      <dgm:t>
        <a:bodyPr/>
        <a:lstStyle/>
        <a:p>
          <a:r>
            <a:rPr lang="en-GB" dirty="0"/>
            <a:t>Physiology</a:t>
          </a:r>
        </a:p>
      </dgm:t>
    </dgm:pt>
    <dgm:pt modelId="{F6A868F9-332F-4286-B4E7-BBA391D4F5D4}" type="parTrans" cxnId="{B2C52A77-BDF0-48AD-B873-E42F30451961}">
      <dgm:prSet/>
      <dgm:spPr/>
      <dgm:t>
        <a:bodyPr/>
        <a:lstStyle/>
        <a:p>
          <a:endParaRPr lang="en-GB"/>
        </a:p>
      </dgm:t>
    </dgm:pt>
    <dgm:pt modelId="{CB19174E-3145-43D1-B9BC-1E4275E7BE54}" type="sibTrans" cxnId="{B2C52A77-BDF0-48AD-B873-E42F30451961}">
      <dgm:prSet/>
      <dgm:spPr/>
      <dgm:t>
        <a:bodyPr/>
        <a:lstStyle/>
        <a:p>
          <a:endParaRPr lang="en-GB"/>
        </a:p>
      </dgm:t>
    </dgm:pt>
    <dgm:pt modelId="{A5D58E9C-045D-4B69-A4F7-1AE3E08A34C3}">
      <dgm:prSet phldrT="[Text]"/>
      <dgm:spPr/>
      <dgm:t>
        <a:bodyPr/>
        <a:lstStyle/>
        <a:p>
          <a:r>
            <a:rPr lang="en-GB" dirty="0"/>
            <a:t>Athlete Assessment</a:t>
          </a:r>
        </a:p>
      </dgm:t>
    </dgm:pt>
    <dgm:pt modelId="{5B6C7206-F890-435D-AF6F-675BB33FD760}" type="parTrans" cxnId="{CDA19F84-A248-4263-A125-7F658DF50690}">
      <dgm:prSet/>
      <dgm:spPr/>
      <dgm:t>
        <a:bodyPr/>
        <a:lstStyle/>
        <a:p>
          <a:endParaRPr lang="en-GB"/>
        </a:p>
      </dgm:t>
    </dgm:pt>
    <dgm:pt modelId="{1021EFED-338D-4C29-929A-57BB08E4FBD8}" type="sibTrans" cxnId="{CDA19F84-A248-4263-A125-7F658DF50690}">
      <dgm:prSet/>
      <dgm:spPr/>
      <dgm:t>
        <a:bodyPr/>
        <a:lstStyle/>
        <a:p>
          <a:endParaRPr lang="en-GB"/>
        </a:p>
      </dgm:t>
    </dgm:pt>
    <dgm:pt modelId="{2C94E420-ABBF-47A4-80B4-6068BDFD44ED}">
      <dgm:prSet phldrT="[Text]"/>
      <dgm:spPr/>
      <dgm:t>
        <a:bodyPr/>
        <a:lstStyle/>
        <a:p>
          <a:r>
            <a:rPr lang="en-GB" dirty="0"/>
            <a:t>Testing Battery</a:t>
          </a:r>
        </a:p>
      </dgm:t>
    </dgm:pt>
    <dgm:pt modelId="{3DCD7698-A887-4FFD-A328-CC99553D68DC}" type="parTrans" cxnId="{5FA93BB3-F177-4EBA-87AF-34B0D842435B}">
      <dgm:prSet/>
      <dgm:spPr/>
      <dgm:t>
        <a:bodyPr/>
        <a:lstStyle/>
        <a:p>
          <a:endParaRPr lang="en-GB"/>
        </a:p>
      </dgm:t>
    </dgm:pt>
    <dgm:pt modelId="{B3D42375-BA8C-4F99-98BE-DB2E6F4C4370}" type="sibTrans" cxnId="{5FA93BB3-F177-4EBA-87AF-34B0D842435B}">
      <dgm:prSet/>
      <dgm:spPr/>
      <dgm:t>
        <a:bodyPr/>
        <a:lstStyle/>
        <a:p>
          <a:endParaRPr lang="en-GB"/>
        </a:p>
      </dgm:t>
    </dgm:pt>
    <dgm:pt modelId="{B83A418F-A1C2-4D71-A72B-810B770077A8}">
      <dgm:prSet phldrT="[Text]"/>
      <dgm:spPr/>
      <dgm:t>
        <a:bodyPr/>
        <a:lstStyle/>
        <a:p>
          <a:r>
            <a:rPr lang="en-GB" dirty="0"/>
            <a:t>Personal Goals</a:t>
          </a:r>
        </a:p>
      </dgm:t>
    </dgm:pt>
    <dgm:pt modelId="{C5C758C9-7986-4FCA-B825-26734156D8AA}" type="parTrans" cxnId="{C85F2ECF-55C4-4E84-B23E-6708F4AAEB43}">
      <dgm:prSet/>
      <dgm:spPr/>
      <dgm:t>
        <a:bodyPr/>
        <a:lstStyle/>
        <a:p>
          <a:endParaRPr lang="en-GB"/>
        </a:p>
      </dgm:t>
    </dgm:pt>
    <dgm:pt modelId="{89B82487-05EA-4DDB-A5DB-05CE0C224237}" type="sibTrans" cxnId="{C85F2ECF-55C4-4E84-B23E-6708F4AAEB43}">
      <dgm:prSet/>
      <dgm:spPr/>
      <dgm:t>
        <a:bodyPr/>
        <a:lstStyle/>
        <a:p>
          <a:endParaRPr lang="en-GB"/>
        </a:p>
      </dgm:t>
    </dgm:pt>
    <dgm:pt modelId="{DE5D13DD-5D1E-47C1-A86A-1A7B0F0FFBCA}">
      <dgm:prSet phldrT="[Text]"/>
      <dgm:spPr/>
      <dgm:t>
        <a:bodyPr/>
        <a:lstStyle/>
        <a:p>
          <a:r>
            <a:rPr lang="en-GB" dirty="0"/>
            <a:t>Time Motion</a:t>
          </a:r>
        </a:p>
      </dgm:t>
    </dgm:pt>
    <dgm:pt modelId="{99508403-F0A3-412D-88EC-44BE9A00685B}" type="parTrans" cxnId="{5ECDE9B6-0D1F-4922-AFFF-972D5DC06939}">
      <dgm:prSet/>
      <dgm:spPr/>
      <dgm:t>
        <a:bodyPr/>
        <a:lstStyle/>
        <a:p>
          <a:endParaRPr lang="en-GB"/>
        </a:p>
      </dgm:t>
    </dgm:pt>
    <dgm:pt modelId="{D010ADD8-FFDE-4404-AB0A-23CD6534103A}" type="sibTrans" cxnId="{5ECDE9B6-0D1F-4922-AFFF-972D5DC06939}">
      <dgm:prSet/>
      <dgm:spPr/>
      <dgm:t>
        <a:bodyPr/>
        <a:lstStyle/>
        <a:p>
          <a:endParaRPr lang="en-GB"/>
        </a:p>
      </dgm:t>
    </dgm:pt>
    <dgm:pt modelId="{21351B02-C1D3-4A68-89BA-6AE9335312C3}">
      <dgm:prSet phldrT="[Text]"/>
      <dgm:spPr/>
      <dgm:t>
        <a:bodyPr/>
        <a:lstStyle/>
        <a:p>
          <a:r>
            <a:rPr lang="en-GB" dirty="0"/>
            <a:t>Injuries</a:t>
          </a:r>
        </a:p>
      </dgm:t>
    </dgm:pt>
    <dgm:pt modelId="{FEE372BC-7B88-4574-9DA9-A9AB96AE04F8}" type="parTrans" cxnId="{69697426-1792-4372-A4B4-EB574B90B398}">
      <dgm:prSet/>
      <dgm:spPr/>
      <dgm:t>
        <a:bodyPr/>
        <a:lstStyle/>
        <a:p>
          <a:endParaRPr lang="en-GB"/>
        </a:p>
      </dgm:t>
    </dgm:pt>
    <dgm:pt modelId="{C14EF21E-4C32-4662-AFB7-54A2D0D320C0}" type="sibTrans" cxnId="{69697426-1792-4372-A4B4-EB574B90B398}">
      <dgm:prSet/>
      <dgm:spPr/>
      <dgm:t>
        <a:bodyPr/>
        <a:lstStyle/>
        <a:p>
          <a:endParaRPr lang="en-GB"/>
        </a:p>
      </dgm:t>
    </dgm:pt>
    <dgm:pt modelId="{62517E22-251E-4481-9893-4191F5C34653}">
      <dgm:prSet phldrT="[Text]"/>
      <dgm:spPr/>
      <dgm:t>
        <a:bodyPr/>
        <a:lstStyle/>
        <a:p>
          <a:r>
            <a:rPr lang="en-GB" dirty="0"/>
            <a:t>Previous Injuries</a:t>
          </a:r>
        </a:p>
      </dgm:t>
    </dgm:pt>
    <dgm:pt modelId="{545299DD-7156-4895-AA6C-EF8EF52DE802}" type="parTrans" cxnId="{03685F9F-A350-4C16-8C57-6A5DE0F56F2B}">
      <dgm:prSet/>
      <dgm:spPr/>
      <dgm:t>
        <a:bodyPr/>
        <a:lstStyle/>
        <a:p>
          <a:endParaRPr lang="en-GB"/>
        </a:p>
      </dgm:t>
    </dgm:pt>
    <dgm:pt modelId="{70EC3F7F-53F8-4556-B3AE-863825E820CC}" type="sibTrans" cxnId="{03685F9F-A350-4C16-8C57-6A5DE0F56F2B}">
      <dgm:prSet/>
      <dgm:spPr/>
      <dgm:t>
        <a:bodyPr/>
        <a:lstStyle/>
        <a:p>
          <a:endParaRPr lang="en-GB"/>
        </a:p>
      </dgm:t>
    </dgm:pt>
    <dgm:pt modelId="{56848742-01F9-4333-A9A6-3B44A07BEFFD}" type="pres">
      <dgm:prSet presAssocID="{ECFA0891-8773-4749-A7AE-536AE1F0885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48EAA98-0443-4621-A466-63E262201F3C}" type="pres">
      <dgm:prSet presAssocID="{20836372-726B-4A87-8F63-1486988CD520}" presName="root" presStyleCnt="0"/>
      <dgm:spPr/>
    </dgm:pt>
    <dgm:pt modelId="{80B4BCCB-AA95-47FA-A7B5-B0D50AFE68FA}" type="pres">
      <dgm:prSet presAssocID="{20836372-726B-4A87-8F63-1486988CD520}" presName="rootComposite" presStyleCnt="0"/>
      <dgm:spPr/>
    </dgm:pt>
    <dgm:pt modelId="{C5B1F7FF-1692-416F-860E-4561CB8FBCA0}" type="pres">
      <dgm:prSet presAssocID="{20836372-726B-4A87-8F63-1486988CD520}" presName="rootText" presStyleLbl="node1" presStyleIdx="0" presStyleCnt="2"/>
      <dgm:spPr/>
    </dgm:pt>
    <dgm:pt modelId="{7A06D2AE-D3C0-4C2D-BB0E-ECFCE768DDEE}" type="pres">
      <dgm:prSet presAssocID="{20836372-726B-4A87-8F63-1486988CD520}" presName="rootConnector" presStyleLbl="node1" presStyleIdx="0" presStyleCnt="2"/>
      <dgm:spPr/>
    </dgm:pt>
    <dgm:pt modelId="{4D4F3D21-BC51-449C-98EF-64EBD926A782}" type="pres">
      <dgm:prSet presAssocID="{20836372-726B-4A87-8F63-1486988CD520}" presName="childShape" presStyleCnt="0"/>
      <dgm:spPr/>
    </dgm:pt>
    <dgm:pt modelId="{B199F7FD-9995-4719-8AD9-B0B8EF20194C}" type="pres">
      <dgm:prSet presAssocID="{9CADBB6B-BFB4-4B1D-AEEE-02B3FDC85AA6}" presName="Name13" presStyleLbl="parChTrans1D2" presStyleIdx="0" presStyleCnt="7"/>
      <dgm:spPr/>
    </dgm:pt>
    <dgm:pt modelId="{9356FBB6-6DD7-459D-855A-D71B778AAA0F}" type="pres">
      <dgm:prSet presAssocID="{3553A594-9B6E-4F3D-86DD-FAE73F2454C1}" presName="childText" presStyleLbl="bgAcc1" presStyleIdx="0" presStyleCnt="7">
        <dgm:presLayoutVars>
          <dgm:bulletEnabled val="1"/>
        </dgm:presLayoutVars>
      </dgm:prSet>
      <dgm:spPr/>
    </dgm:pt>
    <dgm:pt modelId="{957F6469-878F-44B6-8A93-D83538F2D5E2}" type="pres">
      <dgm:prSet presAssocID="{F6A868F9-332F-4286-B4E7-BBA391D4F5D4}" presName="Name13" presStyleLbl="parChTrans1D2" presStyleIdx="1" presStyleCnt="7"/>
      <dgm:spPr/>
    </dgm:pt>
    <dgm:pt modelId="{3D4D223F-A189-4426-9FE6-AA8571CCD982}" type="pres">
      <dgm:prSet presAssocID="{E871B838-7F13-4469-8B53-4A0C5FE26353}" presName="childText" presStyleLbl="bgAcc1" presStyleIdx="1" presStyleCnt="7">
        <dgm:presLayoutVars>
          <dgm:bulletEnabled val="1"/>
        </dgm:presLayoutVars>
      </dgm:prSet>
      <dgm:spPr/>
    </dgm:pt>
    <dgm:pt modelId="{CCFC55A0-1DBA-4A93-9091-9005F69CB658}" type="pres">
      <dgm:prSet presAssocID="{99508403-F0A3-412D-88EC-44BE9A00685B}" presName="Name13" presStyleLbl="parChTrans1D2" presStyleIdx="2" presStyleCnt="7"/>
      <dgm:spPr/>
    </dgm:pt>
    <dgm:pt modelId="{74C1CE74-48EF-4D69-B102-1D5EE6E33339}" type="pres">
      <dgm:prSet presAssocID="{DE5D13DD-5D1E-47C1-A86A-1A7B0F0FFBCA}" presName="childText" presStyleLbl="bgAcc1" presStyleIdx="2" presStyleCnt="7">
        <dgm:presLayoutVars>
          <dgm:bulletEnabled val="1"/>
        </dgm:presLayoutVars>
      </dgm:prSet>
      <dgm:spPr/>
    </dgm:pt>
    <dgm:pt modelId="{FEF9C955-09B2-47E8-8934-A6020F49D681}" type="pres">
      <dgm:prSet presAssocID="{FEE372BC-7B88-4574-9DA9-A9AB96AE04F8}" presName="Name13" presStyleLbl="parChTrans1D2" presStyleIdx="3" presStyleCnt="7"/>
      <dgm:spPr/>
    </dgm:pt>
    <dgm:pt modelId="{70C9FA34-76E9-4A04-9737-044CC9382CF9}" type="pres">
      <dgm:prSet presAssocID="{21351B02-C1D3-4A68-89BA-6AE9335312C3}" presName="childText" presStyleLbl="bgAcc1" presStyleIdx="3" presStyleCnt="7">
        <dgm:presLayoutVars>
          <dgm:bulletEnabled val="1"/>
        </dgm:presLayoutVars>
      </dgm:prSet>
      <dgm:spPr/>
    </dgm:pt>
    <dgm:pt modelId="{AAA5ACBC-0010-4229-99B3-2C1FA32D9F34}" type="pres">
      <dgm:prSet presAssocID="{A5D58E9C-045D-4B69-A4F7-1AE3E08A34C3}" presName="root" presStyleCnt="0"/>
      <dgm:spPr/>
    </dgm:pt>
    <dgm:pt modelId="{DD263AF7-15D0-4032-B555-CD3624013BD9}" type="pres">
      <dgm:prSet presAssocID="{A5D58E9C-045D-4B69-A4F7-1AE3E08A34C3}" presName="rootComposite" presStyleCnt="0"/>
      <dgm:spPr/>
    </dgm:pt>
    <dgm:pt modelId="{8DCDB2DE-78FE-4242-8657-C323BE00AD81}" type="pres">
      <dgm:prSet presAssocID="{A5D58E9C-045D-4B69-A4F7-1AE3E08A34C3}" presName="rootText" presStyleLbl="node1" presStyleIdx="1" presStyleCnt="2"/>
      <dgm:spPr/>
    </dgm:pt>
    <dgm:pt modelId="{9110CDAF-077C-44A0-B487-DF1B242441FC}" type="pres">
      <dgm:prSet presAssocID="{A5D58E9C-045D-4B69-A4F7-1AE3E08A34C3}" presName="rootConnector" presStyleLbl="node1" presStyleIdx="1" presStyleCnt="2"/>
      <dgm:spPr/>
    </dgm:pt>
    <dgm:pt modelId="{5F79D8D9-98BE-4F6A-A3B7-BE1CC5F47F3F}" type="pres">
      <dgm:prSet presAssocID="{A5D58E9C-045D-4B69-A4F7-1AE3E08A34C3}" presName="childShape" presStyleCnt="0"/>
      <dgm:spPr/>
    </dgm:pt>
    <dgm:pt modelId="{4F559FD1-269F-4F04-80D4-80D5F3920422}" type="pres">
      <dgm:prSet presAssocID="{3DCD7698-A887-4FFD-A328-CC99553D68DC}" presName="Name13" presStyleLbl="parChTrans1D2" presStyleIdx="4" presStyleCnt="7"/>
      <dgm:spPr/>
    </dgm:pt>
    <dgm:pt modelId="{79DB8AEB-F824-4E46-B932-EB589F4A2171}" type="pres">
      <dgm:prSet presAssocID="{2C94E420-ABBF-47A4-80B4-6068BDFD44ED}" presName="childText" presStyleLbl="bgAcc1" presStyleIdx="4" presStyleCnt="7">
        <dgm:presLayoutVars>
          <dgm:bulletEnabled val="1"/>
        </dgm:presLayoutVars>
      </dgm:prSet>
      <dgm:spPr/>
    </dgm:pt>
    <dgm:pt modelId="{CA65E3FC-F42B-45B8-947E-AD40B2F2F5BB}" type="pres">
      <dgm:prSet presAssocID="{C5C758C9-7986-4FCA-B825-26734156D8AA}" presName="Name13" presStyleLbl="parChTrans1D2" presStyleIdx="5" presStyleCnt="7"/>
      <dgm:spPr/>
    </dgm:pt>
    <dgm:pt modelId="{337C5808-272C-430A-B14D-6958AE22E956}" type="pres">
      <dgm:prSet presAssocID="{B83A418F-A1C2-4D71-A72B-810B770077A8}" presName="childText" presStyleLbl="bgAcc1" presStyleIdx="5" presStyleCnt="7">
        <dgm:presLayoutVars>
          <dgm:bulletEnabled val="1"/>
        </dgm:presLayoutVars>
      </dgm:prSet>
      <dgm:spPr/>
    </dgm:pt>
    <dgm:pt modelId="{FA872B33-F4A5-4568-A470-BD4A238A4A60}" type="pres">
      <dgm:prSet presAssocID="{545299DD-7156-4895-AA6C-EF8EF52DE802}" presName="Name13" presStyleLbl="parChTrans1D2" presStyleIdx="6" presStyleCnt="7"/>
      <dgm:spPr/>
    </dgm:pt>
    <dgm:pt modelId="{7CB026C5-F5D0-4381-BB29-E2D729102B6F}" type="pres">
      <dgm:prSet presAssocID="{62517E22-251E-4481-9893-4191F5C34653}" presName="childText" presStyleLbl="bgAcc1" presStyleIdx="6" presStyleCnt="7">
        <dgm:presLayoutVars>
          <dgm:bulletEnabled val="1"/>
        </dgm:presLayoutVars>
      </dgm:prSet>
      <dgm:spPr/>
    </dgm:pt>
  </dgm:ptLst>
  <dgm:cxnLst>
    <dgm:cxn modelId="{42272A0E-266B-461A-89DC-EB1790E561DE}" type="presOf" srcId="{21351B02-C1D3-4A68-89BA-6AE9335312C3}" destId="{70C9FA34-76E9-4A04-9737-044CC9382CF9}" srcOrd="0" destOrd="0" presId="urn:microsoft.com/office/officeart/2005/8/layout/hierarchy3"/>
    <dgm:cxn modelId="{D82C850F-88C6-4ECB-A793-F8F6924C5A05}" type="presOf" srcId="{9CADBB6B-BFB4-4B1D-AEEE-02B3FDC85AA6}" destId="{B199F7FD-9995-4719-8AD9-B0B8EF20194C}" srcOrd="0" destOrd="0" presId="urn:microsoft.com/office/officeart/2005/8/layout/hierarchy3"/>
    <dgm:cxn modelId="{CDAA3410-0C85-4DB5-98AD-983535068A0B}" type="presOf" srcId="{3DCD7698-A887-4FFD-A328-CC99553D68DC}" destId="{4F559FD1-269F-4F04-80D4-80D5F3920422}" srcOrd="0" destOrd="0" presId="urn:microsoft.com/office/officeart/2005/8/layout/hierarchy3"/>
    <dgm:cxn modelId="{F97EBB1D-609D-4013-BA45-1871A35E577C}" type="presOf" srcId="{A5D58E9C-045D-4B69-A4F7-1AE3E08A34C3}" destId="{9110CDAF-077C-44A0-B487-DF1B242441FC}" srcOrd="1" destOrd="0" presId="urn:microsoft.com/office/officeart/2005/8/layout/hierarchy3"/>
    <dgm:cxn modelId="{69697426-1792-4372-A4B4-EB574B90B398}" srcId="{20836372-726B-4A87-8F63-1486988CD520}" destId="{21351B02-C1D3-4A68-89BA-6AE9335312C3}" srcOrd="3" destOrd="0" parTransId="{FEE372BC-7B88-4574-9DA9-A9AB96AE04F8}" sibTransId="{C14EF21E-4C32-4662-AFB7-54A2D0D320C0}"/>
    <dgm:cxn modelId="{26B0D526-5326-4698-A267-7773E1F9842E}" type="presOf" srcId="{F6A868F9-332F-4286-B4E7-BBA391D4F5D4}" destId="{957F6469-878F-44B6-8A93-D83538F2D5E2}" srcOrd="0" destOrd="0" presId="urn:microsoft.com/office/officeart/2005/8/layout/hierarchy3"/>
    <dgm:cxn modelId="{51BB842C-9581-4E08-979A-28F53BEE087F}" type="presOf" srcId="{99508403-F0A3-412D-88EC-44BE9A00685B}" destId="{CCFC55A0-1DBA-4A93-9091-9005F69CB658}" srcOrd="0" destOrd="0" presId="urn:microsoft.com/office/officeart/2005/8/layout/hierarchy3"/>
    <dgm:cxn modelId="{EABF933E-946F-4BA8-B217-8129DD6F25FE}" type="presOf" srcId="{E871B838-7F13-4469-8B53-4A0C5FE26353}" destId="{3D4D223F-A189-4426-9FE6-AA8571CCD982}" srcOrd="0" destOrd="0" presId="urn:microsoft.com/office/officeart/2005/8/layout/hierarchy3"/>
    <dgm:cxn modelId="{058C2C49-668D-45F3-B357-46A62AE6C20E}" type="presOf" srcId="{A5D58E9C-045D-4B69-A4F7-1AE3E08A34C3}" destId="{8DCDB2DE-78FE-4242-8657-C323BE00AD81}" srcOrd="0" destOrd="0" presId="urn:microsoft.com/office/officeart/2005/8/layout/hierarchy3"/>
    <dgm:cxn modelId="{6848D352-4ECA-4E6F-8684-732E33938541}" type="presOf" srcId="{20836372-726B-4A87-8F63-1486988CD520}" destId="{C5B1F7FF-1692-416F-860E-4561CB8FBCA0}" srcOrd="0" destOrd="0" presId="urn:microsoft.com/office/officeart/2005/8/layout/hierarchy3"/>
    <dgm:cxn modelId="{851EF958-2CF8-4ACA-A10C-9610166BA2CA}" type="presOf" srcId="{62517E22-251E-4481-9893-4191F5C34653}" destId="{7CB026C5-F5D0-4381-BB29-E2D729102B6F}" srcOrd="0" destOrd="0" presId="urn:microsoft.com/office/officeart/2005/8/layout/hierarchy3"/>
    <dgm:cxn modelId="{B2C52A77-BDF0-48AD-B873-E42F30451961}" srcId="{20836372-726B-4A87-8F63-1486988CD520}" destId="{E871B838-7F13-4469-8B53-4A0C5FE26353}" srcOrd="1" destOrd="0" parTransId="{F6A868F9-332F-4286-B4E7-BBA391D4F5D4}" sibTransId="{CB19174E-3145-43D1-B9BC-1E4275E7BE54}"/>
    <dgm:cxn modelId="{5F51FA77-FDC9-4212-B641-338E59BB51F3}" type="presOf" srcId="{ECFA0891-8773-4749-A7AE-536AE1F08859}" destId="{56848742-01F9-4333-A9A6-3B44A07BEFFD}" srcOrd="0" destOrd="0" presId="urn:microsoft.com/office/officeart/2005/8/layout/hierarchy3"/>
    <dgm:cxn modelId="{6BE61E78-EDCA-44B9-8328-89323AE880B1}" srcId="{ECFA0891-8773-4749-A7AE-536AE1F08859}" destId="{20836372-726B-4A87-8F63-1486988CD520}" srcOrd="0" destOrd="0" parTransId="{76B5147F-EE72-449C-BCBF-189445A25B06}" sibTransId="{F9636A24-B39E-4666-9C78-CA1758842D6D}"/>
    <dgm:cxn modelId="{CDA19F84-A248-4263-A125-7F658DF50690}" srcId="{ECFA0891-8773-4749-A7AE-536AE1F08859}" destId="{A5D58E9C-045D-4B69-A4F7-1AE3E08A34C3}" srcOrd="1" destOrd="0" parTransId="{5B6C7206-F890-435D-AF6F-675BB33FD760}" sibTransId="{1021EFED-338D-4C29-929A-57BB08E4FBD8}"/>
    <dgm:cxn modelId="{42F43C8F-920A-4379-A0ED-786DCF1160AF}" type="presOf" srcId="{20836372-726B-4A87-8F63-1486988CD520}" destId="{7A06D2AE-D3C0-4C2D-BB0E-ECFCE768DDEE}" srcOrd="1" destOrd="0" presId="urn:microsoft.com/office/officeart/2005/8/layout/hierarchy3"/>
    <dgm:cxn modelId="{03685F9F-A350-4C16-8C57-6A5DE0F56F2B}" srcId="{A5D58E9C-045D-4B69-A4F7-1AE3E08A34C3}" destId="{62517E22-251E-4481-9893-4191F5C34653}" srcOrd="2" destOrd="0" parTransId="{545299DD-7156-4895-AA6C-EF8EF52DE802}" sibTransId="{70EC3F7F-53F8-4556-B3AE-863825E820CC}"/>
    <dgm:cxn modelId="{5FA93BB3-F177-4EBA-87AF-34B0D842435B}" srcId="{A5D58E9C-045D-4B69-A4F7-1AE3E08A34C3}" destId="{2C94E420-ABBF-47A4-80B4-6068BDFD44ED}" srcOrd="0" destOrd="0" parTransId="{3DCD7698-A887-4FFD-A328-CC99553D68DC}" sibTransId="{B3D42375-BA8C-4F99-98BE-DB2E6F4C4370}"/>
    <dgm:cxn modelId="{5ECDE9B6-0D1F-4922-AFFF-972D5DC06939}" srcId="{20836372-726B-4A87-8F63-1486988CD520}" destId="{DE5D13DD-5D1E-47C1-A86A-1A7B0F0FFBCA}" srcOrd="2" destOrd="0" parTransId="{99508403-F0A3-412D-88EC-44BE9A00685B}" sibTransId="{D010ADD8-FFDE-4404-AB0A-23CD6534103A}"/>
    <dgm:cxn modelId="{8D0F6EB8-ECBE-4C9E-B788-7DF0A7C0272C}" type="presOf" srcId="{C5C758C9-7986-4FCA-B825-26734156D8AA}" destId="{CA65E3FC-F42B-45B8-947E-AD40B2F2F5BB}" srcOrd="0" destOrd="0" presId="urn:microsoft.com/office/officeart/2005/8/layout/hierarchy3"/>
    <dgm:cxn modelId="{A556DCBD-7D78-4EFF-86E9-D1F56AADBFDA}" type="presOf" srcId="{DE5D13DD-5D1E-47C1-A86A-1A7B0F0FFBCA}" destId="{74C1CE74-48EF-4D69-B102-1D5EE6E33339}" srcOrd="0" destOrd="0" presId="urn:microsoft.com/office/officeart/2005/8/layout/hierarchy3"/>
    <dgm:cxn modelId="{756B94C1-A22F-452B-966A-04EEB95ADF8A}" srcId="{20836372-726B-4A87-8F63-1486988CD520}" destId="{3553A594-9B6E-4F3D-86DD-FAE73F2454C1}" srcOrd="0" destOrd="0" parTransId="{9CADBB6B-BFB4-4B1D-AEEE-02B3FDC85AA6}" sibTransId="{F5034B37-783D-42B9-9255-F650D750011A}"/>
    <dgm:cxn modelId="{E41936C6-092D-4E60-9D2F-E90C31308274}" type="presOf" srcId="{545299DD-7156-4895-AA6C-EF8EF52DE802}" destId="{FA872B33-F4A5-4568-A470-BD4A238A4A60}" srcOrd="0" destOrd="0" presId="urn:microsoft.com/office/officeart/2005/8/layout/hierarchy3"/>
    <dgm:cxn modelId="{C85F2ECF-55C4-4E84-B23E-6708F4AAEB43}" srcId="{A5D58E9C-045D-4B69-A4F7-1AE3E08A34C3}" destId="{B83A418F-A1C2-4D71-A72B-810B770077A8}" srcOrd="1" destOrd="0" parTransId="{C5C758C9-7986-4FCA-B825-26734156D8AA}" sibTransId="{89B82487-05EA-4DDB-A5DB-05CE0C224237}"/>
    <dgm:cxn modelId="{697A52D2-D2A2-4D74-B982-8E5B1400083F}" type="presOf" srcId="{FEE372BC-7B88-4574-9DA9-A9AB96AE04F8}" destId="{FEF9C955-09B2-47E8-8934-A6020F49D681}" srcOrd="0" destOrd="0" presId="urn:microsoft.com/office/officeart/2005/8/layout/hierarchy3"/>
    <dgm:cxn modelId="{F9653DDC-37FB-4119-97B1-795A80D87AC8}" type="presOf" srcId="{3553A594-9B6E-4F3D-86DD-FAE73F2454C1}" destId="{9356FBB6-6DD7-459D-855A-D71B778AAA0F}" srcOrd="0" destOrd="0" presId="urn:microsoft.com/office/officeart/2005/8/layout/hierarchy3"/>
    <dgm:cxn modelId="{F4ACE6E5-8BE3-4D97-BF41-0A55D3FB12C6}" type="presOf" srcId="{B83A418F-A1C2-4D71-A72B-810B770077A8}" destId="{337C5808-272C-430A-B14D-6958AE22E956}" srcOrd="0" destOrd="0" presId="urn:microsoft.com/office/officeart/2005/8/layout/hierarchy3"/>
    <dgm:cxn modelId="{BC035AF6-3000-44BF-8055-51B7F1C59086}" type="presOf" srcId="{2C94E420-ABBF-47A4-80B4-6068BDFD44ED}" destId="{79DB8AEB-F824-4E46-B932-EB589F4A2171}" srcOrd="0" destOrd="0" presId="urn:microsoft.com/office/officeart/2005/8/layout/hierarchy3"/>
    <dgm:cxn modelId="{F5DEECAF-5336-4076-80F0-99A5C75A21DB}" type="presParOf" srcId="{56848742-01F9-4333-A9A6-3B44A07BEFFD}" destId="{048EAA98-0443-4621-A466-63E262201F3C}" srcOrd="0" destOrd="0" presId="urn:microsoft.com/office/officeart/2005/8/layout/hierarchy3"/>
    <dgm:cxn modelId="{597B9C34-07F8-4F30-9ABA-FA591F1BE278}" type="presParOf" srcId="{048EAA98-0443-4621-A466-63E262201F3C}" destId="{80B4BCCB-AA95-47FA-A7B5-B0D50AFE68FA}" srcOrd="0" destOrd="0" presId="urn:microsoft.com/office/officeart/2005/8/layout/hierarchy3"/>
    <dgm:cxn modelId="{ED9D5FA5-BC95-4741-8666-3C592BE6633C}" type="presParOf" srcId="{80B4BCCB-AA95-47FA-A7B5-B0D50AFE68FA}" destId="{C5B1F7FF-1692-416F-860E-4561CB8FBCA0}" srcOrd="0" destOrd="0" presId="urn:microsoft.com/office/officeart/2005/8/layout/hierarchy3"/>
    <dgm:cxn modelId="{2E736886-BDA6-4802-9477-65BB1840ED80}" type="presParOf" srcId="{80B4BCCB-AA95-47FA-A7B5-B0D50AFE68FA}" destId="{7A06D2AE-D3C0-4C2D-BB0E-ECFCE768DDEE}" srcOrd="1" destOrd="0" presId="urn:microsoft.com/office/officeart/2005/8/layout/hierarchy3"/>
    <dgm:cxn modelId="{6E69D151-EAEA-4F2B-867D-B1F62911A8BA}" type="presParOf" srcId="{048EAA98-0443-4621-A466-63E262201F3C}" destId="{4D4F3D21-BC51-449C-98EF-64EBD926A782}" srcOrd="1" destOrd="0" presId="urn:microsoft.com/office/officeart/2005/8/layout/hierarchy3"/>
    <dgm:cxn modelId="{DFB181CA-45E0-40E9-9F4C-DFDE166192A8}" type="presParOf" srcId="{4D4F3D21-BC51-449C-98EF-64EBD926A782}" destId="{B199F7FD-9995-4719-8AD9-B0B8EF20194C}" srcOrd="0" destOrd="0" presId="urn:microsoft.com/office/officeart/2005/8/layout/hierarchy3"/>
    <dgm:cxn modelId="{F1EBAA30-506E-4F1F-9371-D9A94FDB85FE}" type="presParOf" srcId="{4D4F3D21-BC51-449C-98EF-64EBD926A782}" destId="{9356FBB6-6DD7-459D-855A-D71B778AAA0F}" srcOrd="1" destOrd="0" presId="urn:microsoft.com/office/officeart/2005/8/layout/hierarchy3"/>
    <dgm:cxn modelId="{C35A1BBF-77C3-4E22-8C54-84F70B4B1B81}" type="presParOf" srcId="{4D4F3D21-BC51-449C-98EF-64EBD926A782}" destId="{957F6469-878F-44B6-8A93-D83538F2D5E2}" srcOrd="2" destOrd="0" presId="urn:microsoft.com/office/officeart/2005/8/layout/hierarchy3"/>
    <dgm:cxn modelId="{4ED39F88-FB23-4EF8-9D9B-4827E3881E00}" type="presParOf" srcId="{4D4F3D21-BC51-449C-98EF-64EBD926A782}" destId="{3D4D223F-A189-4426-9FE6-AA8571CCD982}" srcOrd="3" destOrd="0" presId="urn:microsoft.com/office/officeart/2005/8/layout/hierarchy3"/>
    <dgm:cxn modelId="{6D882BF9-236C-499A-88C1-93EF40F5F1CC}" type="presParOf" srcId="{4D4F3D21-BC51-449C-98EF-64EBD926A782}" destId="{CCFC55A0-1DBA-4A93-9091-9005F69CB658}" srcOrd="4" destOrd="0" presId="urn:microsoft.com/office/officeart/2005/8/layout/hierarchy3"/>
    <dgm:cxn modelId="{F2B0791B-3855-4147-AB7C-87FA05532188}" type="presParOf" srcId="{4D4F3D21-BC51-449C-98EF-64EBD926A782}" destId="{74C1CE74-48EF-4D69-B102-1D5EE6E33339}" srcOrd="5" destOrd="0" presId="urn:microsoft.com/office/officeart/2005/8/layout/hierarchy3"/>
    <dgm:cxn modelId="{21206456-7989-4473-A832-D7808FBD8283}" type="presParOf" srcId="{4D4F3D21-BC51-449C-98EF-64EBD926A782}" destId="{FEF9C955-09B2-47E8-8934-A6020F49D681}" srcOrd="6" destOrd="0" presId="urn:microsoft.com/office/officeart/2005/8/layout/hierarchy3"/>
    <dgm:cxn modelId="{A47AE84C-E4AE-4720-A6CF-BA5E361C6583}" type="presParOf" srcId="{4D4F3D21-BC51-449C-98EF-64EBD926A782}" destId="{70C9FA34-76E9-4A04-9737-044CC9382CF9}" srcOrd="7" destOrd="0" presId="urn:microsoft.com/office/officeart/2005/8/layout/hierarchy3"/>
    <dgm:cxn modelId="{15E4FB6E-3361-4DED-83EE-F23C6FC6CBC1}" type="presParOf" srcId="{56848742-01F9-4333-A9A6-3B44A07BEFFD}" destId="{AAA5ACBC-0010-4229-99B3-2C1FA32D9F34}" srcOrd="1" destOrd="0" presId="urn:microsoft.com/office/officeart/2005/8/layout/hierarchy3"/>
    <dgm:cxn modelId="{9725301B-43C1-450E-ADD4-90EFCC70F734}" type="presParOf" srcId="{AAA5ACBC-0010-4229-99B3-2C1FA32D9F34}" destId="{DD263AF7-15D0-4032-B555-CD3624013BD9}" srcOrd="0" destOrd="0" presId="urn:microsoft.com/office/officeart/2005/8/layout/hierarchy3"/>
    <dgm:cxn modelId="{14A16893-1C2B-49D1-99FA-9CC5794226EB}" type="presParOf" srcId="{DD263AF7-15D0-4032-B555-CD3624013BD9}" destId="{8DCDB2DE-78FE-4242-8657-C323BE00AD81}" srcOrd="0" destOrd="0" presId="urn:microsoft.com/office/officeart/2005/8/layout/hierarchy3"/>
    <dgm:cxn modelId="{BEAEAC9D-E73F-4B78-BD48-E7005FCFC02C}" type="presParOf" srcId="{DD263AF7-15D0-4032-B555-CD3624013BD9}" destId="{9110CDAF-077C-44A0-B487-DF1B242441FC}" srcOrd="1" destOrd="0" presId="urn:microsoft.com/office/officeart/2005/8/layout/hierarchy3"/>
    <dgm:cxn modelId="{072C11C2-54F7-4F89-973C-ECDD921019CC}" type="presParOf" srcId="{AAA5ACBC-0010-4229-99B3-2C1FA32D9F34}" destId="{5F79D8D9-98BE-4F6A-A3B7-BE1CC5F47F3F}" srcOrd="1" destOrd="0" presId="urn:microsoft.com/office/officeart/2005/8/layout/hierarchy3"/>
    <dgm:cxn modelId="{B3D67C7D-F33E-4A54-80B2-E42AC60D7A6C}" type="presParOf" srcId="{5F79D8D9-98BE-4F6A-A3B7-BE1CC5F47F3F}" destId="{4F559FD1-269F-4F04-80D4-80D5F3920422}" srcOrd="0" destOrd="0" presId="urn:microsoft.com/office/officeart/2005/8/layout/hierarchy3"/>
    <dgm:cxn modelId="{9FC95262-F728-48D0-B805-0BFC49FDC9E9}" type="presParOf" srcId="{5F79D8D9-98BE-4F6A-A3B7-BE1CC5F47F3F}" destId="{79DB8AEB-F824-4E46-B932-EB589F4A2171}" srcOrd="1" destOrd="0" presId="urn:microsoft.com/office/officeart/2005/8/layout/hierarchy3"/>
    <dgm:cxn modelId="{F6975669-6462-40D9-9B1D-09F04B9D803E}" type="presParOf" srcId="{5F79D8D9-98BE-4F6A-A3B7-BE1CC5F47F3F}" destId="{CA65E3FC-F42B-45B8-947E-AD40B2F2F5BB}" srcOrd="2" destOrd="0" presId="urn:microsoft.com/office/officeart/2005/8/layout/hierarchy3"/>
    <dgm:cxn modelId="{FAB18703-13C9-4C1B-A263-701B8C49D6E9}" type="presParOf" srcId="{5F79D8D9-98BE-4F6A-A3B7-BE1CC5F47F3F}" destId="{337C5808-272C-430A-B14D-6958AE22E956}" srcOrd="3" destOrd="0" presId="urn:microsoft.com/office/officeart/2005/8/layout/hierarchy3"/>
    <dgm:cxn modelId="{32A8EB44-29E1-43D4-8A7C-08A30F704643}" type="presParOf" srcId="{5F79D8D9-98BE-4F6A-A3B7-BE1CC5F47F3F}" destId="{FA872B33-F4A5-4568-A470-BD4A238A4A60}" srcOrd="4" destOrd="0" presId="urn:microsoft.com/office/officeart/2005/8/layout/hierarchy3"/>
    <dgm:cxn modelId="{E5C29E1C-EF23-4492-9AB6-F47A14B5F67E}" type="presParOf" srcId="{5F79D8D9-98BE-4F6A-A3B7-BE1CC5F47F3F}" destId="{7CB026C5-F5D0-4381-BB29-E2D729102B6F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D18D636-027A-4145-9A86-1F6C1C45FC45}" type="doc">
      <dgm:prSet loTypeId="urn:microsoft.com/office/officeart/2008/layout/VerticalCurvedList" loCatId="list" qsTypeId="urn:microsoft.com/office/officeart/2005/8/quickstyle/simple3" qsCatId="simple" csTypeId="urn:microsoft.com/office/officeart/2005/8/colors/accent1_5" csCatId="accent1" phldr="1"/>
      <dgm:spPr/>
      <dgm:t>
        <a:bodyPr/>
        <a:lstStyle/>
        <a:p>
          <a:endParaRPr lang="en-GB"/>
        </a:p>
      </dgm:t>
    </dgm:pt>
    <dgm:pt modelId="{AB95BF3E-ECFD-4403-A848-6FB955B0267B}">
      <dgm:prSet phldrT="[Text]"/>
      <dgm:spPr/>
      <dgm:t>
        <a:bodyPr/>
        <a:lstStyle/>
        <a:p>
          <a:r>
            <a:rPr lang="en-GB" b="1" dirty="0"/>
            <a:t>Resistance vs Power Training </a:t>
          </a:r>
        </a:p>
        <a:p>
          <a:r>
            <a:rPr lang="en-GB" dirty="0" err="1"/>
            <a:t>Eg.</a:t>
          </a:r>
          <a:r>
            <a:rPr lang="en-GB" dirty="0"/>
            <a:t> Powerlifting vs Weightlifting</a:t>
          </a:r>
        </a:p>
      </dgm:t>
    </dgm:pt>
    <dgm:pt modelId="{BC9AC97D-97B8-4996-8170-D6F490A707EA}" type="parTrans" cxnId="{A0CA6983-8435-4D09-83D5-6FDF7E960292}">
      <dgm:prSet/>
      <dgm:spPr/>
      <dgm:t>
        <a:bodyPr/>
        <a:lstStyle/>
        <a:p>
          <a:endParaRPr lang="en-GB"/>
        </a:p>
      </dgm:t>
    </dgm:pt>
    <dgm:pt modelId="{6EF7EDBF-51A1-4A24-B929-08179D09970E}" type="sibTrans" cxnId="{A0CA6983-8435-4D09-83D5-6FDF7E960292}">
      <dgm:prSet/>
      <dgm:spPr/>
      <dgm:t>
        <a:bodyPr/>
        <a:lstStyle/>
        <a:p>
          <a:endParaRPr lang="en-GB"/>
        </a:p>
      </dgm:t>
    </dgm:pt>
    <dgm:pt modelId="{92ECABC3-189A-422E-9B6F-F5655E5BE663}">
      <dgm:prSet phldrT="[Text]"/>
      <dgm:spPr/>
      <dgm:t>
        <a:bodyPr/>
        <a:lstStyle/>
        <a:p>
          <a:r>
            <a:rPr lang="en-GB" b="1" dirty="0"/>
            <a:t>Speed &amp; Agility Training</a:t>
          </a:r>
        </a:p>
        <a:p>
          <a:r>
            <a:rPr lang="en-GB" dirty="0" err="1"/>
            <a:t>Eg</a:t>
          </a:r>
          <a:r>
            <a:rPr lang="en-GB" dirty="0"/>
            <a:t>. Accelerations or Change of Directions</a:t>
          </a:r>
        </a:p>
      </dgm:t>
    </dgm:pt>
    <dgm:pt modelId="{346DF177-C7F9-4E54-BFEB-5A79B72FC631}" type="parTrans" cxnId="{26A8D01D-C7CF-43D4-85FD-F207664C0BF3}">
      <dgm:prSet/>
      <dgm:spPr/>
      <dgm:t>
        <a:bodyPr/>
        <a:lstStyle/>
        <a:p>
          <a:endParaRPr lang="en-GB"/>
        </a:p>
      </dgm:t>
    </dgm:pt>
    <dgm:pt modelId="{90CDA525-53BF-448D-801E-99FDAEB9B004}" type="sibTrans" cxnId="{26A8D01D-C7CF-43D4-85FD-F207664C0BF3}">
      <dgm:prSet/>
      <dgm:spPr/>
      <dgm:t>
        <a:bodyPr/>
        <a:lstStyle/>
        <a:p>
          <a:endParaRPr lang="en-GB"/>
        </a:p>
      </dgm:t>
    </dgm:pt>
    <dgm:pt modelId="{EDC24AFB-6E74-4047-9686-E4995502B3B5}">
      <dgm:prSet phldrT="[Text]"/>
      <dgm:spPr/>
      <dgm:t>
        <a:bodyPr/>
        <a:lstStyle/>
        <a:p>
          <a:r>
            <a:rPr lang="en-GB" b="1" dirty="0"/>
            <a:t>Plyometric Training</a:t>
          </a:r>
        </a:p>
        <a:p>
          <a:r>
            <a:rPr lang="en-GB" dirty="0" err="1"/>
            <a:t>Eg</a:t>
          </a:r>
          <a:r>
            <a:rPr lang="en-GB" dirty="0"/>
            <a:t>. Tendon Stiffness, Reactive Strength</a:t>
          </a:r>
        </a:p>
      </dgm:t>
    </dgm:pt>
    <dgm:pt modelId="{A29F32E0-7317-48F5-9D45-19987BFAF7D7}" type="parTrans" cxnId="{A283027A-F3B2-4932-9D1C-3CA36410379A}">
      <dgm:prSet/>
      <dgm:spPr/>
      <dgm:t>
        <a:bodyPr/>
        <a:lstStyle/>
        <a:p>
          <a:endParaRPr lang="en-GB"/>
        </a:p>
      </dgm:t>
    </dgm:pt>
    <dgm:pt modelId="{820D5E6E-B007-4444-BCA3-C3C7267454CA}" type="sibTrans" cxnId="{A283027A-F3B2-4932-9D1C-3CA36410379A}">
      <dgm:prSet/>
      <dgm:spPr/>
      <dgm:t>
        <a:bodyPr/>
        <a:lstStyle/>
        <a:p>
          <a:endParaRPr lang="en-GB"/>
        </a:p>
      </dgm:t>
    </dgm:pt>
    <dgm:pt modelId="{27ED53FF-B5A7-4AB8-A0B3-6D1433EC94F1}">
      <dgm:prSet phldrT="[Text]"/>
      <dgm:spPr/>
      <dgm:t>
        <a:bodyPr/>
        <a:lstStyle/>
        <a:p>
          <a:r>
            <a:rPr lang="en-GB" b="1" dirty="0"/>
            <a:t>Metabolic Conditioning</a:t>
          </a:r>
        </a:p>
        <a:p>
          <a:r>
            <a:rPr lang="en-GB" dirty="0" err="1"/>
            <a:t>Eg</a:t>
          </a:r>
          <a:r>
            <a:rPr lang="en-GB" dirty="0"/>
            <a:t>. Aerobic/Anaerobic Capacity</a:t>
          </a:r>
        </a:p>
      </dgm:t>
    </dgm:pt>
    <dgm:pt modelId="{3021102C-BC26-406B-AACE-B9D6B4FB1196}" type="parTrans" cxnId="{2BF6C909-8458-4B39-9D17-76B32001622C}">
      <dgm:prSet/>
      <dgm:spPr/>
      <dgm:t>
        <a:bodyPr/>
        <a:lstStyle/>
        <a:p>
          <a:endParaRPr lang="en-GB"/>
        </a:p>
      </dgm:t>
    </dgm:pt>
    <dgm:pt modelId="{D12AA7BD-B91A-46AF-990D-B4717AD47134}" type="sibTrans" cxnId="{2BF6C909-8458-4B39-9D17-76B32001622C}">
      <dgm:prSet/>
      <dgm:spPr/>
      <dgm:t>
        <a:bodyPr/>
        <a:lstStyle/>
        <a:p>
          <a:endParaRPr lang="en-GB"/>
        </a:p>
      </dgm:t>
    </dgm:pt>
    <dgm:pt modelId="{46DB12AD-E956-49B9-8EFA-B774C058C965}">
      <dgm:prSet phldrT="[Text]"/>
      <dgm:spPr/>
      <dgm:t>
        <a:bodyPr/>
        <a:lstStyle/>
        <a:p>
          <a:r>
            <a:rPr lang="en-GB" b="1" dirty="0"/>
            <a:t>Corrective Exercise</a:t>
          </a:r>
        </a:p>
        <a:p>
          <a:r>
            <a:rPr lang="en-GB" dirty="0" err="1"/>
            <a:t>Eg</a:t>
          </a:r>
          <a:r>
            <a:rPr lang="en-GB" dirty="0"/>
            <a:t>. Movement correction, Posture</a:t>
          </a:r>
        </a:p>
      </dgm:t>
    </dgm:pt>
    <dgm:pt modelId="{EDD8696D-9DA8-41CA-803D-207EF5054A97}" type="parTrans" cxnId="{C844AF6B-3C12-4A71-956C-BED63F97A0A9}">
      <dgm:prSet/>
      <dgm:spPr/>
      <dgm:t>
        <a:bodyPr/>
        <a:lstStyle/>
        <a:p>
          <a:endParaRPr lang="en-GB"/>
        </a:p>
      </dgm:t>
    </dgm:pt>
    <dgm:pt modelId="{150AC94D-4BEE-4F83-A700-22D7F99402D0}" type="sibTrans" cxnId="{C844AF6B-3C12-4A71-956C-BED63F97A0A9}">
      <dgm:prSet/>
      <dgm:spPr/>
      <dgm:t>
        <a:bodyPr/>
        <a:lstStyle/>
        <a:p>
          <a:endParaRPr lang="en-GB"/>
        </a:p>
      </dgm:t>
    </dgm:pt>
    <dgm:pt modelId="{844D6285-8646-433A-9FD8-708E54329F58}" type="pres">
      <dgm:prSet presAssocID="{5D18D636-027A-4145-9A86-1F6C1C45FC45}" presName="Name0" presStyleCnt="0">
        <dgm:presLayoutVars>
          <dgm:chMax val="7"/>
          <dgm:chPref val="7"/>
          <dgm:dir/>
        </dgm:presLayoutVars>
      </dgm:prSet>
      <dgm:spPr/>
    </dgm:pt>
    <dgm:pt modelId="{3650897E-CD21-4151-8146-47220AACC90B}" type="pres">
      <dgm:prSet presAssocID="{5D18D636-027A-4145-9A86-1F6C1C45FC45}" presName="Name1" presStyleCnt="0"/>
      <dgm:spPr/>
    </dgm:pt>
    <dgm:pt modelId="{90AF4E1F-D702-4105-98D4-2F8599F98E06}" type="pres">
      <dgm:prSet presAssocID="{5D18D636-027A-4145-9A86-1F6C1C45FC45}" presName="cycle" presStyleCnt="0"/>
      <dgm:spPr/>
    </dgm:pt>
    <dgm:pt modelId="{33C57025-5874-47C9-816D-CA622EBFCF93}" type="pres">
      <dgm:prSet presAssocID="{5D18D636-027A-4145-9A86-1F6C1C45FC45}" presName="srcNode" presStyleLbl="node1" presStyleIdx="0" presStyleCnt="5"/>
      <dgm:spPr/>
    </dgm:pt>
    <dgm:pt modelId="{92461B0D-AE2F-4C4A-A17C-8649C085317B}" type="pres">
      <dgm:prSet presAssocID="{5D18D636-027A-4145-9A86-1F6C1C45FC45}" presName="conn" presStyleLbl="parChTrans1D2" presStyleIdx="0" presStyleCnt="1"/>
      <dgm:spPr/>
    </dgm:pt>
    <dgm:pt modelId="{9B3086CC-7087-4DF4-BD8A-9566EF096273}" type="pres">
      <dgm:prSet presAssocID="{5D18D636-027A-4145-9A86-1F6C1C45FC45}" presName="extraNode" presStyleLbl="node1" presStyleIdx="0" presStyleCnt="5"/>
      <dgm:spPr/>
    </dgm:pt>
    <dgm:pt modelId="{9B47D33F-5D2A-43A2-B73B-58F40FE06B99}" type="pres">
      <dgm:prSet presAssocID="{5D18D636-027A-4145-9A86-1F6C1C45FC45}" presName="dstNode" presStyleLbl="node1" presStyleIdx="0" presStyleCnt="5"/>
      <dgm:spPr/>
    </dgm:pt>
    <dgm:pt modelId="{BD04C711-8732-4318-B457-0845327A50C7}" type="pres">
      <dgm:prSet presAssocID="{AB95BF3E-ECFD-4403-A848-6FB955B0267B}" presName="text_1" presStyleLbl="node1" presStyleIdx="0" presStyleCnt="5">
        <dgm:presLayoutVars>
          <dgm:bulletEnabled val="1"/>
        </dgm:presLayoutVars>
      </dgm:prSet>
      <dgm:spPr/>
    </dgm:pt>
    <dgm:pt modelId="{FF882E0F-5C2F-496E-A574-754BACAC38DE}" type="pres">
      <dgm:prSet presAssocID="{AB95BF3E-ECFD-4403-A848-6FB955B0267B}" presName="accent_1" presStyleCnt="0"/>
      <dgm:spPr/>
    </dgm:pt>
    <dgm:pt modelId="{5EC6BCAE-ABB5-41D2-A782-F7ED4648DF6F}" type="pres">
      <dgm:prSet presAssocID="{AB95BF3E-ECFD-4403-A848-6FB955B0267B}" presName="accentRepeatNode" presStyleLbl="solidFgAcc1" presStyleIdx="0" presStyleCnt="5"/>
      <dgm:spPr/>
    </dgm:pt>
    <dgm:pt modelId="{9C4CB47F-A670-4068-8D24-D9027C901E62}" type="pres">
      <dgm:prSet presAssocID="{92ECABC3-189A-422E-9B6F-F5655E5BE663}" presName="text_2" presStyleLbl="node1" presStyleIdx="1" presStyleCnt="5">
        <dgm:presLayoutVars>
          <dgm:bulletEnabled val="1"/>
        </dgm:presLayoutVars>
      </dgm:prSet>
      <dgm:spPr/>
    </dgm:pt>
    <dgm:pt modelId="{9D56CC6A-5D29-46F7-BC05-030350F06FA6}" type="pres">
      <dgm:prSet presAssocID="{92ECABC3-189A-422E-9B6F-F5655E5BE663}" presName="accent_2" presStyleCnt="0"/>
      <dgm:spPr/>
    </dgm:pt>
    <dgm:pt modelId="{84C5298A-E2B2-4EEF-ACF5-84F6438C98C1}" type="pres">
      <dgm:prSet presAssocID="{92ECABC3-189A-422E-9B6F-F5655E5BE663}" presName="accentRepeatNode" presStyleLbl="solidFgAcc1" presStyleIdx="1" presStyleCnt="5"/>
      <dgm:spPr/>
    </dgm:pt>
    <dgm:pt modelId="{256B4B74-6307-4B68-BEF1-98700375B535}" type="pres">
      <dgm:prSet presAssocID="{EDC24AFB-6E74-4047-9686-E4995502B3B5}" presName="text_3" presStyleLbl="node1" presStyleIdx="2" presStyleCnt="5">
        <dgm:presLayoutVars>
          <dgm:bulletEnabled val="1"/>
        </dgm:presLayoutVars>
      </dgm:prSet>
      <dgm:spPr/>
    </dgm:pt>
    <dgm:pt modelId="{0D56BAE0-D97B-4D90-BC66-DB6DF9633D8D}" type="pres">
      <dgm:prSet presAssocID="{EDC24AFB-6E74-4047-9686-E4995502B3B5}" presName="accent_3" presStyleCnt="0"/>
      <dgm:spPr/>
    </dgm:pt>
    <dgm:pt modelId="{0E57055B-2B22-4987-9DF0-B679EC7ED667}" type="pres">
      <dgm:prSet presAssocID="{EDC24AFB-6E74-4047-9686-E4995502B3B5}" presName="accentRepeatNode" presStyleLbl="solidFgAcc1" presStyleIdx="2" presStyleCnt="5"/>
      <dgm:spPr/>
    </dgm:pt>
    <dgm:pt modelId="{65E6C6DE-BBEA-495B-8737-7ACCCCE28B9A}" type="pres">
      <dgm:prSet presAssocID="{27ED53FF-B5A7-4AB8-A0B3-6D1433EC94F1}" presName="text_4" presStyleLbl="node1" presStyleIdx="3" presStyleCnt="5">
        <dgm:presLayoutVars>
          <dgm:bulletEnabled val="1"/>
        </dgm:presLayoutVars>
      </dgm:prSet>
      <dgm:spPr/>
    </dgm:pt>
    <dgm:pt modelId="{A9AA3383-49FF-411E-A99C-AF7056E3599B}" type="pres">
      <dgm:prSet presAssocID="{27ED53FF-B5A7-4AB8-A0B3-6D1433EC94F1}" presName="accent_4" presStyleCnt="0"/>
      <dgm:spPr/>
    </dgm:pt>
    <dgm:pt modelId="{CEC0ED6D-6E9F-481B-8789-53FB032147AA}" type="pres">
      <dgm:prSet presAssocID="{27ED53FF-B5A7-4AB8-A0B3-6D1433EC94F1}" presName="accentRepeatNode" presStyleLbl="solidFgAcc1" presStyleIdx="3" presStyleCnt="5"/>
      <dgm:spPr/>
    </dgm:pt>
    <dgm:pt modelId="{75A940FE-3D65-45CF-B771-AF312823838B}" type="pres">
      <dgm:prSet presAssocID="{46DB12AD-E956-49B9-8EFA-B774C058C965}" presName="text_5" presStyleLbl="node1" presStyleIdx="4" presStyleCnt="5">
        <dgm:presLayoutVars>
          <dgm:bulletEnabled val="1"/>
        </dgm:presLayoutVars>
      </dgm:prSet>
      <dgm:spPr/>
    </dgm:pt>
    <dgm:pt modelId="{CD14C4D4-652F-4840-A860-5E2492CABC8B}" type="pres">
      <dgm:prSet presAssocID="{46DB12AD-E956-49B9-8EFA-B774C058C965}" presName="accent_5" presStyleCnt="0"/>
      <dgm:spPr/>
    </dgm:pt>
    <dgm:pt modelId="{8C8FBD91-699C-4587-A76C-717F2E0207D2}" type="pres">
      <dgm:prSet presAssocID="{46DB12AD-E956-49B9-8EFA-B774C058C965}" presName="accentRepeatNode" presStyleLbl="solidFgAcc1" presStyleIdx="4" presStyleCnt="5"/>
      <dgm:spPr/>
    </dgm:pt>
  </dgm:ptLst>
  <dgm:cxnLst>
    <dgm:cxn modelId="{F1865209-CE2A-43A6-AED8-951789969EAD}" type="presOf" srcId="{46DB12AD-E956-49B9-8EFA-B774C058C965}" destId="{75A940FE-3D65-45CF-B771-AF312823838B}" srcOrd="0" destOrd="0" presId="urn:microsoft.com/office/officeart/2008/layout/VerticalCurvedList"/>
    <dgm:cxn modelId="{2BF6C909-8458-4B39-9D17-76B32001622C}" srcId="{5D18D636-027A-4145-9A86-1F6C1C45FC45}" destId="{27ED53FF-B5A7-4AB8-A0B3-6D1433EC94F1}" srcOrd="3" destOrd="0" parTransId="{3021102C-BC26-406B-AACE-B9D6B4FB1196}" sibTransId="{D12AA7BD-B91A-46AF-990D-B4717AD47134}"/>
    <dgm:cxn modelId="{26A8D01D-C7CF-43D4-85FD-F207664C0BF3}" srcId="{5D18D636-027A-4145-9A86-1F6C1C45FC45}" destId="{92ECABC3-189A-422E-9B6F-F5655E5BE663}" srcOrd="1" destOrd="0" parTransId="{346DF177-C7F9-4E54-BFEB-5A79B72FC631}" sibTransId="{90CDA525-53BF-448D-801E-99FDAEB9B004}"/>
    <dgm:cxn modelId="{00C07127-9103-45A3-B924-CDF2B255B258}" type="presOf" srcId="{92ECABC3-189A-422E-9B6F-F5655E5BE663}" destId="{9C4CB47F-A670-4068-8D24-D9027C901E62}" srcOrd="0" destOrd="0" presId="urn:microsoft.com/office/officeart/2008/layout/VerticalCurvedList"/>
    <dgm:cxn modelId="{08272038-773F-4390-8DA7-AED93659BD0B}" type="presOf" srcId="{5D18D636-027A-4145-9A86-1F6C1C45FC45}" destId="{844D6285-8646-433A-9FD8-708E54329F58}" srcOrd="0" destOrd="0" presId="urn:microsoft.com/office/officeart/2008/layout/VerticalCurvedList"/>
    <dgm:cxn modelId="{C844AF6B-3C12-4A71-956C-BED63F97A0A9}" srcId="{5D18D636-027A-4145-9A86-1F6C1C45FC45}" destId="{46DB12AD-E956-49B9-8EFA-B774C058C965}" srcOrd="4" destOrd="0" parTransId="{EDD8696D-9DA8-41CA-803D-207EF5054A97}" sibTransId="{150AC94D-4BEE-4F83-A700-22D7F99402D0}"/>
    <dgm:cxn modelId="{B666266C-354F-4C74-BE56-4514309ADA77}" type="presOf" srcId="{AB95BF3E-ECFD-4403-A848-6FB955B0267B}" destId="{BD04C711-8732-4318-B457-0845327A50C7}" srcOrd="0" destOrd="0" presId="urn:microsoft.com/office/officeart/2008/layout/VerticalCurvedList"/>
    <dgm:cxn modelId="{A283027A-F3B2-4932-9D1C-3CA36410379A}" srcId="{5D18D636-027A-4145-9A86-1F6C1C45FC45}" destId="{EDC24AFB-6E74-4047-9686-E4995502B3B5}" srcOrd="2" destOrd="0" parTransId="{A29F32E0-7317-48F5-9D45-19987BFAF7D7}" sibTransId="{820D5E6E-B007-4444-BCA3-C3C7267454CA}"/>
    <dgm:cxn modelId="{0B98097E-2CB5-4540-8F05-6560EAE01C19}" type="presOf" srcId="{27ED53FF-B5A7-4AB8-A0B3-6D1433EC94F1}" destId="{65E6C6DE-BBEA-495B-8737-7ACCCCE28B9A}" srcOrd="0" destOrd="0" presId="urn:microsoft.com/office/officeart/2008/layout/VerticalCurvedList"/>
    <dgm:cxn modelId="{A0CA6983-8435-4D09-83D5-6FDF7E960292}" srcId="{5D18D636-027A-4145-9A86-1F6C1C45FC45}" destId="{AB95BF3E-ECFD-4403-A848-6FB955B0267B}" srcOrd="0" destOrd="0" parTransId="{BC9AC97D-97B8-4996-8170-D6F490A707EA}" sibTransId="{6EF7EDBF-51A1-4A24-B929-08179D09970E}"/>
    <dgm:cxn modelId="{E23E929D-50F3-46EF-A0F4-9300B2D07B8D}" type="presOf" srcId="{EDC24AFB-6E74-4047-9686-E4995502B3B5}" destId="{256B4B74-6307-4B68-BEF1-98700375B535}" srcOrd="0" destOrd="0" presId="urn:microsoft.com/office/officeart/2008/layout/VerticalCurvedList"/>
    <dgm:cxn modelId="{E1D3B99D-5A37-4CE6-8EAE-2C2E4AB4F3DB}" type="presOf" srcId="{6EF7EDBF-51A1-4A24-B929-08179D09970E}" destId="{92461B0D-AE2F-4C4A-A17C-8649C085317B}" srcOrd="0" destOrd="0" presId="urn:microsoft.com/office/officeart/2008/layout/VerticalCurvedList"/>
    <dgm:cxn modelId="{BF2B3F02-73CF-415D-8F0F-A1926F28A213}" type="presParOf" srcId="{844D6285-8646-433A-9FD8-708E54329F58}" destId="{3650897E-CD21-4151-8146-47220AACC90B}" srcOrd="0" destOrd="0" presId="urn:microsoft.com/office/officeart/2008/layout/VerticalCurvedList"/>
    <dgm:cxn modelId="{9B39E047-1967-42B9-9A6F-5F7CCE4917EC}" type="presParOf" srcId="{3650897E-CD21-4151-8146-47220AACC90B}" destId="{90AF4E1F-D702-4105-98D4-2F8599F98E06}" srcOrd="0" destOrd="0" presId="urn:microsoft.com/office/officeart/2008/layout/VerticalCurvedList"/>
    <dgm:cxn modelId="{83A35E86-F225-4598-A8BE-F441C048372A}" type="presParOf" srcId="{90AF4E1F-D702-4105-98D4-2F8599F98E06}" destId="{33C57025-5874-47C9-816D-CA622EBFCF93}" srcOrd="0" destOrd="0" presId="urn:microsoft.com/office/officeart/2008/layout/VerticalCurvedList"/>
    <dgm:cxn modelId="{5CA323A6-C0D6-44D4-A7F4-3E6839507762}" type="presParOf" srcId="{90AF4E1F-D702-4105-98D4-2F8599F98E06}" destId="{92461B0D-AE2F-4C4A-A17C-8649C085317B}" srcOrd="1" destOrd="0" presId="urn:microsoft.com/office/officeart/2008/layout/VerticalCurvedList"/>
    <dgm:cxn modelId="{09E808B7-1016-49F0-94A7-264B4F62A6DC}" type="presParOf" srcId="{90AF4E1F-D702-4105-98D4-2F8599F98E06}" destId="{9B3086CC-7087-4DF4-BD8A-9566EF096273}" srcOrd="2" destOrd="0" presId="urn:microsoft.com/office/officeart/2008/layout/VerticalCurvedList"/>
    <dgm:cxn modelId="{6F606659-9BDF-4D22-ACFC-9228B6E24DA9}" type="presParOf" srcId="{90AF4E1F-D702-4105-98D4-2F8599F98E06}" destId="{9B47D33F-5D2A-43A2-B73B-58F40FE06B99}" srcOrd="3" destOrd="0" presId="urn:microsoft.com/office/officeart/2008/layout/VerticalCurvedList"/>
    <dgm:cxn modelId="{9CAD7F59-9535-470F-B71B-E893E3D906C2}" type="presParOf" srcId="{3650897E-CD21-4151-8146-47220AACC90B}" destId="{BD04C711-8732-4318-B457-0845327A50C7}" srcOrd="1" destOrd="0" presId="urn:microsoft.com/office/officeart/2008/layout/VerticalCurvedList"/>
    <dgm:cxn modelId="{9F164AFD-418D-404A-90DD-BEEB3922D000}" type="presParOf" srcId="{3650897E-CD21-4151-8146-47220AACC90B}" destId="{FF882E0F-5C2F-496E-A574-754BACAC38DE}" srcOrd="2" destOrd="0" presId="urn:microsoft.com/office/officeart/2008/layout/VerticalCurvedList"/>
    <dgm:cxn modelId="{E5375683-0B64-4B71-B878-5F39BCEE9A2E}" type="presParOf" srcId="{FF882E0F-5C2F-496E-A574-754BACAC38DE}" destId="{5EC6BCAE-ABB5-41D2-A782-F7ED4648DF6F}" srcOrd="0" destOrd="0" presId="urn:microsoft.com/office/officeart/2008/layout/VerticalCurvedList"/>
    <dgm:cxn modelId="{03E87559-49A4-418C-AE95-04B905E015D2}" type="presParOf" srcId="{3650897E-CD21-4151-8146-47220AACC90B}" destId="{9C4CB47F-A670-4068-8D24-D9027C901E62}" srcOrd="3" destOrd="0" presId="urn:microsoft.com/office/officeart/2008/layout/VerticalCurvedList"/>
    <dgm:cxn modelId="{C6270C41-FA95-40BB-9701-051CA0660B50}" type="presParOf" srcId="{3650897E-CD21-4151-8146-47220AACC90B}" destId="{9D56CC6A-5D29-46F7-BC05-030350F06FA6}" srcOrd="4" destOrd="0" presId="urn:microsoft.com/office/officeart/2008/layout/VerticalCurvedList"/>
    <dgm:cxn modelId="{625E2699-5BEB-40E3-861E-FBE5CFEB467B}" type="presParOf" srcId="{9D56CC6A-5D29-46F7-BC05-030350F06FA6}" destId="{84C5298A-E2B2-4EEF-ACF5-84F6438C98C1}" srcOrd="0" destOrd="0" presId="urn:microsoft.com/office/officeart/2008/layout/VerticalCurvedList"/>
    <dgm:cxn modelId="{D2CFF71B-C313-4B57-8CE0-2B61914F7EAB}" type="presParOf" srcId="{3650897E-CD21-4151-8146-47220AACC90B}" destId="{256B4B74-6307-4B68-BEF1-98700375B535}" srcOrd="5" destOrd="0" presId="urn:microsoft.com/office/officeart/2008/layout/VerticalCurvedList"/>
    <dgm:cxn modelId="{18BE7D34-EEB6-4967-B972-4BC7D6867671}" type="presParOf" srcId="{3650897E-CD21-4151-8146-47220AACC90B}" destId="{0D56BAE0-D97B-4D90-BC66-DB6DF9633D8D}" srcOrd="6" destOrd="0" presId="urn:microsoft.com/office/officeart/2008/layout/VerticalCurvedList"/>
    <dgm:cxn modelId="{2E3A4985-1490-40C3-ACAA-72F59B48B95B}" type="presParOf" srcId="{0D56BAE0-D97B-4D90-BC66-DB6DF9633D8D}" destId="{0E57055B-2B22-4987-9DF0-B679EC7ED667}" srcOrd="0" destOrd="0" presId="urn:microsoft.com/office/officeart/2008/layout/VerticalCurvedList"/>
    <dgm:cxn modelId="{D89356FC-C192-4AB1-BA72-B97FDA6D211F}" type="presParOf" srcId="{3650897E-CD21-4151-8146-47220AACC90B}" destId="{65E6C6DE-BBEA-495B-8737-7ACCCCE28B9A}" srcOrd="7" destOrd="0" presId="urn:microsoft.com/office/officeart/2008/layout/VerticalCurvedList"/>
    <dgm:cxn modelId="{08BB36D2-C67F-461B-8465-1B4D29FBD3F6}" type="presParOf" srcId="{3650897E-CD21-4151-8146-47220AACC90B}" destId="{A9AA3383-49FF-411E-A99C-AF7056E3599B}" srcOrd="8" destOrd="0" presId="urn:microsoft.com/office/officeart/2008/layout/VerticalCurvedList"/>
    <dgm:cxn modelId="{867C2180-DC4B-491B-9934-102875D9DF5D}" type="presParOf" srcId="{A9AA3383-49FF-411E-A99C-AF7056E3599B}" destId="{CEC0ED6D-6E9F-481B-8789-53FB032147AA}" srcOrd="0" destOrd="0" presId="urn:microsoft.com/office/officeart/2008/layout/VerticalCurvedList"/>
    <dgm:cxn modelId="{ED71EF7B-FCEF-45E1-B465-C1EB926530E2}" type="presParOf" srcId="{3650897E-CD21-4151-8146-47220AACC90B}" destId="{75A940FE-3D65-45CF-B771-AF312823838B}" srcOrd="9" destOrd="0" presId="urn:microsoft.com/office/officeart/2008/layout/VerticalCurvedList"/>
    <dgm:cxn modelId="{3200FD19-ADF8-4407-8F83-E33C506376B3}" type="presParOf" srcId="{3650897E-CD21-4151-8146-47220AACC90B}" destId="{CD14C4D4-652F-4840-A860-5E2492CABC8B}" srcOrd="10" destOrd="0" presId="urn:microsoft.com/office/officeart/2008/layout/VerticalCurvedList"/>
    <dgm:cxn modelId="{4560D8BB-42A8-4628-BDA0-D8FAEB37A545}" type="presParOf" srcId="{CD14C4D4-652F-4840-A860-5E2492CABC8B}" destId="{8C8FBD91-699C-4587-A76C-717F2E0207D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0FA32F5-755F-4FB9-843C-7C7251E6B9AB}" type="doc">
      <dgm:prSet loTypeId="urn:microsoft.com/office/officeart/2005/8/layout/vProcess5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ED230F3F-BA9F-44E6-AEB0-17B398F432E6}">
      <dgm:prSet phldrT="[Text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dirty="0"/>
            <a:t>↑ Resting cortisol levels (stress)</a:t>
          </a:r>
        </a:p>
      </dgm:t>
    </dgm:pt>
    <dgm:pt modelId="{9024D5CB-5BAB-44BD-B20A-9F8B382B10BF}" type="parTrans" cxnId="{DB4B3A7D-FA2D-4522-9D4E-FB0F810E085E}">
      <dgm:prSet/>
      <dgm:spPr/>
      <dgm:t>
        <a:bodyPr/>
        <a:lstStyle/>
        <a:p>
          <a:endParaRPr lang="en-GB"/>
        </a:p>
      </dgm:t>
    </dgm:pt>
    <dgm:pt modelId="{74A4FFC5-14DF-46F4-A27F-1D21309E3C21}" type="sibTrans" cxnId="{DB4B3A7D-FA2D-4522-9D4E-FB0F810E085E}">
      <dgm:prSet/>
      <dgm:spPr/>
      <dgm:t>
        <a:bodyPr/>
        <a:lstStyle/>
        <a:p>
          <a:endParaRPr lang="en-GB"/>
        </a:p>
      </dgm:t>
    </dgm:pt>
    <dgm:pt modelId="{1E831E39-E79A-49CE-A4D1-FD995AEADBC5}">
      <dgm:prSet phldrT="[Text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dirty="0"/>
            <a:t>Cortisol suppresses the immune response – body is more susceptible to infection</a:t>
          </a:r>
        </a:p>
      </dgm:t>
    </dgm:pt>
    <dgm:pt modelId="{14DB06E3-C33D-48BB-9672-FDE9689348BF}" type="parTrans" cxnId="{D0BB91CA-E463-4681-974B-0639E65E6479}">
      <dgm:prSet/>
      <dgm:spPr/>
      <dgm:t>
        <a:bodyPr/>
        <a:lstStyle/>
        <a:p>
          <a:endParaRPr lang="en-GB"/>
        </a:p>
      </dgm:t>
    </dgm:pt>
    <dgm:pt modelId="{CCCFA03B-147E-4840-BBE1-DD16DD91D948}" type="sibTrans" cxnId="{D0BB91CA-E463-4681-974B-0639E65E6479}">
      <dgm:prSet/>
      <dgm:spPr/>
      <dgm:t>
        <a:bodyPr/>
        <a:lstStyle/>
        <a:p>
          <a:endParaRPr lang="en-GB"/>
        </a:p>
      </dgm:t>
    </dgm:pt>
    <dgm:pt modelId="{B1EF478F-F783-469D-9085-9DC239258B96}">
      <dgm:prSet phldrT="[Text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dirty="0"/>
            <a:t>Cortisol further ↑ due to repair and re-modelling response. </a:t>
          </a:r>
        </a:p>
      </dgm:t>
    </dgm:pt>
    <dgm:pt modelId="{B5DB091A-3A30-4E09-BAF2-D2B0A6FDEF12}" type="parTrans" cxnId="{F8FF8E26-FFC9-48F3-9A63-C2862087973B}">
      <dgm:prSet/>
      <dgm:spPr/>
      <dgm:t>
        <a:bodyPr/>
        <a:lstStyle/>
        <a:p>
          <a:endParaRPr lang="en-GB"/>
        </a:p>
      </dgm:t>
    </dgm:pt>
    <dgm:pt modelId="{A692B219-935A-47B2-A159-C9F610CE7EFC}" type="sibTrans" cxnId="{F8FF8E26-FFC9-48F3-9A63-C2862087973B}">
      <dgm:prSet/>
      <dgm:spPr/>
      <dgm:t>
        <a:bodyPr/>
        <a:lstStyle/>
        <a:p>
          <a:endParaRPr lang="en-GB"/>
        </a:p>
      </dgm:t>
    </dgm:pt>
    <dgm:pt modelId="{82B91558-2948-4F21-A150-3565F9F4D8DD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dirty="0"/>
            <a:t>While cortisol ↑, so does growth hormone and lactate. </a:t>
          </a:r>
        </a:p>
      </dgm:t>
    </dgm:pt>
    <dgm:pt modelId="{FD3A0F86-2689-4B87-851E-C0549A43C5CB}" type="parTrans" cxnId="{8EBEDCC9-4F57-43E2-8BA2-B4274C90E229}">
      <dgm:prSet/>
      <dgm:spPr/>
      <dgm:t>
        <a:bodyPr/>
        <a:lstStyle/>
        <a:p>
          <a:endParaRPr lang="en-GB"/>
        </a:p>
      </dgm:t>
    </dgm:pt>
    <dgm:pt modelId="{90C24994-CBB4-4B31-9D6E-C097DB20E82D}" type="sibTrans" cxnId="{8EBEDCC9-4F57-43E2-8BA2-B4274C90E229}">
      <dgm:prSet/>
      <dgm:spPr/>
      <dgm:t>
        <a:bodyPr/>
        <a:lstStyle/>
        <a:p>
          <a:endParaRPr lang="en-GB"/>
        </a:p>
      </dgm:t>
    </dgm:pt>
    <dgm:pt modelId="{4B91A312-4E74-49AD-A2AA-4E6A10E604F4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dirty="0"/>
            <a:t>This ↓ the effectiveness of Testosterone, promoting muscle catabolism (protein breakdown) – if this persists, it may indicate OTS.</a:t>
          </a:r>
        </a:p>
      </dgm:t>
    </dgm:pt>
    <dgm:pt modelId="{C63471C4-A2B3-4851-B40B-653A1084A564}" type="parTrans" cxnId="{BB5B7B25-166E-4309-A18D-C1C7BEE5ACA3}">
      <dgm:prSet/>
      <dgm:spPr/>
      <dgm:t>
        <a:bodyPr/>
        <a:lstStyle/>
        <a:p>
          <a:endParaRPr lang="en-GB"/>
        </a:p>
      </dgm:t>
    </dgm:pt>
    <dgm:pt modelId="{37BEACD3-720F-4CFE-A839-E41DB00D8381}" type="sibTrans" cxnId="{BB5B7B25-166E-4309-A18D-C1C7BEE5ACA3}">
      <dgm:prSet/>
      <dgm:spPr/>
      <dgm:t>
        <a:bodyPr/>
        <a:lstStyle/>
        <a:p>
          <a:endParaRPr lang="en-GB"/>
        </a:p>
      </dgm:t>
    </dgm:pt>
    <dgm:pt modelId="{BEE90914-EED1-430D-B3C2-2301832EFD4E}">
      <dgm:prSet/>
      <dgm:spPr/>
      <dgm:t>
        <a:bodyPr/>
        <a:lstStyle/>
        <a:p>
          <a:endParaRPr lang="en-GB"/>
        </a:p>
      </dgm:t>
    </dgm:pt>
    <dgm:pt modelId="{81C5B931-E52E-41A0-8A3D-F14453AA185D}" type="parTrans" cxnId="{D91FD458-F487-46B1-B3CE-3557E56DAAB3}">
      <dgm:prSet/>
      <dgm:spPr/>
      <dgm:t>
        <a:bodyPr/>
        <a:lstStyle/>
        <a:p>
          <a:endParaRPr lang="en-GB"/>
        </a:p>
      </dgm:t>
    </dgm:pt>
    <dgm:pt modelId="{23A84AAC-5A4E-4124-ACC7-B1D190238CFC}" type="sibTrans" cxnId="{D91FD458-F487-46B1-B3CE-3557E56DAAB3}">
      <dgm:prSet/>
      <dgm:spPr/>
      <dgm:t>
        <a:bodyPr/>
        <a:lstStyle/>
        <a:p>
          <a:endParaRPr lang="en-GB"/>
        </a:p>
      </dgm:t>
    </dgm:pt>
    <dgm:pt modelId="{FBA5762B-C14D-43B0-A279-D26B0C888597}" type="pres">
      <dgm:prSet presAssocID="{00FA32F5-755F-4FB9-843C-7C7251E6B9AB}" presName="outerComposite" presStyleCnt="0">
        <dgm:presLayoutVars>
          <dgm:chMax val="5"/>
          <dgm:dir/>
          <dgm:resizeHandles val="exact"/>
        </dgm:presLayoutVars>
      </dgm:prSet>
      <dgm:spPr/>
    </dgm:pt>
    <dgm:pt modelId="{4974396A-976B-4A2F-9529-4BA557E64576}" type="pres">
      <dgm:prSet presAssocID="{00FA32F5-755F-4FB9-843C-7C7251E6B9AB}" presName="dummyMaxCanvas" presStyleCnt="0">
        <dgm:presLayoutVars/>
      </dgm:prSet>
      <dgm:spPr/>
    </dgm:pt>
    <dgm:pt modelId="{B9DFF8E7-C916-47DC-94BA-D32564DBAF08}" type="pres">
      <dgm:prSet presAssocID="{00FA32F5-755F-4FB9-843C-7C7251E6B9AB}" presName="FiveNodes_1" presStyleLbl="node1" presStyleIdx="0" presStyleCnt="5">
        <dgm:presLayoutVars>
          <dgm:bulletEnabled val="1"/>
        </dgm:presLayoutVars>
      </dgm:prSet>
      <dgm:spPr/>
    </dgm:pt>
    <dgm:pt modelId="{1EE29A02-EC6C-4B43-B710-6C58E3110F8D}" type="pres">
      <dgm:prSet presAssocID="{00FA32F5-755F-4FB9-843C-7C7251E6B9AB}" presName="FiveNodes_2" presStyleLbl="node1" presStyleIdx="1" presStyleCnt="5">
        <dgm:presLayoutVars>
          <dgm:bulletEnabled val="1"/>
        </dgm:presLayoutVars>
      </dgm:prSet>
      <dgm:spPr/>
    </dgm:pt>
    <dgm:pt modelId="{768B0B11-E942-4BA9-BB71-68D0B5F2834D}" type="pres">
      <dgm:prSet presAssocID="{00FA32F5-755F-4FB9-843C-7C7251E6B9AB}" presName="FiveNodes_3" presStyleLbl="node1" presStyleIdx="2" presStyleCnt="5">
        <dgm:presLayoutVars>
          <dgm:bulletEnabled val="1"/>
        </dgm:presLayoutVars>
      </dgm:prSet>
      <dgm:spPr/>
    </dgm:pt>
    <dgm:pt modelId="{A9202698-1083-487E-AFBC-0CD85C8267DA}" type="pres">
      <dgm:prSet presAssocID="{00FA32F5-755F-4FB9-843C-7C7251E6B9AB}" presName="FiveNodes_4" presStyleLbl="node1" presStyleIdx="3" presStyleCnt="5">
        <dgm:presLayoutVars>
          <dgm:bulletEnabled val="1"/>
        </dgm:presLayoutVars>
      </dgm:prSet>
      <dgm:spPr/>
    </dgm:pt>
    <dgm:pt modelId="{5B88539F-F3F1-419C-B53C-F324FE01B7AC}" type="pres">
      <dgm:prSet presAssocID="{00FA32F5-755F-4FB9-843C-7C7251E6B9AB}" presName="FiveNodes_5" presStyleLbl="node1" presStyleIdx="4" presStyleCnt="5">
        <dgm:presLayoutVars>
          <dgm:bulletEnabled val="1"/>
        </dgm:presLayoutVars>
      </dgm:prSet>
      <dgm:spPr/>
    </dgm:pt>
    <dgm:pt modelId="{BA0E17B0-2A56-4EFE-9F2C-91F8AFA2F1E9}" type="pres">
      <dgm:prSet presAssocID="{00FA32F5-755F-4FB9-843C-7C7251E6B9AB}" presName="FiveConn_1-2" presStyleLbl="fgAccFollowNode1" presStyleIdx="0" presStyleCnt="4">
        <dgm:presLayoutVars>
          <dgm:bulletEnabled val="1"/>
        </dgm:presLayoutVars>
      </dgm:prSet>
      <dgm:spPr/>
    </dgm:pt>
    <dgm:pt modelId="{A75AEC98-4F79-4D0B-B6A8-CBE32A22CE9D}" type="pres">
      <dgm:prSet presAssocID="{00FA32F5-755F-4FB9-843C-7C7251E6B9AB}" presName="FiveConn_2-3" presStyleLbl="fgAccFollowNode1" presStyleIdx="1" presStyleCnt="4">
        <dgm:presLayoutVars>
          <dgm:bulletEnabled val="1"/>
        </dgm:presLayoutVars>
      </dgm:prSet>
      <dgm:spPr/>
    </dgm:pt>
    <dgm:pt modelId="{379B0F2D-174D-43D9-8D65-2090FD39A47F}" type="pres">
      <dgm:prSet presAssocID="{00FA32F5-755F-4FB9-843C-7C7251E6B9AB}" presName="FiveConn_3-4" presStyleLbl="fgAccFollowNode1" presStyleIdx="2" presStyleCnt="4">
        <dgm:presLayoutVars>
          <dgm:bulletEnabled val="1"/>
        </dgm:presLayoutVars>
      </dgm:prSet>
      <dgm:spPr/>
    </dgm:pt>
    <dgm:pt modelId="{9AD89A0E-B621-4FA0-93F2-E87EF05F1D30}" type="pres">
      <dgm:prSet presAssocID="{00FA32F5-755F-4FB9-843C-7C7251E6B9AB}" presName="FiveConn_4-5" presStyleLbl="fgAccFollowNode1" presStyleIdx="3" presStyleCnt="4">
        <dgm:presLayoutVars>
          <dgm:bulletEnabled val="1"/>
        </dgm:presLayoutVars>
      </dgm:prSet>
      <dgm:spPr/>
    </dgm:pt>
    <dgm:pt modelId="{81FA4CE9-AEE5-412C-B4C6-FB2413E3FEBD}" type="pres">
      <dgm:prSet presAssocID="{00FA32F5-755F-4FB9-843C-7C7251E6B9AB}" presName="FiveNodes_1_text" presStyleLbl="node1" presStyleIdx="4" presStyleCnt="5">
        <dgm:presLayoutVars>
          <dgm:bulletEnabled val="1"/>
        </dgm:presLayoutVars>
      </dgm:prSet>
      <dgm:spPr/>
    </dgm:pt>
    <dgm:pt modelId="{C9E80E70-761B-4CE8-BC62-4C6272FED228}" type="pres">
      <dgm:prSet presAssocID="{00FA32F5-755F-4FB9-843C-7C7251E6B9AB}" presName="FiveNodes_2_text" presStyleLbl="node1" presStyleIdx="4" presStyleCnt="5">
        <dgm:presLayoutVars>
          <dgm:bulletEnabled val="1"/>
        </dgm:presLayoutVars>
      </dgm:prSet>
      <dgm:spPr/>
    </dgm:pt>
    <dgm:pt modelId="{FAAE9566-C41D-4B5F-9608-423D1B6C3F51}" type="pres">
      <dgm:prSet presAssocID="{00FA32F5-755F-4FB9-843C-7C7251E6B9AB}" presName="FiveNodes_3_text" presStyleLbl="node1" presStyleIdx="4" presStyleCnt="5">
        <dgm:presLayoutVars>
          <dgm:bulletEnabled val="1"/>
        </dgm:presLayoutVars>
      </dgm:prSet>
      <dgm:spPr/>
    </dgm:pt>
    <dgm:pt modelId="{962903FE-CEA8-4F08-B230-C77CAE0D248A}" type="pres">
      <dgm:prSet presAssocID="{00FA32F5-755F-4FB9-843C-7C7251E6B9AB}" presName="FiveNodes_4_text" presStyleLbl="node1" presStyleIdx="4" presStyleCnt="5">
        <dgm:presLayoutVars>
          <dgm:bulletEnabled val="1"/>
        </dgm:presLayoutVars>
      </dgm:prSet>
      <dgm:spPr/>
    </dgm:pt>
    <dgm:pt modelId="{F98E9AE1-1AE8-4794-B310-8B42E38FE0AD}" type="pres">
      <dgm:prSet presAssocID="{00FA32F5-755F-4FB9-843C-7C7251E6B9AB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D1B78513-8B9B-4F90-97E7-2B503411E565}" type="presOf" srcId="{1E831E39-E79A-49CE-A4D1-FD995AEADBC5}" destId="{1EE29A02-EC6C-4B43-B710-6C58E3110F8D}" srcOrd="0" destOrd="0" presId="urn:microsoft.com/office/officeart/2005/8/layout/vProcess5"/>
    <dgm:cxn modelId="{1429031A-4BB4-4F65-8575-193C8DE12A7F}" type="presOf" srcId="{B1EF478F-F783-469D-9085-9DC239258B96}" destId="{768B0B11-E942-4BA9-BB71-68D0B5F2834D}" srcOrd="0" destOrd="0" presId="urn:microsoft.com/office/officeart/2005/8/layout/vProcess5"/>
    <dgm:cxn modelId="{BB5B7B25-166E-4309-A18D-C1C7BEE5ACA3}" srcId="{00FA32F5-755F-4FB9-843C-7C7251E6B9AB}" destId="{4B91A312-4E74-49AD-A2AA-4E6A10E604F4}" srcOrd="4" destOrd="0" parTransId="{C63471C4-A2B3-4851-B40B-653A1084A564}" sibTransId="{37BEACD3-720F-4CFE-A839-E41DB00D8381}"/>
    <dgm:cxn modelId="{F8FF8E26-FFC9-48F3-9A63-C2862087973B}" srcId="{00FA32F5-755F-4FB9-843C-7C7251E6B9AB}" destId="{B1EF478F-F783-469D-9085-9DC239258B96}" srcOrd="2" destOrd="0" parTransId="{B5DB091A-3A30-4E09-BAF2-D2B0A6FDEF12}" sibTransId="{A692B219-935A-47B2-A159-C9F610CE7EFC}"/>
    <dgm:cxn modelId="{03785B27-6CBF-4A40-A6DF-7C6E855D9D28}" type="presOf" srcId="{90C24994-CBB4-4B31-9D6E-C097DB20E82D}" destId="{9AD89A0E-B621-4FA0-93F2-E87EF05F1D30}" srcOrd="0" destOrd="0" presId="urn:microsoft.com/office/officeart/2005/8/layout/vProcess5"/>
    <dgm:cxn modelId="{B57EDB3D-01ED-43CB-A50C-930367F1EA19}" type="presOf" srcId="{A692B219-935A-47B2-A159-C9F610CE7EFC}" destId="{379B0F2D-174D-43D9-8D65-2090FD39A47F}" srcOrd="0" destOrd="0" presId="urn:microsoft.com/office/officeart/2005/8/layout/vProcess5"/>
    <dgm:cxn modelId="{F2EAFE41-872F-4EBA-BD95-C2659099D6BC}" type="presOf" srcId="{82B91558-2948-4F21-A150-3565F9F4D8DD}" destId="{A9202698-1083-487E-AFBC-0CD85C8267DA}" srcOrd="0" destOrd="0" presId="urn:microsoft.com/office/officeart/2005/8/layout/vProcess5"/>
    <dgm:cxn modelId="{78B1444E-5D06-4EFB-AAD0-8DC508793C48}" type="presOf" srcId="{1E831E39-E79A-49CE-A4D1-FD995AEADBC5}" destId="{C9E80E70-761B-4CE8-BC62-4C6272FED228}" srcOrd="1" destOrd="0" presId="urn:microsoft.com/office/officeart/2005/8/layout/vProcess5"/>
    <dgm:cxn modelId="{D91FD458-F487-46B1-B3CE-3557E56DAAB3}" srcId="{00FA32F5-755F-4FB9-843C-7C7251E6B9AB}" destId="{BEE90914-EED1-430D-B3C2-2301832EFD4E}" srcOrd="5" destOrd="0" parTransId="{81C5B931-E52E-41A0-8A3D-F14453AA185D}" sibTransId="{23A84AAC-5A4E-4124-ACC7-B1D190238CFC}"/>
    <dgm:cxn modelId="{D4735D65-06AE-4111-8BC7-D9BDFF64CB91}" type="presOf" srcId="{CCCFA03B-147E-4840-BBE1-DD16DD91D948}" destId="{A75AEC98-4F79-4D0B-B6A8-CBE32A22CE9D}" srcOrd="0" destOrd="0" presId="urn:microsoft.com/office/officeart/2005/8/layout/vProcess5"/>
    <dgm:cxn modelId="{99BD4474-525F-4117-99D4-19BB4901B9BF}" type="presOf" srcId="{00FA32F5-755F-4FB9-843C-7C7251E6B9AB}" destId="{FBA5762B-C14D-43B0-A279-D26B0C888597}" srcOrd="0" destOrd="0" presId="urn:microsoft.com/office/officeart/2005/8/layout/vProcess5"/>
    <dgm:cxn modelId="{DB4B3A7D-FA2D-4522-9D4E-FB0F810E085E}" srcId="{00FA32F5-755F-4FB9-843C-7C7251E6B9AB}" destId="{ED230F3F-BA9F-44E6-AEB0-17B398F432E6}" srcOrd="0" destOrd="0" parTransId="{9024D5CB-5BAB-44BD-B20A-9F8B382B10BF}" sibTransId="{74A4FFC5-14DF-46F4-A27F-1D21309E3C21}"/>
    <dgm:cxn modelId="{453BE780-2052-48CF-B29E-D8AFA15EF5AA}" type="presOf" srcId="{74A4FFC5-14DF-46F4-A27F-1D21309E3C21}" destId="{BA0E17B0-2A56-4EFE-9F2C-91F8AFA2F1E9}" srcOrd="0" destOrd="0" presId="urn:microsoft.com/office/officeart/2005/8/layout/vProcess5"/>
    <dgm:cxn modelId="{4058FA99-0396-4817-B9D2-E4F3334A85FF}" type="presOf" srcId="{ED230F3F-BA9F-44E6-AEB0-17B398F432E6}" destId="{B9DFF8E7-C916-47DC-94BA-D32564DBAF08}" srcOrd="0" destOrd="0" presId="urn:microsoft.com/office/officeart/2005/8/layout/vProcess5"/>
    <dgm:cxn modelId="{885FF8A1-EA44-420C-9141-1E28492646E3}" type="presOf" srcId="{82B91558-2948-4F21-A150-3565F9F4D8DD}" destId="{962903FE-CEA8-4F08-B230-C77CAE0D248A}" srcOrd="1" destOrd="0" presId="urn:microsoft.com/office/officeart/2005/8/layout/vProcess5"/>
    <dgm:cxn modelId="{DE5FB0A8-6D71-48D0-B008-20496B41ED6B}" type="presOf" srcId="{ED230F3F-BA9F-44E6-AEB0-17B398F432E6}" destId="{81FA4CE9-AEE5-412C-B4C6-FB2413E3FEBD}" srcOrd="1" destOrd="0" presId="urn:microsoft.com/office/officeart/2005/8/layout/vProcess5"/>
    <dgm:cxn modelId="{343606BB-B547-45F9-B3B4-E5337606F2E5}" type="presOf" srcId="{4B91A312-4E74-49AD-A2AA-4E6A10E604F4}" destId="{F98E9AE1-1AE8-4794-B310-8B42E38FE0AD}" srcOrd="1" destOrd="0" presId="urn:microsoft.com/office/officeart/2005/8/layout/vProcess5"/>
    <dgm:cxn modelId="{12056BC5-B9B7-400D-9F97-4AC193685002}" type="presOf" srcId="{4B91A312-4E74-49AD-A2AA-4E6A10E604F4}" destId="{5B88539F-F3F1-419C-B53C-F324FE01B7AC}" srcOrd="0" destOrd="0" presId="urn:microsoft.com/office/officeart/2005/8/layout/vProcess5"/>
    <dgm:cxn modelId="{8EBEDCC9-4F57-43E2-8BA2-B4274C90E229}" srcId="{00FA32F5-755F-4FB9-843C-7C7251E6B9AB}" destId="{82B91558-2948-4F21-A150-3565F9F4D8DD}" srcOrd="3" destOrd="0" parTransId="{FD3A0F86-2689-4B87-851E-C0549A43C5CB}" sibTransId="{90C24994-CBB4-4B31-9D6E-C097DB20E82D}"/>
    <dgm:cxn modelId="{D0BB91CA-E463-4681-974B-0639E65E6479}" srcId="{00FA32F5-755F-4FB9-843C-7C7251E6B9AB}" destId="{1E831E39-E79A-49CE-A4D1-FD995AEADBC5}" srcOrd="1" destOrd="0" parTransId="{14DB06E3-C33D-48BB-9672-FDE9689348BF}" sibTransId="{CCCFA03B-147E-4840-BBE1-DD16DD91D948}"/>
    <dgm:cxn modelId="{E45EF4EE-44AA-4C69-8530-0569E9F2D195}" type="presOf" srcId="{B1EF478F-F783-469D-9085-9DC239258B96}" destId="{FAAE9566-C41D-4B5F-9608-423D1B6C3F51}" srcOrd="1" destOrd="0" presId="urn:microsoft.com/office/officeart/2005/8/layout/vProcess5"/>
    <dgm:cxn modelId="{90D0201A-858E-4F77-B287-AA1AFA5E218C}" type="presParOf" srcId="{FBA5762B-C14D-43B0-A279-D26B0C888597}" destId="{4974396A-976B-4A2F-9529-4BA557E64576}" srcOrd="0" destOrd="0" presId="urn:microsoft.com/office/officeart/2005/8/layout/vProcess5"/>
    <dgm:cxn modelId="{CAB137D3-2F8F-4051-B623-DCB3A9D25412}" type="presParOf" srcId="{FBA5762B-C14D-43B0-A279-D26B0C888597}" destId="{B9DFF8E7-C916-47DC-94BA-D32564DBAF08}" srcOrd="1" destOrd="0" presId="urn:microsoft.com/office/officeart/2005/8/layout/vProcess5"/>
    <dgm:cxn modelId="{D08D0F74-F120-47BD-8123-9609C673437E}" type="presParOf" srcId="{FBA5762B-C14D-43B0-A279-D26B0C888597}" destId="{1EE29A02-EC6C-4B43-B710-6C58E3110F8D}" srcOrd="2" destOrd="0" presId="urn:microsoft.com/office/officeart/2005/8/layout/vProcess5"/>
    <dgm:cxn modelId="{F3EE3818-30C2-471C-ADFA-36F178C5CE3E}" type="presParOf" srcId="{FBA5762B-C14D-43B0-A279-D26B0C888597}" destId="{768B0B11-E942-4BA9-BB71-68D0B5F2834D}" srcOrd="3" destOrd="0" presId="urn:microsoft.com/office/officeart/2005/8/layout/vProcess5"/>
    <dgm:cxn modelId="{CC66D61F-0178-4A5F-BC06-11BDC5B576AE}" type="presParOf" srcId="{FBA5762B-C14D-43B0-A279-D26B0C888597}" destId="{A9202698-1083-487E-AFBC-0CD85C8267DA}" srcOrd="4" destOrd="0" presId="urn:microsoft.com/office/officeart/2005/8/layout/vProcess5"/>
    <dgm:cxn modelId="{46BD1646-066E-49A2-A6CF-CAE142D2FACE}" type="presParOf" srcId="{FBA5762B-C14D-43B0-A279-D26B0C888597}" destId="{5B88539F-F3F1-419C-B53C-F324FE01B7AC}" srcOrd="5" destOrd="0" presId="urn:microsoft.com/office/officeart/2005/8/layout/vProcess5"/>
    <dgm:cxn modelId="{908B004D-D5A4-4281-A1AE-FCF3441A9195}" type="presParOf" srcId="{FBA5762B-C14D-43B0-A279-D26B0C888597}" destId="{BA0E17B0-2A56-4EFE-9F2C-91F8AFA2F1E9}" srcOrd="6" destOrd="0" presId="urn:microsoft.com/office/officeart/2005/8/layout/vProcess5"/>
    <dgm:cxn modelId="{38DC3623-5FEC-42A7-AE2A-9A596D9AC670}" type="presParOf" srcId="{FBA5762B-C14D-43B0-A279-D26B0C888597}" destId="{A75AEC98-4F79-4D0B-B6A8-CBE32A22CE9D}" srcOrd="7" destOrd="0" presId="urn:microsoft.com/office/officeart/2005/8/layout/vProcess5"/>
    <dgm:cxn modelId="{8CEA2195-06D9-4C3C-A63A-DC748A10F8F0}" type="presParOf" srcId="{FBA5762B-C14D-43B0-A279-D26B0C888597}" destId="{379B0F2D-174D-43D9-8D65-2090FD39A47F}" srcOrd="8" destOrd="0" presId="urn:microsoft.com/office/officeart/2005/8/layout/vProcess5"/>
    <dgm:cxn modelId="{158198DC-3EBF-4999-85CB-AE1F6268733F}" type="presParOf" srcId="{FBA5762B-C14D-43B0-A279-D26B0C888597}" destId="{9AD89A0E-B621-4FA0-93F2-E87EF05F1D30}" srcOrd="9" destOrd="0" presId="urn:microsoft.com/office/officeart/2005/8/layout/vProcess5"/>
    <dgm:cxn modelId="{373108BD-C43A-41C4-BB39-5B2979BDFE32}" type="presParOf" srcId="{FBA5762B-C14D-43B0-A279-D26B0C888597}" destId="{81FA4CE9-AEE5-412C-B4C6-FB2413E3FEBD}" srcOrd="10" destOrd="0" presId="urn:microsoft.com/office/officeart/2005/8/layout/vProcess5"/>
    <dgm:cxn modelId="{4F66991B-1DBC-4E6A-9634-213DDE423158}" type="presParOf" srcId="{FBA5762B-C14D-43B0-A279-D26B0C888597}" destId="{C9E80E70-761B-4CE8-BC62-4C6272FED228}" srcOrd="11" destOrd="0" presId="urn:microsoft.com/office/officeart/2005/8/layout/vProcess5"/>
    <dgm:cxn modelId="{F3A5270A-1248-468B-A222-5AFA4E6F9254}" type="presParOf" srcId="{FBA5762B-C14D-43B0-A279-D26B0C888597}" destId="{FAAE9566-C41D-4B5F-9608-423D1B6C3F51}" srcOrd="12" destOrd="0" presId="urn:microsoft.com/office/officeart/2005/8/layout/vProcess5"/>
    <dgm:cxn modelId="{4B41126D-06D3-407C-B40D-14EC95D521BA}" type="presParOf" srcId="{FBA5762B-C14D-43B0-A279-D26B0C888597}" destId="{962903FE-CEA8-4F08-B230-C77CAE0D248A}" srcOrd="13" destOrd="0" presId="urn:microsoft.com/office/officeart/2005/8/layout/vProcess5"/>
    <dgm:cxn modelId="{9137AD6A-6656-4603-A878-07A35BC4F34F}" type="presParOf" srcId="{FBA5762B-C14D-43B0-A279-D26B0C888597}" destId="{F98E9AE1-1AE8-4794-B310-8B42E38FE0A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0FA32F5-755F-4FB9-843C-7C7251E6B9AB}" type="doc">
      <dgm:prSet loTypeId="urn:microsoft.com/office/officeart/2005/8/layout/vProcess5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ED230F3F-BA9F-44E6-AEB0-17B398F432E6}">
      <dgm:prSet phldrT="[Text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dirty="0"/>
            <a:t>↑ SNS activity (Adrenaline &amp; Noradrenaline) in early stages</a:t>
          </a:r>
        </a:p>
      </dgm:t>
    </dgm:pt>
    <dgm:pt modelId="{9024D5CB-5BAB-44BD-B20A-9F8B382B10BF}" type="parTrans" cxnId="{DB4B3A7D-FA2D-4522-9D4E-FB0F810E085E}">
      <dgm:prSet/>
      <dgm:spPr/>
      <dgm:t>
        <a:bodyPr/>
        <a:lstStyle/>
        <a:p>
          <a:endParaRPr lang="en-GB"/>
        </a:p>
      </dgm:t>
    </dgm:pt>
    <dgm:pt modelId="{74A4FFC5-14DF-46F4-A27F-1D21309E3C21}" type="sibTrans" cxnId="{DB4B3A7D-FA2D-4522-9D4E-FB0F810E085E}">
      <dgm:prSet/>
      <dgm:spPr/>
      <dgm:t>
        <a:bodyPr/>
        <a:lstStyle/>
        <a:p>
          <a:endParaRPr lang="en-GB"/>
        </a:p>
      </dgm:t>
    </dgm:pt>
    <dgm:pt modelId="{1E831E39-E79A-49CE-A4D1-FD995AEADBC5}">
      <dgm:prSet phldrT="[Text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dirty="0"/>
            <a:t>Leads to poor sleep patterns - ↓ adequate rest and recovery from exercise</a:t>
          </a:r>
        </a:p>
      </dgm:t>
    </dgm:pt>
    <dgm:pt modelId="{14DB06E3-C33D-48BB-9672-FDE9689348BF}" type="parTrans" cxnId="{D0BB91CA-E463-4681-974B-0639E65E6479}">
      <dgm:prSet/>
      <dgm:spPr/>
      <dgm:t>
        <a:bodyPr/>
        <a:lstStyle/>
        <a:p>
          <a:endParaRPr lang="en-GB"/>
        </a:p>
      </dgm:t>
    </dgm:pt>
    <dgm:pt modelId="{CCCFA03B-147E-4840-BBE1-DD16DD91D948}" type="sibTrans" cxnId="{D0BB91CA-E463-4681-974B-0639E65E6479}">
      <dgm:prSet/>
      <dgm:spPr/>
      <dgm:t>
        <a:bodyPr/>
        <a:lstStyle/>
        <a:p>
          <a:endParaRPr lang="en-GB"/>
        </a:p>
      </dgm:t>
    </dgm:pt>
    <dgm:pt modelId="{B1EF478F-F783-469D-9085-9DC239258B96}">
      <dgm:prSet phldrT="[Text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dirty="0"/>
            <a:t>Inadequate recovery leads to tissue inflammation and further fatigue.</a:t>
          </a:r>
        </a:p>
      </dgm:t>
    </dgm:pt>
    <dgm:pt modelId="{B5DB091A-3A30-4E09-BAF2-D2B0A6FDEF12}" type="parTrans" cxnId="{F8FF8E26-FFC9-48F3-9A63-C2862087973B}">
      <dgm:prSet/>
      <dgm:spPr/>
      <dgm:t>
        <a:bodyPr/>
        <a:lstStyle/>
        <a:p>
          <a:endParaRPr lang="en-GB"/>
        </a:p>
      </dgm:t>
    </dgm:pt>
    <dgm:pt modelId="{A692B219-935A-47B2-A159-C9F610CE7EFC}" type="sibTrans" cxnId="{F8FF8E26-FFC9-48F3-9A63-C2862087973B}">
      <dgm:prSet/>
      <dgm:spPr/>
      <dgm:t>
        <a:bodyPr/>
        <a:lstStyle/>
        <a:p>
          <a:endParaRPr lang="en-GB"/>
        </a:p>
      </dgm:t>
    </dgm:pt>
    <dgm:pt modelId="{82B91558-2948-4F21-A150-3565F9F4D8DD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dirty="0"/>
            <a:t>Incomplete repair and recovery of tissue before going into the next bout of exercise.</a:t>
          </a:r>
        </a:p>
      </dgm:t>
    </dgm:pt>
    <dgm:pt modelId="{FD3A0F86-2689-4B87-851E-C0549A43C5CB}" type="parTrans" cxnId="{8EBEDCC9-4F57-43E2-8BA2-B4274C90E229}">
      <dgm:prSet/>
      <dgm:spPr/>
      <dgm:t>
        <a:bodyPr/>
        <a:lstStyle/>
        <a:p>
          <a:endParaRPr lang="en-GB"/>
        </a:p>
      </dgm:t>
    </dgm:pt>
    <dgm:pt modelId="{90C24994-CBB4-4B31-9D6E-C097DB20E82D}" type="sibTrans" cxnId="{8EBEDCC9-4F57-43E2-8BA2-B4274C90E229}">
      <dgm:prSet/>
      <dgm:spPr/>
      <dgm:t>
        <a:bodyPr/>
        <a:lstStyle/>
        <a:p>
          <a:endParaRPr lang="en-GB"/>
        </a:p>
      </dgm:t>
    </dgm:pt>
    <dgm:pt modelId="{4B91A312-4E74-49AD-A2AA-4E6A10E604F4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dirty="0"/>
            <a:t>This leads to ↑ risk of injury and chronic muscle soreness - ↓ performance.</a:t>
          </a:r>
        </a:p>
      </dgm:t>
    </dgm:pt>
    <dgm:pt modelId="{C63471C4-A2B3-4851-B40B-653A1084A564}" type="parTrans" cxnId="{BB5B7B25-166E-4309-A18D-C1C7BEE5ACA3}">
      <dgm:prSet/>
      <dgm:spPr/>
      <dgm:t>
        <a:bodyPr/>
        <a:lstStyle/>
        <a:p>
          <a:endParaRPr lang="en-GB"/>
        </a:p>
      </dgm:t>
    </dgm:pt>
    <dgm:pt modelId="{37BEACD3-720F-4CFE-A839-E41DB00D8381}" type="sibTrans" cxnId="{BB5B7B25-166E-4309-A18D-C1C7BEE5ACA3}">
      <dgm:prSet/>
      <dgm:spPr/>
      <dgm:t>
        <a:bodyPr/>
        <a:lstStyle/>
        <a:p>
          <a:endParaRPr lang="en-GB"/>
        </a:p>
      </dgm:t>
    </dgm:pt>
    <dgm:pt modelId="{BEE90914-EED1-430D-B3C2-2301832EFD4E}">
      <dgm:prSet/>
      <dgm:spPr/>
      <dgm:t>
        <a:bodyPr/>
        <a:lstStyle/>
        <a:p>
          <a:endParaRPr lang="en-GB"/>
        </a:p>
      </dgm:t>
    </dgm:pt>
    <dgm:pt modelId="{81C5B931-E52E-41A0-8A3D-F14453AA185D}" type="parTrans" cxnId="{D91FD458-F487-46B1-B3CE-3557E56DAAB3}">
      <dgm:prSet/>
      <dgm:spPr/>
      <dgm:t>
        <a:bodyPr/>
        <a:lstStyle/>
        <a:p>
          <a:endParaRPr lang="en-GB"/>
        </a:p>
      </dgm:t>
    </dgm:pt>
    <dgm:pt modelId="{23A84AAC-5A4E-4124-ACC7-B1D190238CFC}" type="sibTrans" cxnId="{D91FD458-F487-46B1-B3CE-3557E56DAAB3}">
      <dgm:prSet/>
      <dgm:spPr/>
      <dgm:t>
        <a:bodyPr/>
        <a:lstStyle/>
        <a:p>
          <a:endParaRPr lang="en-GB"/>
        </a:p>
      </dgm:t>
    </dgm:pt>
    <dgm:pt modelId="{FBA5762B-C14D-43B0-A279-D26B0C888597}" type="pres">
      <dgm:prSet presAssocID="{00FA32F5-755F-4FB9-843C-7C7251E6B9AB}" presName="outerComposite" presStyleCnt="0">
        <dgm:presLayoutVars>
          <dgm:chMax val="5"/>
          <dgm:dir/>
          <dgm:resizeHandles val="exact"/>
        </dgm:presLayoutVars>
      </dgm:prSet>
      <dgm:spPr/>
    </dgm:pt>
    <dgm:pt modelId="{4974396A-976B-4A2F-9529-4BA557E64576}" type="pres">
      <dgm:prSet presAssocID="{00FA32F5-755F-4FB9-843C-7C7251E6B9AB}" presName="dummyMaxCanvas" presStyleCnt="0">
        <dgm:presLayoutVars/>
      </dgm:prSet>
      <dgm:spPr/>
    </dgm:pt>
    <dgm:pt modelId="{B9DFF8E7-C916-47DC-94BA-D32564DBAF08}" type="pres">
      <dgm:prSet presAssocID="{00FA32F5-755F-4FB9-843C-7C7251E6B9AB}" presName="FiveNodes_1" presStyleLbl="node1" presStyleIdx="0" presStyleCnt="5">
        <dgm:presLayoutVars>
          <dgm:bulletEnabled val="1"/>
        </dgm:presLayoutVars>
      </dgm:prSet>
      <dgm:spPr/>
    </dgm:pt>
    <dgm:pt modelId="{1EE29A02-EC6C-4B43-B710-6C58E3110F8D}" type="pres">
      <dgm:prSet presAssocID="{00FA32F5-755F-4FB9-843C-7C7251E6B9AB}" presName="FiveNodes_2" presStyleLbl="node1" presStyleIdx="1" presStyleCnt="5">
        <dgm:presLayoutVars>
          <dgm:bulletEnabled val="1"/>
        </dgm:presLayoutVars>
      </dgm:prSet>
      <dgm:spPr/>
    </dgm:pt>
    <dgm:pt modelId="{768B0B11-E942-4BA9-BB71-68D0B5F2834D}" type="pres">
      <dgm:prSet presAssocID="{00FA32F5-755F-4FB9-843C-7C7251E6B9AB}" presName="FiveNodes_3" presStyleLbl="node1" presStyleIdx="2" presStyleCnt="5">
        <dgm:presLayoutVars>
          <dgm:bulletEnabled val="1"/>
        </dgm:presLayoutVars>
      </dgm:prSet>
      <dgm:spPr/>
    </dgm:pt>
    <dgm:pt modelId="{A9202698-1083-487E-AFBC-0CD85C8267DA}" type="pres">
      <dgm:prSet presAssocID="{00FA32F5-755F-4FB9-843C-7C7251E6B9AB}" presName="FiveNodes_4" presStyleLbl="node1" presStyleIdx="3" presStyleCnt="5">
        <dgm:presLayoutVars>
          <dgm:bulletEnabled val="1"/>
        </dgm:presLayoutVars>
      </dgm:prSet>
      <dgm:spPr/>
    </dgm:pt>
    <dgm:pt modelId="{5B88539F-F3F1-419C-B53C-F324FE01B7AC}" type="pres">
      <dgm:prSet presAssocID="{00FA32F5-755F-4FB9-843C-7C7251E6B9AB}" presName="FiveNodes_5" presStyleLbl="node1" presStyleIdx="4" presStyleCnt="5">
        <dgm:presLayoutVars>
          <dgm:bulletEnabled val="1"/>
        </dgm:presLayoutVars>
      </dgm:prSet>
      <dgm:spPr/>
    </dgm:pt>
    <dgm:pt modelId="{BA0E17B0-2A56-4EFE-9F2C-91F8AFA2F1E9}" type="pres">
      <dgm:prSet presAssocID="{00FA32F5-755F-4FB9-843C-7C7251E6B9AB}" presName="FiveConn_1-2" presStyleLbl="fgAccFollowNode1" presStyleIdx="0" presStyleCnt="4">
        <dgm:presLayoutVars>
          <dgm:bulletEnabled val="1"/>
        </dgm:presLayoutVars>
      </dgm:prSet>
      <dgm:spPr/>
    </dgm:pt>
    <dgm:pt modelId="{A75AEC98-4F79-4D0B-B6A8-CBE32A22CE9D}" type="pres">
      <dgm:prSet presAssocID="{00FA32F5-755F-4FB9-843C-7C7251E6B9AB}" presName="FiveConn_2-3" presStyleLbl="fgAccFollowNode1" presStyleIdx="1" presStyleCnt="4">
        <dgm:presLayoutVars>
          <dgm:bulletEnabled val="1"/>
        </dgm:presLayoutVars>
      </dgm:prSet>
      <dgm:spPr/>
    </dgm:pt>
    <dgm:pt modelId="{379B0F2D-174D-43D9-8D65-2090FD39A47F}" type="pres">
      <dgm:prSet presAssocID="{00FA32F5-755F-4FB9-843C-7C7251E6B9AB}" presName="FiveConn_3-4" presStyleLbl="fgAccFollowNode1" presStyleIdx="2" presStyleCnt="4">
        <dgm:presLayoutVars>
          <dgm:bulletEnabled val="1"/>
        </dgm:presLayoutVars>
      </dgm:prSet>
      <dgm:spPr/>
    </dgm:pt>
    <dgm:pt modelId="{9AD89A0E-B621-4FA0-93F2-E87EF05F1D30}" type="pres">
      <dgm:prSet presAssocID="{00FA32F5-755F-4FB9-843C-7C7251E6B9AB}" presName="FiveConn_4-5" presStyleLbl="fgAccFollowNode1" presStyleIdx="3" presStyleCnt="4">
        <dgm:presLayoutVars>
          <dgm:bulletEnabled val="1"/>
        </dgm:presLayoutVars>
      </dgm:prSet>
      <dgm:spPr/>
    </dgm:pt>
    <dgm:pt modelId="{81FA4CE9-AEE5-412C-B4C6-FB2413E3FEBD}" type="pres">
      <dgm:prSet presAssocID="{00FA32F5-755F-4FB9-843C-7C7251E6B9AB}" presName="FiveNodes_1_text" presStyleLbl="node1" presStyleIdx="4" presStyleCnt="5">
        <dgm:presLayoutVars>
          <dgm:bulletEnabled val="1"/>
        </dgm:presLayoutVars>
      </dgm:prSet>
      <dgm:spPr/>
    </dgm:pt>
    <dgm:pt modelId="{C9E80E70-761B-4CE8-BC62-4C6272FED228}" type="pres">
      <dgm:prSet presAssocID="{00FA32F5-755F-4FB9-843C-7C7251E6B9AB}" presName="FiveNodes_2_text" presStyleLbl="node1" presStyleIdx="4" presStyleCnt="5">
        <dgm:presLayoutVars>
          <dgm:bulletEnabled val="1"/>
        </dgm:presLayoutVars>
      </dgm:prSet>
      <dgm:spPr/>
    </dgm:pt>
    <dgm:pt modelId="{FAAE9566-C41D-4B5F-9608-423D1B6C3F51}" type="pres">
      <dgm:prSet presAssocID="{00FA32F5-755F-4FB9-843C-7C7251E6B9AB}" presName="FiveNodes_3_text" presStyleLbl="node1" presStyleIdx="4" presStyleCnt="5">
        <dgm:presLayoutVars>
          <dgm:bulletEnabled val="1"/>
        </dgm:presLayoutVars>
      </dgm:prSet>
      <dgm:spPr/>
    </dgm:pt>
    <dgm:pt modelId="{962903FE-CEA8-4F08-B230-C77CAE0D248A}" type="pres">
      <dgm:prSet presAssocID="{00FA32F5-755F-4FB9-843C-7C7251E6B9AB}" presName="FiveNodes_4_text" presStyleLbl="node1" presStyleIdx="4" presStyleCnt="5">
        <dgm:presLayoutVars>
          <dgm:bulletEnabled val="1"/>
        </dgm:presLayoutVars>
      </dgm:prSet>
      <dgm:spPr/>
    </dgm:pt>
    <dgm:pt modelId="{F98E9AE1-1AE8-4794-B310-8B42E38FE0AD}" type="pres">
      <dgm:prSet presAssocID="{00FA32F5-755F-4FB9-843C-7C7251E6B9AB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D1B78513-8B9B-4F90-97E7-2B503411E565}" type="presOf" srcId="{1E831E39-E79A-49CE-A4D1-FD995AEADBC5}" destId="{1EE29A02-EC6C-4B43-B710-6C58E3110F8D}" srcOrd="0" destOrd="0" presId="urn:microsoft.com/office/officeart/2005/8/layout/vProcess5"/>
    <dgm:cxn modelId="{1429031A-4BB4-4F65-8575-193C8DE12A7F}" type="presOf" srcId="{B1EF478F-F783-469D-9085-9DC239258B96}" destId="{768B0B11-E942-4BA9-BB71-68D0B5F2834D}" srcOrd="0" destOrd="0" presId="urn:microsoft.com/office/officeart/2005/8/layout/vProcess5"/>
    <dgm:cxn modelId="{BB5B7B25-166E-4309-A18D-C1C7BEE5ACA3}" srcId="{00FA32F5-755F-4FB9-843C-7C7251E6B9AB}" destId="{4B91A312-4E74-49AD-A2AA-4E6A10E604F4}" srcOrd="4" destOrd="0" parTransId="{C63471C4-A2B3-4851-B40B-653A1084A564}" sibTransId="{37BEACD3-720F-4CFE-A839-E41DB00D8381}"/>
    <dgm:cxn modelId="{F8FF8E26-FFC9-48F3-9A63-C2862087973B}" srcId="{00FA32F5-755F-4FB9-843C-7C7251E6B9AB}" destId="{B1EF478F-F783-469D-9085-9DC239258B96}" srcOrd="2" destOrd="0" parTransId="{B5DB091A-3A30-4E09-BAF2-D2B0A6FDEF12}" sibTransId="{A692B219-935A-47B2-A159-C9F610CE7EFC}"/>
    <dgm:cxn modelId="{03785B27-6CBF-4A40-A6DF-7C6E855D9D28}" type="presOf" srcId="{90C24994-CBB4-4B31-9D6E-C097DB20E82D}" destId="{9AD89A0E-B621-4FA0-93F2-E87EF05F1D30}" srcOrd="0" destOrd="0" presId="urn:microsoft.com/office/officeart/2005/8/layout/vProcess5"/>
    <dgm:cxn modelId="{B57EDB3D-01ED-43CB-A50C-930367F1EA19}" type="presOf" srcId="{A692B219-935A-47B2-A159-C9F610CE7EFC}" destId="{379B0F2D-174D-43D9-8D65-2090FD39A47F}" srcOrd="0" destOrd="0" presId="urn:microsoft.com/office/officeart/2005/8/layout/vProcess5"/>
    <dgm:cxn modelId="{F2EAFE41-872F-4EBA-BD95-C2659099D6BC}" type="presOf" srcId="{82B91558-2948-4F21-A150-3565F9F4D8DD}" destId="{A9202698-1083-487E-AFBC-0CD85C8267DA}" srcOrd="0" destOrd="0" presId="urn:microsoft.com/office/officeart/2005/8/layout/vProcess5"/>
    <dgm:cxn modelId="{78B1444E-5D06-4EFB-AAD0-8DC508793C48}" type="presOf" srcId="{1E831E39-E79A-49CE-A4D1-FD995AEADBC5}" destId="{C9E80E70-761B-4CE8-BC62-4C6272FED228}" srcOrd="1" destOrd="0" presId="urn:microsoft.com/office/officeart/2005/8/layout/vProcess5"/>
    <dgm:cxn modelId="{D91FD458-F487-46B1-B3CE-3557E56DAAB3}" srcId="{00FA32F5-755F-4FB9-843C-7C7251E6B9AB}" destId="{BEE90914-EED1-430D-B3C2-2301832EFD4E}" srcOrd="5" destOrd="0" parTransId="{81C5B931-E52E-41A0-8A3D-F14453AA185D}" sibTransId="{23A84AAC-5A4E-4124-ACC7-B1D190238CFC}"/>
    <dgm:cxn modelId="{D4735D65-06AE-4111-8BC7-D9BDFF64CB91}" type="presOf" srcId="{CCCFA03B-147E-4840-BBE1-DD16DD91D948}" destId="{A75AEC98-4F79-4D0B-B6A8-CBE32A22CE9D}" srcOrd="0" destOrd="0" presId="urn:microsoft.com/office/officeart/2005/8/layout/vProcess5"/>
    <dgm:cxn modelId="{99BD4474-525F-4117-99D4-19BB4901B9BF}" type="presOf" srcId="{00FA32F5-755F-4FB9-843C-7C7251E6B9AB}" destId="{FBA5762B-C14D-43B0-A279-D26B0C888597}" srcOrd="0" destOrd="0" presId="urn:microsoft.com/office/officeart/2005/8/layout/vProcess5"/>
    <dgm:cxn modelId="{DB4B3A7D-FA2D-4522-9D4E-FB0F810E085E}" srcId="{00FA32F5-755F-4FB9-843C-7C7251E6B9AB}" destId="{ED230F3F-BA9F-44E6-AEB0-17B398F432E6}" srcOrd="0" destOrd="0" parTransId="{9024D5CB-5BAB-44BD-B20A-9F8B382B10BF}" sibTransId="{74A4FFC5-14DF-46F4-A27F-1D21309E3C21}"/>
    <dgm:cxn modelId="{453BE780-2052-48CF-B29E-D8AFA15EF5AA}" type="presOf" srcId="{74A4FFC5-14DF-46F4-A27F-1D21309E3C21}" destId="{BA0E17B0-2A56-4EFE-9F2C-91F8AFA2F1E9}" srcOrd="0" destOrd="0" presId="urn:microsoft.com/office/officeart/2005/8/layout/vProcess5"/>
    <dgm:cxn modelId="{4058FA99-0396-4817-B9D2-E4F3334A85FF}" type="presOf" srcId="{ED230F3F-BA9F-44E6-AEB0-17B398F432E6}" destId="{B9DFF8E7-C916-47DC-94BA-D32564DBAF08}" srcOrd="0" destOrd="0" presId="urn:microsoft.com/office/officeart/2005/8/layout/vProcess5"/>
    <dgm:cxn modelId="{885FF8A1-EA44-420C-9141-1E28492646E3}" type="presOf" srcId="{82B91558-2948-4F21-A150-3565F9F4D8DD}" destId="{962903FE-CEA8-4F08-B230-C77CAE0D248A}" srcOrd="1" destOrd="0" presId="urn:microsoft.com/office/officeart/2005/8/layout/vProcess5"/>
    <dgm:cxn modelId="{DE5FB0A8-6D71-48D0-B008-20496B41ED6B}" type="presOf" srcId="{ED230F3F-BA9F-44E6-AEB0-17B398F432E6}" destId="{81FA4CE9-AEE5-412C-B4C6-FB2413E3FEBD}" srcOrd="1" destOrd="0" presId="urn:microsoft.com/office/officeart/2005/8/layout/vProcess5"/>
    <dgm:cxn modelId="{343606BB-B547-45F9-B3B4-E5337606F2E5}" type="presOf" srcId="{4B91A312-4E74-49AD-A2AA-4E6A10E604F4}" destId="{F98E9AE1-1AE8-4794-B310-8B42E38FE0AD}" srcOrd="1" destOrd="0" presId="urn:microsoft.com/office/officeart/2005/8/layout/vProcess5"/>
    <dgm:cxn modelId="{12056BC5-B9B7-400D-9F97-4AC193685002}" type="presOf" srcId="{4B91A312-4E74-49AD-A2AA-4E6A10E604F4}" destId="{5B88539F-F3F1-419C-B53C-F324FE01B7AC}" srcOrd="0" destOrd="0" presId="urn:microsoft.com/office/officeart/2005/8/layout/vProcess5"/>
    <dgm:cxn modelId="{8EBEDCC9-4F57-43E2-8BA2-B4274C90E229}" srcId="{00FA32F5-755F-4FB9-843C-7C7251E6B9AB}" destId="{82B91558-2948-4F21-A150-3565F9F4D8DD}" srcOrd="3" destOrd="0" parTransId="{FD3A0F86-2689-4B87-851E-C0549A43C5CB}" sibTransId="{90C24994-CBB4-4B31-9D6E-C097DB20E82D}"/>
    <dgm:cxn modelId="{D0BB91CA-E463-4681-974B-0639E65E6479}" srcId="{00FA32F5-755F-4FB9-843C-7C7251E6B9AB}" destId="{1E831E39-E79A-49CE-A4D1-FD995AEADBC5}" srcOrd="1" destOrd="0" parTransId="{14DB06E3-C33D-48BB-9672-FDE9689348BF}" sibTransId="{CCCFA03B-147E-4840-BBE1-DD16DD91D948}"/>
    <dgm:cxn modelId="{E45EF4EE-44AA-4C69-8530-0569E9F2D195}" type="presOf" srcId="{B1EF478F-F783-469D-9085-9DC239258B96}" destId="{FAAE9566-C41D-4B5F-9608-423D1B6C3F51}" srcOrd="1" destOrd="0" presId="urn:microsoft.com/office/officeart/2005/8/layout/vProcess5"/>
    <dgm:cxn modelId="{90D0201A-858E-4F77-B287-AA1AFA5E218C}" type="presParOf" srcId="{FBA5762B-C14D-43B0-A279-D26B0C888597}" destId="{4974396A-976B-4A2F-9529-4BA557E64576}" srcOrd="0" destOrd="0" presId="urn:microsoft.com/office/officeart/2005/8/layout/vProcess5"/>
    <dgm:cxn modelId="{CAB137D3-2F8F-4051-B623-DCB3A9D25412}" type="presParOf" srcId="{FBA5762B-C14D-43B0-A279-D26B0C888597}" destId="{B9DFF8E7-C916-47DC-94BA-D32564DBAF08}" srcOrd="1" destOrd="0" presId="urn:microsoft.com/office/officeart/2005/8/layout/vProcess5"/>
    <dgm:cxn modelId="{D08D0F74-F120-47BD-8123-9609C673437E}" type="presParOf" srcId="{FBA5762B-C14D-43B0-A279-D26B0C888597}" destId="{1EE29A02-EC6C-4B43-B710-6C58E3110F8D}" srcOrd="2" destOrd="0" presId="urn:microsoft.com/office/officeart/2005/8/layout/vProcess5"/>
    <dgm:cxn modelId="{F3EE3818-30C2-471C-ADFA-36F178C5CE3E}" type="presParOf" srcId="{FBA5762B-C14D-43B0-A279-D26B0C888597}" destId="{768B0B11-E942-4BA9-BB71-68D0B5F2834D}" srcOrd="3" destOrd="0" presId="urn:microsoft.com/office/officeart/2005/8/layout/vProcess5"/>
    <dgm:cxn modelId="{CC66D61F-0178-4A5F-BC06-11BDC5B576AE}" type="presParOf" srcId="{FBA5762B-C14D-43B0-A279-D26B0C888597}" destId="{A9202698-1083-487E-AFBC-0CD85C8267DA}" srcOrd="4" destOrd="0" presId="urn:microsoft.com/office/officeart/2005/8/layout/vProcess5"/>
    <dgm:cxn modelId="{46BD1646-066E-49A2-A6CF-CAE142D2FACE}" type="presParOf" srcId="{FBA5762B-C14D-43B0-A279-D26B0C888597}" destId="{5B88539F-F3F1-419C-B53C-F324FE01B7AC}" srcOrd="5" destOrd="0" presId="urn:microsoft.com/office/officeart/2005/8/layout/vProcess5"/>
    <dgm:cxn modelId="{908B004D-D5A4-4281-A1AE-FCF3441A9195}" type="presParOf" srcId="{FBA5762B-C14D-43B0-A279-D26B0C888597}" destId="{BA0E17B0-2A56-4EFE-9F2C-91F8AFA2F1E9}" srcOrd="6" destOrd="0" presId="urn:microsoft.com/office/officeart/2005/8/layout/vProcess5"/>
    <dgm:cxn modelId="{38DC3623-5FEC-42A7-AE2A-9A596D9AC670}" type="presParOf" srcId="{FBA5762B-C14D-43B0-A279-D26B0C888597}" destId="{A75AEC98-4F79-4D0B-B6A8-CBE32A22CE9D}" srcOrd="7" destOrd="0" presId="urn:microsoft.com/office/officeart/2005/8/layout/vProcess5"/>
    <dgm:cxn modelId="{8CEA2195-06D9-4C3C-A63A-DC748A10F8F0}" type="presParOf" srcId="{FBA5762B-C14D-43B0-A279-D26B0C888597}" destId="{379B0F2D-174D-43D9-8D65-2090FD39A47F}" srcOrd="8" destOrd="0" presId="urn:microsoft.com/office/officeart/2005/8/layout/vProcess5"/>
    <dgm:cxn modelId="{158198DC-3EBF-4999-85CB-AE1F6268733F}" type="presParOf" srcId="{FBA5762B-C14D-43B0-A279-D26B0C888597}" destId="{9AD89A0E-B621-4FA0-93F2-E87EF05F1D30}" srcOrd="9" destOrd="0" presId="urn:microsoft.com/office/officeart/2005/8/layout/vProcess5"/>
    <dgm:cxn modelId="{373108BD-C43A-41C4-BB39-5B2979BDFE32}" type="presParOf" srcId="{FBA5762B-C14D-43B0-A279-D26B0C888597}" destId="{81FA4CE9-AEE5-412C-B4C6-FB2413E3FEBD}" srcOrd="10" destOrd="0" presId="urn:microsoft.com/office/officeart/2005/8/layout/vProcess5"/>
    <dgm:cxn modelId="{4F66991B-1DBC-4E6A-9634-213DDE423158}" type="presParOf" srcId="{FBA5762B-C14D-43B0-A279-D26B0C888597}" destId="{C9E80E70-761B-4CE8-BC62-4C6272FED228}" srcOrd="11" destOrd="0" presId="urn:microsoft.com/office/officeart/2005/8/layout/vProcess5"/>
    <dgm:cxn modelId="{F3A5270A-1248-468B-A222-5AFA4E6F9254}" type="presParOf" srcId="{FBA5762B-C14D-43B0-A279-D26B0C888597}" destId="{FAAE9566-C41D-4B5F-9608-423D1B6C3F51}" srcOrd="12" destOrd="0" presId="urn:microsoft.com/office/officeart/2005/8/layout/vProcess5"/>
    <dgm:cxn modelId="{4B41126D-06D3-407C-B40D-14EC95D521BA}" type="presParOf" srcId="{FBA5762B-C14D-43B0-A279-D26B0C888597}" destId="{962903FE-CEA8-4F08-B230-C77CAE0D248A}" srcOrd="13" destOrd="0" presId="urn:microsoft.com/office/officeart/2005/8/layout/vProcess5"/>
    <dgm:cxn modelId="{9137AD6A-6656-4603-A878-07A35BC4F34F}" type="presParOf" srcId="{FBA5762B-C14D-43B0-A279-D26B0C888597}" destId="{F98E9AE1-1AE8-4794-B310-8B42E38FE0A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D3010B4-018B-42F4-9818-22D8D0FDDCF9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ACB739C-5461-4B83-B007-99642999C763}">
      <dgm:prSet/>
      <dgm:spPr/>
      <dgm:t>
        <a:bodyPr/>
        <a:lstStyle/>
        <a:p>
          <a:r>
            <a:rPr lang="en-GB" dirty="0"/>
            <a:t>VO</a:t>
          </a:r>
          <a:r>
            <a:rPr lang="en-GB" baseline="-25000" dirty="0"/>
            <a:t>2max</a:t>
          </a:r>
          <a:endParaRPr lang="en-US" baseline="-25000" dirty="0"/>
        </a:p>
      </dgm:t>
    </dgm:pt>
    <dgm:pt modelId="{C3A84241-A8A9-45C8-9EFB-6281141DFD17}" type="parTrans" cxnId="{C5CD2CF0-246F-44FF-8C86-160DBCA8D16E}">
      <dgm:prSet/>
      <dgm:spPr/>
      <dgm:t>
        <a:bodyPr/>
        <a:lstStyle/>
        <a:p>
          <a:endParaRPr lang="en-US"/>
        </a:p>
      </dgm:t>
    </dgm:pt>
    <dgm:pt modelId="{03DE403F-0CEB-46AB-8C78-E7F66F6454F7}" type="sibTrans" cxnId="{C5CD2CF0-246F-44FF-8C86-160DBCA8D16E}">
      <dgm:prSet/>
      <dgm:spPr/>
      <dgm:t>
        <a:bodyPr/>
        <a:lstStyle/>
        <a:p>
          <a:endParaRPr lang="en-US"/>
        </a:p>
      </dgm:t>
    </dgm:pt>
    <dgm:pt modelId="{1F92CD1C-9607-4514-A982-BCF510ACDFB1}">
      <dgm:prSet/>
      <dgm:spPr/>
      <dgm:t>
        <a:bodyPr/>
        <a:lstStyle/>
        <a:p>
          <a:r>
            <a:rPr lang="en-GB"/>
            <a:t>Exercise Ecomomy</a:t>
          </a:r>
          <a:endParaRPr lang="en-US"/>
        </a:p>
      </dgm:t>
    </dgm:pt>
    <dgm:pt modelId="{0DA684CA-9A51-4D0D-8D41-398B133C1032}" type="parTrans" cxnId="{EC98AB1A-1435-4DEC-8FEC-7663687DB2E3}">
      <dgm:prSet/>
      <dgm:spPr/>
      <dgm:t>
        <a:bodyPr/>
        <a:lstStyle/>
        <a:p>
          <a:endParaRPr lang="en-US"/>
        </a:p>
      </dgm:t>
    </dgm:pt>
    <dgm:pt modelId="{F95D0D2F-5CCE-445B-8C38-5A18688F367B}" type="sibTrans" cxnId="{EC98AB1A-1435-4DEC-8FEC-7663687DB2E3}">
      <dgm:prSet/>
      <dgm:spPr/>
      <dgm:t>
        <a:bodyPr/>
        <a:lstStyle/>
        <a:p>
          <a:endParaRPr lang="en-US"/>
        </a:p>
      </dgm:t>
    </dgm:pt>
    <dgm:pt modelId="{A64A9B5A-AD1E-48CB-9F01-B230F19C8336}">
      <dgm:prSet/>
      <dgm:spPr/>
      <dgm:t>
        <a:bodyPr/>
        <a:lstStyle/>
        <a:p>
          <a:r>
            <a:rPr lang="en-GB"/>
            <a:t>Lactate Threshold</a:t>
          </a:r>
          <a:endParaRPr lang="en-US"/>
        </a:p>
      </dgm:t>
    </dgm:pt>
    <dgm:pt modelId="{EE15188E-37A9-47CC-B670-FF5FFF12C0A7}" type="parTrans" cxnId="{82EEADB7-15EC-4110-BC5F-2A401A736932}">
      <dgm:prSet/>
      <dgm:spPr/>
      <dgm:t>
        <a:bodyPr/>
        <a:lstStyle/>
        <a:p>
          <a:endParaRPr lang="en-US"/>
        </a:p>
      </dgm:t>
    </dgm:pt>
    <dgm:pt modelId="{4E9166D4-F2EB-41CD-B751-17D581D6FF41}" type="sibTrans" cxnId="{82EEADB7-15EC-4110-BC5F-2A401A736932}">
      <dgm:prSet/>
      <dgm:spPr/>
      <dgm:t>
        <a:bodyPr/>
        <a:lstStyle/>
        <a:p>
          <a:endParaRPr lang="en-US"/>
        </a:p>
      </dgm:t>
    </dgm:pt>
    <dgm:pt modelId="{F1BD5709-0866-4D10-A493-38EA17B35F29}">
      <dgm:prSet/>
      <dgm:spPr/>
      <dgm:t>
        <a:bodyPr/>
        <a:lstStyle/>
        <a:p>
          <a:r>
            <a:rPr lang="en-GB"/>
            <a:t>Ventilatory Threshold</a:t>
          </a:r>
          <a:endParaRPr lang="en-US"/>
        </a:p>
      </dgm:t>
    </dgm:pt>
    <dgm:pt modelId="{B78987B2-343A-4DD2-B3D8-88F03AE37458}" type="parTrans" cxnId="{0BB88D77-D342-49D9-8AC2-7C4ED60C8079}">
      <dgm:prSet/>
      <dgm:spPr/>
      <dgm:t>
        <a:bodyPr/>
        <a:lstStyle/>
        <a:p>
          <a:endParaRPr lang="en-US"/>
        </a:p>
      </dgm:t>
    </dgm:pt>
    <dgm:pt modelId="{904F88EE-01DE-4F30-B6C9-28725A7377D0}" type="sibTrans" cxnId="{0BB88D77-D342-49D9-8AC2-7C4ED60C8079}">
      <dgm:prSet/>
      <dgm:spPr/>
      <dgm:t>
        <a:bodyPr/>
        <a:lstStyle/>
        <a:p>
          <a:endParaRPr lang="en-US"/>
        </a:p>
      </dgm:t>
    </dgm:pt>
    <dgm:pt modelId="{C37352EC-A970-DF4C-B5AD-422B64203CA7}" type="pres">
      <dgm:prSet presAssocID="{8D3010B4-018B-42F4-9818-22D8D0FDDCF9}" presName="matrix" presStyleCnt="0">
        <dgm:presLayoutVars>
          <dgm:chMax val="1"/>
          <dgm:dir/>
          <dgm:resizeHandles val="exact"/>
        </dgm:presLayoutVars>
      </dgm:prSet>
      <dgm:spPr/>
    </dgm:pt>
    <dgm:pt modelId="{B6A49E87-83CA-D94D-B79E-6B9897C67725}" type="pres">
      <dgm:prSet presAssocID="{8D3010B4-018B-42F4-9818-22D8D0FDDCF9}" presName="diamond" presStyleLbl="bgShp" presStyleIdx="0" presStyleCnt="1"/>
      <dgm:spPr/>
    </dgm:pt>
    <dgm:pt modelId="{447545F2-E96A-6643-82A9-1619C16E3EC2}" type="pres">
      <dgm:prSet presAssocID="{8D3010B4-018B-42F4-9818-22D8D0FDDCF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C7F4FD1-6FD6-314C-BCBB-1CD03A677F7D}" type="pres">
      <dgm:prSet presAssocID="{8D3010B4-018B-42F4-9818-22D8D0FDDCF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7188E5F-D020-5D4A-8FFD-EAC1578B4132}" type="pres">
      <dgm:prSet presAssocID="{8D3010B4-018B-42F4-9818-22D8D0FDDCF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68E8749-EC87-C642-94F5-C491B99335E1}" type="pres">
      <dgm:prSet presAssocID="{8D3010B4-018B-42F4-9818-22D8D0FDDCF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C98AB1A-1435-4DEC-8FEC-7663687DB2E3}" srcId="{8D3010B4-018B-42F4-9818-22D8D0FDDCF9}" destId="{1F92CD1C-9607-4514-A982-BCF510ACDFB1}" srcOrd="1" destOrd="0" parTransId="{0DA684CA-9A51-4D0D-8D41-398B133C1032}" sibTransId="{F95D0D2F-5CCE-445B-8C38-5A18688F367B}"/>
    <dgm:cxn modelId="{42011437-C76B-C842-B8B2-8143A1ACB2AD}" type="presOf" srcId="{8D3010B4-018B-42F4-9818-22D8D0FDDCF9}" destId="{C37352EC-A970-DF4C-B5AD-422B64203CA7}" srcOrd="0" destOrd="0" presId="urn:microsoft.com/office/officeart/2005/8/layout/matrix3"/>
    <dgm:cxn modelId="{0BB88D77-D342-49D9-8AC2-7C4ED60C8079}" srcId="{8D3010B4-018B-42F4-9818-22D8D0FDDCF9}" destId="{F1BD5709-0866-4D10-A493-38EA17B35F29}" srcOrd="3" destOrd="0" parTransId="{B78987B2-343A-4DD2-B3D8-88F03AE37458}" sibTransId="{904F88EE-01DE-4F30-B6C9-28725A7377D0}"/>
    <dgm:cxn modelId="{E2FD13A1-3F09-1442-877B-D5631746CC97}" type="presOf" srcId="{7ACB739C-5461-4B83-B007-99642999C763}" destId="{447545F2-E96A-6643-82A9-1619C16E3EC2}" srcOrd="0" destOrd="0" presId="urn:microsoft.com/office/officeart/2005/8/layout/matrix3"/>
    <dgm:cxn modelId="{DE09CCAF-BB70-3C46-B4C6-14B82B42D577}" type="presOf" srcId="{1F92CD1C-9607-4514-A982-BCF510ACDFB1}" destId="{BC7F4FD1-6FD6-314C-BCBB-1CD03A677F7D}" srcOrd="0" destOrd="0" presId="urn:microsoft.com/office/officeart/2005/8/layout/matrix3"/>
    <dgm:cxn modelId="{82EEADB7-15EC-4110-BC5F-2A401A736932}" srcId="{8D3010B4-018B-42F4-9818-22D8D0FDDCF9}" destId="{A64A9B5A-AD1E-48CB-9F01-B230F19C8336}" srcOrd="2" destOrd="0" parTransId="{EE15188E-37A9-47CC-B670-FF5FFF12C0A7}" sibTransId="{4E9166D4-F2EB-41CD-B751-17D581D6FF41}"/>
    <dgm:cxn modelId="{67E350CE-E74F-9E4F-80D2-7E08750EBDB5}" type="presOf" srcId="{A64A9B5A-AD1E-48CB-9F01-B230F19C8336}" destId="{07188E5F-D020-5D4A-8FFD-EAC1578B4132}" srcOrd="0" destOrd="0" presId="urn:microsoft.com/office/officeart/2005/8/layout/matrix3"/>
    <dgm:cxn modelId="{C5CD2CF0-246F-44FF-8C86-160DBCA8D16E}" srcId="{8D3010B4-018B-42F4-9818-22D8D0FDDCF9}" destId="{7ACB739C-5461-4B83-B007-99642999C763}" srcOrd="0" destOrd="0" parTransId="{C3A84241-A8A9-45C8-9EFB-6281141DFD17}" sibTransId="{03DE403F-0CEB-46AB-8C78-E7F66F6454F7}"/>
    <dgm:cxn modelId="{C9961CFB-B2A2-8042-BC29-C8D269B18BA1}" type="presOf" srcId="{F1BD5709-0866-4D10-A493-38EA17B35F29}" destId="{C68E8749-EC87-C642-94F5-C491B99335E1}" srcOrd="0" destOrd="0" presId="urn:microsoft.com/office/officeart/2005/8/layout/matrix3"/>
    <dgm:cxn modelId="{1E7B3EDB-C4E6-3A43-A3A0-BF850BE588C4}" type="presParOf" srcId="{C37352EC-A970-DF4C-B5AD-422B64203CA7}" destId="{B6A49E87-83CA-D94D-B79E-6B9897C67725}" srcOrd="0" destOrd="0" presId="urn:microsoft.com/office/officeart/2005/8/layout/matrix3"/>
    <dgm:cxn modelId="{0100D91B-0317-B846-BC06-DF33EDE5AA54}" type="presParOf" srcId="{C37352EC-A970-DF4C-B5AD-422B64203CA7}" destId="{447545F2-E96A-6643-82A9-1619C16E3EC2}" srcOrd="1" destOrd="0" presId="urn:microsoft.com/office/officeart/2005/8/layout/matrix3"/>
    <dgm:cxn modelId="{638E254A-C524-C449-A6EA-4281B5C047AE}" type="presParOf" srcId="{C37352EC-A970-DF4C-B5AD-422B64203CA7}" destId="{BC7F4FD1-6FD6-314C-BCBB-1CD03A677F7D}" srcOrd="2" destOrd="0" presId="urn:microsoft.com/office/officeart/2005/8/layout/matrix3"/>
    <dgm:cxn modelId="{7140E6AE-DB46-B040-9D0E-F5F4CF2010AD}" type="presParOf" srcId="{C37352EC-A970-DF4C-B5AD-422B64203CA7}" destId="{07188E5F-D020-5D4A-8FFD-EAC1578B4132}" srcOrd="3" destOrd="0" presId="urn:microsoft.com/office/officeart/2005/8/layout/matrix3"/>
    <dgm:cxn modelId="{AEB642B2-2B17-5345-9EC8-3C8DAAACA750}" type="presParOf" srcId="{C37352EC-A970-DF4C-B5AD-422B64203CA7}" destId="{C68E8749-EC87-C642-94F5-C491B99335E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A73C7CE-4EF6-4B89-B095-538EFB91D43D}" type="doc">
      <dgm:prSet loTypeId="urn:microsoft.com/office/officeart/2005/8/layout/chevron1" loCatId="process" qsTypeId="urn:microsoft.com/office/officeart/2005/8/quickstyle/simple3" qsCatId="simple" csTypeId="urn:microsoft.com/office/officeart/2005/8/colors/colorful1" csCatId="colorful" phldr="1"/>
      <dgm:spPr/>
    </dgm:pt>
    <dgm:pt modelId="{6B0EDCBF-B16C-4677-8223-4E3C3D141BBD}" type="pres">
      <dgm:prSet presAssocID="{1A73C7CE-4EF6-4B89-B095-538EFB91D43D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E7A214C6-E145-C140-947B-F2AD2ABEC0AF}" type="presOf" srcId="{1A73C7CE-4EF6-4B89-B095-538EFB91D43D}" destId="{6B0EDCBF-B16C-4677-8223-4E3C3D141BBD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A73C7CE-4EF6-4B89-B095-538EFB91D43D}" type="doc">
      <dgm:prSet loTypeId="urn:microsoft.com/office/officeart/2005/8/layout/chevron1" loCatId="process" qsTypeId="urn:microsoft.com/office/officeart/2005/8/quickstyle/simple3" qsCatId="simple" csTypeId="urn:microsoft.com/office/officeart/2005/8/colors/colorful1" csCatId="colorful" phldr="1"/>
      <dgm:spPr/>
    </dgm:pt>
    <dgm:pt modelId="{200DC5AA-3698-49E4-A92D-7362532AEAC8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STATIC</a:t>
          </a:r>
          <a:endParaRPr lang="en-GB" dirty="0">
            <a:solidFill>
              <a:schemeClr val="bg1"/>
            </a:solidFill>
          </a:endParaRPr>
        </a:p>
      </dgm:t>
    </dgm:pt>
    <dgm:pt modelId="{9F91C3E6-7A33-4088-81D5-5D5BC1036252}" type="parTrans" cxnId="{15DFFEE3-2EA8-48E8-B112-D933B2CEE34C}">
      <dgm:prSet/>
      <dgm:spPr/>
      <dgm:t>
        <a:bodyPr/>
        <a:lstStyle/>
        <a:p>
          <a:endParaRPr lang="en-GB"/>
        </a:p>
      </dgm:t>
    </dgm:pt>
    <dgm:pt modelId="{31BC2F13-0EA7-4170-AE2B-7C775E1F85E4}" type="sibTrans" cxnId="{15DFFEE3-2EA8-48E8-B112-D933B2CEE34C}">
      <dgm:prSet/>
      <dgm:spPr/>
      <dgm:t>
        <a:bodyPr/>
        <a:lstStyle/>
        <a:p>
          <a:endParaRPr lang="en-GB"/>
        </a:p>
      </dgm:t>
    </dgm:pt>
    <dgm:pt modelId="{6DDDE85E-C59B-436C-81FE-A058228DCF31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DYNAMIC</a:t>
          </a:r>
          <a:endParaRPr lang="en-GB" dirty="0">
            <a:solidFill>
              <a:schemeClr val="bg1"/>
            </a:solidFill>
          </a:endParaRPr>
        </a:p>
      </dgm:t>
    </dgm:pt>
    <dgm:pt modelId="{AA31A91F-2BEB-4203-B127-484839498CA6}" type="parTrans" cxnId="{1CEC60AA-5FFC-4866-B005-5217C6A50DBB}">
      <dgm:prSet/>
      <dgm:spPr/>
      <dgm:t>
        <a:bodyPr/>
        <a:lstStyle/>
        <a:p>
          <a:endParaRPr lang="en-GB"/>
        </a:p>
      </dgm:t>
    </dgm:pt>
    <dgm:pt modelId="{511EBE63-F85C-4098-917A-42E1B09E2D3E}" type="sibTrans" cxnId="{1CEC60AA-5FFC-4866-B005-5217C6A50DBB}">
      <dgm:prSet/>
      <dgm:spPr/>
      <dgm:t>
        <a:bodyPr/>
        <a:lstStyle/>
        <a:p>
          <a:endParaRPr lang="en-GB"/>
        </a:p>
      </dgm:t>
    </dgm:pt>
    <dgm:pt modelId="{D3FBDFB3-F54A-4C78-AF88-BA26AF427BE2}" type="pres">
      <dgm:prSet presAssocID="{1A73C7CE-4EF6-4B89-B095-538EFB91D43D}" presName="Name0" presStyleCnt="0">
        <dgm:presLayoutVars>
          <dgm:dir/>
          <dgm:animLvl val="lvl"/>
          <dgm:resizeHandles val="exact"/>
        </dgm:presLayoutVars>
      </dgm:prSet>
      <dgm:spPr/>
    </dgm:pt>
    <dgm:pt modelId="{E50EE481-22EC-43CA-A622-E078A5BE6E1E}" type="pres">
      <dgm:prSet presAssocID="{200DC5AA-3698-49E4-A92D-7362532AEAC8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C425D5FE-4935-488E-A83A-6AE394529D10}" type="pres">
      <dgm:prSet presAssocID="{31BC2F13-0EA7-4170-AE2B-7C775E1F85E4}" presName="parTxOnlySpace" presStyleCnt="0"/>
      <dgm:spPr/>
    </dgm:pt>
    <dgm:pt modelId="{873C85FC-249E-4C75-A0E5-49751ED7E3EA}" type="pres">
      <dgm:prSet presAssocID="{6DDDE85E-C59B-436C-81FE-A058228DCF31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AC0899C-DCC2-5041-A11A-087464D7A257}" type="presOf" srcId="{1A73C7CE-4EF6-4B89-B095-538EFB91D43D}" destId="{D3FBDFB3-F54A-4C78-AF88-BA26AF427BE2}" srcOrd="0" destOrd="0" presId="urn:microsoft.com/office/officeart/2005/8/layout/chevron1"/>
    <dgm:cxn modelId="{488813A1-D933-964B-BA0C-EB229856AFDE}" type="presOf" srcId="{200DC5AA-3698-49E4-A92D-7362532AEAC8}" destId="{E50EE481-22EC-43CA-A622-E078A5BE6E1E}" srcOrd="0" destOrd="0" presId="urn:microsoft.com/office/officeart/2005/8/layout/chevron1"/>
    <dgm:cxn modelId="{1CEC60AA-5FFC-4866-B005-5217C6A50DBB}" srcId="{1A73C7CE-4EF6-4B89-B095-538EFB91D43D}" destId="{6DDDE85E-C59B-436C-81FE-A058228DCF31}" srcOrd="1" destOrd="0" parTransId="{AA31A91F-2BEB-4203-B127-484839498CA6}" sibTransId="{511EBE63-F85C-4098-917A-42E1B09E2D3E}"/>
    <dgm:cxn modelId="{CE217CB6-B4E5-D64C-8DFE-28A665B46E6A}" type="presOf" srcId="{6DDDE85E-C59B-436C-81FE-A058228DCF31}" destId="{873C85FC-249E-4C75-A0E5-49751ED7E3EA}" srcOrd="0" destOrd="0" presId="urn:microsoft.com/office/officeart/2005/8/layout/chevron1"/>
    <dgm:cxn modelId="{15DFFEE3-2EA8-48E8-B112-D933B2CEE34C}" srcId="{1A73C7CE-4EF6-4B89-B095-538EFB91D43D}" destId="{200DC5AA-3698-49E4-A92D-7362532AEAC8}" srcOrd="0" destOrd="0" parTransId="{9F91C3E6-7A33-4088-81D5-5D5BC1036252}" sibTransId="{31BC2F13-0EA7-4170-AE2B-7C775E1F85E4}"/>
    <dgm:cxn modelId="{CFFF0FA8-02EC-C946-93A1-DCECE22C3A3F}" type="presParOf" srcId="{D3FBDFB3-F54A-4C78-AF88-BA26AF427BE2}" destId="{E50EE481-22EC-43CA-A622-E078A5BE6E1E}" srcOrd="0" destOrd="0" presId="urn:microsoft.com/office/officeart/2005/8/layout/chevron1"/>
    <dgm:cxn modelId="{222D435D-C925-1047-A089-DDBB3E990525}" type="presParOf" srcId="{D3FBDFB3-F54A-4C78-AF88-BA26AF427BE2}" destId="{C425D5FE-4935-488E-A83A-6AE394529D10}" srcOrd="1" destOrd="0" presId="urn:microsoft.com/office/officeart/2005/8/layout/chevron1"/>
    <dgm:cxn modelId="{AE5D47FF-7BED-EC40-94B0-9EBE16588768}" type="presParOf" srcId="{D3FBDFB3-F54A-4C78-AF88-BA26AF427BE2}" destId="{873C85FC-249E-4C75-A0E5-49751ED7E3EA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A73C7CE-4EF6-4B89-B095-538EFB91D43D}" type="doc">
      <dgm:prSet loTypeId="urn:microsoft.com/office/officeart/2005/8/layout/chevron1" loCatId="process" qsTypeId="urn:microsoft.com/office/officeart/2005/8/quickstyle/simple3" qsCatId="simple" csTypeId="urn:microsoft.com/office/officeart/2005/8/colors/colorful1" csCatId="colorful" phldr="1"/>
      <dgm:spPr/>
    </dgm:pt>
    <dgm:pt modelId="{200DC5AA-3698-49E4-A92D-7362532AEAC8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STABLE SURFACE</a:t>
          </a:r>
          <a:endParaRPr lang="en-GB" dirty="0">
            <a:solidFill>
              <a:schemeClr val="bg1"/>
            </a:solidFill>
          </a:endParaRPr>
        </a:p>
      </dgm:t>
    </dgm:pt>
    <dgm:pt modelId="{9F91C3E6-7A33-4088-81D5-5D5BC1036252}" type="parTrans" cxnId="{15DFFEE3-2EA8-48E8-B112-D933B2CEE34C}">
      <dgm:prSet/>
      <dgm:spPr/>
      <dgm:t>
        <a:bodyPr/>
        <a:lstStyle/>
        <a:p>
          <a:endParaRPr lang="en-GB"/>
        </a:p>
      </dgm:t>
    </dgm:pt>
    <dgm:pt modelId="{31BC2F13-0EA7-4170-AE2B-7C775E1F85E4}" type="sibTrans" cxnId="{15DFFEE3-2EA8-48E8-B112-D933B2CEE34C}">
      <dgm:prSet/>
      <dgm:spPr/>
      <dgm:t>
        <a:bodyPr/>
        <a:lstStyle/>
        <a:p>
          <a:endParaRPr lang="en-GB"/>
        </a:p>
      </dgm:t>
    </dgm:pt>
    <dgm:pt modelId="{6DDDE85E-C59B-436C-81FE-A058228DCF31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UNSTABLE SURFACE</a:t>
          </a:r>
          <a:endParaRPr lang="en-GB" dirty="0">
            <a:solidFill>
              <a:schemeClr val="bg1"/>
            </a:solidFill>
          </a:endParaRPr>
        </a:p>
      </dgm:t>
    </dgm:pt>
    <dgm:pt modelId="{AA31A91F-2BEB-4203-B127-484839498CA6}" type="parTrans" cxnId="{1CEC60AA-5FFC-4866-B005-5217C6A50DBB}">
      <dgm:prSet/>
      <dgm:spPr/>
      <dgm:t>
        <a:bodyPr/>
        <a:lstStyle/>
        <a:p>
          <a:endParaRPr lang="en-GB"/>
        </a:p>
      </dgm:t>
    </dgm:pt>
    <dgm:pt modelId="{511EBE63-F85C-4098-917A-42E1B09E2D3E}" type="sibTrans" cxnId="{1CEC60AA-5FFC-4866-B005-5217C6A50DBB}">
      <dgm:prSet/>
      <dgm:spPr/>
      <dgm:t>
        <a:bodyPr/>
        <a:lstStyle/>
        <a:p>
          <a:endParaRPr lang="en-GB"/>
        </a:p>
      </dgm:t>
    </dgm:pt>
    <dgm:pt modelId="{15EDCBEA-F371-4CAE-BF6E-D481B9F6A0DE}" type="pres">
      <dgm:prSet presAssocID="{1A73C7CE-4EF6-4B89-B095-538EFB91D43D}" presName="Name0" presStyleCnt="0">
        <dgm:presLayoutVars>
          <dgm:dir/>
          <dgm:animLvl val="lvl"/>
          <dgm:resizeHandles val="exact"/>
        </dgm:presLayoutVars>
      </dgm:prSet>
      <dgm:spPr/>
    </dgm:pt>
    <dgm:pt modelId="{9CF5C88C-8DD1-43F1-8CDE-F662F458B25B}" type="pres">
      <dgm:prSet presAssocID="{200DC5AA-3698-49E4-A92D-7362532AEAC8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F8828144-C010-4ACE-8ECF-0F6D15D340E9}" type="pres">
      <dgm:prSet presAssocID="{31BC2F13-0EA7-4170-AE2B-7C775E1F85E4}" presName="parTxOnlySpace" presStyleCnt="0"/>
      <dgm:spPr/>
    </dgm:pt>
    <dgm:pt modelId="{3831D823-4911-43B9-9B7E-377044ABE7AD}" type="pres">
      <dgm:prSet presAssocID="{6DDDE85E-C59B-436C-81FE-A058228DCF31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E4D9EA29-AE44-3C40-9F6E-F646B2AF806F}" type="presOf" srcId="{200DC5AA-3698-49E4-A92D-7362532AEAC8}" destId="{9CF5C88C-8DD1-43F1-8CDE-F662F458B25B}" srcOrd="0" destOrd="0" presId="urn:microsoft.com/office/officeart/2005/8/layout/chevron1"/>
    <dgm:cxn modelId="{8AE8E57D-0ACF-204A-A9A5-1F40C5F34993}" type="presOf" srcId="{6DDDE85E-C59B-436C-81FE-A058228DCF31}" destId="{3831D823-4911-43B9-9B7E-377044ABE7AD}" srcOrd="0" destOrd="0" presId="urn:microsoft.com/office/officeart/2005/8/layout/chevron1"/>
    <dgm:cxn modelId="{1CEC60AA-5FFC-4866-B005-5217C6A50DBB}" srcId="{1A73C7CE-4EF6-4B89-B095-538EFB91D43D}" destId="{6DDDE85E-C59B-436C-81FE-A058228DCF31}" srcOrd="1" destOrd="0" parTransId="{AA31A91F-2BEB-4203-B127-484839498CA6}" sibTransId="{511EBE63-F85C-4098-917A-42E1B09E2D3E}"/>
    <dgm:cxn modelId="{15DFFEE3-2EA8-48E8-B112-D933B2CEE34C}" srcId="{1A73C7CE-4EF6-4B89-B095-538EFB91D43D}" destId="{200DC5AA-3698-49E4-A92D-7362532AEAC8}" srcOrd="0" destOrd="0" parTransId="{9F91C3E6-7A33-4088-81D5-5D5BC1036252}" sibTransId="{31BC2F13-0EA7-4170-AE2B-7C775E1F85E4}"/>
    <dgm:cxn modelId="{2A4826E5-6E08-344F-BE61-AC01D2602ED8}" type="presOf" srcId="{1A73C7CE-4EF6-4B89-B095-538EFB91D43D}" destId="{15EDCBEA-F371-4CAE-BF6E-D481B9F6A0DE}" srcOrd="0" destOrd="0" presId="urn:microsoft.com/office/officeart/2005/8/layout/chevron1"/>
    <dgm:cxn modelId="{5BBA2889-5A08-9045-9A45-4010EDD0B6A5}" type="presParOf" srcId="{15EDCBEA-F371-4CAE-BF6E-D481B9F6A0DE}" destId="{9CF5C88C-8DD1-43F1-8CDE-F662F458B25B}" srcOrd="0" destOrd="0" presId="urn:microsoft.com/office/officeart/2005/8/layout/chevron1"/>
    <dgm:cxn modelId="{D1E10D5E-52D3-6846-A0EA-7880C1BFD51C}" type="presParOf" srcId="{15EDCBEA-F371-4CAE-BF6E-D481B9F6A0DE}" destId="{F8828144-C010-4ACE-8ECF-0F6D15D340E9}" srcOrd="1" destOrd="0" presId="urn:microsoft.com/office/officeart/2005/8/layout/chevron1"/>
    <dgm:cxn modelId="{AA90A527-FCE7-9B4B-81A1-9A4500944E33}" type="presParOf" srcId="{15EDCBEA-F371-4CAE-BF6E-D481B9F6A0DE}" destId="{3831D823-4911-43B9-9B7E-377044ABE7AD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A73C7CE-4EF6-4B89-B095-538EFB91D43D}" type="doc">
      <dgm:prSet loTypeId="urn:microsoft.com/office/officeart/2005/8/layout/chevron1" loCatId="process" qsTypeId="urn:microsoft.com/office/officeart/2005/8/quickstyle/simple3" qsCatId="simple" csTypeId="urn:microsoft.com/office/officeart/2005/8/colors/colorful1" csCatId="colorful" phldr="1"/>
      <dgm:spPr/>
    </dgm:pt>
    <dgm:pt modelId="{200DC5AA-3698-49E4-A92D-7362532AEAC8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WIDE BASE</a:t>
          </a:r>
          <a:endParaRPr lang="en-GB" dirty="0">
            <a:solidFill>
              <a:schemeClr val="bg1"/>
            </a:solidFill>
          </a:endParaRPr>
        </a:p>
      </dgm:t>
    </dgm:pt>
    <dgm:pt modelId="{9F91C3E6-7A33-4088-81D5-5D5BC1036252}" type="parTrans" cxnId="{15DFFEE3-2EA8-48E8-B112-D933B2CEE34C}">
      <dgm:prSet/>
      <dgm:spPr/>
      <dgm:t>
        <a:bodyPr/>
        <a:lstStyle/>
        <a:p>
          <a:endParaRPr lang="en-GB"/>
        </a:p>
      </dgm:t>
    </dgm:pt>
    <dgm:pt modelId="{31BC2F13-0EA7-4170-AE2B-7C775E1F85E4}" type="sibTrans" cxnId="{15DFFEE3-2EA8-48E8-B112-D933B2CEE34C}">
      <dgm:prSet/>
      <dgm:spPr/>
      <dgm:t>
        <a:bodyPr/>
        <a:lstStyle/>
        <a:p>
          <a:endParaRPr lang="en-GB"/>
        </a:p>
      </dgm:t>
    </dgm:pt>
    <dgm:pt modelId="{6DDDE85E-C59B-436C-81FE-A058228DCF31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SMALL BASE</a:t>
          </a:r>
          <a:endParaRPr lang="en-GB" dirty="0">
            <a:solidFill>
              <a:schemeClr val="bg1"/>
            </a:solidFill>
          </a:endParaRPr>
        </a:p>
      </dgm:t>
    </dgm:pt>
    <dgm:pt modelId="{AA31A91F-2BEB-4203-B127-484839498CA6}" type="parTrans" cxnId="{1CEC60AA-5FFC-4866-B005-5217C6A50DBB}">
      <dgm:prSet/>
      <dgm:spPr/>
      <dgm:t>
        <a:bodyPr/>
        <a:lstStyle/>
        <a:p>
          <a:endParaRPr lang="en-GB"/>
        </a:p>
      </dgm:t>
    </dgm:pt>
    <dgm:pt modelId="{511EBE63-F85C-4098-917A-42E1B09E2D3E}" type="sibTrans" cxnId="{1CEC60AA-5FFC-4866-B005-5217C6A50DBB}">
      <dgm:prSet/>
      <dgm:spPr/>
      <dgm:t>
        <a:bodyPr/>
        <a:lstStyle/>
        <a:p>
          <a:endParaRPr lang="en-GB"/>
        </a:p>
      </dgm:t>
    </dgm:pt>
    <dgm:pt modelId="{CBF3C625-9424-4B42-9E0E-CE9F73C84AF5}" type="pres">
      <dgm:prSet presAssocID="{1A73C7CE-4EF6-4B89-B095-538EFB91D43D}" presName="Name0" presStyleCnt="0">
        <dgm:presLayoutVars>
          <dgm:dir/>
          <dgm:animLvl val="lvl"/>
          <dgm:resizeHandles val="exact"/>
        </dgm:presLayoutVars>
      </dgm:prSet>
      <dgm:spPr/>
    </dgm:pt>
    <dgm:pt modelId="{3060F809-EA02-4AAF-BE78-8DEAA19CFBAD}" type="pres">
      <dgm:prSet presAssocID="{200DC5AA-3698-49E4-A92D-7362532AEAC8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244EAD6E-CF17-4354-AF25-B7745610F1F0}" type="pres">
      <dgm:prSet presAssocID="{31BC2F13-0EA7-4170-AE2B-7C775E1F85E4}" presName="parTxOnlySpace" presStyleCnt="0"/>
      <dgm:spPr/>
    </dgm:pt>
    <dgm:pt modelId="{143D22A4-451D-4AD5-A70E-16BB5C8FB71D}" type="pres">
      <dgm:prSet presAssocID="{6DDDE85E-C59B-436C-81FE-A058228DCF31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986DA004-5F48-B948-BB44-B7A6D5C823DC}" type="presOf" srcId="{200DC5AA-3698-49E4-A92D-7362532AEAC8}" destId="{3060F809-EA02-4AAF-BE78-8DEAA19CFBAD}" srcOrd="0" destOrd="0" presId="urn:microsoft.com/office/officeart/2005/8/layout/chevron1"/>
    <dgm:cxn modelId="{4F184C1B-6512-F64E-BCAC-97646C6AFFA9}" type="presOf" srcId="{6DDDE85E-C59B-436C-81FE-A058228DCF31}" destId="{143D22A4-451D-4AD5-A70E-16BB5C8FB71D}" srcOrd="0" destOrd="0" presId="urn:microsoft.com/office/officeart/2005/8/layout/chevron1"/>
    <dgm:cxn modelId="{5C995C3C-E2EB-4B43-B7B0-633DE1995D15}" type="presOf" srcId="{1A73C7CE-4EF6-4B89-B095-538EFB91D43D}" destId="{CBF3C625-9424-4B42-9E0E-CE9F73C84AF5}" srcOrd="0" destOrd="0" presId="urn:microsoft.com/office/officeart/2005/8/layout/chevron1"/>
    <dgm:cxn modelId="{1CEC60AA-5FFC-4866-B005-5217C6A50DBB}" srcId="{1A73C7CE-4EF6-4B89-B095-538EFB91D43D}" destId="{6DDDE85E-C59B-436C-81FE-A058228DCF31}" srcOrd="1" destOrd="0" parTransId="{AA31A91F-2BEB-4203-B127-484839498CA6}" sibTransId="{511EBE63-F85C-4098-917A-42E1B09E2D3E}"/>
    <dgm:cxn modelId="{15DFFEE3-2EA8-48E8-B112-D933B2CEE34C}" srcId="{1A73C7CE-4EF6-4B89-B095-538EFB91D43D}" destId="{200DC5AA-3698-49E4-A92D-7362532AEAC8}" srcOrd="0" destOrd="0" parTransId="{9F91C3E6-7A33-4088-81D5-5D5BC1036252}" sibTransId="{31BC2F13-0EA7-4170-AE2B-7C775E1F85E4}"/>
    <dgm:cxn modelId="{EAC70CC9-64D0-2E4A-BDCA-2B5B916ADE51}" type="presParOf" srcId="{CBF3C625-9424-4B42-9E0E-CE9F73C84AF5}" destId="{3060F809-EA02-4AAF-BE78-8DEAA19CFBAD}" srcOrd="0" destOrd="0" presId="urn:microsoft.com/office/officeart/2005/8/layout/chevron1"/>
    <dgm:cxn modelId="{F8B5DBFA-4474-8A4A-99D8-BEEAA3454E22}" type="presParOf" srcId="{CBF3C625-9424-4B42-9E0E-CE9F73C84AF5}" destId="{244EAD6E-CF17-4354-AF25-B7745610F1F0}" srcOrd="1" destOrd="0" presId="urn:microsoft.com/office/officeart/2005/8/layout/chevron1"/>
    <dgm:cxn modelId="{0023C079-A287-DF43-81E4-00FC93ED0466}" type="presParOf" srcId="{CBF3C625-9424-4B42-9E0E-CE9F73C84AF5}" destId="{143D22A4-451D-4AD5-A70E-16BB5C8FB71D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1A73C7CE-4EF6-4B89-B095-538EFB91D43D}" type="doc">
      <dgm:prSet loTypeId="urn:microsoft.com/office/officeart/2005/8/layout/chevron1" loCatId="process" qsTypeId="urn:microsoft.com/office/officeart/2005/8/quickstyle/simple3" qsCatId="simple" csTypeId="urn:microsoft.com/office/officeart/2005/8/colors/colorful1" csCatId="colorful" phldr="1"/>
      <dgm:spPr/>
    </dgm:pt>
    <dgm:pt modelId="{200DC5AA-3698-49E4-A92D-7362532AEAC8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PRE-DETERMINED</a:t>
          </a:r>
          <a:endParaRPr lang="en-GB" dirty="0">
            <a:solidFill>
              <a:schemeClr val="bg1"/>
            </a:solidFill>
          </a:endParaRPr>
        </a:p>
      </dgm:t>
    </dgm:pt>
    <dgm:pt modelId="{9F91C3E6-7A33-4088-81D5-5D5BC1036252}" type="parTrans" cxnId="{15DFFEE3-2EA8-48E8-B112-D933B2CEE34C}">
      <dgm:prSet/>
      <dgm:spPr/>
      <dgm:t>
        <a:bodyPr/>
        <a:lstStyle/>
        <a:p>
          <a:endParaRPr lang="en-GB"/>
        </a:p>
      </dgm:t>
    </dgm:pt>
    <dgm:pt modelId="{31BC2F13-0EA7-4170-AE2B-7C775E1F85E4}" type="sibTrans" cxnId="{15DFFEE3-2EA8-48E8-B112-D933B2CEE34C}">
      <dgm:prSet/>
      <dgm:spPr/>
      <dgm:t>
        <a:bodyPr/>
        <a:lstStyle/>
        <a:p>
          <a:endParaRPr lang="en-GB"/>
        </a:p>
      </dgm:t>
    </dgm:pt>
    <dgm:pt modelId="{6DDDE85E-C59B-436C-81FE-A058228DCF31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PERTUBATIONS</a:t>
          </a:r>
          <a:endParaRPr lang="en-GB" dirty="0">
            <a:solidFill>
              <a:schemeClr val="bg1"/>
            </a:solidFill>
          </a:endParaRPr>
        </a:p>
      </dgm:t>
    </dgm:pt>
    <dgm:pt modelId="{AA31A91F-2BEB-4203-B127-484839498CA6}" type="parTrans" cxnId="{1CEC60AA-5FFC-4866-B005-5217C6A50DBB}">
      <dgm:prSet/>
      <dgm:spPr/>
      <dgm:t>
        <a:bodyPr/>
        <a:lstStyle/>
        <a:p>
          <a:endParaRPr lang="en-GB"/>
        </a:p>
      </dgm:t>
    </dgm:pt>
    <dgm:pt modelId="{511EBE63-F85C-4098-917A-42E1B09E2D3E}" type="sibTrans" cxnId="{1CEC60AA-5FFC-4866-B005-5217C6A50DBB}">
      <dgm:prSet/>
      <dgm:spPr/>
      <dgm:t>
        <a:bodyPr/>
        <a:lstStyle/>
        <a:p>
          <a:endParaRPr lang="en-GB"/>
        </a:p>
      </dgm:t>
    </dgm:pt>
    <dgm:pt modelId="{C6E18AA0-2664-47A9-BEA3-4C130AE856B9}" type="pres">
      <dgm:prSet presAssocID="{1A73C7CE-4EF6-4B89-B095-538EFB91D43D}" presName="Name0" presStyleCnt="0">
        <dgm:presLayoutVars>
          <dgm:dir/>
          <dgm:animLvl val="lvl"/>
          <dgm:resizeHandles val="exact"/>
        </dgm:presLayoutVars>
      </dgm:prSet>
      <dgm:spPr/>
    </dgm:pt>
    <dgm:pt modelId="{60E39FE7-495F-46BF-93F0-DD88A0ED67B5}" type="pres">
      <dgm:prSet presAssocID="{200DC5AA-3698-49E4-A92D-7362532AEAC8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E9F36113-EA3A-4484-92AD-D9D345ED6953}" type="pres">
      <dgm:prSet presAssocID="{31BC2F13-0EA7-4170-AE2B-7C775E1F85E4}" presName="parTxOnlySpace" presStyleCnt="0"/>
      <dgm:spPr/>
    </dgm:pt>
    <dgm:pt modelId="{B1560278-B76D-495B-ACFF-11F46EFE3EAD}" type="pres">
      <dgm:prSet presAssocID="{6DDDE85E-C59B-436C-81FE-A058228DCF31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37EEC172-D9A4-D842-ACE1-C3B43F1414D1}" type="presOf" srcId="{200DC5AA-3698-49E4-A92D-7362532AEAC8}" destId="{60E39FE7-495F-46BF-93F0-DD88A0ED67B5}" srcOrd="0" destOrd="0" presId="urn:microsoft.com/office/officeart/2005/8/layout/chevron1"/>
    <dgm:cxn modelId="{1CEC60AA-5FFC-4866-B005-5217C6A50DBB}" srcId="{1A73C7CE-4EF6-4B89-B095-538EFB91D43D}" destId="{6DDDE85E-C59B-436C-81FE-A058228DCF31}" srcOrd="1" destOrd="0" parTransId="{AA31A91F-2BEB-4203-B127-484839498CA6}" sibTransId="{511EBE63-F85C-4098-917A-42E1B09E2D3E}"/>
    <dgm:cxn modelId="{3E08B8DE-D09F-4843-BDE4-88B5AC417065}" type="presOf" srcId="{1A73C7CE-4EF6-4B89-B095-538EFB91D43D}" destId="{C6E18AA0-2664-47A9-BEA3-4C130AE856B9}" srcOrd="0" destOrd="0" presId="urn:microsoft.com/office/officeart/2005/8/layout/chevron1"/>
    <dgm:cxn modelId="{15DFFEE3-2EA8-48E8-B112-D933B2CEE34C}" srcId="{1A73C7CE-4EF6-4B89-B095-538EFB91D43D}" destId="{200DC5AA-3698-49E4-A92D-7362532AEAC8}" srcOrd="0" destOrd="0" parTransId="{9F91C3E6-7A33-4088-81D5-5D5BC1036252}" sibTransId="{31BC2F13-0EA7-4170-AE2B-7C775E1F85E4}"/>
    <dgm:cxn modelId="{41003AFF-DD68-504E-B4A3-D3290515E135}" type="presOf" srcId="{6DDDE85E-C59B-436C-81FE-A058228DCF31}" destId="{B1560278-B76D-495B-ACFF-11F46EFE3EAD}" srcOrd="0" destOrd="0" presId="urn:microsoft.com/office/officeart/2005/8/layout/chevron1"/>
    <dgm:cxn modelId="{4E257259-D5C3-0946-9A93-F1C172A2CC1E}" type="presParOf" srcId="{C6E18AA0-2664-47A9-BEA3-4C130AE856B9}" destId="{60E39FE7-495F-46BF-93F0-DD88A0ED67B5}" srcOrd="0" destOrd="0" presId="urn:microsoft.com/office/officeart/2005/8/layout/chevron1"/>
    <dgm:cxn modelId="{2A8E29AF-8CD3-AE4A-93D7-E4CB4ADA54AC}" type="presParOf" srcId="{C6E18AA0-2664-47A9-BEA3-4C130AE856B9}" destId="{E9F36113-EA3A-4484-92AD-D9D345ED6953}" srcOrd="1" destOrd="0" presId="urn:microsoft.com/office/officeart/2005/8/layout/chevron1"/>
    <dgm:cxn modelId="{7D61A55D-7D6C-9242-9FFD-308ED96519A2}" type="presParOf" srcId="{C6E18AA0-2664-47A9-BEA3-4C130AE856B9}" destId="{B1560278-B76D-495B-ACFF-11F46EFE3EAD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1A73C7CE-4EF6-4B89-B095-538EFB91D43D}" type="doc">
      <dgm:prSet loTypeId="urn:microsoft.com/office/officeart/2005/8/layout/chevron1" loCatId="process" qsTypeId="urn:microsoft.com/office/officeart/2005/8/quickstyle/simple3" qsCatId="simple" csTypeId="urn:microsoft.com/office/officeart/2005/8/colors/colorful1" csCatId="colorful" phldr="1"/>
      <dgm:spPr/>
    </dgm:pt>
    <dgm:pt modelId="{200DC5AA-3698-49E4-A92D-7362532AEAC8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EYES</a:t>
          </a:r>
          <a:r>
            <a:rPr lang="en-US" baseline="0" dirty="0">
              <a:solidFill>
                <a:schemeClr val="bg1"/>
              </a:solidFill>
            </a:rPr>
            <a:t> OPEN</a:t>
          </a:r>
          <a:endParaRPr lang="en-GB" dirty="0">
            <a:solidFill>
              <a:schemeClr val="bg1"/>
            </a:solidFill>
          </a:endParaRPr>
        </a:p>
      </dgm:t>
    </dgm:pt>
    <dgm:pt modelId="{9F91C3E6-7A33-4088-81D5-5D5BC1036252}" type="parTrans" cxnId="{15DFFEE3-2EA8-48E8-B112-D933B2CEE34C}">
      <dgm:prSet/>
      <dgm:spPr/>
      <dgm:t>
        <a:bodyPr/>
        <a:lstStyle/>
        <a:p>
          <a:endParaRPr lang="en-GB"/>
        </a:p>
      </dgm:t>
    </dgm:pt>
    <dgm:pt modelId="{31BC2F13-0EA7-4170-AE2B-7C775E1F85E4}" type="sibTrans" cxnId="{15DFFEE3-2EA8-48E8-B112-D933B2CEE34C}">
      <dgm:prSet/>
      <dgm:spPr/>
      <dgm:t>
        <a:bodyPr/>
        <a:lstStyle/>
        <a:p>
          <a:endParaRPr lang="en-GB"/>
        </a:p>
      </dgm:t>
    </dgm:pt>
    <dgm:pt modelId="{6DDDE85E-C59B-436C-81FE-A058228DCF31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EYES CLOSED</a:t>
          </a:r>
          <a:endParaRPr lang="en-GB" dirty="0">
            <a:solidFill>
              <a:schemeClr val="bg1"/>
            </a:solidFill>
          </a:endParaRPr>
        </a:p>
      </dgm:t>
    </dgm:pt>
    <dgm:pt modelId="{AA31A91F-2BEB-4203-B127-484839498CA6}" type="parTrans" cxnId="{1CEC60AA-5FFC-4866-B005-5217C6A50DBB}">
      <dgm:prSet/>
      <dgm:spPr/>
      <dgm:t>
        <a:bodyPr/>
        <a:lstStyle/>
        <a:p>
          <a:endParaRPr lang="en-GB"/>
        </a:p>
      </dgm:t>
    </dgm:pt>
    <dgm:pt modelId="{511EBE63-F85C-4098-917A-42E1B09E2D3E}" type="sibTrans" cxnId="{1CEC60AA-5FFC-4866-B005-5217C6A50DBB}">
      <dgm:prSet/>
      <dgm:spPr/>
      <dgm:t>
        <a:bodyPr/>
        <a:lstStyle/>
        <a:p>
          <a:endParaRPr lang="en-GB"/>
        </a:p>
      </dgm:t>
    </dgm:pt>
    <dgm:pt modelId="{6B9F6E58-0D5D-4ED8-9160-B23A99DC0DAD}" type="pres">
      <dgm:prSet presAssocID="{1A73C7CE-4EF6-4B89-B095-538EFB91D43D}" presName="Name0" presStyleCnt="0">
        <dgm:presLayoutVars>
          <dgm:dir/>
          <dgm:animLvl val="lvl"/>
          <dgm:resizeHandles val="exact"/>
        </dgm:presLayoutVars>
      </dgm:prSet>
      <dgm:spPr/>
    </dgm:pt>
    <dgm:pt modelId="{9EC7589E-A0C3-4196-AAF0-310315D263CB}" type="pres">
      <dgm:prSet presAssocID="{200DC5AA-3698-49E4-A92D-7362532AEAC8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77EE7BAB-3D26-4A66-9FB3-ECB51C3CD4A5}" type="pres">
      <dgm:prSet presAssocID="{31BC2F13-0EA7-4170-AE2B-7C775E1F85E4}" presName="parTxOnlySpace" presStyleCnt="0"/>
      <dgm:spPr/>
    </dgm:pt>
    <dgm:pt modelId="{525990F8-8CF8-4F0E-8157-F7687314D587}" type="pres">
      <dgm:prSet presAssocID="{6DDDE85E-C59B-436C-81FE-A058228DCF31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86F8731D-D3C7-D643-B761-F7D0013273C0}" type="presOf" srcId="{1A73C7CE-4EF6-4B89-B095-538EFB91D43D}" destId="{6B9F6E58-0D5D-4ED8-9160-B23A99DC0DAD}" srcOrd="0" destOrd="0" presId="urn:microsoft.com/office/officeart/2005/8/layout/chevron1"/>
    <dgm:cxn modelId="{4D06684C-B389-B644-8790-6A0359FA4492}" type="presOf" srcId="{200DC5AA-3698-49E4-A92D-7362532AEAC8}" destId="{9EC7589E-A0C3-4196-AAF0-310315D263CB}" srcOrd="0" destOrd="0" presId="urn:microsoft.com/office/officeart/2005/8/layout/chevron1"/>
    <dgm:cxn modelId="{9EA00E55-3D11-E441-94BB-59F9D3353340}" type="presOf" srcId="{6DDDE85E-C59B-436C-81FE-A058228DCF31}" destId="{525990F8-8CF8-4F0E-8157-F7687314D587}" srcOrd="0" destOrd="0" presId="urn:microsoft.com/office/officeart/2005/8/layout/chevron1"/>
    <dgm:cxn modelId="{1CEC60AA-5FFC-4866-B005-5217C6A50DBB}" srcId="{1A73C7CE-4EF6-4B89-B095-538EFB91D43D}" destId="{6DDDE85E-C59B-436C-81FE-A058228DCF31}" srcOrd="1" destOrd="0" parTransId="{AA31A91F-2BEB-4203-B127-484839498CA6}" sibTransId="{511EBE63-F85C-4098-917A-42E1B09E2D3E}"/>
    <dgm:cxn modelId="{15DFFEE3-2EA8-48E8-B112-D933B2CEE34C}" srcId="{1A73C7CE-4EF6-4B89-B095-538EFB91D43D}" destId="{200DC5AA-3698-49E4-A92D-7362532AEAC8}" srcOrd="0" destOrd="0" parTransId="{9F91C3E6-7A33-4088-81D5-5D5BC1036252}" sibTransId="{31BC2F13-0EA7-4170-AE2B-7C775E1F85E4}"/>
    <dgm:cxn modelId="{73E60E78-17FF-E54C-9E81-4C0C7A8F7A48}" type="presParOf" srcId="{6B9F6E58-0D5D-4ED8-9160-B23A99DC0DAD}" destId="{9EC7589E-A0C3-4196-AAF0-310315D263CB}" srcOrd="0" destOrd="0" presId="urn:microsoft.com/office/officeart/2005/8/layout/chevron1"/>
    <dgm:cxn modelId="{5B8416C0-45E8-E742-9482-BC5BF24DA755}" type="presParOf" srcId="{6B9F6E58-0D5D-4ED8-9160-B23A99DC0DAD}" destId="{77EE7BAB-3D26-4A66-9FB3-ECB51C3CD4A5}" srcOrd="1" destOrd="0" presId="urn:microsoft.com/office/officeart/2005/8/layout/chevron1"/>
    <dgm:cxn modelId="{7D0059B6-6725-5F48-B6CA-690946CB24EB}" type="presParOf" srcId="{6B9F6E58-0D5D-4ED8-9160-B23A99DC0DAD}" destId="{525990F8-8CF8-4F0E-8157-F7687314D587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33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1A73C7CE-4EF6-4B89-B095-538EFB91D43D}" type="doc">
      <dgm:prSet loTypeId="urn:microsoft.com/office/officeart/2005/8/layout/chevron1" loCatId="process" qsTypeId="urn:microsoft.com/office/officeart/2005/8/quickstyle/simple3" qsCatId="simple" csTypeId="urn:microsoft.com/office/officeart/2005/8/colors/colorful1" csCatId="colorful" phldr="1"/>
      <dgm:spPr/>
    </dgm:pt>
    <dgm:pt modelId="{200DC5AA-3698-49E4-A92D-7362532AEAC8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3600" dirty="0">
              <a:solidFill>
                <a:schemeClr val="bg1"/>
              </a:solidFill>
            </a:rPr>
            <a:t>HEAD/EYES STILL</a:t>
          </a:r>
          <a:endParaRPr lang="en-GB" sz="3600" dirty="0">
            <a:solidFill>
              <a:schemeClr val="bg1"/>
            </a:solidFill>
          </a:endParaRPr>
        </a:p>
      </dgm:t>
    </dgm:pt>
    <dgm:pt modelId="{9F91C3E6-7A33-4088-81D5-5D5BC1036252}" type="parTrans" cxnId="{15DFFEE3-2EA8-48E8-B112-D933B2CEE34C}">
      <dgm:prSet/>
      <dgm:spPr/>
      <dgm:t>
        <a:bodyPr/>
        <a:lstStyle/>
        <a:p>
          <a:endParaRPr lang="en-GB"/>
        </a:p>
      </dgm:t>
    </dgm:pt>
    <dgm:pt modelId="{31BC2F13-0EA7-4170-AE2B-7C775E1F85E4}" type="sibTrans" cxnId="{15DFFEE3-2EA8-48E8-B112-D933B2CEE34C}">
      <dgm:prSet/>
      <dgm:spPr/>
      <dgm:t>
        <a:bodyPr/>
        <a:lstStyle/>
        <a:p>
          <a:endParaRPr lang="en-GB"/>
        </a:p>
      </dgm:t>
    </dgm:pt>
    <dgm:pt modelId="{6DDDE85E-C59B-436C-81FE-A058228DCF31}">
      <dgm:prSet phldrT="[Text]"/>
      <dgm:spPr>
        <a:solidFill>
          <a:srgbClr val="00B0F0"/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</a:rPr>
            <a:t>VARIATIONS IN HEAD/EYE MOVEMENT</a:t>
          </a:r>
        </a:p>
      </dgm:t>
    </dgm:pt>
    <dgm:pt modelId="{AA31A91F-2BEB-4203-B127-484839498CA6}" type="parTrans" cxnId="{1CEC60AA-5FFC-4866-B005-5217C6A50DBB}">
      <dgm:prSet/>
      <dgm:spPr/>
      <dgm:t>
        <a:bodyPr/>
        <a:lstStyle/>
        <a:p>
          <a:endParaRPr lang="en-GB"/>
        </a:p>
      </dgm:t>
    </dgm:pt>
    <dgm:pt modelId="{511EBE63-F85C-4098-917A-42E1B09E2D3E}" type="sibTrans" cxnId="{1CEC60AA-5FFC-4866-B005-5217C6A50DBB}">
      <dgm:prSet/>
      <dgm:spPr/>
      <dgm:t>
        <a:bodyPr/>
        <a:lstStyle/>
        <a:p>
          <a:endParaRPr lang="en-GB"/>
        </a:p>
      </dgm:t>
    </dgm:pt>
    <dgm:pt modelId="{6B9F6E58-0D5D-4ED8-9160-B23A99DC0DAD}" type="pres">
      <dgm:prSet presAssocID="{1A73C7CE-4EF6-4B89-B095-538EFB91D43D}" presName="Name0" presStyleCnt="0">
        <dgm:presLayoutVars>
          <dgm:dir/>
          <dgm:animLvl val="lvl"/>
          <dgm:resizeHandles val="exact"/>
        </dgm:presLayoutVars>
      </dgm:prSet>
      <dgm:spPr/>
    </dgm:pt>
    <dgm:pt modelId="{9EC7589E-A0C3-4196-AAF0-310315D263CB}" type="pres">
      <dgm:prSet presAssocID="{200DC5AA-3698-49E4-A92D-7362532AEAC8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77EE7BAB-3D26-4A66-9FB3-ECB51C3CD4A5}" type="pres">
      <dgm:prSet presAssocID="{31BC2F13-0EA7-4170-AE2B-7C775E1F85E4}" presName="parTxOnlySpace" presStyleCnt="0"/>
      <dgm:spPr/>
    </dgm:pt>
    <dgm:pt modelId="{525990F8-8CF8-4F0E-8157-F7687314D587}" type="pres">
      <dgm:prSet presAssocID="{6DDDE85E-C59B-436C-81FE-A058228DCF31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86F8731D-D3C7-D643-B761-F7D0013273C0}" type="presOf" srcId="{1A73C7CE-4EF6-4B89-B095-538EFB91D43D}" destId="{6B9F6E58-0D5D-4ED8-9160-B23A99DC0DAD}" srcOrd="0" destOrd="0" presId="urn:microsoft.com/office/officeart/2005/8/layout/chevron1"/>
    <dgm:cxn modelId="{4D06684C-B389-B644-8790-6A0359FA4492}" type="presOf" srcId="{200DC5AA-3698-49E4-A92D-7362532AEAC8}" destId="{9EC7589E-A0C3-4196-AAF0-310315D263CB}" srcOrd="0" destOrd="0" presId="urn:microsoft.com/office/officeart/2005/8/layout/chevron1"/>
    <dgm:cxn modelId="{9EA00E55-3D11-E441-94BB-59F9D3353340}" type="presOf" srcId="{6DDDE85E-C59B-436C-81FE-A058228DCF31}" destId="{525990F8-8CF8-4F0E-8157-F7687314D587}" srcOrd="0" destOrd="0" presId="urn:microsoft.com/office/officeart/2005/8/layout/chevron1"/>
    <dgm:cxn modelId="{1CEC60AA-5FFC-4866-B005-5217C6A50DBB}" srcId="{1A73C7CE-4EF6-4B89-B095-538EFB91D43D}" destId="{6DDDE85E-C59B-436C-81FE-A058228DCF31}" srcOrd="1" destOrd="0" parTransId="{AA31A91F-2BEB-4203-B127-484839498CA6}" sibTransId="{511EBE63-F85C-4098-917A-42E1B09E2D3E}"/>
    <dgm:cxn modelId="{15DFFEE3-2EA8-48E8-B112-D933B2CEE34C}" srcId="{1A73C7CE-4EF6-4B89-B095-538EFB91D43D}" destId="{200DC5AA-3698-49E4-A92D-7362532AEAC8}" srcOrd="0" destOrd="0" parTransId="{9F91C3E6-7A33-4088-81D5-5D5BC1036252}" sibTransId="{31BC2F13-0EA7-4170-AE2B-7C775E1F85E4}"/>
    <dgm:cxn modelId="{73E60E78-17FF-E54C-9E81-4C0C7A8F7A48}" type="presParOf" srcId="{6B9F6E58-0D5D-4ED8-9160-B23A99DC0DAD}" destId="{9EC7589E-A0C3-4196-AAF0-310315D263CB}" srcOrd="0" destOrd="0" presId="urn:microsoft.com/office/officeart/2005/8/layout/chevron1"/>
    <dgm:cxn modelId="{5B8416C0-45E8-E742-9482-BC5BF24DA755}" type="presParOf" srcId="{6B9F6E58-0D5D-4ED8-9160-B23A99DC0DAD}" destId="{77EE7BAB-3D26-4A66-9FB3-ECB51C3CD4A5}" srcOrd="1" destOrd="0" presId="urn:microsoft.com/office/officeart/2005/8/layout/chevron1"/>
    <dgm:cxn modelId="{7D0059B6-6725-5F48-B6CA-690946CB24EB}" type="presParOf" srcId="{6B9F6E58-0D5D-4ED8-9160-B23A99DC0DAD}" destId="{525990F8-8CF8-4F0E-8157-F7687314D587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3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E304FC-D47C-4D96-8861-ACF245F60E71}">
      <dsp:nvSpPr>
        <dsp:cNvPr id="0" name=""/>
        <dsp:cNvSpPr/>
      </dsp:nvSpPr>
      <dsp:spPr>
        <a:xfrm>
          <a:off x="5514808" y="2877312"/>
          <a:ext cx="4729568" cy="3283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166"/>
              </a:lnTo>
              <a:lnTo>
                <a:pt x="4729568" y="164166"/>
              </a:lnTo>
              <a:lnTo>
                <a:pt x="4729568" y="328333"/>
              </a:lnTo>
            </a:path>
          </a:pathLst>
        </a:custGeom>
        <a:noFill/>
        <a:ln w="22225" cap="rnd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A3579E-9A3C-4E16-98B7-397C1FFEBEB2}">
      <dsp:nvSpPr>
        <dsp:cNvPr id="0" name=""/>
        <dsp:cNvSpPr/>
      </dsp:nvSpPr>
      <dsp:spPr>
        <a:xfrm>
          <a:off x="5514808" y="2877312"/>
          <a:ext cx="2837741" cy="3283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166"/>
              </a:lnTo>
              <a:lnTo>
                <a:pt x="2837741" y="164166"/>
              </a:lnTo>
              <a:lnTo>
                <a:pt x="2837741" y="328333"/>
              </a:lnTo>
            </a:path>
          </a:pathLst>
        </a:custGeom>
        <a:noFill/>
        <a:ln w="22225" cap="rnd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1EEEF9-9736-4896-A196-D0119E9A46BE}">
      <dsp:nvSpPr>
        <dsp:cNvPr id="0" name=""/>
        <dsp:cNvSpPr/>
      </dsp:nvSpPr>
      <dsp:spPr>
        <a:xfrm>
          <a:off x="5514808" y="2877312"/>
          <a:ext cx="945913" cy="3283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166"/>
              </a:lnTo>
              <a:lnTo>
                <a:pt x="945913" y="164166"/>
              </a:lnTo>
              <a:lnTo>
                <a:pt x="945913" y="328333"/>
              </a:lnTo>
            </a:path>
          </a:pathLst>
        </a:custGeom>
        <a:noFill/>
        <a:ln w="22225" cap="rnd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B6DC7E-99D7-4CD0-8EB4-E199ADE1C08B}">
      <dsp:nvSpPr>
        <dsp:cNvPr id="0" name=""/>
        <dsp:cNvSpPr/>
      </dsp:nvSpPr>
      <dsp:spPr>
        <a:xfrm>
          <a:off x="4568894" y="2877312"/>
          <a:ext cx="945913" cy="328333"/>
        </a:xfrm>
        <a:custGeom>
          <a:avLst/>
          <a:gdLst/>
          <a:ahLst/>
          <a:cxnLst/>
          <a:rect l="0" t="0" r="0" b="0"/>
          <a:pathLst>
            <a:path>
              <a:moveTo>
                <a:pt x="945913" y="0"/>
              </a:moveTo>
              <a:lnTo>
                <a:pt x="945913" y="164166"/>
              </a:lnTo>
              <a:lnTo>
                <a:pt x="0" y="164166"/>
              </a:lnTo>
              <a:lnTo>
                <a:pt x="0" y="328333"/>
              </a:lnTo>
            </a:path>
          </a:pathLst>
        </a:custGeom>
        <a:noFill/>
        <a:ln w="22225" cap="rnd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EF43FD-69F2-42EF-A726-86C676AB34A6}">
      <dsp:nvSpPr>
        <dsp:cNvPr id="0" name=""/>
        <dsp:cNvSpPr/>
      </dsp:nvSpPr>
      <dsp:spPr>
        <a:xfrm>
          <a:off x="2677066" y="2877312"/>
          <a:ext cx="2837741" cy="328333"/>
        </a:xfrm>
        <a:custGeom>
          <a:avLst/>
          <a:gdLst/>
          <a:ahLst/>
          <a:cxnLst/>
          <a:rect l="0" t="0" r="0" b="0"/>
          <a:pathLst>
            <a:path>
              <a:moveTo>
                <a:pt x="2837741" y="0"/>
              </a:moveTo>
              <a:lnTo>
                <a:pt x="2837741" y="164166"/>
              </a:lnTo>
              <a:lnTo>
                <a:pt x="0" y="164166"/>
              </a:lnTo>
              <a:lnTo>
                <a:pt x="0" y="328333"/>
              </a:lnTo>
            </a:path>
          </a:pathLst>
        </a:custGeom>
        <a:noFill/>
        <a:ln w="22225" cap="rnd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677F3F-E6ED-4592-9174-9CC534254CDD}">
      <dsp:nvSpPr>
        <dsp:cNvPr id="0" name=""/>
        <dsp:cNvSpPr/>
      </dsp:nvSpPr>
      <dsp:spPr>
        <a:xfrm>
          <a:off x="785239" y="2877312"/>
          <a:ext cx="4729568" cy="328333"/>
        </a:xfrm>
        <a:custGeom>
          <a:avLst/>
          <a:gdLst/>
          <a:ahLst/>
          <a:cxnLst/>
          <a:rect l="0" t="0" r="0" b="0"/>
          <a:pathLst>
            <a:path>
              <a:moveTo>
                <a:pt x="4729568" y="0"/>
              </a:moveTo>
              <a:lnTo>
                <a:pt x="4729568" y="164166"/>
              </a:lnTo>
              <a:lnTo>
                <a:pt x="0" y="164166"/>
              </a:lnTo>
              <a:lnTo>
                <a:pt x="0" y="328333"/>
              </a:lnTo>
            </a:path>
          </a:pathLst>
        </a:custGeom>
        <a:noFill/>
        <a:ln w="22225" cap="rnd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4C08EF-6B9F-4EF9-9485-17D4597CD8C7}">
      <dsp:nvSpPr>
        <dsp:cNvPr id="0" name=""/>
        <dsp:cNvSpPr/>
      </dsp:nvSpPr>
      <dsp:spPr>
        <a:xfrm>
          <a:off x="4733061" y="2095565"/>
          <a:ext cx="1563493" cy="781746"/>
        </a:xfrm>
        <a:prstGeom prst="rect">
          <a:avLst/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Principles of Training</a:t>
          </a:r>
        </a:p>
      </dsp:txBody>
      <dsp:txXfrm>
        <a:off x="4733061" y="2095565"/>
        <a:ext cx="1563493" cy="781746"/>
      </dsp:txXfrm>
    </dsp:sp>
    <dsp:sp modelId="{22F542EC-F963-4569-B564-70C278089AF1}">
      <dsp:nvSpPr>
        <dsp:cNvPr id="0" name=""/>
        <dsp:cNvSpPr/>
      </dsp:nvSpPr>
      <dsp:spPr>
        <a:xfrm>
          <a:off x="3492" y="3205645"/>
          <a:ext cx="1563493" cy="781746"/>
        </a:xfrm>
        <a:prstGeom prst="rect">
          <a:avLst/>
        </a:prstGeom>
        <a:gradFill rotWithShape="0">
          <a:gsLst>
            <a:gs pos="0">
              <a:schemeClr val="accent1">
                <a:alpha val="70000"/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1">
                <a:alpha val="70000"/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Adaptation</a:t>
          </a:r>
        </a:p>
      </dsp:txBody>
      <dsp:txXfrm>
        <a:off x="3492" y="3205645"/>
        <a:ext cx="1563493" cy="781746"/>
      </dsp:txXfrm>
    </dsp:sp>
    <dsp:sp modelId="{261BA82F-526A-423F-BEDC-73B97F1DDFF6}">
      <dsp:nvSpPr>
        <dsp:cNvPr id="0" name=""/>
        <dsp:cNvSpPr/>
      </dsp:nvSpPr>
      <dsp:spPr>
        <a:xfrm>
          <a:off x="1895319" y="3205645"/>
          <a:ext cx="1563493" cy="781746"/>
        </a:xfrm>
        <a:prstGeom prst="rect">
          <a:avLst/>
        </a:prstGeom>
        <a:gradFill rotWithShape="0">
          <a:gsLst>
            <a:gs pos="0">
              <a:schemeClr val="accent1">
                <a:alpha val="70000"/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1">
                <a:alpha val="70000"/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Accommodation</a:t>
          </a:r>
        </a:p>
      </dsp:txBody>
      <dsp:txXfrm>
        <a:off x="1895319" y="3205645"/>
        <a:ext cx="1563493" cy="781746"/>
      </dsp:txXfrm>
    </dsp:sp>
    <dsp:sp modelId="{3536F460-7FF6-4869-9FD5-12E80EBF7D2E}">
      <dsp:nvSpPr>
        <dsp:cNvPr id="0" name=""/>
        <dsp:cNvSpPr/>
      </dsp:nvSpPr>
      <dsp:spPr>
        <a:xfrm>
          <a:off x="3787147" y="3205645"/>
          <a:ext cx="1563493" cy="781746"/>
        </a:xfrm>
        <a:prstGeom prst="rect">
          <a:avLst/>
        </a:prstGeom>
        <a:gradFill rotWithShape="0">
          <a:gsLst>
            <a:gs pos="0">
              <a:schemeClr val="accent1">
                <a:alpha val="70000"/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1">
                <a:alpha val="70000"/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Specificity</a:t>
          </a:r>
        </a:p>
      </dsp:txBody>
      <dsp:txXfrm>
        <a:off x="3787147" y="3205645"/>
        <a:ext cx="1563493" cy="781746"/>
      </dsp:txXfrm>
    </dsp:sp>
    <dsp:sp modelId="{7A37CD15-BD27-4454-823F-CF58B42789E6}">
      <dsp:nvSpPr>
        <dsp:cNvPr id="0" name=""/>
        <dsp:cNvSpPr/>
      </dsp:nvSpPr>
      <dsp:spPr>
        <a:xfrm>
          <a:off x="5678974" y="3205645"/>
          <a:ext cx="1563493" cy="781746"/>
        </a:xfrm>
        <a:prstGeom prst="rect">
          <a:avLst/>
        </a:prstGeom>
        <a:gradFill rotWithShape="0">
          <a:gsLst>
            <a:gs pos="0">
              <a:schemeClr val="accent1">
                <a:alpha val="70000"/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1">
                <a:alpha val="70000"/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Overload</a:t>
          </a:r>
        </a:p>
      </dsp:txBody>
      <dsp:txXfrm>
        <a:off x="5678974" y="3205645"/>
        <a:ext cx="1563493" cy="781746"/>
      </dsp:txXfrm>
    </dsp:sp>
    <dsp:sp modelId="{10E100DB-7BBE-4C89-AEC8-585E4F474A03}">
      <dsp:nvSpPr>
        <dsp:cNvPr id="0" name=""/>
        <dsp:cNvSpPr/>
      </dsp:nvSpPr>
      <dsp:spPr>
        <a:xfrm>
          <a:off x="7570802" y="3205645"/>
          <a:ext cx="1563493" cy="781746"/>
        </a:xfrm>
        <a:prstGeom prst="rect">
          <a:avLst/>
        </a:prstGeom>
        <a:gradFill rotWithShape="0">
          <a:gsLst>
            <a:gs pos="0">
              <a:schemeClr val="accent1">
                <a:alpha val="70000"/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1">
                <a:alpha val="70000"/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Progression</a:t>
          </a:r>
        </a:p>
      </dsp:txBody>
      <dsp:txXfrm>
        <a:off x="7570802" y="3205645"/>
        <a:ext cx="1563493" cy="781746"/>
      </dsp:txXfrm>
    </dsp:sp>
    <dsp:sp modelId="{8A8FDD15-7952-43B2-8CE2-C93CAA97D32A}">
      <dsp:nvSpPr>
        <dsp:cNvPr id="0" name=""/>
        <dsp:cNvSpPr/>
      </dsp:nvSpPr>
      <dsp:spPr>
        <a:xfrm>
          <a:off x="9462629" y="3205645"/>
          <a:ext cx="1563493" cy="781746"/>
        </a:xfrm>
        <a:prstGeom prst="rect">
          <a:avLst/>
        </a:prstGeom>
        <a:gradFill rotWithShape="0">
          <a:gsLst>
            <a:gs pos="0">
              <a:schemeClr val="accent1">
                <a:alpha val="70000"/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1">
                <a:alpha val="70000"/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Individualisation</a:t>
          </a:r>
        </a:p>
      </dsp:txBody>
      <dsp:txXfrm>
        <a:off x="9462629" y="3205645"/>
        <a:ext cx="1563493" cy="7817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961790-A716-4FC5-BC54-E4B65DCDCE32}">
      <dsp:nvSpPr>
        <dsp:cNvPr id="0" name=""/>
        <dsp:cNvSpPr/>
      </dsp:nvSpPr>
      <dsp:spPr>
        <a:xfrm>
          <a:off x="5991" y="0"/>
          <a:ext cx="3581664" cy="585646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8019" tIns="49340" rIns="49340" bIns="4934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KNOWN</a:t>
          </a:r>
          <a:endParaRPr lang="en-GB" sz="3700" kern="1200" dirty="0"/>
        </a:p>
      </dsp:txBody>
      <dsp:txXfrm>
        <a:off x="298814" y="0"/>
        <a:ext cx="2996018" cy="585646"/>
      </dsp:txXfrm>
    </dsp:sp>
    <dsp:sp modelId="{933907B8-9B23-4B2C-B25E-9C89EEF9AC42}">
      <dsp:nvSpPr>
        <dsp:cNvPr id="0" name=""/>
        <dsp:cNvSpPr/>
      </dsp:nvSpPr>
      <dsp:spPr>
        <a:xfrm>
          <a:off x="3229489" y="0"/>
          <a:ext cx="3581664" cy="585646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8019" tIns="49340" rIns="49340" bIns="4934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UNKNOWN</a:t>
          </a:r>
          <a:endParaRPr lang="en-GB" sz="3700" kern="1200" dirty="0"/>
        </a:p>
      </dsp:txBody>
      <dsp:txXfrm>
        <a:off x="3522312" y="0"/>
        <a:ext cx="2996018" cy="5856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0EE481-22EC-43CA-A622-E078A5BE6E1E}">
      <dsp:nvSpPr>
        <dsp:cNvPr id="0" name=""/>
        <dsp:cNvSpPr/>
      </dsp:nvSpPr>
      <dsp:spPr>
        <a:xfrm>
          <a:off x="5991" y="0"/>
          <a:ext cx="3581664" cy="585646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8019" tIns="49340" rIns="49340" bIns="4934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SLOW</a:t>
          </a:r>
          <a:endParaRPr lang="en-GB" sz="3700" kern="1200" dirty="0"/>
        </a:p>
      </dsp:txBody>
      <dsp:txXfrm>
        <a:off x="298814" y="0"/>
        <a:ext cx="2996018" cy="585646"/>
      </dsp:txXfrm>
    </dsp:sp>
    <dsp:sp modelId="{873C85FC-249E-4C75-A0E5-49751ED7E3EA}">
      <dsp:nvSpPr>
        <dsp:cNvPr id="0" name=""/>
        <dsp:cNvSpPr/>
      </dsp:nvSpPr>
      <dsp:spPr>
        <a:xfrm>
          <a:off x="3229489" y="0"/>
          <a:ext cx="3581664" cy="585646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8019" tIns="49340" rIns="49340" bIns="4934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FAST</a:t>
          </a:r>
          <a:endParaRPr lang="en-GB" sz="3700" kern="1200" dirty="0"/>
        </a:p>
      </dsp:txBody>
      <dsp:txXfrm>
        <a:off x="3522312" y="0"/>
        <a:ext cx="2996018" cy="5856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F5C88C-8DD1-43F1-8CDE-F662F458B25B}">
      <dsp:nvSpPr>
        <dsp:cNvPr id="0" name=""/>
        <dsp:cNvSpPr/>
      </dsp:nvSpPr>
      <dsp:spPr>
        <a:xfrm>
          <a:off x="0" y="0"/>
          <a:ext cx="3581664" cy="585646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4016" tIns="41339" rIns="41339" bIns="41339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CONTROLLED</a:t>
          </a:r>
          <a:endParaRPr lang="en-GB" sz="3100" kern="1200" dirty="0"/>
        </a:p>
      </dsp:txBody>
      <dsp:txXfrm>
        <a:off x="292823" y="0"/>
        <a:ext cx="2996018" cy="585646"/>
      </dsp:txXfrm>
    </dsp:sp>
    <dsp:sp modelId="{3831D823-4911-43B9-9B7E-377044ABE7AD}">
      <dsp:nvSpPr>
        <dsp:cNvPr id="0" name=""/>
        <dsp:cNvSpPr/>
      </dsp:nvSpPr>
      <dsp:spPr>
        <a:xfrm>
          <a:off x="3229489" y="0"/>
          <a:ext cx="3581664" cy="585646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4016" tIns="41339" rIns="41339" bIns="41339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UNCONTROLLED</a:t>
          </a:r>
          <a:endParaRPr lang="en-GB" sz="3100" kern="1200" dirty="0"/>
        </a:p>
      </dsp:txBody>
      <dsp:txXfrm>
        <a:off x="3522312" y="0"/>
        <a:ext cx="2996018" cy="5856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60F809-EA02-4AAF-BE78-8DEAA19CFBAD}">
      <dsp:nvSpPr>
        <dsp:cNvPr id="0" name=""/>
        <dsp:cNvSpPr/>
      </dsp:nvSpPr>
      <dsp:spPr>
        <a:xfrm>
          <a:off x="5991" y="0"/>
          <a:ext cx="3581664" cy="585646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8019" tIns="49340" rIns="49340" bIns="4934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SMALL ROM</a:t>
          </a:r>
          <a:endParaRPr lang="en-GB" sz="3700" kern="1200" dirty="0"/>
        </a:p>
      </dsp:txBody>
      <dsp:txXfrm>
        <a:off x="298814" y="0"/>
        <a:ext cx="2996018" cy="585646"/>
      </dsp:txXfrm>
    </dsp:sp>
    <dsp:sp modelId="{143D22A4-451D-4AD5-A70E-16BB5C8FB71D}">
      <dsp:nvSpPr>
        <dsp:cNvPr id="0" name=""/>
        <dsp:cNvSpPr/>
      </dsp:nvSpPr>
      <dsp:spPr>
        <a:xfrm>
          <a:off x="3229489" y="0"/>
          <a:ext cx="3581664" cy="585646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8019" tIns="49340" rIns="49340" bIns="4934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LARGE ROM</a:t>
          </a:r>
          <a:endParaRPr lang="en-GB" sz="3700" kern="1200" dirty="0"/>
        </a:p>
      </dsp:txBody>
      <dsp:txXfrm>
        <a:off x="3522312" y="0"/>
        <a:ext cx="2996018" cy="5856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095EA3-0C9B-482E-A9DB-5405587EB1F4}">
      <dsp:nvSpPr>
        <dsp:cNvPr id="0" name=""/>
        <dsp:cNvSpPr/>
      </dsp:nvSpPr>
      <dsp:spPr>
        <a:xfrm>
          <a:off x="0" y="334322"/>
          <a:ext cx="8128992" cy="428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B49D33-31FA-4F99-B235-D1C3C30C695D}">
      <dsp:nvSpPr>
        <dsp:cNvPr id="0" name=""/>
        <dsp:cNvSpPr/>
      </dsp:nvSpPr>
      <dsp:spPr>
        <a:xfrm>
          <a:off x="406449" y="83402"/>
          <a:ext cx="5690294" cy="501840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080" tIns="0" rIns="21508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Needs Analysis </a:t>
          </a:r>
        </a:p>
      </dsp:txBody>
      <dsp:txXfrm>
        <a:off x="430947" y="107900"/>
        <a:ext cx="5641298" cy="452844"/>
      </dsp:txXfrm>
    </dsp:sp>
    <dsp:sp modelId="{C97AB2B5-0736-48AE-BFAB-AE476E49238F}">
      <dsp:nvSpPr>
        <dsp:cNvPr id="0" name=""/>
        <dsp:cNvSpPr/>
      </dsp:nvSpPr>
      <dsp:spPr>
        <a:xfrm>
          <a:off x="0" y="1105442"/>
          <a:ext cx="8128992" cy="428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shade val="50000"/>
              <a:hueOff val="151375"/>
              <a:satOff val="-3777"/>
              <a:lumOff val="1321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0CE5AA-2FA0-453F-B2F3-D30668D37060}">
      <dsp:nvSpPr>
        <dsp:cNvPr id="0" name=""/>
        <dsp:cNvSpPr/>
      </dsp:nvSpPr>
      <dsp:spPr>
        <a:xfrm>
          <a:off x="406449" y="854522"/>
          <a:ext cx="5690294" cy="501840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151375"/>
                <a:satOff val="-3777"/>
                <a:lumOff val="13215"/>
                <a:alphaOff val="0"/>
                <a:tint val="68000"/>
                <a:alpha val="90000"/>
                <a:lumMod val="100000"/>
              </a:schemeClr>
            </a:gs>
            <a:gs pos="100000">
              <a:schemeClr val="accent1">
                <a:shade val="50000"/>
                <a:hueOff val="151375"/>
                <a:satOff val="-3777"/>
                <a:lumOff val="13215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080" tIns="0" rIns="21508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Exercise Selection</a:t>
          </a:r>
        </a:p>
      </dsp:txBody>
      <dsp:txXfrm>
        <a:off x="430947" y="879020"/>
        <a:ext cx="5641298" cy="452844"/>
      </dsp:txXfrm>
    </dsp:sp>
    <dsp:sp modelId="{DBFEA303-2BE3-45C5-847A-C00744AFE40D}">
      <dsp:nvSpPr>
        <dsp:cNvPr id="0" name=""/>
        <dsp:cNvSpPr/>
      </dsp:nvSpPr>
      <dsp:spPr>
        <a:xfrm>
          <a:off x="0" y="1876562"/>
          <a:ext cx="8128992" cy="428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shade val="50000"/>
              <a:hueOff val="302751"/>
              <a:satOff val="-7553"/>
              <a:lumOff val="2643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76B10E-006F-4BEA-A7D6-1A9A54659F03}">
      <dsp:nvSpPr>
        <dsp:cNvPr id="0" name=""/>
        <dsp:cNvSpPr/>
      </dsp:nvSpPr>
      <dsp:spPr>
        <a:xfrm>
          <a:off x="406449" y="1625642"/>
          <a:ext cx="5690294" cy="501840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302751"/>
                <a:satOff val="-7553"/>
                <a:lumOff val="2643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1">
                <a:shade val="50000"/>
                <a:hueOff val="302751"/>
                <a:satOff val="-7553"/>
                <a:lumOff val="26430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080" tIns="0" rIns="21508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Training Frequency</a:t>
          </a:r>
        </a:p>
      </dsp:txBody>
      <dsp:txXfrm>
        <a:off x="430947" y="1650140"/>
        <a:ext cx="5641298" cy="452844"/>
      </dsp:txXfrm>
    </dsp:sp>
    <dsp:sp modelId="{082D4D22-D438-40BD-ADE1-DD876B7F384A}">
      <dsp:nvSpPr>
        <dsp:cNvPr id="0" name=""/>
        <dsp:cNvSpPr/>
      </dsp:nvSpPr>
      <dsp:spPr>
        <a:xfrm>
          <a:off x="0" y="2647682"/>
          <a:ext cx="8128992" cy="428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shade val="50000"/>
              <a:hueOff val="454126"/>
              <a:satOff val="-11330"/>
              <a:lumOff val="3964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9901EB-54E9-498D-827A-FCA86096604C}">
      <dsp:nvSpPr>
        <dsp:cNvPr id="0" name=""/>
        <dsp:cNvSpPr/>
      </dsp:nvSpPr>
      <dsp:spPr>
        <a:xfrm>
          <a:off x="406449" y="2396762"/>
          <a:ext cx="5690294" cy="501840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454126"/>
                <a:satOff val="-11330"/>
                <a:lumOff val="39645"/>
                <a:alphaOff val="0"/>
                <a:tint val="68000"/>
                <a:alpha val="90000"/>
                <a:lumMod val="100000"/>
              </a:schemeClr>
            </a:gs>
            <a:gs pos="100000">
              <a:schemeClr val="accent1">
                <a:shade val="50000"/>
                <a:hueOff val="454126"/>
                <a:satOff val="-11330"/>
                <a:lumOff val="39645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080" tIns="0" rIns="21508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Exercise Order</a:t>
          </a:r>
        </a:p>
      </dsp:txBody>
      <dsp:txXfrm>
        <a:off x="430947" y="2421260"/>
        <a:ext cx="5641298" cy="452844"/>
      </dsp:txXfrm>
    </dsp:sp>
    <dsp:sp modelId="{C35F3BF0-0675-4A01-9E30-9925D3FB584F}">
      <dsp:nvSpPr>
        <dsp:cNvPr id="0" name=""/>
        <dsp:cNvSpPr/>
      </dsp:nvSpPr>
      <dsp:spPr>
        <a:xfrm>
          <a:off x="0" y="3418802"/>
          <a:ext cx="8128992" cy="428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shade val="50000"/>
              <a:hueOff val="454126"/>
              <a:satOff val="-11330"/>
              <a:lumOff val="3964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FCCD9D-8F16-4084-9F99-DCD4C5ECA841}">
      <dsp:nvSpPr>
        <dsp:cNvPr id="0" name=""/>
        <dsp:cNvSpPr/>
      </dsp:nvSpPr>
      <dsp:spPr>
        <a:xfrm>
          <a:off x="406449" y="3167882"/>
          <a:ext cx="5690294" cy="501840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454126"/>
                <a:satOff val="-11330"/>
                <a:lumOff val="39645"/>
                <a:alphaOff val="0"/>
                <a:tint val="68000"/>
                <a:alpha val="90000"/>
                <a:lumMod val="100000"/>
              </a:schemeClr>
            </a:gs>
            <a:gs pos="100000">
              <a:schemeClr val="accent1">
                <a:shade val="50000"/>
                <a:hueOff val="454126"/>
                <a:satOff val="-11330"/>
                <a:lumOff val="39645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080" tIns="0" rIns="21508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Volume</a:t>
          </a:r>
        </a:p>
      </dsp:txBody>
      <dsp:txXfrm>
        <a:off x="430947" y="3192380"/>
        <a:ext cx="5641298" cy="452844"/>
      </dsp:txXfrm>
    </dsp:sp>
    <dsp:sp modelId="{B1AB772C-DA95-44F6-B12B-3DE5192F29A6}">
      <dsp:nvSpPr>
        <dsp:cNvPr id="0" name=""/>
        <dsp:cNvSpPr/>
      </dsp:nvSpPr>
      <dsp:spPr>
        <a:xfrm>
          <a:off x="0" y="4189922"/>
          <a:ext cx="8128992" cy="428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shade val="50000"/>
              <a:hueOff val="302751"/>
              <a:satOff val="-7553"/>
              <a:lumOff val="2643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B7C5BE-9976-41F9-8254-1FEA6BE3638F}">
      <dsp:nvSpPr>
        <dsp:cNvPr id="0" name=""/>
        <dsp:cNvSpPr/>
      </dsp:nvSpPr>
      <dsp:spPr>
        <a:xfrm>
          <a:off x="406449" y="3939002"/>
          <a:ext cx="5690294" cy="501840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302751"/>
                <a:satOff val="-7553"/>
                <a:lumOff val="2643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1">
                <a:shade val="50000"/>
                <a:hueOff val="302751"/>
                <a:satOff val="-7553"/>
                <a:lumOff val="26430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080" tIns="0" rIns="21508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Training Load and Repetitions</a:t>
          </a:r>
        </a:p>
      </dsp:txBody>
      <dsp:txXfrm>
        <a:off x="430947" y="3963500"/>
        <a:ext cx="5641298" cy="452844"/>
      </dsp:txXfrm>
    </dsp:sp>
    <dsp:sp modelId="{AFC39578-300E-4827-8CD1-D39D95AACA08}">
      <dsp:nvSpPr>
        <dsp:cNvPr id="0" name=""/>
        <dsp:cNvSpPr/>
      </dsp:nvSpPr>
      <dsp:spPr>
        <a:xfrm>
          <a:off x="0" y="4961042"/>
          <a:ext cx="8128992" cy="428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shade val="50000"/>
              <a:hueOff val="151375"/>
              <a:satOff val="-3777"/>
              <a:lumOff val="1321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383A3E-3E67-46BF-AD34-B814D2B653FD}">
      <dsp:nvSpPr>
        <dsp:cNvPr id="0" name=""/>
        <dsp:cNvSpPr/>
      </dsp:nvSpPr>
      <dsp:spPr>
        <a:xfrm>
          <a:off x="406449" y="4710122"/>
          <a:ext cx="5690294" cy="501840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151375"/>
                <a:satOff val="-3777"/>
                <a:lumOff val="13215"/>
                <a:alphaOff val="0"/>
                <a:tint val="68000"/>
                <a:alpha val="90000"/>
                <a:lumMod val="100000"/>
              </a:schemeClr>
            </a:gs>
            <a:gs pos="100000">
              <a:schemeClr val="accent1">
                <a:shade val="50000"/>
                <a:hueOff val="151375"/>
                <a:satOff val="-3777"/>
                <a:lumOff val="13215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080" tIns="0" rIns="21508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Rest Periods</a:t>
          </a:r>
        </a:p>
      </dsp:txBody>
      <dsp:txXfrm>
        <a:off x="430947" y="4734620"/>
        <a:ext cx="5641298" cy="45284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B1F7FF-1692-416F-860E-4561CB8FBCA0}">
      <dsp:nvSpPr>
        <dsp:cNvPr id="0" name=""/>
        <dsp:cNvSpPr/>
      </dsp:nvSpPr>
      <dsp:spPr>
        <a:xfrm>
          <a:off x="2320718" y="2635"/>
          <a:ext cx="1628076" cy="8140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Sport Assessment</a:t>
          </a:r>
        </a:p>
      </dsp:txBody>
      <dsp:txXfrm>
        <a:off x="2344560" y="26477"/>
        <a:ext cx="1580392" cy="766354"/>
      </dsp:txXfrm>
    </dsp:sp>
    <dsp:sp modelId="{B199F7FD-9995-4719-8AD9-B0B8EF20194C}">
      <dsp:nvSpPr>
        <dsp:cNvPr id="0" name=""/>
        <dsp:cNvSpPr/>
      </dsp:nvSpPr>
      <dsp:spPr>
        <a:xfrm>
          <a:off x="2483526" y="816673"/>
          <a:ext cx="162807" cy="6105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0528"/>
              </a:lnTo>
              <a:lnTo>
                <a:pt x="162807" y="610528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56FBB6-6DD7-459D-855A-D71B778AAA0F}">
      <dsp:nvSpPr>
        <dsp:cNvPr id="0" name=""/>
        <dsp:cNvSpPr/>
      </dsp:nvSpPr>
      <dsp:spPr>
        <a:xfrm>
          <a:off x="2646333" y="1020183"/>
          <a:ext cx="1302461" cy="8140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Movement</a:t>
          </a:r>
        </a:p>
      </dsp:txBody>
      <dsp:txXfrm>
        <a:off x="2670175" y="1044025"/>
        <a:ext cx="1254777" cy="766354"/>
      </dsp:txXfrm>
    </dsp:sp>
    <dsp:sp modelId="{957F6469-878F-44B6-8A93-D83538F2D5E2}">
      <dsp:nvSpPr>
        <dsp:cNvPr id="0" name=""/>
        <dsp:cNvSpPr/>
      </dsp:nvSpPr>
      <dsp:spPr>
        <a:xfrm>
          <a:off x="2483526" y="816673"/>
          <a:ext cx="162807" cy="16280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8076"/>
              </a:lnTo>
              <a:lnTo>
                <a:pt x="162807" y="1628076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4D223F-A189-4426-9FE6-AA8571CCD982}">
      <dsp:nvSpPr>
        <dsp:cNvPr id="0" name=""/>
        <dsp:cNvSpPr/>
      </dsp:nvSpPr>
      <dsp:spPr>
        <a:xfrm>
          <a:off x="2646333" y="2037730"/>
          <a:ext cx="1302461" cy="8140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Physiology</a:t>
          </a:r>
        </a:p>
      </dsp:txBody>
      <dsp:txXfrm>
        <a:off x="2670175" y="2061572"/>
        <a:ext cx="1254777" cy="766354"/>
      </dsp:txXfrm>
    </dsp:sp>
    <dsp:sp modelId="{CCFC55A0-1DBA-4A93-9091-9005F69CB658}">
      <dsp:nvSpPr>
        <dsp:cNvPr id="0" name=""/>
        <dsp:cNvSpPr/>
      </dsp:nvSpPr>
      <dsp:spPr>
        <a:xfrm>
          <a:off x="2483526" y="816673"/>
          <a:ext cx="162807" cy="26456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45624"/>
              </a:lnTo>
              <a:lnTo>
                <a:pt x="162807" y="2645624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C1CE74-48EF-4D69-B102-1D5EE6E33339}">
      <dsp:nvSpPr>
        <dsp:cNvPr id="0" name=""/>
        <dsp:cNvSpPr/>
      </dsp:nvSpPr>
      <dsp:spPr>
        <a:xfrm>
          <a:off x="2646333" y="3055278"/>
          <a:ext cx="1302461" cy="8140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Time Motion</a:t>
          </a:r>
        </a:p>
      </dsp:txBody>
      <dsp:txXfrm>
        <a:off x="2670175" y="3079120"/>
        <a:ext cx="1254777" cy="766354"/>
      </dsp:txXfrm>
    </dsp:sp>
    <dsp:sp modelId="{FEF9C955-09B2-47E8-8934-A6020F49D681}">
      <dsp:nvSpPr>
        <dsp:cNvPr id="0" name=""/>
        <dsp:cNvSpPr/>
      </dsp:nvSpPr>
      <dsp:spPr>
        <a:xfrm>
          <a:off x="2483526" y="816673"/>
          <a:ext cx="162807" cy="36631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63171"/>
              </a:lnTo>
              <a:lnTo>
                <a:pt x="162807" y="3663171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C9FA34-76E9-4A04-9737-044CC9382CF9}">
      <dsp:nvSpPr>
        <dsp:cNvPr id="0" name=""/>
        <dsp:cNvSpPr/>
      </dsp:nvSpPr>
      <dsp:spPr>
        <a:xfrm>
          <a:off x="2646333" y="4072826"/>
          <a:ext cx="1302461" cy="8140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Injuries</a:t>
          </a:r>
        </a:p>
      </dsp:txBody>
      <dsp:txXfrm>
        <a:off x="2670175" y="4096668"/>
        <a:ext cx="1254777" cy="766354"/>
      </dsp:txXfrm>
    </dsp:sp>
    <dsp:sp modelId="{8DCDB2DE-78FE-4242-8657-C323BE00AD81}">
      <dsp:nvSpPr>
        <dsp:cNvPr id="0" name=""/>
        <dsp:cNvSpPr/>
      </dsp:nvSpPr>
      <dsp:spPr>
        <a:xfrm>
          <a:off x="4355814" y="2635"/>
          <a:ext cx="1628076" cy="8140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Athlete Assessment</a:t>
          </a:r>
        </a:p>
      </dsp:txBody>
      <dsp:txXfrm>
        <a:off x="4379656" y="26477"/>
        <a:ext cx="1580392" cy="766354"/>
      </dsp:txXfrm>
    </dsp:sp>
    <dsp:sp modelId="{4F559FD1-269F-4F04-80D4-80D5F3920422}">
      <dsp:nvSpPr>
        <dsp:cNvPr id="0" name=""/>
        <dsp:cNvSpPr/>
      </dsp:nvSpPr>
      <dsp:spPr>
        <a:xfrm>
          <a:off x="4518621" y="816673"/>
          <a:ext cx="162807" cy="6105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0528"/>
              </a:lnTo>
              <a:lnTo>
                <a:pt x="162807" y="610528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DB8AEB-F824-4E46-B932-EB589F4A2171}">
      <dsp:nvSpPr>
        <dsp:cNvPr id="0" name=""/>
        <dsp:cNvSpPr/>
      </dsp:nvSpPr>
      <dsp:spPr>
        <a:xfrm>
          <a:off x="4681429" y="1020183"/>
          <a:ext cx="1302461" cy="8140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Testing Battery</a:t>
          </a:r>
        </a:p>
      </dsp:txBody>
      <dsp:txXfrm>
        <a:off x="4705271" y="1044025"/>
        <a:ext cx="1254777" cy="766354"/>
      </dsp:txXfrm>
    </dsp:sp>
    <dsp:sp modelId="{CA65E3FC-F42B-45B8-947E-AD40B2F2F5BB}">
      <dsp:nvSpPr>
        <dsp:cNvPr id="0" name=""/>
        <dsp:cNvSpPr/>
      </dsp:nvSpPr>
      <dsp:spPr>
        <a:xfrm>
          <a:off x="4518621" y="816673"/>
          <a:ext cx="162807" cy="16280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8076"/>
              </a:lnTo>
              <a:lnTo>
                <a:pt x="162807" y="1628076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7C5808-272C-430A-B14D-6958AE22E956}">
      <dsp:nvSpPr>
        <dsp:cNvPr id="0" name=""/>
        <dsp:cNvSpPr/>
      </dsp:nvSpPr>
      <dsp:spPr>
        <a:xfrm>
          <a:off x="4681429" y="2037730"/>
          <a:ext cx="1302461" cy="8140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Personal Goals</a:t>
          </a:r>
        </a:p>
      </dsp:txBody>
      <dsp:txXfrm>
        <a:off x="4705271" y="2061572"/>
        <a:ext cx="1254777" cy="766354"/>
      </dsp:txXfrm>
    </dsp:sp>
    <dsp:sp modelId="{FA872B33-F4A5-4568-A470-BD4A238A4A60}">
      <dsp:nvSpPr>
        <dsp:cNvPr id="0" name=""/>
        <dsp:cNvSpPr/>
      </dsp:nvSpPr>
      <dsp:spPr>
        <a:xfrm>
          <a:off x="4518621" y="816673"/>
          <a:ext cx="162807" cy="26456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45624"/>
              </a:lnTo>
              <a:lnTo>
                <a:pt x="162807" y="2645624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B026C5-F5D0-4381-BB29-E2D729102B6F}">
      <dsp:nvSpPr>
        <dsp:cNvPr id="0" name=""/>
        <dsp:cNvSpPr/>
      </dsp:nvSpPr>
      <dsp:spPr>
        <a:xfrm>
          <a:off x="4681429" y="3055278"/>
          <a:ext cx="1302461" cy="8140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Previous Injuries</a:t>
          </a:r>
        </a:p>
      </dsp:txBody>
      <dsp:txXfrm>
        <a:off x="4705271" y="3079120"/>
        <a:ext cx="1254777" cy="7663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461B0D-AE2F-4C4A-A17C-8649C085317B}">
      <dsp:nvSpPr>
        <dsp:cNvPr id="0" name=""/>
        <dsp:cNvSpPr/>
      </dsp:nvSpPr>
      <dsp:spPr>
        <a:xfrm>
          <a:off x="-6274364" y="-959816"/>
          <a:ext cx="7468568" cy="7468568"/>
        </a:xfrm>
        <a:prstGeom prst="blockArc">
          <a:avLst>
            <a:gd name="adj1" fmla="val 18900000"/>
            <a:gd name="adj2" fmla="val 2700000"/>
            <a:gd name="adj3" fmla="val 289"/>
          </a:avLst>
        </a:prstGeom>
        <a:noFill/>
        <a:ln w="22225" cap="rnd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04C711-8732-4318-B457-0845327A50C7}">
      <dsp:nvSpPr>
        <dsp:cNvPr id="0" name=""/>
        <dsp:cNvSpPr/>
      </dsp:nvSpPr>
      <dsp:spPr>
        <a:xfrm>
          <a:off x="521755" y="346697"/>
          <a:ext cx="8599876" cy="693838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5073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 dirty="0"/>
            <a:t>Resistance vs Power Training 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 err="1"/>
            <a:t>Eg.</a:t>
          </a:r>
          <a:r>
            <a:rPr lang="en-GB" sz="1900" kern="1200" dirty="0"/>
            <a:t> Powerlifting vs Weightlifting</a:t>
          </a:r>
        </a:p>
      </dsp:txBody>
      <dsp:txXfrm>
        <a:off x="521755" y="346697"/>
        <a:ext cx="8599876" cy="693838"/>
      </dsp:txXfrm>
    </dsp:sp>
    <dsp:sp modelId="{5EC6BCAE-ABB5-41D2-A782-F7ED4648DF6F}">
      <dsp:nvSpPr>
        <dsp:cNvPr id="0" name=""/>
        <dsp:cNvSpPr/>
      </dsp:nvSpPr>
      <dsp:spPr>
        <a:xfrm>
          <a:off x="88105" y="259967"/>
          <a:ext cx="867298" cy="867298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 w="12700" cap="rnd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9C4CB47F-A670-4068-8D24-D9027C901E62}">
      <dsp:nvSpPr>
        <dsp:cNvPr id="0" name=""/>
        <dsp:cNvSpPr/>
      </dsp:nvSpPr>
      <dsp:spPr>
        <a:xfrm>
          <a:off x="1018939" y="1387122"/>
          <a:ext cx="8102691" cy="693838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0000"/>
                <a:tint val="68000"/>
                <a:alpha val="90000"/>
                <a:lumMod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000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5073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 dirty="0"/>
            <a:t>Speed &amp; Agility Training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 err="1"/>
            <a:t>Eg</a:t>
          </a:r>
          <a:r>
            <a:rPr lang="en-GB" sz="1900" kern="1200" dirty="0"/>
            <a:t>. Accelerations or Change of Directions</a:t>
          </a:r>
        </a:p>
      </dsp:txBody>
      <dsp:txXfrm>
        <a:off x="1018939" y="1387122"/>
        <a:ext cx="8102691" cy="693838"/>
      </dsp:txXfrm>
    </dsp:sp>
    <dsp:sp modelId="{84C5298A-E2B2-4EEF-ACF5-84F6438C98C1}">
      <dsp:nvSpPr>
        <dsp:cNvPr id="0" name=""/>
        <dsp:cNvSpPr/>
      </dsp:nvSpPr>
      <dsp:spPr>
        <a:xfrm>
          <a:off x="585290" y="1300392"/>
          <a:ext cx="867298" cy="867298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 w="12700" cap="rnd" cmpd="sng" algn="ctr">
          <a:solidFill>
            <a:schemeClr val="accent1">
              <a:alpha val="90000"/>
              <a:hueOff val="0"/>
              <a:satOff val="0"/>
              <a:lumOff val="0"/>
              <a:alphaOff val="-1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256B4B74-6307-4B68-BEF1-98700375B535}">
      <dsp:nvSpPr>
        <dsp:cNvPr id="0" name=""/>
        <dsp:cNvSpPr/>
      </dsp:nvSpPr>
      <dsp:spPr>
        <a:xfrm>
          <a:off x="1171535" y="2427548"/>
          <a:ext cx="7950095" cy="693838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0000"/>
                <a:tint val="68000"/>
                <a:alpha val="90000"/>
                <a:lumMod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000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5073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 dirty="0"/>
            <a:t>Plyometric Training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 err="1"/>
            <a:t>Eg</a:t>
          </a:r>
          <a:r>
            <a:rPr lang="en-GB" sz="1900" kern="1200" dirty="0"/>
            <a:t>. Tendon Stiffness, Reactive Strength</a:t>
          </a:r>
        </a:p>
      </dsp:txBody>
      <dsp:txXfrm>
        <a:off x="1171535" y="2427548"/>
        <a:ext cx="7950095" cy="693838"/>
      </dsp:txXfrm>
    </dsp:sp>
    <dsp:sp modelId="{0E57055B-2B22-4987-9DF0-B679EC7ED667}">
      <dsp:nvSpPr>
        <dsp:cNvPr id="0" name=""/>
        <dsp:cNvSpPr/>
      </dsp:nvSpPr>
      <dsp:spPr>
        <a:xfrm>
          <a:off x="737886" y="2340818"/>
          <a:ext cx="867298" cy="867298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 w="12700" cap="rnd" cmpd="sng" algn="ctr">
          <a:solidFill>
            <a:schemeClr val="accent1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65E6C6DE-BBEA-495B-8737-7ACCCCE28B9A}">
      <dsp:nvSpPr>
        <dsp:cNvPr id="0" name=""/>
        <dsp:cNvSpPr/>
      </dsp:nvSpPr>
      <dsp:spPr>
        <a:xfrm>
          <a:off x="1018939" y="3467973"/>
          <a:ext cx="8102691" cy="693838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30000"/>
                <a:tint val="68000"/>
                <a:alpha val="90000"/>
                <a:lumMod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3000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5073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 dirty="0"/>
            <a:t>Metabolic Conditioning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 err="1"/>
            <a:t>Eg</a:t>
          </a:r>
          <a:r>
            <a:rPr lang="en-GB" sz="1900" kern="1200" dirty="0"/>
            <a:t>. Aerobic/Anaerobic Capacity</a:t>
          </a:r>
        </a:p>
      </dsp:txBody>
      <dsp:txXfrm>
        <a:off x="1018939" y="3467973"/>
        <a:ext cx="8102691" cy="693838"/>
      </dsp:txXfrm>
    </dsp:sp>
    <dsp:sp modelId="{CEC0ED6D-6E9F-481B-8789-53FB032147AA}">
      <dsp:nvSpPr>
        <dsp:cNvPr id="0" name=""/>
        <dsp:cNvSpPr/>
      </dsp:nvSpPr>
      <dsp:spPr>
        <a:xfrm>
          <a:off x="585290" y="3381243"/>
          <a:ext cx="867298" cy="867298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 w="12700" cap="rnd" cmpd="sng" algn="ctr">
          <a:solidFill>
            <a:schemeClr val="accent1">
              <a:alpha val="90000"/>
              <a:hueOff val="0"/>
              <a:satOff val="0"/>
              <a:lumOff val="0"/>
              <a:alphaOff val="-3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75A940FE-3D65-45CF-B771-AF312823838B}">
      <dsp:nvSpPr>
        <dsp:cNvPr id="0" name=""/>
        <dsp:cNvSpPr/>
      </dsp:nvSpPr>
      <dsp:spPr>
        <a:xfrm>
          <a:off x="521755" y="4508398"/>
          <a:ext cx="8599876" cy="693838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tint val="68000"/>
                <a:alpha val="90000"/>
                <a:lumMod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tint val="90000"/>
                <a:lumMod val="9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5073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 dirty="0"/>
            <a:t>Corrective Exercise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 err="1"/>
            <a:t>Eg</a:t>
          </a:r>
          <a:r>
            <a:rPr lang="en-GB" sz="1900" kern="1200" dirty="0"/>
            <a:t>. Movement correction, Posture</a:t>
          </a:r>
        </a:p>
      </dsp:txBody>
      <dsp:txXfrm>
        <a:off x="521755" y="4508398"/>
        <a:ext cx="8599876" cy="693838"/>
      </dsp:txXfrm>
    </dsp:sp>
    <dsp:sp modelId="{8C8FBD91-699C-4587-A76C-717F2E0207D2}">
      <dsp:nvSpPr>
        <dsp:cNvPr id="0" name=""/>
        <dsp:cNvSpPr/>
      </dsp:nvSpPr>
      <dsp:spPr>
        <a:xfrm>
          <a:off x="88105" y="4421668"/>
          <a:ext cx="867298" cy="867298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 w="12700" cap="rnd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DFF8E7-C916-47DC-94BA-D32564DBAF08}">
      <dsp:nvSpPr>
        <dsp:cNvPr id="0" name=""/>
        <dsp:cNvSpPr/>
      </dsp:nvSpPr>
      <dsp:spPr>
        <a:xfrm>
          <a:off x="0" y="0"/>
          <a:ext cx="6749622" cy="97223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tint val="68000"/>
                <a:alpha val="90000"/>
                <a:lumMod val="100000"/>
              </a:schemeClr>
            </a:gs>
            <a:gs pos="100000">
              <a:schemeClr val="accent6">
                <a:tint val="90000"/>
                <a:lumMod val="95000"/>
              </a:schemeClr>
            </a:gs>
          </a:gsLst>
          <a:lin ang="5400000" scaled="1"/>
        </a:gradFill>
        <a:ln w="12700" cap="rnd" cmpd="sng" algn="ctr">
          <a:solidFill>
            <a:schemeClr val="accent6">
              <a:lumMod val="90000"/>
            </a:schemeClr>
          </a:solidFill>
          <a:prstDash val="solid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↑ Resting cortisol levels (stress)</a:t>
          </a:r>
        </a:p>
      </dsp:txBody>
      <dsp:txXfrm>
        <a:off x="28476" y="28476"/>
        <a:ext cx="5586758" cy="915278"/>
      </dsp:txXfrm>
    </dsp:sp>
    <dsp:sp modelId="{1EE29A02-EC6C-4B43-B710-6C58E3110F8D}">
      <dsp:nvSpPr>
        <dsp:cNvPr id="0" name=""/>
        <dsp:cNvSpPr/>
      </dsp:nvSpPr>
      <dsp:spPr>
        <a:xfrm>
          <a:off x="504030" y="1107262"/>
          <a:ext cx="6749622" cy="97223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tint val="68000"/>
                <a:alpha val="90000"/>
                <a:lumMod val="100000"/>
              </a:schemeClr>
            </a:gs>
            <a:gs pos="100000">
              <a:schemeClr val="accent6">
                <a:tint val="90000"/>
                <a:lumMod val="95000"/>
              </a:schemeClr>
            </a:gs>
          </a:gsLst>
          <a:lin ang="5400000" scaled="1"/>
        </a:gradFill>
        <a:ln w="12700" cap="rnd" cmpd="sng" algn="ctr">
          <a:solidFill>
            <a:schemeClr val="accent6">
              <a:lumMod val="90000"/>
            </a:schemeClr>
          </a:solidFill>
          <a:prstDash val="solid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Cortisol suppresses the immune response – body is more susceptible to infection</a:t>
          </a:r>
        </a:p>
      </dsp:txBody>
      <dsp:txXfrm>
        <a:off x="532506" y="1135738"/>
        <a:ext cx="5556690" cy="915278"/>
      </dsp:txXfrm>
    </dsp:sp>
    <dsp:sp modelId="{768B0B11-E942-4BA9-BB71-68D0B5F2834D}">
      <dsp:nvSpPr>
        <dsp:cNvPr id="0" name=""/>
        <dsp:cNvSpPr/>
      </dsp:nvSpPr>
      <dsp:spPr>
        <a:xfrm>
          <a:off x="1008060" y="2214524"/>
          <a:ext cx="6749622" cy="97223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tint val="68000"/>
                <a:alpha val="90000"/>
                <a:lumMod val="100000"/>
              </a:schemeClr>
            </a:gs>
            <a:gs pos="100000">
              <a:schemeClr val="accent6">
                <a:tint val="90000"/>
                <a:lumMod val="95000"/>
              </a:schemeClr>
            </a:gs>
          </a:gsLst>
          <a:lin ang="5400000" scaled="1"/>
        </a:gradFill>
        <a:ln w="12700" cap="rnd" cmpd="sng" algn="ctr">
          <a:solidFill>
            <a:schemeClr val="accent6">
              <a:lumMod val="90000"/>
            </a:schemeClr>
          </a:solidFill>
          <a:prstDash val="solid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Cortisol further ↑ due to repair and re-modelling response. </a:t>
          </a:r>
        </a:p>
      </dsp:txBody>
      <dsp:txXfrm>
        <a:off x="1036536" y="2243000"/>
        <a:ext cx="5556690" cy="915278"/>
      </dsp:txXfrm>
    </dsp:sp>
    <dsp:sp modelId="{A9202698-1083-487E-AFBC-0CD85C8267DA}">
      <dsp:nvSpPr>
        <dsp:cNvPr id="0" name=""/>
        <dsp:cNvSpPr/>
      </dsp:nvSpPr>
      <dsp:spPr>
        <a:xfrm>
          <a:off x="1512090" y="3321787"/>
          <a:ext cx="6749622" cy="97223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tint val="68000"/>
                <a:alpha val="90000"/>
                <a:lumMod val="100000"/>
              </a:schemeClr>
            </a:gs>
            <a:gs pos="100000">
              <a:schemeClr val="accent6">
                <a:tint val="90000"/>
                <a:lumMod val="95000"/>
              </a:schemeClr>
            </a:gs>
          </a:gsLst>
          <a:lin ang="5400000" scaled="1"/>
        </a:gradFill>
        <a:ln w="12700" cap="rnd" cmpd="sng" algn="ctr">
          <a:solidFill>
            <a:schemeClr val="accent6">
              <a:lumMod val="90000"/>
            </a:schemeClr>
          </a:solidFill>
          <a:prstDash val="solid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While cortisol ↑, so does growth hormone and lactate. </a:t>
          </a:r>
        </a:p>
      </dsp:txBody>
      <dsp:txXfrm>
        <a:off x="1540566" y="3350263"/>
        <a:ext cx="5556690" cy="915278"/>
      </dsp:txXfrm>
    </dsp:sp>
    <dsp:sp modelId="{5B88539F-F3F1-419C-B53C-F324FE01B7AC}">
      <dsp:nvSpPr>
        <dsp:cNvPr id="0" name=""/>
        <dsp:cNvSpPr/>
      </dsp:nvSpPr>
      <dsp:spPr>
        <a:xfrm>
          <a:off x="2016121" y="4429049"/>
          <a:ext cx="6749622" cy="97223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tint val="68000"/>
                <a:alpha val="90000"/>
                <a:lumMod val="100000"/>
              </a:schemeClr>
            </a:gs>
            <a:gs pos="100000">
              <a:schemeClr val="accent6">
                <a:tint val="90000"/>
                <a:lumMod val="95000"/>
              </a:schemeClr>
            </a:gs>
          </a:gsLst>
          <a:lin ang="5400000" scaled="1"/>
        </a:gradFill>
        <a:ln w="12700" cap="rnd" cmpd="sng" algn="ctr">
          <a:solidFill>
            <a:schemeClr val="accent6">
              <a:lumMod val="90000"/>
            </a:schemeClr>
          </a:solidFill>
          <a:prstDash val="solid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This ↓ the effectiveness of Testosterone, promoting muscle catabolism (protein breakdown) – if this persists, it may indicate OTS.</a:t>
          </a:r>
        </a:p>
      </dsp:txBody>
      <dsp:txXfrm>
        <a:off x="2044597" y="4457525"/>
        <a:ext cx="5556690" cy="915278"/>
      </dsp:txXfrm>
    </dsp:sp>
    <dsp:sp modelId="{BA0E17B0-2A56-4EFE-9F2C-91F8AFA2F1E9}">
      <dsp:nvSpPr>
        <dsp:cNvPr id="0" name=""/>
        <dsp:cNvSpPr/>
      </dsp:nvSpPr>
      <dsp:spPr>
        <a:xfrm>
          <a:off x="6117673" y="710268"/>
          <a:ext cx="631949" cy="63194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000" kern="1200"/>
        </a:p>
      </dsp:txBody>
      <dsp:txXfrm>
        <a:off x="6259862" y="710268"/>
        <a:ext cx="347571" cy="475542"/>
      </dsp:txXfrm>
    </dsp:sp>
    <dsp:sp modelId="{A75AEC98-4F79-4D0B-B6A8-CBE32A22CE9D}">
      <dsp:nvSpPr>
        <dsp:cNvPr id="0" name=""/>
        <dsp:cNvSpPr/>
      </dsp:nvSpPr>
      <dsp:spPr>
        <a:xfrm>
          <a:off x="6621703" y="1817530"/>
          <a:ext cx="631949" cy="63194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-482774"/>
            <a:satOff val="-6609"/>
            <a:lumOff val="-875"/>
            <a:alphaOff val="0"/>
          </a:schemeClr>
        </a:solidFill>
        <a:ln w="22225" cap="rnd" cmpd="sng" algn="ctr">
          <a:solidFill>
            <a:schemeClr val="accent4">
              <a:tint val="40000"/>
              <a:alpha val="90000"/>
              <a:hueOff val="-482774"/>
              <a:satOff val="-6609"/>
              <a:lumOff val="-8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000" kern="1200"/>
        </a:p>
      </dsp:txBody>
      <dsp:txXfrm>
        <a:off x="6763892" y="1817530"/>
        <a:ext cx="347571" cy="475542"/>
      </dsp:txXfrm>
    </dsp:sp>
    <dsp:sp modelId="{379B0F2D-174D-43D9-8D65-2090FD39A47F}">
      <dsp:nvSpPr>
        <dsp:cNvPr id="0" name=""/>
        <dsp:cNvSpPr/>
      </dsp:nvSpPr>
      <dsp:spPr>
        <a:xfrm>
          <a:off x="7125733" y="2908589"/>
          <a:ext cx="631949" cy="63194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-965548"/>
            <a:satOff val="-13219"/>
            <a:lumOff val="-1751"/>
            <a:alphaOff val="0"/>
          </a:schemeClr>
        </a:solidFill>
        <a:ln w="22225" cap="rnd" cmpd="sng" algn="ctr">
          <a:solidFill>
            <a:schemeClr val="accent4">
              <a:tint val="40000"/>
              <a:alpha val="90000"/>
              <a:hueOff val="-965548"/>
              <a:satOff val="-13219"/>
              <a:lumOff val="-17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000" kern="1200"/>
        </a:p>
      </dsp:txBody>
      <dsp:txXfrm>
        <a:off x="7267922" y="2908589"/>
        <a:ext cx="347571" cy="475542"/>
      </dsp:txXfrm>
    </dsp:sp>
    <dsp:sp modelId="{9AD89A0E-B621-4FA0-93F2-E87EF05F1D30}">
      <dsp:nvSpPr>
        <dsp:cNvPr id="0" name=""/>
        <dsp:cNvSpPr/>
      </dsp:nvSpPr>
      <dsp:spPr>
        <a:xfrm>
          <a:off x="7629763" y="4026654"/>
          <a:ext cx="631949" cy="63194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-1448321"/>
            <a:satOff val="-19828"/>
            <a:lumOff val="-2626"/>
            <a:alphaOff val="0"/>
          </a:schemeClr>
        </a:solidFill>
        <a:ln w="22225" cap="rnd" cmpd="sng" algn="ctr">
          <a:solidFill>
            <a:schemeClr val="accent4">
              <a:tint val="40000"/>
              <a:alpha val="90000"/>
              <a:hueOff val="-1448321"/>
              <a:satOff val="-19828"/>
              <a:lumOff val="-26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000" kern="1200"/>
        </a:p>
      </dsp:txBody>
      <dsp:txXfrm>
        <a:off x="7771952" y="4026654"/>
        <a:ext cx="347571" cy="47554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DFF8E7-C916-47DC-94BA-D32564DBAF08}">
      <dsp:nvSpPr>
        <dsp:cNvPr id="0" name=""/>
        <dsp:cNvSpPr/>
      </dsp:nvSpPr>
      <dsp:spPr>
        <a:xfrm>
          <a:off x="0" y="0"/>
          <a:ext cx="6749622" cy="97223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tint val="68000"/>
                <a:alpha val="90000"/>
                <a:lumMod val="100000"/>
              </a:schemeClr>
            </a:gs>
            <a:gs pos="100000">
              <a:schemeClr val="accent6">
                <a:tint val="90000"/>
                <a:lumMod val="95000"/>
              </a:schemeClr>
            </a:gs>
          </a:gsLst>
          <a:lin ang="5400000" scaled="1"/>
        </a:gradFill>
        <a:ln w="12700" cap="rnd" cmpd="sng" algn="ctr">
          <a:solidFill>
            <a:schemeClr val="accent6">
              <a:lumMod val="90000"/>
            </a:schemeClr>
          </a:solidFill>
          <a:prstDash val="solid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↑ SNS activity (Adrenaline &amp; Noradrenaline) in early stages</a:t>
          </a:r>
        </a:p>
      </dsp:txBody>
      <dsp:txXfrm>
        <a:off x="28476" y="28476"/>
        <a:ext cx="5586758" cy="915278"/>
      </dsp:txXfrm>
    </dsp:sp>
    <dsp:sp modelId="{1EE29A02-EC6C-4B43-B710-6C58E3110F8D}">
      <dsp:nvSpPr>
        <dsp:cNvPr id="0" name=""/>
        <dsp:cNvSpPr/>
      </dsp:nvSpPr>
      <dsp:spPr>
        <a:xfrm>
          <a:off x="504030" y="1107262"/>
          <a:ext cx="6749622" cy="97223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tint val="68000"/>
                <a:alpha val="90000"/>
                <a:lumMod val="100000"/>
              </a:schemeClr>
            </a:gs>
            <a:gs pos="100000">
              <a:schemeClr val="accent6">
                <a:tint val="90000"/>
                <a:lumMod val="95000"/>
              </a:schemeClr>
            </a:gs>
          </a:gsLst>
          <a:lin ang="5400000" scaled="1"/>
        </a:gradFill>
        <a:ln w="12700" cap="rnd" cmpd="sng" algn="ctr">
          <a:solidFill>
            <a:schemeClr val="accent6">
              <a:lumMod val="90000"/>
            </a:schemeClr>
          </a:solidFill>
          <a:prstDash val="solid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Leads to poor sleep patterns - ↓ adequate rest and recovery from exercise</a:t>
          </a:r>
        </a:p>
      </dsp:txBody>
      <dsp:txXfrm>
        <a:off x="532506" y="1135738"/>
        <a:ext cx="5556690" cy="915278"/>
      </dsp:txXfrm>
    </dsp:sp>
    <dsp:sp modelId="{768B0B11-E942-4BA9-BB71-68D0B5F2834D}">
      <dsp:nvSpPr>
        <dsp:cNvPr id="0" name=""/>
        <dsp:cNvSpPr/>
      </dsp:nvSpPr>
      <dsp:spPr>
        <a:xfrm>
          <a:off x="1008060" y="2214524"/>
          <a:ext cx="6749622" cy="97223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tint val="68000"/>
                <a:alpha val="90000"/>
                <a:lumMod val="100000"/>
              </a:schemeClr>
            </a:gs>
            <a:gs pos="100000">
              <a:schemeClr val="accent6">
                <a:tint val="90000"/>
                <a:lumMod val="95000"/>
              </a:schemeClr>
            </a:gs>
          </a:gsLst>
          <a:lin ang="5400000" scaled="1"/>
        </a:gradFill>
        <a:ln w="12700" cap="rnd" cmpd="sng" algn="ctr">
          <a:solidFill>
            <a:schemeClr val="accent6">
              <a:lumMod val="90000"/>
            </a:schemeClr>
          </a:solidFill>
          <a:prstDash val="solid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Inadequate recovery leads to tissue inflammation and further fatigue.</a:t>
          </a:r>
        </a:p>
      </dsp:txBody>
      <dsp:txXfrm>
        <a:off x="1036536" y="2243000"/>
        <a:ext cx="5556690" cy="915278"/>
      </dsp:txXfrm>
    </dsp:sp>
    <dsp:sp modelId="{A9202698-1083-487E-AFBC-0CD85C8267DA}">
      <dsp:nvSpPr>
        <dsp:cNvPr id="0" name=""/>
        <dsp:cNvSpPr/>
      </dsp:nvSpPr>
      <dsp:spPr>
        <a:xfrm>
          <a:off x="1512090" y="3321787"/>
          <a:ext cx="6749622" cy="97223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tint val="68000"/>
                <a:alpha val="90000"/>
                <a:lumMod val="100000"/>
              </a:schemeClr>
            </a:gs>
            <a:gs pos="100000">
              <a:schemeClr val="accent6">
                <a:tint val="90000"/>
                <a:lumMod val="95000"/>
              </a:schemeClr>
            </a:gs>
          </a:gsLst>
          <a:lin ang="5400000" scaled="1"/>
        </a:gradFill>
        <a:ln w="12700" cap="rnd" cmpd="sng" algn="ctr">
          <a:solidFill>
            <a:schemeClr val="accent6">
              <a:lumMod val="90000"/>
            </a:schemeClr>
          </a:solidFill>
          <a:prstDash val="solid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Incomplete repair and recovery of tissue before going into the next bout of exercise.</a:t>
          </a:r>
        </a:p>
      </dsp:txBody>
      <dsp:txXfrm>
        <a:off x="1540566" y="3350263"/>
        <a:ext cx="5556690" cy="915278"/>
      </dsp:txXfrm>
    </dsp:sp>
    <dsp:sp modelId="{5B88539F-F3F1-419C-B53C-F324FE01B7AC}">
      <dsp:nvSpPr>
        <dsp:cNvPr id="0" name=""/>
        <dsp:cNvSpPr/>
      </dsp:nvSpPr>
      <dsp:spPr>
        <a:xfrm>
          <a:off x="2016121" y="4429049"/>
          <a:ext cx="6749622" cy="97223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tint val="68000"/>
                <a:alpha val="90000"/>
                <a:lumMod val="100000"/>
              </a:schemeClr>
            </a:gs>
            <a:gs pos="100000">
              <a:schemeClr val="accent6">
                <a:tint val="90000"/>
                <a:lumMod val="95000"/>
              </a:schemeClr>
            </a:gs>
          </a:gsLst>
          <a:lin ang="5400000" scaled="1"/>
        </a:gradFill>
        <a:ln w="12700" cap="rnd" cmpd="sng" algn="ctr">
          <a:solidFill>
            <a:schemeClr val="accent6">
              <a:lumMod val="90000"/>
            </a:schemeClr>
          </a:solidFill>
          <a:prstDash val="solid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This leads to ↑ risk of injury and chronic muscle soreness - ↓ performance.</a:t>
          </a:r>
        </a:p>
      </dsp:txBody>
      <dsp:txXfrm>
        <a:off x="2044597" y="4457525"/>
        <a:ext cx="5556690" cy="915278"/>
      </dsp:txXfrm>
    </dsp:sp>
    <dsp:sp modelId="{BA0E17B0-2A56-4EFE-9F2C-91F8AFA2F1E9}">
      <dsp:nvSpPr>
        <dsp:cNvPr id="0" name=""/>
        <dsp:cNvSpPr/>
      </dsp:nvSpPr>
      <dsp:spPr>
        <a:xfrm>
          <a:off x="6117673" y="710268"/>
          <a:ext cx="631949" cy="63194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000" kern="1200"/>
        </a:p>
      </dsp:txBody>
      <dsp:txXfrm>
        <a:off x="6259862" y="710268"/>
        <a:ext cx="347571" cy="475542"/>
      </dsp:txXfrm>
    </dsp:sp>
    <dsp:sp modelId="{A75AEC98-4F79-4D0B-B6A8-CBE32A22CE9D}">
      <dsp:nvSpPr>
        <dsp:cNvPr id="0" name=""/>
        <dsp:cNvSpPr/>
      </dsp:nvSpPr>
      <dsp:spPr>
        <a:xfrm>
          <a:off x="6621703" y="1817530"/>
          <a:ext cx="631949" cy="63194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-482774"/>
            <a:satOff val="-6609"/>
            <a:lumOff val="-875"/>
            <a:alphaOff val="0"/>
          </a:schemeClr>
        </a:solidFill>
        <a:ln w="22225" cap="rnd" cmpd="sng" algn="ctr">
          <a:solidFill>
            <a:schemeClr val="accent4">
              <a:tint val="40000"/>
              <a:alpha val="90000"/>
              <a:hueOff val="-482774"/>
              <a:satOff val="-6609"/>
              <a:lumOff val="-8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000" kern="1200"/>
        </a:p>
      </dsp:txBody>
      <dsp:txXfrm>
        <a:off x="6763892" y="1817530"/>
        <a:ext cx="347571" cy="475542"/>
      </dsp:txXfrm>
    </dsp:sp>
    <dsp:sp modelId="{379B0F2D-174D-43D9-8D65-2090FD39A47F}">
      <dsp:nvSpPr>
        <dsp:cNvPr id="0" name=""/>
        <dsp:cNvSpPr/>
      </dsp:nvSpPr>
      <dsp:spPr>
        <a:xfrm>
          <a:off x="7125733" y="2908589"/>
          <a:ext cx="631949" cy="63194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-965548"/>
            <a:satOff val="-13219"/>
            <a:lumOff val="-1751"/>
            <a:alphaOff val="0"/>
          </a:schemeClr>
        </a:solidFill>
        <a:ln w="22225" cap="rnd" cmpd="sng" algn="ctr">
          <a:solidFill>
            <a:schemeClr val="accent4">
              <a:tint val="40000"/>
              <a:alpha val="90000"/>
              <a:hueOff val="-965548"/>
              <a:satOff val="-13219"/>
              <a:lumOff val="-17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000" kern="1200"/>
        </a:p>
      </dsp:txBody>
      <dsp:txXfrm>
        <a:off x="7267922" y="2908589"/>
        <a:ext cx="347571" cy="475542"/>
      </dsp:txXfrm>
    </dsp:sp>
    <dsp:sp modelId="{9AD89A0E-B621-4FA0-93F2-E87EF05F1D30}">
      <dsp:nvSpPr>
        <dsp:cNvPr id="0" name=""/>
        <dsp:cNvSpPr/>
      </dsp:nvSpPr>
      <dsp:spPr>
        <a:xfrm>
          <a:off x="7629763" y="4026654"/>
          <a:ext cx="631949" cy="63194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-1448321"/>
            <a:satOff val="-19828"/>
            <a:lumOff val="-2626"/>
            <a:alphaOff val="0"/>
          </a:schemeClr>
        </a:solidFill>
        <a:ln w="22225" cap="rnd" cmpd="sng" algn="ctr">
          <a:solidFill>
            <a:schemeClr val="accent4">
              <a:tint val="40000"/>
              <a:alpha val="90000"/>
              <a:hueOff val="-1448321"/>
              <a:satOff val="-19828"/>
              <a:lumOff val="-26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000" kern="1200"/>
        </a:p>
      </dsp:txBody>
      <dsp:txXfrm>
        <a:off x="7771952" y="4026654"/>
        <a:ext cx="347571" cy="47554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A49E87-83CA-D94D-B79E-6B9897C67725}">
      <dsp:nvSpPr>
        <dsp:cNvPr id="0" name=""/>
        <dsp:cNvSpPr/>
      </dsp:nvSpPr>
      <dsp:spPr>
        <a:xfrm>
          <a:off x="1151619" y="0"/>
          <a:ext cx="4709131" cy="4709131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7545F2-E96A-6643-82A9-1619C16E3EC2}">
      <dsp:nvSpPr>
        <dsp:cNvPr id="0" name=""/>
        <dsp:cNvSpPr/>
      </dsp:nvSpPr>
      <dsp:spPr>
        <a:xfrm>
          <a:off x="1598986" y="447367"/>
          <a:ext cx="1836561" cy="183656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VO</a:t>
          </a:r>
          <a:r>
            <a:rPr lang="en-GB" sz="2500" kern="1200" baseline="-25000" dirty="0"/>
            <a:t>2max</a:t>
          </a:r>
          <a:endParaRPr lang="en-US" sz="2500" kern="1200" baseline="-25000" dirty="0"/>
        </a:p>
      </dsp:txBody>
      <dsp:txXfrm>
        <a:off x="1688640" y="537021"/>
        <a:ext cx="1657253" cy="1657253"/>
      </dsp:txXfrm>
    </dsp:sp>
    <dsp:sp modelId="{BC7F4FD1-6FD6-314C-BCBB-1CD03A677F7D}">
      <dsp:nvSpPr>
        <dsp:cNvPr id="0" name=""/>
        <dsp:cNvSpPr/>
      </dsp:nvSpPr>
      <dsp:spPr>
        <a:xfrm>
          <a:off x="3576821" y="447367"/>
          <a:ext cx="1836561" cy="183656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Exercise Ecomomy</a:t>
          </a:r>
          <a:endParaRPr lang="en-US" sz="2500" kern="1200"/>
        </a:p>
      </dsp:txBody>
      <dsp:txXfrm>
        <a:off x="3666475" y="537021"/>
        <a:ext cx="1657253" cy="1657253"/>
      </dsp:txXfrm>
    </dsp:sp>
    <dsp:sp modelId="{07188E5F-D020-5D4A-8FFD-EAC1578B4132}">
      <dsp:nvSpPr>
        <dsp:cNvPr id="0" name=""/>
        <dsp:cNvSpPr/>
      </dsp:nvSpPr>
      <dsp:spPr>
        <a:xfrm>
          <a:off x="1598986" y="2425202"/>
          <a:ext cx="1836561" cy="183656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Lactate Threshold</a:t>
          </a:r>
          <a:endParaRPr lang="en-US" sz="2500" kern="1200"/>
        </a:p>
      </dsp:txBody>
      <dsp:txXfrm>
        <a:off x="1688640" y="2514856"/>
        <a:ext cx="1657253" cy="1657253"/>
      </dsp:txXfrm>
    </dsp:sp>
    <dsp:sp modelId="{C68E8749-EC87-C642-94F5-C491B99335E1}">
      <dsp:nvSpPr>
        <dsp:cNvPr id="0" name=""/>
        <dsp:cNvSpPr/>
      </dsp:nvSpPr>
      <dsp:spPr>
        <a:xfrm>
          <a:off x="3576821" y="2425202"/>
          <a:ext cx="1836561" cy="183656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Ventilatory Threshold</a:t>
          </a:r>
          <a:endParaRPr lang="en-US" sz="2500" kern="1200"/>
        </a:p>
      </dsp:txBody>
      <dsp:txXfrm>
        <a:off x="3666475" y="2514856"/>
        <a:ext cx="1657253" cy="165725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0EE481-22EC-43CA-A622-E078A5BE6E1E}">
      <dsp:nvSpPr>
        <dsp:cNvPr id="0" name=""/>
        <dsp:cNvSpPr/>
      </dsp:nvSpPr>
      <dsp:spPr>
        <a:xfrm>
          <a:off x="7366" y="0"/>
          <a:ext cx="4403338" cy="648000"/>
        </a:xfrm>
        <a:prstGeom prst="chevron">
          <a:avLst/>
        </a:prstGeom>
        <a:solidFill>
          <a:schemeClr val="accent2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4021" tIns="54674" rIns="54674" bIns="54674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>
              <a:solidFill>
                <a:schemeClr val="bg1"/>
              </a:solidFill>
            </a:rPr>
            <a:t>STATIC</a:t>
          </a:r>
          <a:endParaRPr lang="en-GB" sz="4100" kern="1200" dirty="0">
            <a:solidFill>
              <a:schemeClr val="bg1"/>
            </a:solidFill>
          </a:endParaRPr>
        </a:p>
      </dsp:txBody>
      <dsp:txXfrm>
        <a:off x="331366" y="0"/>
        <a:ext cx="3755338" cy="648000"/>
      </dsp:txXfrm>
    </dsp:sp>
    <dsp:sp modelId="{873C85FC-249E-4C75-A0E5-49751ED7E3EA}">
      <dsp:nvSpPr>
        <dsp:cNvPr id="0" name=""/>
        <dsp:cNvSpPr/>
      </dsp:nvSpPr>
      <dsp:spPr>
        <a:xfrm>
          <a:off x="3970371" y="0"/>
          <a:ext cx="4403338" cy="648000"/>
        </a:xfrm>
        <a:prstGeom prst="chevron">
          <a:avLst/>
        </a:prstGeom>
        <a:solidFill>
          <a:srgbClr val="00B0F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4021" tIns="54674" rIns="54674" bIns="54674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>
              <a:solidFill>
                <a:schemeClr val="bg1"/>
              </a:solidFill>
            </a:rPr>
            <a:t>DYNAMIC</a:t>
          </a:r>
          <a:endParaRPr lang="en-GB" sz="4100" kern="1200" dirty="0">
            <a:solidFill>
              <a:schemeClr val="bg1"/>
            </a:solidFill>
          </a:endParaRPr>
        </a:p>
      </dsp:txBody>
      <dsp:txXfrm>
        <a:off x="4294371" y="0"/>
        <a:ext cx="3755338" cy="648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F5C88C-8DD1-43F1-8CDE-F662F458B25B}">
      <dsp:nvSpPr>
        <dsp:cNvPr id="0" name=""/>
        <dsp:cNvSpPr/>
      </dsp:nvSpPr>
      <dsp:spPr>
        <a:xfrm>
          <a:off x="7366" y="0"/>
          <a:ext cx="4403338" cy="648000"/>
        </a:xfrm>
        <a:prstGeom prst="chevron">
          <a:avLst/>
        </a:prstGeom>
        <a:solidFill>
          <a:schemeClr val="accent2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bg1"/>
              </a:solidFill>
            </a:rPr>
            <a:t>STABLE SURFACE</a:t>
          </a:r>
          <a:endParaRPr lang="en-GB" sz="3200" kern="1200" dirty="0">
            <a:solidFill>
              <a:schemeClr val="bg1"/>
            </a:solidFill>
          </a:endParaRPr>
        </a:p>
      </dsp:txBody>
      <dsp:txXfrm>
        <a:off x="331366" y="0"/>
        <a:ext cx="3755338" cy="648000"/>
      </dsp:txXfrm>
    </dsp:sp>
    <dsp:sp modelId="{3831D823-4911-43B9-9B7E-377044ABE7AD}">
      <dsp:nvSpPr>
        <dsp:cNvPr id="0" name=""/>
        <dsp:cNvSpPr/>
      </dsp:nvSpPr>
      <dsp:spPr>
        <a:xfrm>
          <a:off x="3970371" y="0"/>
          <a:ext cx="4403338" cy="648000"/>
        </a:xfrm>
        <a:prstGeom prst="chevron">
          <a:avLst/>
        </a:prstGeom>
        <a:solidFill>
          <a:srgbClr val="00B0F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bg1"/>
              </a:solidFill>
            </a:rPr>
            <a:t>UNSTABLE SURFACE</a:t>
          </a:r>
          <a:endParaRPr lang="en-GB" sz="3200" kern="1200" dirty="0">
            <a:solidFill>
              <a:schemeClr val="bg1"/>
            </a:solidFill>
          </a:endParaRPr>
        </a:p>
      </dsp:txBody>
      <dsp:txXfrm>
        <a:off x="4294371" y="0"/>
        <a:ext cx="3755338" cy="6480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60F809-EA02-4AAF-BE78-8DEAA19CFBAD}">
      <dsp:nvSpPr>
        <dsp:cNvPr id="0" name=""/>
        <dsp:cNvSpPr/>
      </dsp:nvSpPr>
      <dsp:spPr>
        <a:xfrm>
          <a:off x="7366" y="0"/>
          <a:ext cx="4403338" cy="648000"/>
        </a:xfrm>
        <a:prstGeom prst="chevron">
          <a:avLst/>
        </a:prstGeom>
        <a:solidFill>
          <a:schemeClr val="accent2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4021" tIns="54674" rIns="54674" bIns="54674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>
              <a:solidFill>
                <a:schemeClr val="bg1"/>
              </a:solidFill>
            </a:rPr>
            <a:t>WIDE BASE</a:t>
          </a:r>
          <a:endParaRPr lang="en-GB" sz="4100" kern="1200" dirty="0">
            <a:solidFill>
              <a:schemeClr val="bg1"/>
            </a:solidFill>
          </a:endParaRPr>
        </a:p>
      </dsp:txBody>
      <dsp:txXfrm>
        <a:off x="331366" y="0"/>
        <a:ext cx="3755338" cy="648000"/>
      </dsp:txXfrm>
    </dsp:sp>
    <dsp:sp modelId="{143D22A4-451D-4AD5-A70E-16BB5C8FB71D}">
      <dsp:nvSpPr>
        <dsp:cNvPr id="0" name=""/>
        <dsp:cNvSpPr/>
      </dsp:nvSpPr>
      <dsp:spPr>
        <a:xfrm>
          <a:off x="3970371" y="0"/>
          <a:ext cx="4403338" cy="648000"/>
        </a:xfrm>
        <a:prstGeom prst="chevron">
          <a:avLst/>
        </a:prstGeom>
        <a:solidFill>
          <a:srgbClr val="00B0F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4021" tIns="54674" rIns="54674" bIns="54674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>
              <a:solidFill>
                <a:schemeClr val="bg1"/>
              </a:solidFill>
            </a:rPr>
            <a:t>SMALL BASE</a:t>
          </a:r>
          <a:endParaRPr lang="en-GB" sz="4100" kern="1200" dirty="0">
            <a:solidFill>
              <a:schemeClr val="bg1"/>
            </a:solidFill>
          </a:endParaRPr>
        </a:p>
      </dsp:txBody>
      <dsp:txXfrm>
        <a:off x="4294371" y="0"/>
        <a:ext cx="3755338" cy="64800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E39FE7-495F-46BF-93F0-DD88A0ED67B5}">
      <dsp:nvSpPr>
        <dsp:cNvPr id="0" name=""/>
        <dsp:cNvSpPr/>
      </dsp:nvSpPr>
      <dsp:spPr>
        <a:xfrm>
          <a:off x="7366" y="0"/>
          <a:ext cx="4403338" cy="648000"/>
        </a:xfrm>
        <a:prstGeom prst="chevron">
          <a:avLst/>
        </a:prstGeom>
        <a:solidFill>
          <a:schemeClr val="accent2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4018" tIns="48006" rIns="48006" bIns="48006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chemeClr val="bg1"/>
              </a:solidFill>
            </a:rPr>
            <a:t>PRE-DETERMINED</a:t>
          </a:r>
          <a:endParaRPr lang="en-GB" sz="3600" kern="1200" dirty="0">
            <a:solidFill>
              <a:schemeClr val="bg1"/>
            </a:solidFill>
          </a:endParaRPr>
        </a:p>
      </dsp:txBody>
      <dsp:txXfrm>
        <a:off x="331366" y="0"/>
        <a:ext cx="3755338" cy="648000"/>
      </dsp:txXfrm>
    </dsp:sp>
    <dsp:sp modelId="{B1560278-B76D-495B-ACFF-11F46EFE3EAD}">
      <dsp:nvSpPr>
        <dsp:cNvPr id="0" name=""/>
        <dsp:cNvSpPr/>
      </dsp:nvSpPr>
      <dsp:spPr>
        <a:xfrm>
          <a:off x="3970371" y="0"/>
          <a:ext cx="4403338" cy="648000"/>
        </a:xfrm>
        <a:prstGeom prst="chevron">
          <a:avLst/>
        </a:prstGeom>
        <a:solidFill>
          <a:srgbClr val="00B0F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4018" tIns="48006" rIns="48006" bIns="48006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chemeClr val="bg1"/>
              </a:solidFill>
            </a:rPr>
            <a:t>PERTUBATIONS</a:t>
          </a:r>
          <a:endParaRPr lang="en-GB" sz="3600" kern="1200" dirty="0">
            <a:solidFill>
              <a:schemeClr val="bg1"/>
            </a:solidFill>
          </a:endParaRPr>
        </a:p>
      </dsp:txBody>
      <dsp:txXfrm>
        <a:off x="4294371" y="0"/>
        <a:ext cx="3755338" cy="64800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C7589E-A0C3-4196-AAF0-310315D263CB}">
      <dsp:nvSpPr>
        <dsp:cNvPr id="0" name=""/>
        <dsp:cNvSpPr/>
      </dsp:nvSpPr>
      <dsp:spPr>
        <a:xfrm>
          <a:off x="7366" y="0"/>
          <a:ext cx="4403338" cy="648000"/>
        </a:xfrm>
        <a:prstGeom prst="chevron">
          <a:avLst/>
        </a:prstGeom>
        <a:solidFill>
          <a:schemeClr val="accent2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4021" tIns="54674" rIns="54674" bIns="54674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>
              <a:solidFill>
                <a:schemeClr val="bg1"/>
              </a:solidFill>
            </a:rPr>
            <a:t>EYES</a:t>
          </a:r>
          <a:r>
            <a:rPr lang="en-US" sz="4100" kern="1200" baseline="0" dirty="0">
              <a:solidFill>
                <a:schemeClr val="bg1"/>
              </a:solidFill>
            </a:rPr>
            <a:t> OPEN</a:t>
          </a:r>
          <a:endParaRPr lang="en-GB" sz="4100" kern="1200" dirty="0">
            <a:solidFill>
              <a:schemeClr val="bg1"/>
            </a:solidFill>
          </a:endParaRPr>
        </a:p>
      </dsp:txBody>
      <dsp:txXfrm>
        <a:off x="331366" y="0"/>
        <a:ext cx="3755338" cy="648000"/>
      </dsp:txXfrm>
    </dsp:sp>
    <dsp:sp modelId="{525990F8-8CF8-4F0E-8157-F7687314D587}">
      <dsp:nvSpPr>
        <dsp:cNvPr id="0" name=""/>
        <dsp:cNvSpPr/>
      </dsp:nvSpPr>
      <dsp:spPr>
        <a:xfrm>
          <a:off x="3970371" y="0"/>
          <a:ext cx="4403338" cy="648000"/>
        </a:xfrm>
        <a:prstGeom prst="chevron">
          <a:avLst/>
        </a:prstGeom>
        <a:solidFill>
          <a:srgbClr val="00B0F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4021" tIns="54674" rIns="54674" bIns="54674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>
              <a:solidFill>
                <a:schemeClr val="bg1"/>
              </a:solidFill>
            </a:rPr>
            <a:t>EYES CLOSED</a:t>
          </a:r>
          <a:endParaRPr lang="en-GB" sz="4100" kern="1200" dirty="0">
            <a:solidFill>
              <a:schemeClr val="bg1"/>
            </a:solidFill>
          </a:endParaRPr>
        </a:p>
      </dsp:txBody>
      <dsp:txXfrm>
        <a:off x="4294371" y="0"/>
        <a:ext cx="3755338" cy="64800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C7589E-A0C3-4196-AAF0-310315D263CB}">
      <dsp:nvSpPr>
        <dsp:cNvPr id="0" name=""/>
        <dsp:cNvSpPr/>
      </dsp:nvSpPr>
      <dsp:spPr>
        <a:xfrm>
          <a:off x="7366" y="0"/>
          <a:ext cx="4403338" cy="648000"/>
        </a:xfrm>
        <a:prstGeom prst="chevron">
          <a:avLst/>
        </a:prstGeom>
        <a:solidFill>
          <a:schemeClr val="accent2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4018" tIns="48006" rIns="48006" bIns="48006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chemeClr val="bg1"/>
              </a:solidFill>
            </a:rPr>
            <a:t>HEAD/EYES STILL</a:t>
          </a:r>
          <a:endParaRPr lang="en-GB" sz="3600" kern="1200" dirty="0">
            <a:solidFill>
              <a:schemeClr val="bg1"/>
            </a:solidFill>
          </a:endParaRPr>
        </a:p>
      </dsp:txBody>
      <dsp:txXfrm>
        <a:off x="331366" y="0"/>
        <a:ext cx="3755338" cy="648000"/>
      </dsp:txXfrm>
    </dsp:sp>
    <dsp:sp modelId="{525990F8-8CF8-4F0E-8157-F7687314D587}">
      <dsp:nvSpPr>
        <dsp:cNvPr id="0" name=""/>
        <dsp:cNvSpPr/>
      </dsp:nvSpPr>
      <dsp:spPr>
        <a:xfrm>
          <a:off x="3970371" y="0"/>
          <a:ext cx="4403338" cy="648000"/>
        </a:xfrm>
        <a:prstGeom prst="chevron">
          <a:avLst/>
        </a:prstGeom>
        <a:solidFill>
          <a:srgbClr val="00B0F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011" tIns="29337" rIns="29337" bIns="2933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>
              <a:solidFill>
                <a:schemeClr val="bg1"/>
              </a:solidFill>
            </a:rPr>
            <a:t>VARIATIONS IN HEAD/EYE MOVEMENT</a:t>
          </a:r>
        </a:p>
      </dsp:txBody>
      <dsp:txXfrm>
        <a:off x="4294371" y="0"/>
        <a:ext cx="3755338" cy="648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B817F-E942-4AFF-B3E9-E14343D3372A}" type="datetimeFigureOut">
              <a:rPr lang="en-GB" smtClean="0"/>
              <a:t>02/11/2023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D8451-2594-43A7-9077-1F92F37C3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99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766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966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1CA05B-4666-C243-B26B-0D8F1F7B965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547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C89E5E3-4A16-4979-A32C-86FA286EF9F9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18714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8431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1CA05B-4666-C243-B26B-0D8F1F7B965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240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292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11/2/23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11/2/23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11/2/23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11/2/23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11/2/23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11/2/23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11/2/23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11/2/23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11/2/23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11/2/23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11/2/23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>
            <a:spLocks noGrp="1"/>
          </p:cNvSpPr>
          <p:nvPr>
            <p:ph type="title"/>
          </p:nvPr>
        </p:nvSpPr>
        <p:spPr>
          <a:xfrm>
            <a:off x="1190625" y="1151930"/>
            <a:ext cx="9810750" cy="2321719"/>
          </a:xfrm>
          <a:prstGeom prst="rect">
            <a:avLst/>
          </a:prstGeom>
        </p:spPr>
        <p:txBody>
          <a:bodyPr anchor="b"/>
          <a:lstStyle/>
          <a:p>
            <a:pPr lvl="0">
              <a:defRPr sz="1800"/>
            </a:pPr>
            <a:r>
              <a:rPr sz="5625"/>
              <a:t>Title Text</a:t>
            </a:r>
          </a:p>
        </p:txBody>
      </p:sp>
      <p:sp>
        <p:nvSpPr>
          <p:cNvPr id="7" name="Shape 7"/>
          <p:cNvSpPr>
            <a:spLocks noGrp="1"/>
          </p:cNvSpPr>
          <p:nvPr>
            <p:ph type="body" idx="1"/>
          </p:nvPr>
        </p:nvSpPr>
        <p:spPr>
          <a:xfrm>
            <a:off x="1190625" y="3536156"/>
            <a:ext cx="9810750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160729" algn="ctr">
              <a:spcBef>
                <a:spcPts val="0"/>
              </a:spcBef>
              <a:buSzTx/>
              <a:buNone/>
              <a:defRPr sz="2250"/>
            </a:lvl2pPr>
            <a:lvl3pPr marL="0" indent="321457" algn="ctr">
              <a:spcBef>
                <a:spcPts val="0"/>
              </a:spcBef>
              <a:buSzTx/>
              <a:buNone/>
              <a:defRPr sz="2250"/>
            </a:lvl3pPr>
            <a:lvl4pPr marL="0" indent="482186" algn="ctr">
              <a:spcBef>
                <a:spcPts val="0"/>
              </a:spcBef>
              <a:buSzTx/>
              <a:buNone/>
              <a:defRPr sz="2250"/>
            </a:lvl4pPr>
            <a:lvl5pPr marL="0" indent="642915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>
              <a:defRPr sz="1800"/>
            </a:pPr>
            <a:r>
              <a:rPr sz="2250"/>
              <a:t>Body Level One</a:t>
            </a:r>
          </a:p>
          <a:p>
            <a:pPr lvl="1">
              <a:defRPr sz="1800"/>
            </a:pPr>
            <a:r>
              <a:rPr sz="2250"/>
              <a:t>Body Level Two</a:t>
            </a:r>
          </a:p>
          <a:p>
            <a:pPr lvl="2">
              <a:defRPr sz="1800"/>
            </a:pPr>
            <a:r>
              <a:rPr sz="2250"/>
              <a:t>Body Level Three</a:t>
            </a:r>
          </a:p>
          <a:p>
            <a:pPr lvl="3">
              <a:defRPr sz="1800"/>
            </a:pPr>
            <a:r>
              <a:rPr sz="2250"/>
              <a:t>Body Level Four</a:t>
            </a:r>
          </a:p>
          <a:p>
            <a:pPr lvl="4">
              <a:defRPr sz="1800"/>
            </a:pPr>
            <a:r>
              <a:rPr sz="2250"/>
              <a:t>Body Level Five</a:t>
            </a:r>
          </a:p>
        </p:txBody>
      </p:sp>
      <p:sp>
        <p:nvSpPr>
          <p:cNvPr id="8" name="Shape 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837750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333" y="722313"/>
            <a:ext cx="11516784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38150" y="1941513"/>
            <a:ext cx="10945283" cy="4114800"/>
          </a:xfr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8351" y="634365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44933" y="634365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4733" y="6361113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B3D47570-27F2-4535-94E0-F2EF674A72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5105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11/2/23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  <p:sldLayoutId id="2147483763" r:id="rId12"/>
    <p:sldLayoutId id="2147483764" r:id="rId13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microsoft.com/office/2007/relationships/diagramDrawing" Target="../diagrams/drawing3.xml"/><Relationship Id="rId18" Type="http://schemas.microsoft.com/office/2007/relationships/diagramDrawing" Target="../diagrams/drawing4.xml"/><Relationship Id="rId3" Type="http://schemas.openxmlformats.org/officeDocument/2006/relationships/image" Target="../media/image3.png"/><Relationship Id="rId21" Type="http://schemas.openxmlformats.org/officeDocument/2006/relationships/diagramQuickStyle" Target="../diagrams/quickStyle5.xml"/><Relationship Id="rId7" Type="http://schemas.openxmlformats.org/officeDocument/2006/relationships/diagramColors" Target="../diagrams/colors2.xml"/><Relationship Id="rId12" Type="http://schemas.openxmlformats.org/officeDocument/2006/relationships/diagramColors" Target="../diagrams/colors3.xml"/><Relationship Id="rId17" Type="http://schemas.openxmlformats.org/officeDocument/2006/relationships/diagramColors" Target="../diagrams/colors4.xml"/><Relationship Id="rId2" Type="http://schemas.openxmlformats.org/officeDocument/2006/relationships/notesSlide" Target="../notesSlides/notesSlide3.xml"/><Relationship Id="rId16" Type="http://schemas.openxmlformats.org/officeDocument/2006/relationships/diagramQuickStyle" Target="../diagrams/quickStyle4.xml"/><Relationship Id="rId20" Type="http://schemas.openxmlformats.org/officeDocument/2006/relationships/diagramLayout" Target="../diagrams/layout5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11" Type="http://schemas.openxmlformats.org/officeDocument/2006/relationships/diagramQuickStyle" Target="../diagrams/quickStyle3.xml"/><Relationship Id="rId5" Type="http://schemas.openxmlformats.org/officeDocument/2006/relationships/diagramLayout" Target="../diagrams/layout2.xml"/><Relationship Id="rId15" Type="http://schemas.openxmlformats.org/officeDocument/2006/relationships/diagramLayout" Target="../diagrams/layout4.xml"/><Relationship Id="rId23" Type="http://schemas.microsoft.com/office/2007/relationships/diagramDrawing" Target="../diagrams/drawing5.xml"/><Relationship Id="rId10" Type="http://schemas.openxmlformats.org/officeDocument/2006/relationships/diagramLayout" Target="../diagrams/layout3.xml"/><Relationship Id="rId19" Type="http://schemas.openxmlformats.org/officeDocument/2006/relationships/diagramData" Target="../diagrams/data5.xml"/><Relationship Id="rId4" Type="http://schemas.openxmlformats.org/officeDocument/2006/relationships/diagramData" Target="../diagrams/data2.xml"/><Relationship Id="rId9" Type="http://schemas.openxmlformats.org/officeDocument/2006/relationships/diagramData" Target="../diagrams/data3.xml"/><Relationship Id="rId14" Type="http://schemas.openxmlformats.org/officeDocument/2006/relationships/diagramData" Target="../diagrams/data4.xml"/><Relationship Id="rId22" Type="http://schemas.openxmlformats.org/officeDocument/2006/relationships/diagramColors" Target="../diagrams/colors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3" Type="http://schemas.microsoft.com/office/2007/relationships/diagramDrawing" Target="../diagrams/drawing13.xml"/><Relationship Id="rId18" Type="http://schemas.microsoft.com/office/2007/relationships/diagramDrawing" Target="../diagrams/drawing14.xml"/><Relationship Id="rId26" Type="http://schemas.openxmlformats.org/officeDocument/2006/relationships/diagramQuickStyle" Target="../diagrams/quickStyle16.xml"/><Relationship Id="rId21" Type="http://schemas.openxmlformats.org/officeDocument/2006/relationships/diagramQuickStyle" Target="../diagrams/quickStyle15.xml"/><Relationship Id="rId34" Type="http://schemas.openxmlformats.org/officeDocument/2006/relationships/diagramData" Target="../diagrams/data18.xml"/><Relationship Id="rId7" Type="http://schemas.openxmlformats.org/officeDocument/2006/relationships/diagramColors" Target="../diagrams/colors12.xml"/><Relationship Id="rId12" Type="http://schemas.openxmlformats.org/officeDocument/2006/relationships/diagramColors" Target="../diagrams/colors13.xml"/><Relationship Id="rId17" Type="http://schemas.openxmlformats.org/officeDocument/2006/relationships/diagramColors" Target="../diagrams/colors14.xml"/><Relationship Id="rId25" Type="http://schemas.openxmlformats.org/officeDocument/2006/relationships/diagramLayout" Target="../diagrams/layout16.xml"/><Relationship Id="rId33" Type="http://schemas.microsoft.com/office/2007/relationships/diagramDrawing" Target="../diagrams/drawing17.xml"/><Relationship Id="rId38" Type="http://schemas.microsoft.com/office/2007/relationships/diagramDrawing" Target="../diagrams/drawing18.xml"/><Relationship Id="rId2" Type="http://schemas.openxmlformats.org/officeDocument/2006/relationships/notesSlide" Target="../notesSlides/notesSlide6.xml"/><Relationship Id="rId16" Type="http://schemas.openxmlformats.org/officeDocument/2006/relationships/diagramQuickStyle" Target="../diagrams/quickStyle14.xml"/><Relationship Id="rId20" Type="http://schemas.openxmlformats.org/officeDocument/2006/relationships/diagramLayout" Target="../diagrams/layout15.xml"/><Relationship Id="rId29" Type="http://schemas.openxmlformats.org/officeDocument/2006/relationships/diagramData" Target="../diagrams/data17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12.xml"/><Relationship Id="rId11" Type="http://schemas.openxmlformats.org/officeDocument/2006/relationships/diagramQuickStyle" Target="../diagrams/quickStyle13.xml"/><Relationship Id="rId24" Type="http://schemas.openxmlformats.org/officeDocument/2006/relationships/diagramData" Target="../diagrams/data16.xml"/><Relationship Id="rId32" Type="http://schemas.openxmlformats.org/officeDocument/2006/relationships/diagramColors" Target="../diagrams/colors17.xml"/><Relationship Id="rId37" Type="http://schemas.openxmlformats.org/officeDocument/2006/relationships/diagramColors" Target="../diagrams/colors18.xml"/><Relationship Id="rId5" Type="http://schemas.openxmlformats.org/officeDocument/2006/relationships/diagramLayout" Target="../diagrams/layout12.xml"/><Relationship Id="rId15" Type="http://schemas.openxmlformats.org/officeDocument/2006/relationships/diagramLayout" Target="../diagrams/layout14.xml"/><Relationship Id="rId23" Type="http://schemas.microsoft.com/office/2007/relationships/diagramDrawing" Target="../diagrams/drawing15.xml"/><Relationship Id="rId28" Type="http://schemas.microsoft.com/office/2007/relationships/diagramDrawing" Target="../diagrams/drawing16.xml"/><Relationship Id="rId36" Type="http://schemas.openxmlformats.org/officeDocument/2006/relationships/diagramQuickStyle" Target="../diagrams/quickStyle18.xml"/><Relationship Id="rId10" Type="http://schemas.openxmlformats.org/officeDocument/2006/relationships/diagramLayout" Target="../diagrams/layout13.xml"/><Relationship Id="rId19" Type="http://schemas.openxmlformats.org/officeDocument/2006/relationships/diagramData" Target="../diagrams/data15.xml"/><Relationship Id="rId31" Type="http://schemas.openxmlformats.org/officeDocument/2006/relationships/diagramQuickStyle" Target="../diagrams/quickStyle17.xml"/><Relationship Id="rId4" Type="http://schemas.openxmlformats.org/officeDocument/2006/relationships/diagramData" Target="../diagrams/data12.xml"/><Relationship Id="rId9" Type="http://schemas.openxmlformats.org/officeDocument/2006/relationships/diagramData" Target="../diagrams/data13.xml"/><Relationship Id="rId14" Type="http://schemas.openxmlformats.org/officeDocument/2006/relationships/diagramData" Target="../diagrams/data14.xml"/><Relationship Id="rId22" Type="http://schemas.openxmlformats.org/officeDocument/2006/relationships/diagramColors" Target="../diagrams/colors15.xml"/><Relationship Id="rId27" Type="http://schemas.openxmlformats.org/officeDocument/2006/relationships/diagramColors" Target="../diagrams/colors16.xml"/><Relationship Id="rId30" Type="http://schemas.openxmlformats.org/officeDocument/2006/relationships/diagramLayout" Target="../diagrams/layout17.xml"/><Relationship Id="rId35" Type="http://schemas.openxmlformats.org/officeDocument/2006/relationships/diagramLayout" Target="../diagrams/layout18.xml"/><Relationship Id="rId8" Type="http://schemas.microsoft.com/office/2007/relationships/diagramDrawing" Target="../diagrams/drawing12.xml"/><Relationship Id="rId3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Principles of exercise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PT7003 </a:t>
            </a:r>
          </a:p>
        </p:txBody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245" y="-50465"/>
            <a:ext cx="11029616" cy="1188720"/>
          </a:xfrm>
        </p:spPr>
        <p:txBody>
          <a:bodyPr/>
          <a:lstStyle/>
          <a:p>
            <a:r>
              <a:rPr lang="en-GB" dirty="0"/>
              <a:t>Principles of training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752805823"/>
              </p:ext>
            </p:extLst>
          </p:nvPr>
        </p:nvGraphicFramePr>
        <p:xfrm>
          <a:off x="526993" y="1000125"/>
          <a:ext cx="11029616" cy="60829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7264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Diagonal Corner Rectangle 3"/>
          <p:cNvSpPr/>
          <p:nvPr/>
        </p:nvSpPr>
        <p:spPr>
          <a:xfrm>
            <a:off x="528618" y="3132030"/>
            <a:ext cx="1771135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SAID</a:t>
            </a:r>
          </a:p>
        </p:txBody>
      </p:sp>
      <p:sp>
        <p:nvSpPr>
          <p:cNvPr id="3" name="Round Diagonal Corner Rectangle 2"/>
          <p:cNvSpPr/>
          <p:nvPr/>
        </p:nvSpPr>
        <p:spPr>
          <a:xfrm>
            <a:off x="3287740" y="1351281"/>
            <a:ext cx="3551182" cy="1152000"/>
          </a:xfrm>
          <a:prstGeom prst="round2DiagRect">
            <a:avLst/>
          </a:prstGeom>
          <a:solidFill>
            <a:schemeClr val="accent2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en-US" sz="4000" b="1" dirty="0">
                <a:solidFill>
                  <a:srgbClr val="FF0000"/>
                </a:solidFill>
              </a:rPr>
              <a:t>S</a:t>
            </a:r>
            <a:r>
              <a:rPr lang="en-US" sz="2800" dirty="0">
                <a:solidFill>
                  <a:schemeClr val="bg1"/>
                </a:solidFill>
              </a:rPr>
              <a:t>PECIFIC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6" name="Round Diagonal Corner Rectangle 5"/>
          <p:cNvSpPr/>
          <p:nvPr/>
        </p:nvSpPr>
        <p:spPr>
          <a:xfrm>
            <a:off x="3287740" y="2702562"/>
            <a:ext cx="3551182" cy="1152000"/>
          </a:xfrm>
          <a:prstGeom prst="round2DiagRect">
            <a:avLst/>
          </a:prstGeom>
          <a:solidFill>
            <a:srgbClr val="92D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en-US" sz="4000" b="1" dirty="0">
                <a:solidFill>
                  <a:srgbClr val="FF0000"/>
                </a:solidFill>
              </a:rPr>
              <a:t>A</a:t>
            </a:r>
            <a:r>
              <a:rPr lang="en-US" sz="2800" dirty="0">
                <a:solidFill>
                  <a:schemeClr val="bg1"/>
                </a:solidFill>
              </a:rPr>
              <a:t>DAPTATIONS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9" name="Round Diagonal Corner Rectangle 8"/>
          <p:cNvSpPr/>
          <p:nvPr/>
        </p:nvSpPr>
        <p:spPr>
          <a:xfrm>
            <a:off x="3287740" y="5328372"/>
            <a:ext cx="3551182" cy="1152000"/>
          </a:xfrm>
          <a:prstGeom prst="round2DiagRect">
            <a:avLst/>
          </a:prstGeom>
          <a:solidFill>
            <a:srgbClr val="7030A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en-US" sz="4000" b="1" dirty="0">
                <a:solidFill>
                  <a:srgbClr val="FF0000"/>
                </a:solidFill>
              </a:rPr>
              <a:t>D</a:t>
            </a:r>
            <a:r>
              <a:rPr lang="en-US" sz="2800" dirty="0">
                <a:solidFill>
                  <a:schemeClr val="bg1"/>
                </a:solidFill>
              </a:rPr>
              <a:t>EMANDS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11" name="Round Diagonal Corner Rectangle 10"/>
          <p:cNvSpPr/>
          <p:nvPr/>
        </p:nvSpPr>
        <p:spPr>
          <a:xfrm>
            <a:off x="3287740" y="4015467"/>
            <a:ext cx="3551182" cy="1152000"/>
          </a:xfrm>
          <a:prstGeom prst="round2DiagRect">
            <a:avLst/>
          </a:prstGeom>
          <a:solidFill>
            <a:schemeClr val="tx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en-US" sz="4000" b="1" dirty="0">
                <a:solidFill>
                  <a:srgbClr val="FF0000"/>
                </a:solidFill>
              </a:rPr>
              <a:t>I</a:t>
            </a:r>
            <a:r>
              <a:rPr lang="en-US" sz="2800" dirty="0">
                <a:solidFill>
                  <a:schemeClr val="bg1"/>
                </a:solidFill>
              </a:rPr>
              <a:t>MPOSE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10" name="Round Diagonal Corner Rectangle 9"/>
          <p:cNvSpPr/>
          <p:nvPr/>
        </p:nvSpPr>
        <p:spPr>
          <a:xfrm>
            <a:off x="7257841" y="2192624"/>
            <a:ext cx="4353176" cy="3085278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rgbClr val="002060"/>
              </a:buClr>
              <a:buFont typeface="Arial" panose="020B0604020202020204" pitchFamily="34" charset="0"/>
              <a:buChar char="•"/>
              <a:defRPr/>
            </a:pPr>
            <a:endParaRPr lang="en-GB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7205476" y="2383296"/>
            <a:ext cx="44579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When a structure is subjected to stresses of varying intensities, it will gradually adapt, over time, to the demands placed on it</a:t>
            </a:r>
          </a:p>
        </p:txBody>
      </p:sp>
    </p:spTree>
    <p:extLst>
      <p:ext uri="{BB962C8B-B14F-4D97-AF65-F5344CB8AC3E}">
        <p14:creationId xmlns:p14="http://schemas.microsoft.com/office/powerpoint/2010/main" val="671634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Diagonal Corner Rectangle 3"/>
          <p:cNvSpPr/>
          <p:nvPr/>
        </p:nvSpPr>
        <p:spPr>
          <a:xfrm>
            <a:off x="538847" y="686590"/>
            <a:ext cx="4946598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LOAD MANAGEMENT</a:t>
            </a:r>
          </a:p>
        </p:txBody>
      </p:sp>
      <p:sp>
        <p:nvSpPr>
          <p:cNvPr id="12" name="Round Diagonal Corner Rectangle 11">
            <a:extLst>
              <a:ext uri="{FF2B5EF4-FFF2-40B4-BE49-F238E27FC236}">
                <a16:creationId xmlns:a16="http://schemas.microsoft.com/office/drawing/2014/main" id="{20F695F1-BEFC-D84E-8C79-E3005ADEFFC4}"/>
              </a:ext>
            </a:extLst>
          </p:cNvPr>
          <p:cNvSpPr/>
          <p:nvPr/>
        </p:nvSpPr>
        <p:spPr>
          <a:xfrm>
            <a:off x="1953228" y="1651825"/>
            <a:ext cx="8285544" cy="5106449"/>
          </a:xfrm>
          <a:prstGeom prst="round2Diag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398670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C266B9D-DC87-430A-8D3A-2E83639A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4B162D-1BD7-41E0-844F-F94AE2CE2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264404B-1C0F-4383-8FC3-A3E3264AA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19F5C88-C232-4D01-8DB1-8A0C673DDB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EE7F17-8E08-4C69-8E22-661908E6D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Round Diagonal Corner Rectangle 3"/>
          <p:cNvSpPr/>
          <p:nvPr/>
        </p:nvSpPr>
        <p:spPr>
          <a:xfrm>
            <a:off x="1387477" y="763441"/>
            <a:ext cx="3779289" cy="609479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0664">
              <a:spcAft>
                <a:spcPts val="600"/>
              </a:spcAft>
            </a:pPr>
            <a:r>
              <a:rPr lang="en-GB" sz="3240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PRO/REGRESSIONS</a:t>
            </a:r>
            <a:endParaRPr lang="en-GB" sz="400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211773" y="599724"/>
            <a:ext cx="2585957" cy="5200321"/>
          </a:xfrm>
          <a:prstGeom prst="rect">
            <a:avLst/>
          </a:prstGeom>
          <a:noFill/>
          <a:effectLst/>
        </p:spPr>
      </p:pic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084515539"/>
              </p:ext>
            </p:extLst>
          </p:nvPr>
        </p:nvGraphicFramePr>
        <p:xfrm>
          <a:off x="2661382" y="3888849"/>
          <a:ext cx="6817146" cy="5856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3480118524"/>
              </p:ext>
            </p:extLst>
          </p:nvPr>
        </p:nvGraphicFramePr>
        <p:xfrm>
          <a:off x="2687605" y="2071125"/>
          <a:ext cx="6817146" cy="5856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1694135927"/>
              </p:ext>
            </p:extLst>
          </p:nvPr>
        </p:nvGraphicFramePr>
        <p:xfrm>
          <a:off x="2687605" y="2979987"/>
          <a:ext cx="6817146" cy="5856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168905921"/>
              </p:ext>
            </p:extLst>
          </p:nvPr>
        </p:nvGraphicFramePr>
        <p:xfrm>
          <a:off x="2661382" y="4756572"/>
          <a:ext cx="6817146" cy="5856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0" r:qs="rId21" r:cs="rId22"/>
          </a:graphicData>
        </a:graphic>
      </p:graphicFrame>
    </p:spTree>
    <p:extLst>
      <p:ext uri="{BB962C8B-B14F-4D97-AF65-F5344CB8AC3E}">
        <p14:creationId xmlns:p14="http://schemas.microsoft.com/office/powerpoint/2010/main" val="4184757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10363200" cy="1524000"/>
          </a:xfrm>
        </p:spPr>
        <p:txBody>
          <a:bodyPr/>
          <a:lstStyle/>
          <a:p>
            <a:pPr eaLnBrk="1" hangingPunct="1"/>
            <a:r>
              <a:rPr lang="en-GB" altLang="en-US" dirty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EFFECTS OF TRAINING</a:t>
            </a:r>
            <a:r>
              <a:rPr lang="en-GB" altLang="en-US" u="sng" dirty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 </a:t>
            </a:r>
            <a:br>
              <a:rPr lang="en-GB" altLang="en-US" u="sng" dirty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</a:br>
            <a:r>
              <a:rPr lang="en-GB" altLang="en-US" sz="3200" b="1" dirty="0">
                <a:solidFill>
                  <a:srgbClr val="FF0000"/>
                </a:solidFill>
                <a:latin typeface="Arial" charset="0"/>
              </a:rPr>
              <a:t>Acute</a:t>
            </a:r>
            <a:r>
              <a:rPr lang="en-GB" altLang="en-US" sz="3200" dirty="0">
                <a:latin typeface="Arial" charset="0"/>
              </a:rPr>
              <a:t> </a:t>
            </a:r>
            <a:endParaRPr lang="en-US" altLang="en-US" dirty="0">
              <a:latin typeface="Arial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0" y="1447800"/>
            <a:ext cx="12192000" cy="5105400"/>
          </a:xfrm>
        </p:spPr>
        <p:txBody>
          <a:bodyPr>
            <a:normAutofit/>
          </a:bodyPr>
          <a:lstStyle/>
          <a:p>
            <a:pPr lvl="1" eaLnBrk="1" hangingPunct="1"/>
            <a:endParaRPr lang="en-GB" altLang="en-US" sz="2000" dirty="0">
              <a:latin typeface="Arial" charset="0"/>
            </a:endParaRPr>
          </a:p>
          <a:p>
            <a:pPr lvl="1" eaLnBrk="1" hangingPunct="1"/>
            <a:endParaRPr lang="en-GB" altLang="en-US" sz="2000" dirty="0">
              <a:latin typeface="Arial" charset="0"/>
            </a:endParaRPr>
          </a:p>
          <a:p>
            <a:pPr lvl="1" eaLnBrk="1" hangingPunct="1"/>
            <a:endParaRPr lang="en-GB" altLang="en-US" sz="2000" dirty="0">
              <a:latin typeface="Arial" charset="0"/>
            </a:endParaRPr>
          </a:p>
          <a:p>
            <a:pPr lvl="1" eaLnBrk="1" hangingPunct="1"/>
            <a:endParaRPr lang="en-GB" altLang="en-US" sz="2000" dirty="0">
              <a:latin typeface="Arial" charset="0"/>
            </a:endParaRPr>
          </a:p>
          <a:p>
            <a:pPr lvl="1" eaLnBrk="1" hangingPunct="1"/>
            <a:endParaRPr lang="en-GB" altLang="en-US" sz="2000" dirty="0">
              <a:latin typeface="Arial" charset="0"/>
            </a:endParaRPr>
          </a:p>
          <a:p>
            <a:pPr lvl="1" eaLnBrk="1" hangingPunct="1"/>
            <a:endParaRPr lang="en-GB" altLang="en-US" sz="2000" dirty="0">
              <a:latin typeface="Arial" charset="0"/>
            </a:endParaRPr>
          </a:p>
        </p:txBody>
      </p:sp>
      <p:sp>
        <p:nvSpPr>
          <p:cNvPr id="6148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00321AD-B2B6-4DC6-97C7-3429E6BC1BF4}" type="slidenum">
              <a:rPr lang="en-US" altLang="en-US" smtClean="0"/>
              <a:pPr/>
              <a:t>6</a:t>
            </a:fld>
            <a:endParaRPr lang="en-US" altLang="en-US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8C65967D-C0F0-85AA-6A5C-6F5026FF3C9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44417" y="1059807"/>
            <a:ext cx="8170427" cy="5546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5C51FB-FAB6-B9A0-FF10-55709B472D17}"/>
              </a:ext>
            </a:extLst>
          </p:cNvPr>
          <p:cNvSpPr/>
          <p:nvPr/>
        </p:nvSpPr>
        <p:spPr>
          <a:xfrm>
            <a:off x="2653748" y="5192298"/>
            <a:ext cx="7904552" cy="43580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6" name="Rectangle 9245">
            <a:extLst>
              <a:ext uri="{FF2B5EF4-FFF2-40B4-BE49-F238E27FC236}">
                <a16:creationId xmlns:a16="http://schemas.microsoft.com/office/drawing/2014/main" id="{1DDC3EF6-2EA5-44B3-94C7-9DDA67A12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247" name="Rectangle 9246">
            <a:extLst>
              <a:ext uri="{FF2B5EF4-FFF2-40B4-BE49-F238E27FC236}">
                <a16:creationId xmlns:a16="http://schemas.microsoft.com/office/drawing/2014/main" id="{87925A9A-E9FA-496E-9C09-7C2845E00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248" name="Rectangle 9247">
            <a:extLst>
              <a:ext uri="{FF2B5EF4-FFF2-40B4-BE49-F238E27FC236}">
                <a16:creationId xmlns:a16="http://schemas.microsoft.com/office/drawing/2014/main" id="{2073ABB4-E164-4CBF-ADFF-25552BB7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249" name="Rectangle 9248">
            <a:extLst>
              <a:ext uri="{FF2B5EF4-FFF2-40B4-BE49-F238E27FC236}">
                <a16:creationId xmlns:a16="http://schemas.microsoft.com/office/drawing/2014/main" id="{8C266B9D-DC87-430A-8D3A-2E83639A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50" name="Rectangle 9249">
            <a:extLst>
              <a:ext uri="{FF2B5EF4-FFF2-40B4-BE49-F238E27FC236}">
                <a16:creationId xmlns:a16="http://schemas.microsoft.com/office/drawing/2014/main" id="{254B162D-1BD7-41E0-844F-F94AE2CE2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251" name="Rectangle 9250">
            <a:extLst>
              <a:ext uri="{FF2B5EF4-FFF2-40B4-BE49-F238E27FC236}">
                <a16:creationId xmlns:a16="http://schemas.microsoft.com/office/drawing/2014/main" id="{1264404B-1C0F-4383-8FC3-A3E3264AA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252" name="Rectangle 9251">
            <a:extLst>
              <a:ext uri="{FF2B5EF4-FFF2-40B4-BE49-F238E27FC236}">
                <a16:creationId xmlns:a16="http://schemas.microsoft.com/office/drawing/2014/main" id="{619F5C88-C232-4D01-8DB1-8A0C673DDB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253" name="Rectangle 9252">
            <a:extLst>
              <a:ext uri="{FF2B5EF4-FFF2-40B4-BE49-F238E27FC236}">
                <a16:creationId xmlns:a16="http://schemas.microsoft.com/office/drawing/2014/main" id="{1EEE7F17-8E08-4C69-8E22-661908E6D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218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9155875" y="5505376"/>
            <a:ext cx="849414" cy="294669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 defTabSz="731520">
              <a:spcAft>
                <a:spcPts val="600"/>
              </a:spcAft>
            </a:pPr>
            <a:fld id="{2938814B-6C44-441A-9767-3D9DE3EF9C04}" type="slidenum">
              <a:rPr lang="en-US" altLang="en-US" sz="72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pPr defTabSz="731520">
                <a:spcAft>
                  <a:spcPts val="600"/>
                </a:spcAft>
              </a:pPr>
              <a:t>7</a:t>
            </a:fld>
            <a:endParaRPr lang="en-US" altLang="en-US"/>
          </a:p>
        </p:txBody>
      </p:sp>
      <p:pic>
        <p:nvPicPr>
          <p:cNvPr id="9219" name="Picture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79918" y="599724"/>
            <a:ext cx="6590344" cy="5110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5554634" y="2334373"/>
            <a:ext cx="3374716" cy="490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50" name="Rectangle 10249">
            <a:extLst>
              <a:ext uri="{FF2B5EF4-FFF2-40B4-BE49-F238E27FC236}">
                <a16:creationId xmlns:a16="http://schemas.microsoft.com/office/drawing/2014/main" id="{504BED40-EAF7-4E55-AFF7-2CD840EBD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581193" y="702156"/>
            <a:ext cx="6309003" cy="1013800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dirty="0">
                <a:solidFill>
                  <a:schemeClr val="tx2"/>
                </a:solidFill>
                <a:latin typeface="Arial" charset="0"/>
              </a:rPr>
              <a:t>EFFECTS OF TRAINING </a:t>
            </a:r>
            <a:br>
              <a:rPr lang="en-GB" altLang="en-US" dirty="0">
                <a:solidFill>
                  <a:schemeClr val="tx2"/>
                </a:solidFill>
                <a:latin typeface="Arial" charset="0"/>
              </a:rPr>
            </a:br>
            <a:r>
              <a:rPr lang="en-GB" altLang="en-US" b="1" dirty="0">
                <a:solidFill>
                  <a:srgbClr val="FF0000"/>
                </a:solidFill>
                <a:latin typeface="Arial" charset="0"/>
              </a:rPr>
              <a:t>Chronic</a:t>
            </a:r>
            <a:endParaRPr lang="en-US" altLang="en-US" b="1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10252" name="Rectangle 10251">
            <a:extLst>
              <a:ext uri="{FF2B5EF4-FFF2-40B4-BE49-F238E27FC236}">
                <a16:creationId xmlns:a16="http://schemas.microsoft.com/office/drawing/2014/main" id="{F367CCF1-BB1E-41CF-8499-94A870C33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66751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581194" y="1896533"/>
            <a:ext cx="6309003" cy="3962266"/>
          </a:xfrm>
        </p:spPr>
        <p:txBody>
          <a:bodyPr>
            <a:normAutofit/>
          </a:bodyPr>
          <a:lstStyle/>
          <a:p>
            <a:pPr eaLnBrk="1" hangingPunct="1"/>
            <a:r>
              <a:rPr lang="en-GB" sz="2000" b="1" u="sng" dirty="0">
                <a:solidFill>
                  <a:schemeClr val="tx2"/>
                </a:solidFill>
                <a:latin typeface="Arial" charset="0"/>
              </a:rPr>
              <a:t>Chronic </a:t>
            </a:r>
            <a:r>
              <a:rPr lang="en-GB" sz="2000" dirty="0">
                <a:solidFill>
                  <a:schemeClr val="tx2"/>
                </a:solidFill>
                <a:latin typeface="Arial" charset="0"/>
              </a:rPr>
              <a:t>adaptations to </a:t>
            </a:r>
            <a:r>
              <a:rPr lang="en-GB" sz="2000" i="1" u="sng" dirty="0">
                <a:solidFill>
                  <a:schemeClr val="tx2"/>
                </a:solidFill>
                <a:latin typeface="Arial" charset="0"/>
              </a:rPr>
              <a:t>progressive</a:t>
            </a:r>
            <a:r>
              <a:rPr lang="en-GB" sz="2000" dirty="0">
                <a:solidFill>
                  <a:schemeClr val="tx2"/>
                </a:solidFill>
                <a:latin typeface="Arial" charset="0"/>
              </a:rPr>
              <a:t> workloads:</a:t>
            </a:r>
          </a:p>
          <a:p>
            <a:pPr lvl="1" eaLnBrk="1" hangingPunct="1"/>
            <a:r>
              <a:rPr lang="en-GB" sz="1800" dirty="0">
                <a:solidFill>
                  <a:schemeClr val="tx2"/>
                </a:solidFill>
                <a:latin typeface="Arial" charset="0"/>
              </a:rPr>
              <a:t>lowered heart rate (resting and submaximal) [Bradycardia]</a:t>
            </a:r>
          </a:p>
          <a:p>
            <a:pPr lvl="1" eaLnBrk="1" hangingPunct="1"/>
            <a:r>
              <a:rPr lang="en-GB" sz="1800" dirty="0">
                <a:solidFill>
                  <a:schemeClr val="tx2"/>
                </a:solidFill>
                <a:latin typeface="Arial" charset="0"/>
              </a:rPr>
              <a:t>Increased maximum oxygen uptake (VO</a:t>
            </a:r>
            <a:r>
              <a:rPr lang="en-GB" sz="1800" baseline="-25000" dirty="0">
                <a:solidFill>
                  <a:schemeClr val="tx2"/>
                </a:solidFill>
                <a:latin typeface="Arial" charset="0"/>
              </a:rPr>
              <a:t>2max</a:t>
            </a:r>
            <a:r>
              <a:rPr lang="en-GB" sz="1800" dirty="0">
                <a:solidFill>
                  <a:schemeClr val="tx2"/>
                </a:solidFill>
                <a:latin typeface="Arial" charset="0"/>
              </a:rPr>
              <a:t>)</a:t>
            </a:r>
          </a:p>
          <a:p>
            <a:pPr lvl="1" eaLnBrk="1" hangingPunct="1"/>
            <a:r>
              <a:rPr lang="en-GB" sz="1800" dirty="0">
                <a:solidFill>
                  <a:schemeClr val="tx2"/>
                </a:solidFill>
                <a:latin typeface="Arial" charset="0"/>
              </a:rPr>
              <a:t>Increased strength</a:t>
            </a:r>
          </a:p>
          <a:p>
            <a:pPr lvl="1" eaLnBrk="1" hangingPunct="1"/>
            <a:endParaRPr lang="en-GB" dirty="0">
              <a:solidFill>
                <a:schemeClr val="tx2"/>
              </a:solidFill>
              <a:latin typeface="Arial" charset="0"/>
            </a:endParaRPr>
          </a:p>
          <a:p>
            <a:pPr eaLnBrk="1" hangingPunct="1"/>
            <a:endParaRPr lang="en-GB" dirty="0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10245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6576780" y="5956137"/>
            <a:ext cx="54487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2C5A30E-478F-45AF-91F2-278FEE84E062}" type="slidenum">
              <a:rPr lang="en-US" altLang="en-US" smtClean="0">
                <a:solidFill>
                  <a:srgbClr val="BE8324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altLang="en-US">
              <a:solidFill>
                <a:srgbClr val="BE8324"/>
              </a:solidFill>
            </a:endParaRPr>
          </a:p>
        </p:txBody>
      </p:sp>
      <p:pic>
        <p:nvPicPr>
          <p:cNvPr id="5122" name="Picture 5" descr="http://farm4.static.flickr.com/3108/2325682863_f41a385d5c.jpg"/>
          <p:cNvPicPr>
            <a:picLocks noChangeAspect="1" noChangeArrowheads="1"/>
          </p:cNvPicPr>
          <p:nvPr/>
        </p:nvPicPr>
        <p:blipFill rotWithShape="1">
          <a:blip r:embed="rId2" cstate="print"/>
          <a:srcRect l="21967" r="9927"/>
          <a:stretch/>
        </p:blipFill>
        <p:spPr bwMode="auto">
          <a:xfrm>
            <a:off x="7521283" y="10"/>
            <a:ext cx="4670717" cy="68579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392" y="-329989"/>
            <a:ext cx="7055380" cy="1400530"/>
          </a:xfrm>
        </p:spPr>
        <p:txBody>
          <a:bodyPr/>
          <a:lstStyle/>
          <a:p>
            <a:r>
              <a:rPr lang="en-GB" dirty="0"/>
              <a:t>The Planning Process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140667975"/>
              </p:ext>
            </p:extLst>
          </p:nvPr>
        </p:nvGraphicFramePr>
        <p:xfrm>
          <a:off x="1905476" y="1154329"/>
          <a:ext cx="8128992" cy="5472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0372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061" y="-303997"/>
            <a:ext cx="7055380" cy="1400530"/>
          </a:xfrm>
        </p:spPr>
        <p:txBody>
          <a:bodyPr/>
          <a:lstStyle/>
          <a:p>
            <a:r>
              <a:rPr lang="en-GB" dirty="0"/>
              <a:t>Needs Analysis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1729383" y="1397000"/>
          <a:ext cx="8304609" cy="488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3811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Diagonal Corner Rectangle 3"/>
          <p:cNvSpPr/>
          <p:nvPr/>
        </p:nvSpPr>
        <p:spPr>
          <a:xfrm>
            <a:off x="580861" y="879500"/>
            <a:ext cx="4725448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TRAINING VARIABLES</a:t>
            </a:r>
          </a:p>
        </p:txBody>
      </p:sp>
      <p:sp>
        <p:nvSpPr>
          <p:cNvPr id="3" name="Round Diagonal Corner Rectangle 2"/>
          <p:cNvSpPr/>
          <p:nvPr/>
        </p:nvSpPr>
        <p:spPr>
          <a:xfrm>
            <a:off x="621805" y="2458109"/>
            <a:ext cx="8156433" cy="749301"/>
          </a:xfrm>
          <a:prstGeom prst="round2DiagRect">
            <a:avLst/>
          </a:prstGeom>
          <a:solidFill>
            <a:schemeClr val="accent2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en-US" sz="4000" b="1" dirty="0">
                <a:solidFill>
                  <a:srgbClr val="FF0000"/>
                </a:solidFill>
              </a:rPr>
              <a:t>F</a:t>
            </a:r>
            <a:r>
              <a:rPr lang="en-US" sz="2800" dirty="0">
                <a:solidFill>
                  <a:schemeClr val="bg1"/>
                </a:solidFill>
              </a:rPr>
              <a:t>REQUENCY – How often?</a:t>
            </a:r>
            <a:endParaRPr lang="en-GB" sz="4000" b="1" dirty="0">
              <a:solidFill>
                <a:srgbClr val="FF0000"/>
              </a:solidFill>
            </a:endParaRPr>
          </a:p>
        </p:txBody>
      </p:sp>
      <p:sp>
        <p:nvSpPr>
          <p:cNvPr id="6" name="Round Diagonal Corner Rectangle 5"/>
          <p:cNvSpPr/>
          <p:nvPr/>
        </p:nvSpPr>
        <p:spPr>
          <a:xfrm>
            <a:off x="621806" y="3650590"/>
            <a:ext cx="8156433" cy="749414"/>
          </a:xfrm>
          <a:prstGeom prst="round2DiagRect">
            <a:avLst/>
          </a:prstGeom>
          <a:solidFill>
            <a:srgbClr val="92D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en-US" sz="4000" b="1" dirty="0">
                <a:solidFill>
                  <a:srgbClr val="FF0000"/>
                </a:solidFill>
              </a:rPr>
              <a:t>I</a:t>
            </a:r>
            <a:r>
              <a:rPr lang="en-US" sz="2800" dirty="0">
                <a:solidFill>
                  <a:schemeClr val="bg1"/>
                </a:solidFill>
              </a:rPr>
              <a:t>NTENSITY – How hard?</a:t>
            </a:r>
            <a:endParaRPr lang="en-GB" sz="4000" b="1" dirty="0">
              <a:solidFill>
                <a:srgbClr val="FF0000"/>
              </a:solidFill>
            </a:endParaRPr>
          </a:p>
        </p:txBody>
      </p:sp>
      <p:sp>
        <p:nvSpPr>
          <p:cNvPr id="9" name="Round Diagonal Corner Rectangle 8"/>
          <p:cNvSpPr/>
          <p:nvPr/>
        </p:nvSpPr>
        <p:spPr>
          <a:xfrm>
            <a:off x="621807" y="5807928"/>
            <a:ext cx="8156433" cy="749639"/>
          </a:xfrm>
          <a:prstGeom prst="round2DiagRect">
            <a:avLst/>
          </a:prstGeom>
          <a:solidFill>
            <a:srgbClr val="7030A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en-US" sz="4000" b="1" dirty="0">
                <a:solidFill>
                  <a:srgbClr val="FF0000"/>
                </a:solidFill>
              </a:rPr>
              <a:t>T</a:t>
            </a:r>
            <a:r>
              <a:rPr lang="en-US" sz="2800" dirty="0">
                <a:solidFill>
                  <a:schemeClr val="bg1"/>
                </a:solidFill>
              </a:rPr>
              <a:t>YPE – What?</a:t>
            </a:r>
            <a:endParaRPr lang="en-GB" sz="4000" b="1" dirty="0">
              <a:solidFill>
                <a:srgbClr val="FF0000"/>
              </a:solidFill>
            </a:endParaRPr>
          </a:p>
        </p:txBody>
      </p:sp>
      <p:sp>
        <p:nvSpPr>
          <p:cNvPr id="11" name="Round Diagonal Corner Rectangle 10"/>
          <p:cNvSpPr/>
          <p:nvPr/>
        </p:nvSpPr>
        <p:spPr>
          <a:xfrm>
            <a:off x="621807" y="4786019"/>
            <a:ext cx="8156433" cy="749415"/>
          </a:xfrm>
          <a:prstGeom prst="round2DiagRect">
            <a:avLst/>
          </a:prstGeom>
          <a:solidFill>
            <a:schemeClr val="tx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en-US" sz="4000" b="1" dirty="0">
                <a:solidFill>
                  <a:srgbClr val="FF0000"/>
                </a:solidFill>
              </a:rPr>
              <a:t>V</a:t>
            </a:r>
            <a:r>
              <a:rPr lang="en-US" sz="2800" dirty="0">
                <a:solidFill>
                  <a:schemeClr val="bg1"/>
                </a:solidFill>
              </a:rPr>
              <a:t>OLUME – How much?</a:t>
            </a:r>
            <a:endParaRPr lang="en-GB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06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A6DD70C-355F-4C40-8241-C7BE446AA8D4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76087" y="881201"/>
            <a:ext cx="10082213" cy="5254625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GB" sz="3000" b="1" dirty="0">
                <a:solidFill>
                  <a:schemeClr val="accent5"/>
                </a:solidFill>
                <a:latin typeface="Arial" charset="0"/>
              </a:rPr>
              <a:t>FREQUENCY</a:t>
            </a:r>
            <a:endParaRPr lang="en-GB" sz="3000" dirty="0">
              <a:solidFill>
                <a:schemeClr val="accent5"/>
              </a:solidFill>
              <a:latin typeface="Arial" charset="0"/>
            </a:endParaRPr>
          </a:p>
          <a:p>
            <a:pPr eaLnBrk="1" hangingPunct="1">
              <a:lnSpc>
                <a:spcPct val="70000"/>
              </a:lnSpc>
            </a:pPr>
            <a:endParaRPr lang="en-GB" sz="3000" dirty="0">
              <a:latin typeface="Arial" charset="0"/>
            </a:endParaRPr>
          </a:p>
          <a:p>
            <a:pPr eaLnBrk="1" hangingPunct="1">
              <a:lnSpc>
                <a:spcPct val="70000"/>
              </a:lnSpc>
            </a:pPr>
            <a:r>
              <a:rPr lang="en-GB" sz="2900" dirty="0">
                <a:solidFill>
                  <a:schemeClr val="tx1"/>
                </a:solidFill>
                <a:latin typeface="Arial" charset="0"/>
              </a:rPr>
              <a:t>How many times per day / week</a:t>
            </a:r>
          </a:p>
          <a:p>
            <a:pPr eaLnBrk="1" hangingPunct="1">
              <a:lnSpc>
                <a:spcPct val="70000"/>
              </a:lnSpc>
            </a:pPr>
            <a:r>
              <a:rPr lang="en-GB" sz="2900" dirty="0">
                <a:solidFill>
                  <a:schemeClr val="tx1"/>
                </a:solidFill>
                <a:latin typeface="Arial" charset="0"/>
              </a:rPr>
              <a:t>Some considerations;</a:t>
            </a:r>
          </a:p>
          <a:p>
            <a:pPr lvl="2" eaLnBrk="1" hangingPunct="1">
              <a:lnSpc>
                <a:spcPct val="70000"/>
              </a:lnSpc>
            </a:pPr>
            <a:r>
              <a:rPr lang="en-GB" sz="2500" dirty="0">
                <a:solidFill>
                  <a:schemeClr val="tx1"/>
                </a:solidFill>
                <a:latin typeface="Arial" charset="0"/>
              </a:rPr>
              <a:t>Type of training e.g. aerobic / anaerobic / resistance.</a:t>
            </a:r>
          </a:p>
          <a:p>
            <a:pPr lvl="2" eaLnBrk="1" hangingPunct="1">
              <a:lnSpc>
                <a:spcPct val="70000"/>
              </a:lnSpc>
            </a:pPr>
            <a:r>
              <a:rPr lang="en-GB" sz="2500" dirty="0">
                <a:solidFill>
                  <a:schemeClr val="tx1"/>
                </a:solidFill>
                <a:latin typeface="Arial" charset="0"/>
              </a:rPr>
              <a:t>Goals (short and long-term).</a:t>
            </a:r>
          </a:p>
          <a:p>
            <a:pPr lvl="2" eaLnBrk="1" hangingPunct="1">
              <a:lnSpc>
                <a:spcPct val="70000"/>
              </a:lnSpc>
            </a:pPr>
            <a:r>
              <a:rPr lang="en-GB" sz="2500" dirty="0">
                <a:solidFill>
                  <a:schemeClr val="tx1"/>
                </a:solidFill>
                <a:latin typeface="Arial" charset="0"/>
              </a:rPr>
              <a:t>Time in the season</a:t>
            </a:r>
          </a:p>
          <a:p>
            <a:pPr lvl="2" eaLnBrk="1" hangingPunct="1">
              <a:lnSpc>
                <a:spcPct val="70000"/>
              </a:lnSpc>
            </a:pPr>
            <a:r>
              <a:rPr lang="en-GB" sz="2500" dirty="0">
                <a:solidFill>
                  <a:schemeClr val="tx1"/>
                </a:solidFill>
                <a:latin typeface="Arial" charset="0"/>
              </a:rPr>
              <a:t>Consideration of recovery</a:t>
            </a:r>
          </a:p>
          <a:p>
            <a:pPr marL="630000" lvl="2" indent="0" eaLnBrk="1" hangingPunct="1">
              <a:lnSpc>
                <a:spcPct val="70000"/>
              </a:lnSpc>
              <a:buNone/>
            </a:pPr>
            <a:endParaRPr lang="en-GB" sz="2200" dirty="0">
              <a:latin typeface="Arial" charset="0"/>
            </a:endParaRPr>
          </a:p>
          <a:p>
            <a:pPr marL="0" indent="0" eaLnBrk="1" hangingPunct="1">
              <a:buNone/>
            </a:pPr>
            <a:r>
              <a:rPr lang="en-GB" altLang="en-US" sz="2800" b="1" dirty="0">
                <a:solidFill>
                  <a:schemeClr val="accent5"/>
                </a:solidFill>
                <a:latin typeface="Arial" charset="0"/>
              </a:rPr>
              <a:t>INTENSITY</a:t>
            </a:r>
          </a:p>
          <a:p>
            <a:pPr marL="0" indent="0" eaLnBrk="1" hangingPunct="1">
              <a:buNone/>
            </a:pPr>
            <a:r>
              <a:rPr lang="en-GB" altLang="en-US" sz="2800" dirty="0">
                <a:solidFill>
                  <a:schemeClr val="tx1"/>
                </a:solidFill>
                <a:latin typeface="Arial" charset="0"/>
              </a:rPr>
              <a:t>Use</a:t>
            </a:r>
            <a:r>
              <a:rPr lang="en-GB" altLang="en-US" sz="2800" b="1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GB" altLang="en-US" sz="2800" dirty="0">
                <a:solidFill>
                  <a:schemeClr val="tx1"/>
                </a:solidFill>
                <a:latin typeface="Arial" charset="0"/>
              </a:rPr>
              <a:t>percentage of maximum / work level at given moment </a:t>
            </a:r>
          </a:p>
          <a:p>
            <a:pPr lvl="1" eaLnBrk="1" hangingPunct="1"/>
            <a:r>
              <a:rPr lang="en-GB" altLang="en-US" sz="2400" b="1" dirty="0">
                <a:solidFill>
                  <a:schemeClr val="tx1"/>
                </a:solidFill>
                <a:latin typeface="Arial" charset="0"/>
              </a:rPr>
              <a:t>% of 1RM</a:t>
            </a:r>
            <a:r>
              <a:rPr lang="en-GB" altLang="en-US" sz="2400" dirty="0">
                <a:solidFill>
                  <a:schemeClr val="tx1"/>
                </a:solidFill>
                <a:latin typeface="Arial" charset="0"/>
              </a:rPr>
              <a:t>  in resistance training</a:t>
            </a:r>
          </a:p>
          <a:p>
            <a:pPr lvl="1" eaLnBrk="1" hangingPunct="1"/>
            <a:r>
              <a:rPr lang="en-GB" altLang="en-US" sz="2400" b="1" dirty="0">
                <a:solidFill>
                  <a:schemeClr val="tx1"/>
                </a:solidFill>
                <a:latin typeface="Arial" charset="0"/>
              </a:rPr>
              <a:t>% of HR Max</a:t>
            </a:r>
            <a:r>
              <a:rPr lang="en-GB" altLang="en-US" sz="2400" dirty="0">
                <a:solidFill>
                  <a:schemeClr val="tx1"/>
                </a:solidFill>
                <a:latin typeface="Arial" charset="0"/>
              </a:rPr>
              <a:t> in aerobic training</a:t>
            </a:r>
          </a:p>
          <a:p>
            <a:pPr eaLnBrk="1" hangingPunct="1"/>
            <a:endParaRPr lang="en-GB" altLang="en-US" sz="2800" dirty="0">
              <a:solidFill>
                <a:srgbClr val="0000FF"/>
              </a:solidFill>
              <a:latin typeface="Arial" charset="0"/>
            </a:endParaRPr>
          </a:p>
          <a:p>
            <a:pPr marL="0" indent="0" eaLnBrk="1" hangingPunct="1">
              <a:buNone/>
            </a:pPr>
            <a:r>
              <a:rPr lang="en-GB" altLang="en-US" sz="2800" b="1" dirty="0">
                <a:solidFill>
                  <a:schemeClr val="accent5"/>
                </a:solidFill>
                <a:latin typeface="Arial" charset="0"/>
              </a:rPr>
              <a:t>VOLUME</a:t>
            </a:r>
          </a:p>
          <a:p>
            <a:pPr eaLnBrk="1" hangingPunct="1"/>
            <a:r>
              <a:rPr lang="en-GB" altLang="en-US" sz="2800" dirty="0">
                <a:solidFill>
                  <a:schemeClr val="tx1"/>
                </a:solidFill>
                <a:latin typeface="Arial" charset="0"/>
              </a:rPr>
              <a:t>The amount of work (cumulative) </a:t>
            </a:r>
          </a:p>
          <a:p>
            <a:pPr marL="630000" lvl="2" indent="0" eaLnBrk="1" hangingPunct="1">
              <a:lnSpc>
                <a:spcPct val="70000"/>
              </a:lnSpc>
              <a:buNone/>
            </a:pPr>
            <a:br>
              <a:rPr lang="en-GB" sz="1900" dirty="0">
                <a:latin typeface="Arial" charset="0"/>
              </a:rPr>
            </a:br>
            <a:br>
              <a:rPr lang="en-GB" sz="1900" dirty="0">
                <a:latin typeface="Plantin" pitchFamily="18" charset="0"/>
              </a:rPr>
            </a:br>
            <a:endParaRPr lang="en-GB" sz="1900" dirty="0">
              <a:latin typeface="Planti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10363200" cy="1143000"/>
          </a:xfrm>
        </p:spPr>
        <p:txBody>
          <a:bodyPr/>
          <a:lstStyle/>
          <a:p>
            <a:pPr eaLnBrk="1" hangingPunct="1"/>
            <a:r>
              <a:rPr lang="en-US" altLang="en-US">
                <a:latin typeface="Arial" charset="0"/>
              </a:rPr>
              <a:t>Within-session variables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508652" y="1345057"/>
            <a:ext cx="10464800" cy="48768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  <a:latin typeface="Arial" charset="0"/>
              </a:rPr>
              <a:t>Density </a:t>
            </a:r>
            <a:r>
              <a:rPr lang="en-US" altLang="en-US" sz="2400" dirty="0">
                <a:latin typeface="Arial" charset="0"/>
              </a:rPr>
              <a:t>relates to the amount of rest between work bouts in resistance training or interval training (aerobic / anaerobic)</a:t>
            </a:r>
          </a:p>
          <a:p>
            <a:pPr lvl="1" eaLnBrk="1" hangingPunct="1"/>
            <a:endParaRPr lang="en-US" altLang="en-US" sz="2400" dirty="0">
              <a:latin typeface="Arial" charset="0"/>
            </a:endParaRPr>
          </a:p>
          <a:p>
            <a:pPr lvl="1" eaLnBrk="1" hangingPunct="1"/>
            <a:r>
              <a:rPr lang="en-US" altLang="en-US" sz="2400" dirty="0">
                <a:latin typeface="Arial" charset="0"/>
              </a:rPr>
              <a:t>Inter-set rest period</a:t>
            </a:r>
          </a:p>
          <a:p>
            <a:pPr lvl="1" eaLnBrk="1" hangingPunct="1"/>
            <a:r>
              <a:rPr lang="en-US" altLang="en-US" sz="2400" dirty="0">
                <a:latin typeface="Arial" charset="0"/>
              </a:rPr>
              <a:t>Work : Rest ratio</a:t>
            </a:r>
          </a:p>
          <a:p>
            <a:pPr lvl="1" eaLnBrk="1" hangingPunct="1"/>
            <a:r>
              <a:rPr lang="en-US" altLang="en-US" sz="2400" dirty="0">
                <a:latin typeface="Arial" charset="0"/>
              </a:rPr>
              <a:t>What are we influencing by manipulating density?</a:t>
            </a:r>
          </a:p>
          <a:p>
            <a:pPr marL="324000" lvl="1" indent="0" eaLnBrk="1" hangingPunct="1">
              <a:buNone/>
            </a:pPr>
            <a:endParaRPr lang="en-US" altLang="en-US" sz="2400" dirty="0">
              <a:latin typeface="Arial" charset="0"/>
            </a:endParaRPr>
          </a:p>
          <a:p>
            <a:pPr eaLnBrk="1" hangingPunct="1"/>
            <a:r>
              <a:rPr lang="en-US" altLang="en-US" sz="2400" dirty="0">
                <a:latin typeface="Arial" charset="0"/>
              </a:rPr>
              <a:t>Manipulating density has a significant impact on the hormonal and metabolic response as well as the type of muscle </a:t>
            </a:r>
            <a:r>
              <a:rPr lang="en-US" altLang="en-US" sz="2400" dirty="0" err="1">
                <a:latin typeface="Arial" charset="0"/>
              </a:rPr>
              <a:t>fibres</a:t>
            </a:r>
            <a:r>
              <a:rPr lang="en-US" altLang="en-US" sz="2400" dirty="0">
                <a:latin typeface="Arial" charset="0"/>
              </a:rPr>
              <a:t> used - therefore influencing training adaptations</a:t>
            </a:r>
          </a:p>
        </p:txBody>
      </p:sp>
      <p:sp>
        <p:nvSpPr>
          <p:cNvPr id="18436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7EB14A7-1F51-46E8-8F2D-F4B6E85F1751}" type="slidenum">
              <a:rPr lang="en-US" altLang="en-US"/>
              <a:pPr/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/>
          </p:cNvSpPr>
          <p:nvPr>
            <p:ph type="title"/>
          </p:nvPr>
        </p:nvSpPr>
        <p:spPr>
          <a:xfrm>
            <a:off x="382126" y="448875"/>
            <a:ext cx="7358063" cy="705445"/>
          </a:xfrm>
          <a:prstGeom prst="rect">
            <a:avLst/>
          </a:prstGeom>
        </p:spPr>
        <p:txBody>
          <a:bodyPr/>
          <a:lstStyle>
            <a:lvl1pPr defTabSz="543305">
              <a:defRPr sz="7440"/>
            </a:lvl1pPr>
          </a:lstStyle>
          <a:p>
            <a:pPr lvl="0">
              <a:defRPr sz="1800"/>
            </a:pPr>
            <a:r>
              <a:rPr lang="en-GB" sz="3797" dirty="0"/>
              <a:t>Specificity</a:t>
            </a:r>
            <a:endParaRPr sz="3797" dirty="0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745072875"/>
              </p:ext>
            </p:extLst>
          </p:nvPr>
        </p:nvGraphicFramePr>
        <p:xfrm>
          <a:off x="1842868" y="1154320"/>
          <a:ext cx="9200271" cy="55489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33210" y="488064"/>
            <a:ext cx="11277600" cy="1752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sz="2600" dirty="0">
                <a:latin typeface="Arial" charset="0"/>
              </a:rPr>
              <a:t>Basic training principles:</a:t>
            </a:r>
            <a:br>
              <a:rPr lang="en-GB" altLang="en-US" sz="2600" dirty="0">
                <a:latin typeface="Arial" charset="0"/>
              </a:rPr>
            </a:br>
            <a:r>
              <a:rPr lang="en-GB" altLang="en-US" sz="2900" b="1" dirty="0">
                <a:latin typeface="Arial" charset="0"/>
              </a:rPr>
              <a:t>SPECIFICITY</a:t>
            </a:r>
            <a:br>
              <a:rPr lang="en-GB" altLang="en-US" sz="2900" dirty="0">
                <a:latin typeface="Arial" charset="0"/>
              </a:rPr>
            </a:br>
            <a:br>
              <a:rPr lang="en-GB" altLang="en-US" sz="3200" dirty="0">
                <a:latin typeface="Plantin" pitchFamily="18" charset="0"/>
              </a:rPr>
            </a:br>
            <a:endParaRPr lang="en-US" altLang="en-US" sz="3200" dirty="0">
              <a:latin typeface="Plantin" pitchFamily="18" charset="0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581190" y="1700214"/>
            <a:ext cx="10779236" cy="4752975"/>
          </a:xfrm>
        </p:spPr>
        <p:txBody>
          <a:bodyPr>
            <a:normAutofit/>
          </a:bodyPr>
          <a:lstStyle/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endParaRPr lang="en-GB" altLang="en-US" sz="2400" dirty="0">
              <a:latin typeface="Plantin" pitchFamily="18" charset="0"/>
            </a:endParaRPr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endParaRPr lang="en-GB" altLang="en-US" sz="2400" b="1" dirty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sz="2400" b="1" dirty="0">
                <a:solidFill>
                  <a:srgbClr val="FF0000"/>
                </a:solidFill>
                <a:latin typeface="Arial" charset="0"/>
              </a:rPr>
              <a:t>Metabolic specificity</a:t>
            </a:r>
            <a:r>
              <a:rPr lang="en-GB" altLang="en-US" sz="2400" b="1" dirty="0">
                <a:latin typeface="Arial" charset="0"/>
              </a:rPr>
              <a:t>: </a:t>
            </a:r>
            <a:r>
              <a:rPr lang="en-GB" altLang="en-US" sz="2400" dirty="0">
                <a:latin typeface="Arial" charset="0"/>
              </a:rPr>
              <a:t>the</a:t>
            </a:r>
            <a:r>
              <a:rPr lang="en-GB" altLang="en-US" sz="2400" b="1" dirty="0">
                <a:latin typeface="Arial" charset="0"/>
              </a:rPr>
              <a:t> primary </a:t>
            </a:r>
            <a:r>
              <a:rPr lang="en-GB" altLang="en-US" sz="2400" b="1" u="sng" dirty="0">
                <a:latin typeface="Arial" charset="0"/>
              </a:rPr>
              <a:t>energy system </a:t>
            </a:r>
            <a:r>
              <a:rPr lang="en-GB" altLang="en-US" sz="2400" dirty="0">
                <a:latin typeface="Arial" charset="0"/>
              </a:rPr>
              <a:t>to be used and the </a:t>
            </a:r>
            <a:r>
              <a:rPr lang="en-GB" altLang="en-US" sz="2400" b="1" dirty="0">
                <a:latin typeface="Arial" charset="0"/>
              </a:rPr>
              <a:t>fibre types</a:t>
            </a:r>
            <a:r>
              <a:rPr lang="en-GB" altLang="en-US" sz="2400" dirty="0">
                <a:latin typeface="Arial" charset="0"/>
              </a:rPr>
              <a:t> targeted.</a:t>
            </a:r>
          </a:p>
          <a:p>
            <a:pPr eaLnBrk="1" hangingPunct="1">
              <a:lnSpc>
                <a:spcPct val="90000"/>
              </a:lnSpc>
            </a:pPr>
            <a:endParaRPr lang="en-GB" altLang="en-US" sz="2400" b="1" dirty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sz="2400" b="1" dirty="0">
                <a:solidFill>
                  <a:srgbClr val="FF0000"/>
                </a:solidFill>
                <a:latin typeface="Arial" charset="0"/>
              </a:rPr>
              <a:t>Neuromuscular specificity </a:t>
            </a:r>
            <a:r>
              <a:rPr lang="en-GB" altLang="en-US" sz="2400" b="1" dirty="0">
                <a:latin typeface="Arial" charset="0"/>
              </a:rPr>
              <a:t>: </a:t>
            </a:r>
            <a:r>
              <a:rPr lang="en-GB" altLang="en-US" sz="2400" dirty="0">
                <a:latin typeface="Arial" charset="0"/>
              </a:rPr>
              <a:t>specific </a:t>
            </a:r>
            <a:r>
              <a:rPr lang="en-GB" altLang="en-US" sz="2400" b="1" u="sng" dirty="0">
                <a:latin typeface="Arial" charset="0"/>
              </a:rPr>
              <a:t>muscle groups </a:t>
            </a:r>
            <a:r>
              <a:rPr lang="en-GB" altLang="en-US" sz="2400" dirty="0">
                <a:latin typeface="Arial" charset="0"/>
              </a:rPr>
              <a:t>and </a:t>
            </a:r>
            <a:r>
              <a:rPr lang="en-GB" altLang="en-US" sz="2400" b="1" u="sng" dirty="0">
                <a:latin typeface="Arial" charset="0"/>
              </a:rPr>
              <a:t>patterns</a:t>
            </a:r>
            <a:r>
              <a:rPr lang="en-GB" altLang="en-US" sz="2400" dirty="0">
                <a:latin typeface="Arial" charset="0"/>
              </a:rPr>
              <a:t> of movement (contractions).</a:t>
            </a:r>
            <a:br>
              <a:rPr lang="en-GB" altLang="en-US" sz="2400" dirty="0">
                <a:latin typeface="Plantin" pitchFamily="18" charset="0"/>
              </a:rPr>
            </a:br>
            <a:br>
              <a:rPr lang="en-GB" altLang="en-US" sz="2400" dirty="0">
                <a:latin typeface="Plantin" pitchFamily="18" charset="0"/>
              </a:rPr>
            </a:br>
            <a:br>
              <a:rPr lang="en-GB" altLang="en-US" sz="2400" dirty="0">
                <a:latin typeface="Plantin" pitchFamily="18" charset="0"/>
              </a:rPr>
            </a:br>
            <a:br>
              <a:rPr lang="en-GB" altLang="en-US" sz="2400" dirty="0">
                <a:latin typeface="Plantin" pitchFamily="18" charset="0"/>
              </a:rPr>
            </a:br>
            <a:br>
              <a:rPr lang="en-GB" altLang="en-US" sz="2400" dirty="0">
                <a:latin typeface="Plantin" pitchFamily="18" charset="0"/>
              </a:rPr>
            </a:br>
            <a:endParaRPr lang="en-US" altLang="en-US" sz="2400" dirty="0">
              <a:latin typeface="Plantin" pitchFamily="18" charset="0"/>
            </a:endParaRPr>
          </a:p>
        </p:txBody>
      </p:sp>
      <p:sp>
        <p:nvSpPr>
          <p:cNvPr id="13316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EB1E3D5-8B44-4F98-AD92-68DACEAE9EEA}" type="slidenum">
              <a:rPr lang="en-US" altLang="en-US"/>
              <a:pPr/>
              <a:t>15</a:t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04056" y="464233"/>
            <a:ext cx="10363200" cy="1143000"/>
          </a:xfrm>
        </p:spPr>
        <p:txBody>
          <a:bodyPr/>
          <a:lstStyle/>
          <a:p>
            <a:pPr eaLnBrk="1" hangingPunct="1"/>
            <a:r>
              <a:rPr lang="en-GB" altLang="en-US" sz="3200" dirty="0">
                <a:latin typeface="Arial" charset="0"/>
              </a:rPr>
              <a:t>Basic training principles:</a:t>
            </a:r>
            <a:r>
              <a:rPr lang="en-GB" altLang="en-US" sz="3200" b="1" dirty="0">
                <a:latin typeface="Arial" charset="0"/>
              </a:rPr>
              <a:t> </a:t>
            </a:r>
            <a:br>
              <a:rPr lang="en-GB" altLang="en-US" sz="3200" b="1" dirty="0">
                <a:latin typeface="Arial" charset="0"/>
              </a:rPr>
            </a:br>
            <a:r>
              <a:rPr lang="en-GB" altLang="en-US" sz="3600" b="1" dirty="0">
                <a:latin typeface="Arial" charset="0"/>
              </a:rPr>
              <a:t>OVERLOAD</a:t>
            </a:r>
            <a:endParaRPr lang="en-US" altLang="en-US" sz="3600" b="1" dirty="0">
              <a:latin typeface="Arial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04056" y="1863627"/>
            <a:ext cx="11362006" cy="3812687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600" dirty="0">
                <a:latin typeface="Arial" charset="0"/>
              </a:rPr>
              <a:t>A progressive heightening of the stressor to stimulate adaptation at a higher level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sz="2600" dirty="0">
              <a:latin typeface="Planti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sz="2600" dirty="0">
                <a:latin typeface="Arial" charset="0"/>
              </a:rPr>
              <a:t>Adaptation occurs in many systems including the muscular and skeletal systems, the cardiovascular system, and the nervous system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sz="2600" dirty="0">
              <a:latin typeface="Planti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sz="2600" dirty="0">
                <a:latin typeface="Arial" charset="0"/>
              </a:rPr>
              <a:t>You are aiming to create a higher potential for </a:t>
            </a:r>
            <a:r>
              <a:rPr lang="en-GB" altLang="en-US" sz="2600" dirty="0"/>
              <a:t>“</a:t>
            </a:r>
            <a:r>
              <a:rPr lang="en-GB" altLang="en-US" sz="2600" dirty="0">
                <a:latin typeface="Arial" charset="0"/>
              </a:rPr>
              <a:t>activity</a:t>
            </a:r>
            <a:r>
              <a:rPr lang="en-GB" altLang="en-US" sz="2600" dirty="0"/>
              <a:t>”</a:t>
            </a:r>
            <a:r>
              <a:rPr lang="en-GB" altLang="en-US" sz="2600" dirty="0">
                <a:latin typeface="Arial" charset="0"/>
              </a:rPr>
              <a:t> within cells/ tissues, so that the body can cope with higher exercise demands</a:t>
            </a:r>
            <a:endParaRPr lang="en-GB" altLang="en-US" sz="2600" dirty="0">
              <a:latin typeface="Planti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br>
              <a:rPr lang="en-GB" altLang="en-US" sz="2000" dirty="0">
                <a:latin typeface="Plantin" pitchFamily="18" charset="0"/>
              </a:rPr>
            </a:br>
            <a:br>
              <a:rPr lang="en-GB" altLang="en-US" sz="2000" dirty="0">
                <a:latin typeface="Plantin" pitchFamily="18" charset="0"/>
              </a:rPr>
            </a:br>
            <a:br>
              <a:rPr lang="en-GB" altLang="en-US" sz="2000" dirty="0">
                <a:latin typeface="Plantin" pitchFamily="18" charset="0"/>
              </a:rPr>
            </a:br>
            <a:endParaRPr lang="en-US" altLang="en-US" sz="2000" dirty="0">
              <a:latin typeface="Plantin" pitchFamily="18" charset="0"/>
            </a:endParaRPr>
          </a:p>
        </p:txBody>
      </p:sp>
      <p:sp>
        <p:nvSpPr>
          <p:cNvPr id="14340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7487E4E-CAE6-48CA-9529-FC0DE56A1818}" type="slidenum">
              <a:rPr lang="en-US" altLang="en-US"/>
              <a:pPr/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492369" y="393896"/>
            <a:ext cx="10363200" cy="12192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latin typeface="Arial" charset="0"/>
              </a:rPr>
              <a:t>OVERLOAD</a:t>
            </a:r>
            <a:br>
              <a:rPr lang="en-US" altLang="en-US" sz="3200" dirty="0">
                <a:latin typeface="Arial" charset="0"/>
              </a:rPr>
            </a:br>
            <a:endParaRPr lang="en-US" altLang="en-US" sz="3200" dirty="0">
              <a:latin typeface="Arial" charset="0"/>
            </a:endParaRPr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>
          <a:xfrm>
            <a:off x="492369" y="2006029"/>
            <a:ext cx="11664949" cy="2735262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400" b="1" dirty="0">
                <a:solidFill>
                  <a:schemeClr val="tx1"/>
                </a:solidFill>
                <a:latin typeface="Arial" charset="0"/>
              </a:rPr>
              <a:t>Training load </a:t>
            </a:r>
            <a:r>
              <a:rPr lang="en-GB" altLang="en-US" sz="2400" dirty="0">
                <a:solidFill>
                  <a:schemeClr val="tx1"/>
                </a:solidFill>
                <a:latin typeface="Arial" charset="0"/>
              </a:rPr>
              <a:t>of a given exercise session can be objectively evaluated by considering several quantifiable within-session variables e.g., RPE</a:t>
            </a:r>
          </a:p>
          <a:p>
            <a:pPr eaLnBrk="1" hangingPunct="1">
              <a:lnSpc>
                <a:spcPct val="90000"/>
              </a:lnSpc>
            </a:pPr>
            <a:endParaRPr lang="en-GB" altLang="en-US" sz="2400" dirty="0">
              <a:solidFill>
                <a:schemeClr val="tx1"/>
              </a:solidFill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>
                <a:solidFill>
                  <a:schemeClr val="tx1"/>
                </a:solidFill>
                <a:latin typeface="Arial" charset="0"/>
              </a:rPr>
              <a:t>The </a:t>
            </a:r>
            <a:r>
              <a:rPr lang="en-GB" altLang="en-US" sz="2400" u="sng" dirty="0">
                <a:solidFill>
                  <a:schemeClr val="tx1"/>
                </a:solidFill>
                <a:latin typeface="Arial" charset="0"/>
              </a:rPr>
              <a:t>intensity</a:t>
            </a:r>
            <a:r>
              <a:rPr lang="en-GB" altLang="en-US" sz="2400" dirty="0">
                <a:solidFill>
                  <a:schemeClr val="tx1"/>
                </a:solidFill>
                <a:latin typeface="Arial" charset="0"/>
              </a:rPr>
              <a:t> or </a:t>
            </a:r>
            <a:r>
              <a:rPr lang="en-GB" altLang="en-US" sz="2400" u="sng" dirty="0">
                <a:solidFill>
                  <a:schemeClr val="tx1"/>
                </a:solidFill>
                <a:latin typeface="Arial" charset="0"/>
              </a:rPr>
              <a:t>volume</a:t>
            </a:r>
            <a:r>
              <a:rPr lang="en-GB" altLang="en-US" sz="2400" dirty="0">
                <a:solidFill>
                  <a:schemeClr val="tx1"/>
                </a:solidFill>
                <a:latin typeface="Arial" charset="0"/>
              </a:rPr>
              <a:t> of the work must be more than the current level in order to achieve overload and therefore physiological adaptations</a:t>
            </a:r>
          </a:p>
          <a:p>
            <a:pPr eaLnBrk="1" hangingPunct="1">
              <a:lnSpc>
                <a:spcPct val="90000"/>
              </a:lnSpc>
            </a:pPr>
            <a:endParaRPr lang="en-GB" altLang="en-US" sz="2400" dirty="0">
              <a:solidFill>
                <a:schemeClr val="tx1"/>
              </a:solidFill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sz="2400" u="sng" dirty="0">
                <a:solidFill>
                  <a:schemeClr val="tx1"/>
                </a:solidFill>
                <a:latin typeface="Arial" charset="0"/>
              </a:rPr>
              <a:t>Any of the FIVT principle factors </a:t>
            </a:r>
            <a:r>
              <a:rPr lang="en-GB" altLang="en-US" sz="2400" dirty="0">
                <a:solidFill>
                  <a:schemeClr val="tx1"/>
                </a:solidFill>
                <a:latin typeface="Arial" charset="0"/>
              </a:rPr>
              <a:t>can be modified to produce overload </a:t>
            </a:r>
          </a:p>
          <a:p>
            <a:pPr lvl="1">
              <a:lnSpc>
                <a:spcPct val="90000"/>
              </a:lnSpc>
            </a:pPr>
            <a:r>
              <a:rPr lang="en-GB" altLang="en-US" sz="2100" b="1" u="sng" dirty="0">
                <a:solidFill>
                  <a:schemeClr val="tx1"/>
                </a:solidFill>
                <a:latin typeface="Arial" charset="0"/>
              </a:rPr>
              <a:t>F</a:t>
            </a:r>
            <a:r>
              <a:rPr lang="en-GB" altLang="en-US" sz="2100" dirty="0">
                <a:solidFill>
                  <a:schemeClr val="tx1"/>
                </a:solidFill>
                <a:latin typeface="Arial" charset="0"/>
              </a:rPr>
              <a:t>requency </a:t>
            </a:r>
            <a:r>
              <a:rPr lang="en-GB" altLang="en-US" sz="2100" b="1" u="sng" dirty="0">
                <a:solidFill>
                  <a:schemeClr val="tx1"/>
                </a:solidFill>
                <a:latin typeface="Arial" charset="0"/>
              </a:rPr>
              <a:t>I</a:t>
            </a:r>
            <a:r>
              <a:rPr lang="en-GB" altLang="en-US" sz="2100" dirty="0">
                <a:solidFill>
                  <a:schemeClr val="tx1"/>
                </a:solidFill>
                <a:latin typeface="Arial" charset="0"/>
              </a:rPr>
              <a:t>ntensity </a:t>
            </a:r>
            <a:r>
              <a:rPr lang="en-GB" altLang="en-US" sz="2100" b="1" u="sng" dirty="0">
                <a:solidFill>
                  <a:schemeClr val="tx1"/>
                </a:solidFill>
                <a:latin typeface="Arial" charset="0"/>
              </a:rPr>
              <a:t>V</a:t>
            </a:r>
            <a:r>
              <a:rPr lang="en-GB" altLang="en-US" sz="2100" dirty="0">
                <a:solidFill>
                  <a:schemeClr val="tx1"/>
                </a:solidFill>
                <a:latin typeface="Arial" charset="0"/>
              </a:rPr>
              <a:t>olume </a:t>
            </a:r>
            <a:r>
              <a:rPr lang="en-GB" altLang="en-US" sz="2100" b="1" u="sng" dirty="0">
                <a:solidFill>
                  <a:schemeClr val="tx1"/>
                </a:solidFill>
                <a:latin typeface="Arial" charset="0"/>
              </a:rPr>
              <a:t>T</a:t>
            </a:r>
            <a:r>
              <a:rPr lang="en-GB" altLang="en-US" sz="2100" dirty="0">
                <a:solidFill>
                  <a:schemeClr val="tx1"/>
                </a:solidFill>
                <a:latin typeface="Arial" charset="0"/>
              </a:rPr>
              <a:t>ype</a:t>
            </a:r>
          </a:p>
          <a:p>
            <a:pPr eaLnBrk="1" hangingPunct="1">
              <a:lnSpc>
                <a:spcPct val="90000"/>
              </a:lnSpc>
            </a:pPr>
            <a:endParaRPr lang="en-GB" altLang="en-US" sz="24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5365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8B1B8DA-6CAF-4146-B00A-3AB5DF06C80F}" type="slidenum">
              <a:rPr lang="en-US" altLang="en-US"/>
              <a:pPr/>
              <a:t>17</a:t>
            </a:fld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1"/>
          <p:cNvSpPr>
            <a:spLocks noGrp="1"/>
          </p:cNvSpPr>
          <p:nvPr>
            <p:ph type="title"/>
          </p:nvPr>
        </p:nvSpPr>
        <p:spPr>
          <a:xfrm>
            <a:off x="384374" y="302924"/>
            <a:ext cx="7804546" cy="759024"/>
          </a:xfrm>
          <a:prstGeom prst="rect">
            <a:avLst/>
          </a:prstGeom>
        </p:spPr>
        <p:txBody>
          <a:bodyPr>
            <a:normAutofit/>
          </a:bodyPr>
          <a:lstStyle>
            <a:lvl1pPr defTabSz="467359">
              <a:defRPr sz="6400"/>
            </a:lvl1pPr>
          </a:lstStyle>
          <a:p>
            <a:pPr lvl="0">
              <a:defRPr sz="1800"/>
            </a:pPr>
            <a:r>
              <a:rPr sz="3600" dirty="0"/>
              <a:t>Training load monitoring</a:t>
            </a:r>
          </a:p>
        </p:txBody>
      </p:sp>
      <p:sp>
        <p:nvSpPr>
          <p:cNvPr id="215" name="Shape 21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/>
            <a:fld id="{86CB4B4D-7CA3-9044-876B-883B54F8677D}" type="slidenum">
              <a:rPr/>
              <a:t>18</a:t>
            </a:fld>
            <a:endParaRPr/>
          </a:p>
        </p:txBody>
      </p:sp>
      <p:graphicFrame>
        <p:nvGraphicFramePr>
          <p:cNvPr id="212" name="Table 212"/>
          <p:cNvGraphicFramePr/>
          <p:nvPr>
            <p:extLst>
              <p:ext uri="{D42A27DB-BD31-4B8C-83A1-F6EECF244321}">
                <p14:modId xmlns:p14="http://schemas.microsoft.com/office/powerpoint/2010/main" val="3661097061"/>
              </p:ext>
            </p:extLst>
          </p:nvPr>
        </p:nvGraphicFramePr>
        <p:xfrm>
          <a:off x="1010804" y="1144271"/>
          <a:ext cx="3680772" cy="5644768"/>
        </p:xfrm>
        <a:graphic>
          <a:graphicData uri="http://schemas.openxmlformats.org/drawingml/2006/table">
            <a:tbl>
              <a:tblPr/>
              <a:tblGrid>
                <a:gridCol w="339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03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8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56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97146">
                <a:tc>
                  <a:txBody>
                    <a:bodyPr/>
                    <a:lstStyle/>
                    <a:p>
                      <a:pPr lvl="0" defTabSz="457200"/>
                      <a:r>
                        <a:rPr sz="8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Week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457200"/>
                      <a:r>
                        <a:rPr sz="8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Day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457200"/>
                      <a:r>
                        <a:rPr sz="8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RPE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457200"/>
                      <a:r>
                        <a:rPr sz="8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Duration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457200"/>
                      <a:r>
                        <a:rPr sz="8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TL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457200">
                        <a:defRPr sz="1100" b="1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anchor="ctr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457200">
                        <a:defRPr sz="1100" b="1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457200">
                        <a:defRPr sz="1100" b="1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952">
                <a:tc rowSpan="7">
                  <a:txBody>
                    <a:bodyPr/>
                    <a:lstStyle/>
                    <a:p>
                      <a:pPr lvl="0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6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Monday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100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9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Tuesday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90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270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9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Wednesday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150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SD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152.2</a:t>
                      </a:r>
                    </a:p>
                  </a:txBody>
                  <a:tcPr marL="35719" marR="35719" marT="35719" marB="35719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9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Thursday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100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500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Total TL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1707.0</a:t>
                      </a:r>
                    </a:p>
                  </a:txBody>
                  <a:tcPr marL="35719" marR="35719" marT="35719" marB="35719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9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Friday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100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Average TL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243.9</a:t>
                      </a:r>
                    </a:p>
                  </a:txBody>
                  <a:tcPr marL="35719" marR="35719" marT="35719" marB="35719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9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Saturday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200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Monotony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1.6</a:t>
                      </a:r>
                    </a:p>
                  </a:txBody>
                  <a:tcPr marL="35719" marR="35719" marT="35719" marB="35719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9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Sunday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9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43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387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Training stress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 dirty="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2735.8</a:t>
                      </a:r>
                    </a:p>
                  </a:txBody>
                  <a:tcPr marL="35719" marR="35719" marT="35719" marB="35719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952">
                <a:tc rowSpan="7">
                  <a:txBody>
                    <a:bodyPr/>
                    <a:lstStyle/>
                    <a:p>
                      <a:pPr lvl="0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Monday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35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175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9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Tuesday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19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Wednesday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100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500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SD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172.8</a:t>
                      </a:r>
                    </a:p>
                  </a:txBody>
                  <a:tcPr marL="35719" marR="35719" marT="35719" marB="35719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19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Thursday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100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Total TL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1010.0</a:t>
                      </a:r>
                    </a:p>
                  </a:txBody>
                  <a:tcPr marL="35719" marR="35719" marT="35719" marB="35719" horzOverflow="overflow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19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Friday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60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Average TL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144.3</a:t>
                      </a:r>
                    </a:p>
                  </a:txBody>
                  <a:tcPr marL="35719" marR="35719" marT="35719" marB="35719" horzOverflow="overflow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19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Saturday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35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175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Monotony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0.8</a:t>
                      </a:r>
                    </a:p>
                  </a:txBody>
                  <a:tcPr marL="35719" marR="35719" marT="35719" marB="35719" horzOverflow="overflow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19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Sunday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Training stress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843.4</a:t>
                      </a:r>
                    </a:p>
                  </a:txBody>
                  <a:tcPr marL="35719" marR="35719" marT="35719" marB="35719" horzOverflow="overflow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1952">
                <a:tc rowSpan="7">
                  <a:txBody>
                    <a:bodyPr/>
                    <a:lstStyle/>
                    <a:p>
                      <a:pPr lvl="0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8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Monday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150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19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Tuesday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100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500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19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Wednesday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100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SD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148.1</a:t>
                      </a:r>
                    </a:p>
                  </a:txBody>
                  <a:tcPr marL="35719" marR="35719" marT="35719" marB="35719" horzOverflow="overflow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419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Thursday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90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270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Total TL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1755.5</a:t>
                      </a:r>
                    </a:p>
                  </a:txBody>
                  <a:tcPr marL="35719" marR="35719" marT="35719" marB="35719" horzOverflow="overflow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19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Friday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100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Average TL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250.8</a:t>
                      </a:r>
                    </a:p>
                  </a:txBody>
                  <a:tcPr marL="35719" marR="35719" marT="35719" marB="35719" horzOverflow="overflow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419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Saturday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90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270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Monotony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1.7</a:t>
                      </a:r>
                    </a:p>
                  </a:txBody>
                  <a:tcPr marL="35719" marR="35719" marT="35719" marB="35719" horzOverflow="overflow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419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Sunday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8.5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43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365.5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1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800"/>
                    </a:p>
                  </a:txBody>
                  <a:tcPr marL="35719" marR="35719" marT="35719" marB="35719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defTabSz="457200"/>
                      <a:r>
                        <a:rPr sz="8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Training strain</a:t>
                      </a:r>
                    </a:p>
                  </a:txBody>
                  <a:tcPr marL="35719" marR="35719" marT="35719" marB="35719" horzOverflow="overflow"/>
                </a:tc>
                <a:tc>
                  <a:txBody>
                    <a:bodyPr/>
                    <a:lstStyle/>
                    <a:p>
                      <a:pPr lvl="0" algn="r" defTabSz="457200"/>
                      <a:r>
                        <a:rPr sz="800" dirty="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2972.3</a:t>
                      </a:r>
                    </a:p>
                  </a:txBody>
                  <a:tcPr marL="35719" marR="35719" marT="35719" marB="35719" horzOverflow="overflow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graphicFrame>
        <p:nvGraphicFramePr>
          <p:cNvPr id="213" name="Chart 213"/>
          <p:cNvGraphicFramePr/>
          <p:nvPr>
            <p:extLst>
              <p:ext uri="{D42A27DB-BD31-4B8C-83A1-F6EECF244321}">
                <p14:modId xmlns:p14="http://schemas.microsoft.com/office/powerpoint/2010/main" val="4122707372"/>
              </p:ext>
            </p:extLst>
          </p:nvPr>
        </p:nvGraphicFramePr>
        <p:xfrm>
          <a:off x="5191237" y="1682161"/>
          <a:ext cx="5187669" cy="2488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4" name="Shape 214"/>
          <p:cNvSpPr/>
          <p:nvPr/>
        </p:nvSpPr>
        <p:spPr>
          <a:xfrm>
            <a:off x="5191237" y="4750814"/>
            <a:ext cx="5788597" cy="11542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marL="217033" indent="-217033">
              <a:buSzPct val="75000"/>
              <a:buChar char="•"/>
              <a:defRPr sz="1800"/>
            </a:pPr>
            <a:r>
              <a:rPr sz="1758" dirty="0"/>
              <a:t>Valid and reliable method of measuring training load (Wallace et al, 2009)</a:t>
            </a:r>
          </a:p>
          <a:p>
            <a:pPr marL="217033" indent="-217033">
              <a:buSzPct val="75000"/>
              <a:buChar char="•"/>
              <a:defRPr sz="1800"/>
            </a:pPr>
            <a:r>
              <a:rPr sz="1758" dirty="0"/>
              <a:t>Easy and practical</a:t>
            </a:r>
          </a:p>
          <a:p>
            <a:pPr marL="217033" indent="-217033">
              <a:buSzPct val="75000"/>
              <a:buChar char="•"/>
              <a:defRPr sz="1800"/>
            </a:pPr>
            <a:r>
              <a:rPr sz="1758" dirty="0"/>
              <a:t>Incorporates all forms of training into one type of measure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62" y="0"/>
            <a:ext cx="11784037" cy="11430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Arial" charset="0"/>
              </a:rPr>
              <a:t>SUPERCOMPENSATION</a:t>
            </a:r>
            <a:endParaRPr lang="en-US" altLang="en-US" dirty="0">
              <a:latin typeface="Arial" charset="0"/>
            </a:endParaRPr>
          </a:p>
        </p:txBody>
      </p:sp>
      <p:sp>
        <p:nvSpPr>
          <p:cNvPr id="24581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3CB61C9-3A8E-4F70-A3AE-B6812963E89F}" type="slidenum">
              <a:rPr lang="en-US" altLang="en-US" smtClean="0"/>
              <a:pPr/>
              <a:t>19</a:t>
            </a:fld>
            <a:endParaRPr lang="en-US" alt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08D1C4-8275-4529-BA4F-43C46A87A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315" y="1328560"/>
            <a:ext cx="8270214" cy="520859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7F7EB-FA0E-436B-8DBE-48BFEDB43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92" y="416640"/>
            <a:ext cx="9505056" cy="646026"/>
          </a:xfrm>
        </p:spPr>
        <p:txBody>
          <a:bodyPr/>
          <a:lstStyle/>
          <a:p>
            <a:r>
              <a:rPr lang="en-GB" dirty="0" err="1"/>
              <a:t>oVERTRAINING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6DA88-5CC4-49C2-AC80-F781DEE5D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73" y="1256784"/>
            <a:ext cx="6511412" cy="5184576"/>
          </a:xfrm>
        </p:spPr>
        <p:txBody>
          <a:bodyPr>
            <a:normAutofit/>
          </a:bodyPr>
          <a:lstStyle/>
          <a:p>
            <a:r>
              <a:rPr lang="en-GB" dirty="0"/>
              <a:t>Generally, training will induce fatigue that may take 24-48 hours (similar to DOMS)</a:t>
            </a:r>
          </a:p>
          <a:p>
            <a:r>
              <a:rPr lang="en-GB" dirty="0"/>
              <a:t>In a balanced training programme, it is typical to plan for a </a:t>
            </a:r>
            <a:r>
              <a:rPr lang="en-GB" b="1" dirty="0"/>
              <a:t>progressive overload </a:t>
            </a:r>
            <a:r>
              <a:rPr lang="en-GB" dirty="0"/>
              <a:t>- recovery may take </a:t>
            </a:r>
            <a:r>
              <a:rPr lang="en-GB" b="1" dirty="0"/>
              <a:t>1-2 weeks</a:t>
            </a:r>
            <a:endParaRPr lang="en-GB" dirty="0"/>
          </a:p>
          <a:p>
            <a:r>
              <a:rPr lang="en-GB" dirty="0"/>
              <a:t>However if overload is </a:t>
            </a:r>
            <a:r>
              <a:rPr lang="en-GB" b="1" dirty="0"/>
              <a:t>excessive</a:t>
            </a:r>
            <a:r>
              <a:rPr lang="en-GB" dirty="0"/>
              <a:t> alongside a </a:t>
            </a:r>
            <a:r>
              <a:rPr lang="en-GB" b="1" dirty="0"/>
              <a:t>poor programme</a:t>
            </a:r>
            <a:r>
              <a:rPr lang="en-GB" dirty="0"/>
              <a:t>, recovery is prolonged from </a:t>
            </a:r>
            <a:r>
              <a:rPr lang="en-GB" b="1" dirty="0"/>
              <a:t>weeks to months</a:t>
            </a:r>
            <a:endParaRPr lang="en-GB" dirty="0"/>
          </a:p>
          <a:p>
            <a:r>
              <a:rPr lang="en-GB" dirty="0"/>
              <a:t>As a result, the constant </a:t>
            </a:r>
            <a:r>
              <a:rPr lang="en-GB" b="1" dirty="0"/>
              <a:t>build up of stress from overload</a:t>
            </a:r>
            <a:r>
              <a:rPr lang="en-GB" dirty="0"/>
              <a:t>, combined with a </a:t>
            </a:r>
            <a:r>
              <a:rPr lang="en-GB" b="1" dirty="0"/>
              <a:t>poor programme (poor rest timings and lack of recovery)</a:t>
            </a:r>
            <a:r>
              <a:rPr lang="en-GB" dirty="0"/>
              <a:t> leads to </a:t>
            </a:r>
            <a:r>
              <a:rPr lang="en-GB" b="1" dirty="0"/>
              <a:t>non-functional overreaching (NFOR) </a:t>
            </a:r>
            <a:r>
              <a:rPr lang="en-GB" dirty="0"/>
              <a:t>OR </a:t>
            </a:r>
            <a:r>
              <a:rPr lang="en-GB" b="1" dirty="0"/>
              <a:t>overtraining syndrome (OTS)</a:t>
            </a:r>
            <a:endParaRPr lang="en-GB" dirty="0"/>
          </a:p>
          <a:p>
            <a:r>
              <a:rPr lang="en-GB" b="1" dirty="0"/>
              <a:t>Exercise addiction </a:t>
            </a:r>
            <a:r>
              <a:rPr lang="en-GB" dirty="0"/>
              <a:t>– athletes sometimes suffer from the euphoric feeling from training. Less focused on adaptations and more focused on the release of endorphins and dopamine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21C12F-2ADE-4194-99CA-1C59959B3E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05" r="3005"/>
          <a:stretch/>
        </p:blipFill>
        <p:spPr>
          <a:xfrm>
            <a:off x="6228149" y="1484785"/>
            <a:ext cx="5962265" cy="422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87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C7F2-8751-4B99-A51B-528E0BA21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60" y="-390872"/>
            <a:ext cx="9144001" cy="1371600"/>
          </a:xfrm>
        </p:spPr>
        <p:txBody>
          <a:bodyPr/>
          <a:lstStyle/>
          <a:p>
            <a:r>
              <a:rPr lang="en-GB" dirty="0"/>
              <a:t>Imbalances in the endocrine system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F286B98-0BFE-4DB0-B352-9936C305BA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0053941"/>
              </p:ext>
            </p:extLst>
          </p:nvPr>
        </p:nvGraphicFramePr>
        <p:xfrm>
          <a:off x="1508935" y="1128774"/>
          <a:ext cx="8765744" cy="5401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217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C7F2-8751-4B99-A51B-528E0BA21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02" y="-390872"/>
            <a:ext cx="11737304" cy="1371600"/>
          </a:xfrm>
        </p:spPr>
        <p:txBody>
          <a:bodyPr/>
          <a:lstStyle/>
          <a:p>
            <a:r>
              <a:rPr lang="en-GB" dirty="0"/>
              <a:t>How does this impact the musculoskeletal system?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F286B98-0BFE-4DB0-B352-9936C305BA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7948229"/>
              </p:ext>
            </p:extLst>
          </p:nvPr>
        </p:nvGraphicFramePr>
        <p:xfrm>
          <a:off x="1543769" y="1250693"/>
          <a:ext cx="8765744" cy="5401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606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6A89F-7D92-4F97-8875-CCD91A853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Endurance Adaptations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5662B-8810-A0D1-2EF5-53D263FE3B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2300" dirty="0">
                <a:solidFill>
                  <a:srgbClr val="0000CC"/>
                </a:solidFill>
                <a:sym typeface="Symbol"/>
              </a:rPr>
              <a:t></a:t>
            </a:r>
            <a:r>
              <a:rPr lang="en-US" sz="2300" dirty="0">
                <a:solidFill>
                  <a:srgbClr val="0000CC"/>
                </a:solidFill>
              </a:rPr>
              <a:t> capillary density</a:t>
            </a:r>
            <a:endParaRPr lang="en-GB" altLang="en-GB" sz="2300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2300" dirty="0">
                <a:solidFill>
                  <a:srgbClr val="0000CC"/>
                </a:solidFill>
                <a:sym typeface="Symbol"/>
              </a:rPr>
              <a:t></a:t>
            </a:r>
            <a:r>
              <a:rPr lang="en-US" sz="2300" dirty="0">
                <a:solidFill>
                  <a:srgbClr val="0000CC"/>
                </a:solidFill>
              </a:rPr>
              <a:t> </a:t>
            </a:r>
            <a:r>
              <a:rPr lang="en-US" sz="2300" dirty="0" err="1">
                <a:solidFill>
                  <a:srgbClr val="0000CC"/>
                </a:solidFill>
              </a:rPr>
              <a:t>haemaglobin</a:t>
            </a:r>
            <a:r>
              <a:rPr lang="en-US" sz="2300" dirty="0">
                <a:solidFill>
                  <a:srgbClr val="0000CC"/>
                </a:solidFill>
              </a:rPr>
              <a:t> &amp; myoglobin?</a:t>
            </a:r>
            <a:endParaRPr lang="en-GB" altLang="en-GB" sz="2300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2300" dirty="0">
                <a:solidFill>
                  <a:srgbClr val="0000CC"/>
                </a:solidFill>
                <a:sym typeface="Symbol"/>
              </a:rPr>
              <a:t></a:t>
            </a:r>
            <a:r>
              <a:rPr lang="en-US" sz="2300" dirty="0">
                <a:solidFill>
                  <a:srgbClr val="0000CC"/>
                </a:solidFill>
              </a:rPr>
              <a:t> aerobic enzyme concentration</a:t>
            </a:r>
            <a:endParaRPr lang="en-GB" altLang="en-GB" sz="2300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2300" dirty="0">
                <a:solidFill>
                  <a:srgbClr val="0000CC"/>
                </a:solidFill>
                <a:sym typeface="Symbol"/>
              </a:rPr>
              <a:t></a:t>
            </a:r>
            <a:r>
              <a:rPr lang="en-US" sz="2300" dirty="0">
                <a:solidFill>
                  <a:srgbClr val="0000CC"/>
                </a:solidFill>
              </a:rPr>
              <a:t> red blood cell mass </a:t>
            </a:r>
            <a:endParaRPr lang="en-GB" altLang="en-GB" sz="2300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2300" dirty="0">
                <a:solidFill>
                  <a:srgbClr val="0000CC"/>
                </a:solidFill>
                <a:sym typeface="Symbol"/>
              </a:rPr>
              <a:t></a:t>
            </a:r>
            <a:r>
              <a:rPr lang="en-US" sz="2300" dirty="0">
                <a:solidFill>
                  <a:srgbClr val="0000CC"/>
                </a:solidFill>
              </a:rPr>
              <a:t> plasma volume</a:t>
            </a:r>
            <a:endParaRPr lang="en-GB" altLang="en-GB" sz="2300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2300" dirty="0">
                <a:solidFill>
                  <a:srgbClr val="0000CC"/>
                </a:solidFill>
                <a:sym typeface="Symbol"/>
              </a:rPr>
              <a:t></a:t>
            </a:r>
            <a:r>
              <a:rPr lang="en-US" sz="2300" dirty="0">
                <a:solidFill>
                  <a:srgbClr val="0000CC"/>
                </a:solidFill>
              </a:rPr>
              <a:t> cardiac output</a:t>
            </a:r>
            <a:endParaRPr lang="en-GB" altLang="en-GB" sz="2300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2300" dirty="0">
                <a:solidFill>
                  <a:srgbClr val="0000CC"/>
                </a:solidFill>
                <a:sym typeface="Symbol"/>
              </a:rPr>
              <a:t></a:t>
            </a:r>
            <a:r>
              <a:rPr lang="en-US" sz="2300" dirty="0">
                <a:solidFill>
                  <a:srgbClr val="0000CC"/>
                </a:solidFill>
              </a:rPr>
              <a:t> glycogen storage?</a:t>
            </a:r>
            <a:endParaRPr lang="en-GB" altLang="en-GB" sz="2300" dirty="0">
              <a:solidFill>
                <a:srgbClr val="0000CC"/>
              </a:solidFill>
            </a:endParaRP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018979-51CD-80E0-3E34-0B3CE7E24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4093284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>
                <a:solidFill>
                  <a:srgbClr val="0000CC"/>
                </a:solidFill>
                <a:sym typeface="Symbol"/>
              </a:rPr>
              <a:t></a:t>
            </a:r>
            <a:r>
              <a:rPr lang="en-US" sz="2000" dirty="0">
                <a:solidFill>
                  <a:srgbClr val="0000CC"/>
                </a:solidFill>
              </a:rPr>
              <a:t> fat burning capacity at a given exercise intensity </a:t>
            </a:r>
            <a:endParaRPr lang="en-GB" altLang="en-GB" sz="2000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solidFill>
                  <a:srgbClr val="0000CC"/>
                </a:solidFill>
                <a:sym typeface="Symbol"/>
              </a:rPr>
              <a:t></a:t>
            </a:r>
            <a:r>
              <a:rPr lang="en-US" sz="2000" dirty="0">
                <a:solidFill>
                  <a:srgbClr val="0000CC"/>
                </a:solidFill>
              </a:rPr>
              <a:t> capacity for evaporative heat loss [thermo-regulatory capillarization]</a:t>
            </a:r>
            <a:endParaRPr lang="en-GB" altLang="en-GB" sz="2000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solidFill>
                  <a:srgbClr val="0000CC"/>
                </a:solidFill>
                <a:sym typeface="Symbol"/>
              </a:rPr>
              <a:t></a:t>
            </a:r>
            <a:r>
              <a:rPr lang="en-US" sz="2000" dirty="0">
                <a:solidFill>
                  <a:srgbClr val="0000CC"/>
                </a:solidFill>
              </a:rPr>
              <a:t> mitochondrial size and number</a:t>
            </a:r>
            <a:endParaRPr lang="en-GB" altLang="en-GB" sz="2000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solidFill>
                  <a:srgbClr val="0000CC"/>
                </a:solidFill>
                <a:sym typeface="Symbol"/>
              </a:rPr>
              <a:t></a:t>
            </a:r>
            <a:r>
              <a:rPr lang="en-US" sz="2000" dirty="0">
                <a:solidFill>
                  <a:srgbClr val="0000CC"/>
                </a:solidFill>
              </a:rPr>
              <a:t>arterial-venous O</a:t>
            </a:r>
            <a:r>
              <a:rPr lang="en-US" sz="2000" baseline="-25000" dirty="0">
                <a:solidFill>
                  <a:srgbClr val="0000CC"/>
                </a:solidFill>
              </a:rPr>
              <a:t>2</a:t>
            </a:r>
            <a:r>
              <a:rPr lang="en-US" sz="2000" dirty="0">
                <a:solidFill>
                  <a:srgbClr val="0000CC"/>
                </a:solidFill>
              </a:rPr>
              <a:t> difference</a:t>
            </a:r>
            <a:endParaRPr lang="en-GB" altLang="en-GB" sz="2000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solidFill>
                  <a:srgbClr val="0000CC"/>
                </a:solidFill>
                <a:sym typeface="Symbol"/>
              </a:rPr>
              <a:t></a:t>
            </a:r>
            <a:r>
              <a:rPr lang="en-US" sz="2000" dirty="0">
                <a:solidFill>
                  <a:srgbClr val="0000CC"/>
                </a:solidFill>
              </a:rPr>
              <a:t>ventilation due to tidal volume and breathing frequency  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solidFill>
                  <a:srgbClr val="0000CC"/>
                </a:solidFill>
                <a:sym typeface="Symbol"/>
              </a:rPr>
              <a:t></a:t>
            </a:r>
            <a:r>
              <a:rPr lang="en-US" sz="2000" dirty="0">
                <a:solidFill>
                  <a:srgbClr val="0000CC"/>
                </a:solidFill>
              </a:rPr>
              <a:t> body fat percentage?</a:t>
            </a:r>
            <a:endParaRPr lang="en-GB" altLang="en-GB" sz="2000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solidFill>
                  <a:srgbClr val="0000CC"/>
                </a:solidFill>
                <a:sym typeface="Symbol"/>
              </a:rPr>
              <a:t></a:t>
            </a:r>
            <a:r>
              <a:rPr lang="en-US" sz="2000" dirty="0">
                <a:solidFill>
                  <a:srgbClr val="0000CC"/>
                </a:solidFill>
              </a:rPr>
              <a:t> sodium loss through sweating?</a:t>
            </a:r>
            <a:endParaRPr lang="en-GB" altLang="en-GB" sz="2000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solidFill>
                  <a:srgbClr val="0000CC"/>
                </a:solidFill>
                <a:sym typeface="Symbol"/>
              </a:rPr>
              <a:t></a:t>
            </a:r>
            <a:r>
              <a:rPr lang="en-US" sz="2000" dirty="0">
                <a:solidFill>
                  <a:srgbClr val="0000CC"/>
                </a:solidFill>
              </a:rPr>
              <a:t> Reduced systolic and diastolic blood pressure at rest and during sub-maximal exercise ?</a:t>
            </a:r>
            <a:endParaRPr lang="en-GB" altLang="en-GB" sz="2000" dirty="0">
              <a:solidFill>
                <a:srgbClr val="0000CC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07207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C1648E-E587-C59F-0059-35E839408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GB" dirty="0"/>
              <a:t>Measurements of endurance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D5584E-7224-8CB9-784F-056385388F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2734426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75498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7C737-833E-7B5E-247B-BDD18FD04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Strength adaptations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A9D55-61AD-8222-B112-78E64F20E3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Increasing speed / power performance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Injury prevention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Muscular endurance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Muscle hypertrophy</a:t>
            </a:r>
          </a:p>
          <a:p>
            <a:pPr lvl="1" eaLnBrk="1" hangingPunct="1">
              <a:buFontTx/>
              <a:buChar char="•"/>
            </a:pPr>
            <a:endParaRPr lang="en-GB" sz="1800" dirty="0">
              <a:solidFill>
                <a:schemeClr val="tx1"/>
              </a:solidFill>
            </a:endParaRP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4924BE-AD76-B881-8196-8D70F68D5D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Cross-Sectional Area (CSA) 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 is </a:t>
            </a:r>
            <a:r>
              <a:rPr lang="en-GB" altLang="en-US" sz="18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directly</a:t>
            </a:r>
            <a:r>
              <a:rPr lang="en-GB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related to CSA 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Muscle fibre composition 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“fast” (type II) muscle fibres = greater force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Connective tissue structure &amp; muscle-tendon arrangement 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Transmission of force to lever (skeletal) system is modified by angle of tendon insertion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2959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22A1-2BE0-AA1D-379E-5DECCCA03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Resistance training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59D489EA-24E0-2737-5CCC-7B50245E838B}"/>
              </a:ext>
            </a:extLst>
          </p:cNvPr>
          <p:cNvSpPr txBox="1">
            <a:spLocks noGrp="1" noChangeArrowheads="1"/>
          </p:cNvSpPr>
          <p:nvPr>
            <p:ph sz="half" idx="2"/>
          </p:nvPr>
        </p:nvSpPr>
        <p:spPr bwMode="auto">
          <a:xfrm>
            <a:off x="581192" y="2319765"/>
            <a:ext cx="5194766" cy="321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lvl="1"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lang="en-US" altLang="en-US" sz="2800" b="1" dirty="0">
                <a:solidFill>
                  <a:srgbClr val="0070C0"/>
                </a:solidFill>
                <a:latin typeface="Arial" pitchFamily="34" charset="0"/>
              </a:rPr>
              <a:t>Increased speed </a:t>
            </a:r>
          </a:p>
          <a:p>
            <a:pPr lvl="1"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lang="en-US" altLang="en-US" sz="2800" b="1" dirty="0">
                <a:solidFill>
                  <a:srgbClr val="0070C0"/>
                </a:solidFill>
                <a:latin typeface="Arial" pitchFamily="34" charset="0"/>
              </a:rPr>
              <a:t>Increased jump height 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ü"/>
            </a:pPr>
            <a:r>
              <a:rPr lang="en-US" altLang="en-US" sz="2800" b="1" dirty="0">
                <a:solidFill>
                  <a:srgbClr val="0070C0"/>
                </a:solidFill>
                <a:latin typeface="Arial" pitchFamily="34" charset="0"/>
              </a:rPr>
              <a:t>Increased endurance performance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ü"/>
            </a:pPr>
            <a:r>
              <a:rPr lang="en-GB" altLang="en-US" sz="2800" b="1" dirty="0">
                <a:solidFill>
                  <a:srgbClr val="0070C0"/>
                </a:solidFill>
                <a:latin typeface="Arial" pitchFamily="34" charset="0"/>
              </a:rPr>
              <a:t>Increased “metabolic fitness”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EA2E3A91-85DA-95DA-795A-CE24E3157F28}"/>
              </a:ext>
            </a:extLst>
          </p:cNvPr>
          <p:cNvSpPr txBox="1">
            <a:spLocks noGrp="1" noChangeArrowheads="1"/>
          </p:cNvSpPr>
          <p:nvPr>
            <p:ph sz="quarter" idx="4"/>
          </p:nvPr>
        </p:nvSpPr>
        <p:spPr bwMode="auto">
          <a:xfrm>
            <a:off x="6416037" y="2319765"/>
            <a:ext cx="5194771" cy="316702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lvl="1" eaLnBrk="1" hangingPunct="1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ü"/>
            </a:pPr>
            <a:r>
              <a:rPr lang="en-US" altLang="en-US" sz="2800" b="1" dirty="0">
                <a:solidFill>
                  <a:srgbClr val="7030A0"/>
                </a:solidFill>
                <a:latin typeface="Arial" pitchFamily="34" charset="0"/>
              </a:rPr>
              <a:t>Decreased injury risk</a:t>
            </a:r>
            <a:endParaRPr lang="en-GB" altLang="en-US" sz="2800" b="1" dirty="0">
              <a:solidFill>
                <a:srgbClr val="7030A0"/>
              </a:solidFill>
              <a:latin typeface="Arial" pitchFamily="34" charset="0"/>
            </a:endParaRP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ü"/>
            </a:pPr>
            <a:r>
              <a:rPr lang="en-GB" altLang="en-US" sz="2800" b="1" dirty="0">
                <a:solidFill>
                  <a:srgbClr val="7030A0"/>
                </a:solidFill>
                <a:latin typeface="Arial" pitchFamily="34" charset="0"/>
              </a:rPr>
              <a:t>Decreased body fat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ü"/>
            </a:pPr>
            <a:r>
              <a:rPr lang="en-GB" altLang="en-US" sz="2800" b="1" dirty="0">
                <a:solidFill>
                  <a:srgbClr val="7030A0"/>
                </a:solidFill>
                <a:latin typeface="Arial" pitchFamily="34" charset="0"/>
              </a:rPr>
              <a:t>Decreased falls in the elderly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ü"/>
            </a:pPr>
            <a:r>
              <a:rPr lang="en-US" altLang="en-US" sz="2800" b="1" dirty="0">
                <a:solidFill>
                  <a:srgbClr val="7030A0"/>
                </a:solidFill>
                <a:latin typeface="Arial" pitchFamily="34" charset="0"/>
              </a:rPr>
              <a:t>Decreased age-related bone and muscle loss</a:t>
            </a:r>
            <a:endParaRPr lang="en-GB" altLang="en-US" sz="2000" b="1" dirty="0">
              <a:solidFill>
                <a:srgbClr val="7030A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2085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 idx="4294967295"/>
          </p:nvPr>
        </p:nvSpPr>
        <p:spPr>
          <a:xfrm>
            <a:off x="433199" y="569523"/>
            <a:ext cx="8229600" cy="908050"/>
          </a:xfrm>
        </p:spPr>
        <p:txBody>
          <a:bodyPr/>
          <a:lstStyle/>
          <a:p>
            <a:r>
              <a:rPr lang="en-GB" altLang="en-US" sz="4000" dirty="0">
                <a:solidFill>
                  <a:schemeClr val="tx1"/>
                </a:solidFill>
                <a:latin typeface="+mn-lt"/>
              </a:rPr>
              <a:t>NO pain no GAIN?</a:t>
            </a:r>
          </a:p>
        </p:txBody>
      </p:sp>
      <p:sp>
        <p:nvSpPr>
          <p:cNvPr id="17411" name="Rectangle 3"/>
          <p:cNvSpPr>
            <a:spLocks noGrp="1"/>
          </p:cNvSpPr>
          <p:nvPr>
            <p:ph type="body" sz="half" idx="4294967295"/>
          </p:nvPr>
        </p:nvSpPr>
        <p:spPr>
          <a:xfrm>
            <a:off x="500614" y="1363386"/>
            <a:ext cx="11575429" cy="1871662"/>
          </a:xfrm>
        </p:spPr>
        <p:txBody>
          <a:bodyPr/>
          <a:lstStyle/>
          <a:p>
            <a:r>
              <a:rPr lang="en-GB" altLang="en-US" sz="2400" dirty="0"/>
              <a:t>Many trainees believe that DOMS (delayed onset muscle soreness) – a sign of muscle damage “microtrauma” is a requisite for strength and hypertrophy gains with RT </a:t>
            </a:r>
          </a:p>
          <a:p>
            <a:endParaRPr lang="en-GB" altLang="en-US" sz="2400" dirty="0"/>
          </a:p>
        </p:txBody>
      </p:sp>
      <p:pic>
        <p:nvPicPr>
          <p:cNvPr id="7172" name="Picture 6" descr="F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71748" y="3522894"/>
            <a:ext cx="1965702" cy="3335107"/>
          </a:xfrm>
          <a:prstGeom prst="rect">
            <a:avLst/>
          </a:prstGeom>
          <a:noFill/>
          <a:ln>
            <a:noFill/>
          </a:ln>
          <a:effectLst>
            <a:softEdge rad="50800"/>
          </a:effectLst>
        </p:spPr>
      </p:pic>
      <p:pic>
        <p:nvPicPr>
          <p:cNvPr id="7173" name="Picture 7" descr="F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82297" y="3515976"/>
            <a:ext cx="1965702" cy="3313112"/>
          </a:xfrm>
          <a:prstGeom prst="rect">
            <a:avLst/>
          </a:prstGeom>
          <a:noFill/>
          <a:ln>
            <a:noFill/>
          </a:ln>
          <a:effectLst>
            <a:softEdge rad="50800"/>
          </a:effectLst>
        </p:spPr>
      </p:pic>
      <p:sp>
        <p:nvSpPr>
          <p:cNvPr id="17414" name="Text Box 8"/>
          <p:cNvSpPr txBox="1">
            <a:spLocks noChangeArrowheads="1"/>
          </p:cNvSpPr>
          <p:nvPr/>
        </p:nvSpPr>
        <p:spPr bwMode="auto">
          <a:xfrm>
            <a:off x="896216" y="2911138"/>
            <a:ext cx="5337865" cy="430887"/>
          </a:xfrm>
          <a:prstGeom prst="rect">
            <a:avLst/>
          </a:prstGeom>
          <a:solidFill>
            <a:schemeClr val="accent1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altLang="en-US" sz="2200" dirty="0"/>
              <a:t>Normal appearance of muscle fibres</a:t>
            </a:r>
          </a:p>
        </p:txBody>
      </p:sp>
      <p:sp>
        <p:nvSpPr>
          <p:cNvPr id="17415" name="Text Box 9"/>
          <p:cNvSpPr txBox="1">
            <a:spLocks noChangeArrowheads="1"/>
          </p:cNvSpPr>
          <p:nvPr/>
        </p:nvSpPr>
        <p:spPr bwMode="auto">
          <a:xfrm>
            <a:off x="6833154" y="2900141"/>
            <a:ext cx="5242890" cy="430887"/>
          </a:xfrm>
          <a:prstGeom prst="rect">
            <a:avLst/>
          </a:prstGeom>
          <a:solidFill>
            <a:schemeClr val="accent1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altLang="en-US" sz="2200" dirty="0"/>
              <a:t>Fibres with exercise induced microtrauma</a:t>
            </a:r>
          </a:p>
        </p:txBody>
      </p:sp>
      <p:sp>
        <p:nvSpPr>
          <p:cNvPr id="17416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A438F44-0A18-4099-BB02-9A8125781BFB}" type="slidenum">
              <a:rPr lang="en-US" altLang="en-US"/>
              <a:pPr/>
              <a:t>27</a:t>
            </a:fld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5"/>
          <p:cNvSpPr>
            <a:spLocks noGrp="1"/>
          </p:cNvSpPr>
          <p:nvPr>
            <p:ph type="body" sz="half" idx="4294967295"/>
          </p:nvPr>
        </p:nvSpPr>
        <p:spPr>
          <a:xfrm>
            <a:off x="1464733" y="2060823"/>
            <a:ext cx="3349625" cy="3600450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GB" altLang="en-US" sz="2000" dirty="0"/>
              <a:t>TRAINING INTERVENTION</a:t>
            </a:r>
          </a:p>
          <a:p>
            <a:pPr>
              <a:lnSpc>
                <a:spcPct val="80000"/>
              </a:lnSpc>
            </a:pPr>
            <a:r>
              <a:rPr lang="en-GB" altLang="en-US" sz="2000" dirty="0"/>
              <a:t>Equal total work done during training between the groups</a:t>
            </a:r>
          </a:p>
          <a:p>
            <a:pPr>
              <a:lnSpc>
                <a:spcPct val="80000"/>
              </a:lnSpc>
            </a:pPr>
            <a:endParaRPr lang="en-GB" altLang="en-US" sz="2000" dirty="0"/>
          </a:p>
          <a:p>
            <a:pPr>
              <a:lnSpc>
                <a:spcPct val="80000"/>
              </a:lnSpc>
            </a:pPr>
            <a:r>
              <a:rPr lang="en-GB" altLang="en-US" sz="2000" dirty="0"/>
              <a:t>Muscle damage group indicated by 5 x higher levels of plasma levels of the </a:t>
            </a:r>
            <a:r>
              <a:rPr lang="en-GB" altLang="en-US" sz="2000" dirty="0">
                <a:solidFill>
                  <a:srgbClr val="FF0000"/>
                </a:solidFill>
              </a:rPr>
              <a:t>enzyme creatine kinase (CK)</a:t>
            </a:r>
            <a:r>
              <a:rPr lang="en-GB" altLang="en-US" sz="2000" dirty="0"/>
              <a:t> and perceived muscle soreness</a:t>
            </a:r>
          </a:p>
          <a:p>
            <a:pPr>
              <a:lnSpc>
                <a:spcPct val="80000"/>
              </a:lnSpc>
            </a:pPr>
            <a:endParaRPr lang="en-GB" altLang="en-US" sz="2000" dirty="0"/>
          </a:p>
        </p:txBody>
      </p:sp>
      <p:sp>
        <p:nvSpPr>
          <p:cNvPr id="20483" name="Rectangle 10"/>
          <p:cNvSpPr>
            <a:spLocks noGrp="1"/>
          </p:cNvSpPr>
          <p:nvPr>
            <p:ph type="body" sz="half" idx="4294967295"/>
          </p:nvPr>
        </p:nvSpPr>
        <p:spPr>
          <a:xfrm>
            <a:off x="6708984" y="2060823"/>
            <a:ext cx="3673475" cy="3600450"/>
          </a:xfrm>
          <a:noFill/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GB" altLang="en-US" sz="2000" dirty="0"/>
              <a:t>RESULTS</a:t>
            </a:r>
          </a:p>
          <a:p>
            <a:pPr>
              <a:lnSpc>
                <a:spcPct val="80000"/>
              </a:lnSpc>
            </a:pPr>
            <a:r>
              <a:rPr lang="en-GB" altLang="en-US" sz="2000" dirty="0"/>
              <a:t>Muscle size and strength gains were not different for the two groups. Similar increases in levels of the growth factors</a:t>
            </a:r>
          </a:p>
          <a:p>
            <a:pPr>
              <a:lnSpc>
                <a:spcPct val="80000"/>
              </a:lnSpc>
            </a:pPr>
            <a:endParaRPr lang="en-GB" altLang="en-US" sz="2000" dirty="0"/>
          </a:p>
          <a:p>
            <a:pPr>
              <a:lnSpc>
                <a:spcPct val="80000"/>
              </a:lnSpc>
            </a:pPr>
            <a:r>
              <a:rPr lang="en-GB" altLang="en-US" sz="2000" dirty="0"/>
              <a:t>Significant increases in CSA - equal in both groups </a:t>
            </a:r>
          </a:p>
          <a:p>
            <a:pPr>
              <a:lnSpc>
                <a:spcPct val="80000"/>
              </a:lnSpc>
            </a:pPr>
            <a:r>
              <a:rPr lang="en-GB" altLang="en-US" sz="2000" dirty="0"/>
              <a:t>Strength increases identical (NON DOMS=25% and DOMS=26% improvement)</a:t>
            </a:r>
          </a:p>
          <a:p>
            <a:pPr>
              <a:lnSpc>
                <a:spcPct val="80000"/>
              </a:lnSpc>
            </a:pPr>
            <a:endParaRPr lang="en-GB" altLang="en-US" sz="2000" dirty="0"/>
          </a:p>
        </p:txBody>
      </p:sp>
      <p:pic>
        <p:nvPicPr>
          <p:cNvPr id="20484" name="Picture 8"/>
          <p:cNvPicPr>
            <a:picLocks noChangeAspect="1" noChangeArrowheads="1"/>
          </p:cNvPicPr>
          <p:nvPr/>
        </p:nvPicPr>
        <p:blipFill>
          <a:blip r:embed="rId2" cstate="print"/>
          <a:srcRect l="5779" t="56873" r="26540" b="21019"/>
          <a:stretch>
            <a:fillRect/>
          </a:stretch>
        </p:blipFill>
        <p:spPr bwMode="auto">
          <a:xfrm>
            <a:off x="1992314" y="116632"/>
            <a:ext cx="8353425" cy="158417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sp>
        <p:nvSpPr>
          <p:cNvPr id="20485" name="AutoShape 11"/>
          <p:cNvSpPr>
            <a:spLocks noChangeArrowheads="1"/>
          </p:cNvSpPr>
          <p:nvPr/>
        </p:nvSpPr>
        <p:spPr bwMode="auto">
          <a:xfrm>
            <a:off x="5232401" y="3357563"/>
            <a:ext cx="1368425" cy="1008062"/>
          </a:xfrm>
          <a:prstGeom prst="rightArrow">
            <a:avLst>
              <a:gd name="adj1" fmla="val 50000"/>
              <a:gd name="adj2" fmla="val 33937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en-GB" altLang="en-US"/>
          </a:p>
        </p:txBody>
      </p:sp>
      <p:sp>
        <p:nvSpPr>
          <p:cNvPr id="20486" name="Text Box 12"/>
          <p:cNvSpPr txBox="1">
            <a:spLocks noChangeArrowheads="1"/>
          </p:cNvSpPr>
          <p:nvPr/>
        </p:nvSpPr>
        <p:spPr bwMode="auto">
          <a:xfrm>
            <a:off x="1811338" y="6021288"/>
            <a:ext cx="8569325" cy="7747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altLang="en-US" sz="2200"/>
              <a:t>CONCLUSION: Muscle rebuilding leading to hypertrophy and strength development can be achieved without evidence of muscle damage </a:t>
            </a:r>
          </a:p>
        </p:txBody>
      </p:sp>
      <p:sp>
        <p:nvSpPr>
          <p:cNvPr id="20487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60916D8-0606-456D-8CA6-772AACD717C8}" type="slidenum">
              <a:rPr lang="en-US" altLang="en-US"/>
              <a:pPr/>
              <a:t>28</a:t>
            </a:fld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017D0-A6C2-7234-41BE-A0179AC21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proprioception training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F2DC838-95BE-BB2A-0CD9-646D3ADAE734}"/>
              </a:ext>
            </a:extLst>
          </p:cNvPr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555555"/>
                </a:solidFill>
                <a:effectLst/>
              </a:rPr>
              <a:t>Improved joint position sense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555555"/>
                </a:solidFill>
                <a:effectLst/>
              </a:rPr>
              <a:t>Improved joint stability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Decreased loading within a joint</a:t>
            </a:r>
            <a:endParaRPr lang="en-US" sz="2000" b="0" i="0" dirty="0">
              <a:solidFill>
                <a:srgbClr val="555555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555555"/>
                </a:solidFill>
                <a:effectLst/>
              </a:rPr>
              <a:t>Reduced risk of injury – faster responses to vulnerable positions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Improved fall strategies</a:t>
            </a:r>
            <a:endParaRPr lang="en-US" sz="2000" b="0" i="0" dirty="0">
              <a:solidFill>
                <a:srgbClr val="555555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555555"/>
                </a:solidFill>
                <a:effectLst/>
              </a:rPr>
              <a:t>Confidence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555555"/>
                </a:solidFill>
                <a:effectLst/>
              </a:rPr>
              <a:t>Reduced muscle compensation – muscles may become overactive if proprioception is decreased as they will compensation to </a:t>
            </a:r>
            <a:r>
              <a:rPr lang="en-US" sz="2000" b="0" i="0" dirty="0" err="1">
                <a:solidFill>
                  <a:srgbClr val="555555"/>
                </a:solidFill>
                <a:effectLst/>
              </a:rPr>
              <a:t>stabilise</a:t>
            </a:r>
            <a:r>
              <a:rPr lang="en-US" sz="2000" b="0" i="0" dirty="0">
                <a:solidFill>
                  <a:srgbClr val="555555"/>
                </a:solidFill>
                <a:effectLst/>
              </a:rPr>
              <a:t> the joint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56397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grpSp>
        <p:nvGrpSpPr>
          <p:cNvPr id="9" name="Organization Chart 4"/>
          <p:cNvGrpSpPr>
            <a:grpSpLocks noGrp="1" noChangeAspect="1"/>
          </p:cNvGrpSpPr>
          <p:nvPr/>
        </p:nvGrpSpPr>
        <p:grpSpPr bwMode="auto">
          <a:xfrm>
            <a:off x="228194" y="793653"/>
            <a:ext cx="8315279" cy="6064347"/>
            <a:chOff x="1134" y="1272"/>
            <a:chExt cx="3888" cy="3312"/>
          </a:xfrm>
        </p:grpSpPr>
        <p:sp>
          <p:nvSpPr>
            <p:cNvPr id="10" name="AutoShape 5"/>
            <p:cNvSpPr>
              <a:spLocks noChangeAspect="1" noChangeArrowheads="1" noTextEdit="1"/>
            </p:cNvSpPr>
            <p:nvPr/>
          </p:nvSpPr>
          <p:spPr bwMode="auto">
            <a:xfrm>
              <a:off x="1134" y="1272"/>
              <a:ext cx="3888" cy="3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kern="1200"/>
            </a:p>
          </p:txBody>
        </p:sp>
        <p:cxnSp>
          <p:nvCxnSpPr>
            <p:cNvPr id="12" name="_s1029"/>
            <p:cNvCxnSpPr>
              <a:cxnSpLocks noChangeShapeType="1"/>
            </p:cNvCxnSpPr>
            <p:nvPr/>
          </p:nvCxnSpPr>
          <p:spPr bwMode="auto">
            <a:xfrm rot="10800000">
              <a:off x="3151" y="2856"/>
              <a:ext cx="144" cy="1152"/>
            </a:xfrm>
            <a:prstGeom prst="bentConnector2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_s1030"/>
            <p:cNvCxnSpPr>
              <a:cxnSpLocks noChangeShapeType="1"/>
            </p:cNvCxnSpPr>
            <p:nvPr/>
          </p:nvCxnSpPr>
          <p:spPr bwMode="auto">
            <a:xfrm rot="10800000">
              <a:off x="3151" y="2856"/>
              <a:ext cx="144" cy="720"/>
            </a:xfrm>
            <a:prstGeom prst="bentConnector2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_s1031"/>
            <p:cNvCxnSpPr>
              <a:cxnSpLocks noChangeShapeType="1"/>
            </p:cNvCxnSpPr>
            <p:nvPr/>
          </p:nvCxnSpPr>
          <p:spPr bwMode="auto">
            <a:xfrm rot="10800000">
              <a:off x="3151" y="2856"/>
              <a:ext cx="144" cy="288"/>
            </a:xfrm>
            <a:prstGeom prst="bentConnector2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_s1032"/>
            <p:cNvCxnSpPr>
              <a:cxnSpLocks noChangeShapeType="1"/>
            </p:cNvCxnSpPr>
            <p:nvPr/>
          </p:nvCxnSpPr>
          <p:spPr bwMode="auto">
            <a:xfrm rot="10800000">
              <a:off x="2575" y="2424"/>
              <a:ext cx="144" cy="288"/>
            </a:xfrm>
            <a:prstGeom prst="bentConnector2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_s1033"/>
            <p:cNvCxnSpPr>
              <a:cxnSpLocks noChangeShapeType="1"/>
            </p:cNvCxnSpPr>
            <p:nvPr/>
          </p:nvCxnSpPr>
          <p:spPr bwMode="auto">
            <a:xfrm rot="5400000" flipH="1">
              <a:off x="3511" y="2063"/>
              <a:ext cx="144" cy="1"/>
            </a:xfrm>
            <a:prstGeom prst="bentConnector3">
              <a:avLst>
                <a:gd name="adj1" fmla="val 4162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_s1034"/>
            <p:cNvCxnSpPr>
              <a:cxnSpLocks noChangeShapeType="1"/>
            </p:cNvCxnSpPr>
            <p:nvPr/>
          </p:nvCxnSpPr>
          <p:spPr bwMode="auto">
            <a:xfrm rot="5400000" flipH="1">
              <a:off x="4015" y="1559"/>
              <a:ext cx="144" cy="1009"/>
            </a:xfrm>
            <a:prstGeom prst="bentConnector3">
              <a:avLst>
                <a:gd name="adj1" fmla="val 4162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_s1035"/>
            <p:cNvCxnSpPr>
              <a:cxnSpLocks noChangeShapeType="1"/>
            </p:cNvCxnSpPr>
            <p:nvPr/>
          </p:nvCxnSpPr>
          <p:spPr bwMode="auto">
            <a:xfrm rot="-5400000">
              <a:off x="3007" y="1560"/>
              <a:ext cx="144" cy="1007"/>
            </a:xfrm>
            <a:prstGeom prst="bentConnector3">
              <a:avLst>
                <a:gd name="adj1" fmla="val 4162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_s1036"/>
            <p:cNvCxnSpPr>
              <a:cxnSpLocks noChangeShapeType="1"/>
            </p:cNvCxnSpPr>
            <p:nvPr/>
          </p:nvCxnSpPr>
          <p:spPr bwMode="auto">
            <a:xfrm rot="5400000" flipH="1">
              <a:off x="3006" y="1128"/>
              <a:ext cx="144" cy="1008"/>
            </a:xfrm>
            <a:prstGeom prst="bentConnector3">
              <a:avLst>
                <a:gd name="adj1" fmla="val 4162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_s1037"/>
            <p:cNvCxnSpPr>
              <a:cxnSpLocks noChangeShapeType="1"/>
            </p:cNvCxnSpPr>
            <p:nvPr/>
          </p:nvCxnSpPr>
          <p:spPr bwMode="auto">
            <a:xfrm rot="-5400000">
              <a:off x="2503" y="1631"/>
              <a:ext cx="144" cy="1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_s1038"/>
            <p:cNvCxnSpPr>
              <a:cxnSpLocks noChangeShapeType="1"/>
            </p:cNvCxnSpPr>
            <p:nvPr/>
          </p:nvCxnSpPr>
          <p:spPr bwMode="auto">
            <a:xfrm rot="-5400000">
              <a:off x="1998" y="1128"/>
              <a:ext cx="144" cy="1008"/>
            </a:xfrm>
            <a:prstGeom prst="bentConnector3">
              <a:avLst>
                <a:gd name="adj1" fmla="val 4162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_s1039"/>
            <p:cNvSpPr>
              <a:spLocks noChangeArrowheads="1"/>
            </p:cNvSpPr>
            <p:nvPr/>
          </p:nvSpPr>
          <p:spPr bwMode="auto">
            <a:xfrm>
              <a:off x="2142" y="1272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r>
                <a:rPr lang="en-GB" sz="1800" b="1" kern="1200">
                  <a:solidFill>
                    <a:schemeClr val="bg2"/>
                  </a:solidFill>
                  <a:latin typeface="Arial" charset="0"/>
                </a:rPr>
                <a:t>BALANCE</a:t>
              </a:r>
            </a:p>
          </p:txBody>
        </p:sp>
        <p:sp>
          <p:nvSpPr>
            <p:cNvPr id="26" name="_s1040"/>
            <p:cNvSpPr>
              <a:spLocks noChangeArrowheads="1"/>
            </p:cNvSpPr>
            <p:nvPr/>
          </p:nvSpPr>
          <p:spPr bwMode="auto">
            <a:xfrm>
              <a:off x="1134" y="1704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r>
                <a:rPr lang="en-GB" sz="1400" kern="1200">
                  <a:solidFill>
                    <a:schemeClr val="bg2"/>
                  </a:solidFill>
                  <a:latin typeface="Arial" charset="0"/>
                </a:rPr>
                <a:t>VESTIBULAR </a:t>
              </a:r>
            </a:p>
            <a:p>
              <a:pPr algn="ctr"/>
              <a:r>
                <a:rPr lang="en-GB" sz="1400" kern="1200">
                  <a:solidFill>
                    <a:schemeClr val="bg2"/>
                  </a:solidFill>
                  <a:latin typeface="Arial" charset="0"/>
                </a:rPr>
                <a:t>SYSTEM</a:t>
              </a:r>
            </a:p>
          </p:txBody>
        </p:sp>
        <p:sp>
          <p:nvSpPr>
            <p:cNvPr id="27" name="_s1041"/>
            <p:cNvSpPr>
              <a:spLocks noChangeArrowheads="1"/>
            </p:cNvSpPr>
            <p:nvPr/>
          </p:nvSpPr>
          <p:spPr bwMode="auto">
            <a:xfrm>
              <a:off x="2142" y="1704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r>
                <a:rPr lang="en-GB" sz="1400" kern="1200" dirty="0">
                  <a:solidFill>
                    <a:schemeClr val="bg2"/>
                  </a:solidFill>
                  <a:latin typeface="Arial" charset="0"/>
                </a:rPr>
                <a:t>OCULMOTOR </a:t>
              </a:r>
            </a:p>
            <a:p>
              <a:pPr algn="ctr"/>
              <a:r>
                <a:rPr lang="en-GB" sz="1400" kern="1200" dirty="0">
                  <a:solidFill>
                    <a:schemeClr val="bg2"/>
                  </a:solidFill>
                  <a:latin typeface="Arial" charset="0"/>
                </a:rPr>
                <a:t>SYSTEM</a:t>
              </a:r>
            </a:p>
          </p:txBody>
        </p:sp>
        <p:sp>
          <p:nvSpPr>
            <p:cNvPr id="28" name="_s1042"/>
            <p:cNvSpPr>
              <a:spLocks noChangeArrowheads="1"/>
            </p:cNvSpPr>
            <p:nvPr/>
          </p:nvSpPr>
          <p:spPr bwMode="auto">
            <a:xfrm>
              <a:off x="3150" y="1704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r>
                <a:rPr lang="en-GB" sz="1400" kern="1200">
                  <a:solidFill>
                    <a:schemeClr val="bg2"/>
                  </a:solidFill>
                  <a:latin typeface="Arial" charset="0"/>
                </a:rPr>
                <a:t> SOMATIC SENSORY </a:t>
              </a:r>
            </a:p>
            <a:p>
              <a:pPr algn="ctr"/>
              <a:r>
                <a:rPr lang="en-GB" sz="1400" kern="1200">
                  <a:solidFill>
                    <a:schemeClr val="bg2"/>
                  </a:solidFill>
                  <a:latin typeface="Arial" charset="0"/>
                </a:rPr>
                <a:t>RECEPTORS</a:t>
              </a:r>
            </a:p>
          </p:txBody>
        </p:sp>
        <p:sp>
          <p:nvSpPr>
            <p:cNvPr id="29" name="_s1043"/>
            <p:cNvSpPr>
              <a:spLocks noChangeArrowheads="1"/>
            </p:cNvSpPr>
            <p:nvPr/>
          </p:nvSpPr>
          <p:spPr bwMode="auto">
            <a:xfrm>
              <a:off x="2143" y="2136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endParaRPr lang="en-GB" sz="1400" kern="1200">
                <a:solidFill>
                  <a:schemeClr val="bg2"/>
                </a:solidFill>
                <a:latin typeface="Arial" charset="0"/>
              </a:endParaRPr>
            </a:p>
            <a:p>
              <a:pPr algn="ctr"/>
              <a:r>
                <a:rPr lang="en-GB" sz="1400" kern="1200">
                  <a:solidFill>
                    <a:schemeClr val="bg2"/>
                  </a:solidFill>
                  <a:latin typeface="Arial" charset="0"/>
                </a:rPr>
                <a:t>MECHANO-</a:t>
              </a:r>
            </a:p>
            <a:p>
              <a:pPr algn="ctr"/>
              <a:r>
                <a:rPr lang="en-GB" sz="1400" kern="1200">
                  <a:solidFill>
                    <a:schemeClr val="bg2"/>
                  </a:solidFill>
                  <a:latin typeface="Arial" charset="0"/>
                </a:rPr>
                <a:t>RECEPTORS</a:t>
              </a:r>
            </a:p>
            <a:p>
              <a:pPr algn="ctr"/>
              <a:endParaRPr lang="en-GB" sz="1400" kern="12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30" name="_s1044"/>
            <p:cNvSpPr>
              <a:spLocks noChangeArrowheads="1"/>
            </p:cNvSpPr>
            <p:nvPr/>
          </p:nvSpPr>
          <p:spPr bwMode="auto">
            <a:xfrm>
              <a:off x="4159" y="2136"/>
              <a:ext cx="863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r>
                <a:rPr lang="en-GB" sz="1300" kern="1200">
                  <a:solidFill>
                    <a:schemeClr val="bg2"/>
                  </a:solidFill>
                  <a:latin typeface="Arial" charset="0"/>
                </a:rPr>
                <a:t>THERMORECEPTORS</a:t>
              </a:r>
            </a:p>
          </p:txBody>
        </p:sp>
        <p:sp>
          <p:nvSpPr>
            <p:cNvPr id="31" name="_s1045"/>
            <p:cNvSpPr>
              <a:spLocks noChangeArrowheads="1"/>
            </p:cNvSpPr>
            <p:nvPr/>
          </p:nvSpPr>
          <p:spPr bwMode="auto">
            <a:xfrm>
              <a:off x="3151" y="2136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r>
                <a:rPr lang="en-GB" sz="1400" kern="1200">
                  <a:solidFill>
                    <a:schemeClr val="bg2"/>
                  </a:solidFill>
                  <a:latin typeface="Arial" charset="0"/>
                </a:rPr>
                <a:t>NOCICEPTORS</a:t>
              </a:r>
            </a:p>
          </p:txBody>
        </p:sp>
        <p:sp>
          <p:nvSpPr>
            <p:cNvPr id="32" name="_s1046"/>
            <p:cNvSpPr>
              <a:spLocks noChangeArrowheads="1"/>
            </p:cNvSpPr>
            <p:nvPr/>
          </p:nvSpPr>
          <p:spPr bwMode="auto">
            <a:xfrm>
              <a:off x="2719" y="2568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r>
                <a:rPr lang="en-GB" sz="1400" kern="1200">
                  <a:solidFill>
                    <a:schemeClr val="bg2"/>
                  </a:solidFill>
                  <a:latin typeface="Arial" charset="0"/>
                </a:rPr>
                <a:t>PROPRIOCEPTORS</a:t>
              </a:r>
            </a:p>
          </p:txBody>
        </p:sp>
        <p:sp>
          <p:nvSpPr>
            <p:cNvPr id="33" name="_s1047"/>
            <p:cNvSpPr>
              <a:spLocks noChangeArrowheads="1"/>
            </p:cNvSpPr>
            <p:nvPr/>
          </p:nvSpPr>
          <p:spPr bwMode="auto">
            <a:xfrm>
              <a:off x="3295" y="3000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r>
                <a:rPr lang="en-GB" sz="1400" kern="1200">
                  <a:solidFill>
                    <a:schemeClr val="bg2"/>
                  </a:solidFill>
                </a:rPr>
                <a:t>PACINIAN</a:t>
              </a:r>
            </a:p>
            <a:p>
              <a:pPr algn="ctr"/>
              <a:r>
                <a:rPr lang="en-GB" sz="1400" kern="1200">
                  <a:solidFill>
                    <a:schemeClr val="bg2"/>
                  </a:solidFill>
                </a:rPr>
                <a:t>CORPUSCLES</a:t>
              </a:r>
            </a:p>
          </p:txBody>
        </p:sp>
        <p:sp>
          <p:nvSpPr>
            <p:cNvPr id="34" name="_s1048"/>
            <p:cNvSpPr>
              <a:spLocks noChangeArrowheads="1"/>
            </p:cNvSpPr>
            <p:nvPr/>
          </p:nvSpPr>
          <p:spPr bwMode="auto">
            <a:xfrm>
              <a:off x="3295" y="3432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r>
                <a:rPr lang="en-GB" sz="1400" kern="1200">
                  <a:solidFill>
                    <a:schemeClr val="bg2"/>
                  </a:solidFill>
                </a:rPr>
                <a:t>GOLGI TENDON</a:t>
              </a:r>
            </a:p>
            <a:p>
              <a:pPr algn="ctr"/>
              <a:r>
                <a:rPr lang="en-GB" sz="1400" kern="1200">
                  <a:solidFill>
                    <a:schemeClr val="bg2"/>
                  </a:solidFill>
                </a:rPr>
                <a:t>ORGANS</a:t>
              </a:r>
            </a:p>
          </p:txBody>
        </p:sp>
        <p:sp>
          <p:nvSpPr>
            <p:cNvPr id="35" name="_s1049"/>
            <p:cNvSpPr>
              <a:spLocks noChangeArrowheads="1"/>
            </p:cNvSpPr>
            <p:nvPr/>
          </p:nvSpPr>
          <p:spPr bwMode="auto">
            <a:xfrm>
              <a:off x="3295" y="3864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r>
                <a:rPr lang="en-GB" sz="1400" kern="1200">
                  <a:solidFill>
                    <a:schemeClr val="bg2"/>
                  </a:solidFill>
                </a:rPr>
                <a:t>MUSCLE</a:t>
              </a:r>
            </a:p>
            <a:p>
              <a:pPr algn="ctr"/>
              <a:r>
                <a:rPr lang="en-GB" sz="1400" kern="1200">
                  <a:solidFill>
                    <a:schemeClr val="bg2"/>
                  </a:solidFill>
                </a:rPr>
                <a:t>SPINDLES</a:t>
              </a:r>
            </a:p>
          </p:txBody>
        </p:sp>
      </p:grpSp>
      <p:sp>
        <p:nvSpPr>
          <p:cNvPr id="4" name="Rounded Rectangle 3"/>
          <p:cNvSpPr/>
          <p:nvPr/>
        </p:nvSpPr>
        <p:spPr>
          <a:xfrm>
            <a:off x="7227104" y="389301"/>
            <a:ext cx="4716378" cy="1582004"/>
          </a:xfrm>
          <a:prstGeom prst="roundRect">
            <a:avLst/>
          </a:prstGeom>
          <a:solidFill>
            <a:srgbClr val="954F72"/>
          </a:solidFill>
          <a:ln>
            <a:solidFill>
              <a:srgbClr val="954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‘An even distribution of weight enabling someone (or something) to remain upright and steady’ (Pollock </a:t>
            </a:r>
            <a:r>
              <a:rPr lang="en-GB" sz="2000" b="1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GB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., 2000)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Left Arrow 4"/>
          <p:cNvSpPr/>
          <p:nvPr/>
        </p:nvSpPr>
        <p:spPr>
          <a:xfrm>
            <a:off x="4768829" y="677553"/>
            <a:ext cx="2512490" cy="526419"/>
          </a:xfrm>
          <a:prstGeom prst="leftArrow">
            <a:avLst/>
          </a:prstGeom>
          <a:solidFill>
            <a:srgbClr val="954F72"/>
          </a:solidFill>
          <a:ln>
            <a:solidFill>
              <a:srgbClr val="954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7281319" y="3026508"/>
            <a:ext cx="4716378" cy="1582004"/>
          </a:xfrm>
          <a:prstGeom prst="round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GB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GB" altLang="ja-JP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ability to sense stimuli arising within the body regarding position, motion and equilibrium</a:t>
            </a:r>
            <a:r>
              <a:rPr lang="ja-JP" altLang="en-GB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GB" altLang="ja-JP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(Jones, 2000)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Left Arrow 37"/>
          <p:cNvSpPr/>
          <p:nvPr/>
        </p:nvSpPr>
        <p:spPr>
          <a:xfrm>
            <a:off x="5792166" y="3166658"/>
            <a:ext cx="1520483" cy="527335"/>
          </a:xfrm>
          <a:prstGeom prst="leftArrow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644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Diagonal Corner Rectangle 3"/>
          <p:cNvSpPr/>
          <p:nvPr/>
        </p:nvSpPr>
        <p:spPr>
          <a:xfrm>
            <a:off x="622929" y="402811"/>
            <a:ext cx="4646301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PRO/REGRESSIONS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32333"/>
            <a:ext cx="3179205" cy="6393333"/>
          </a:xfrm>
          <a:prstGeom prst="rect">
            <a:avLst/>
          </a:prstGeom>
          <a:noFill/>
          <a:effectLst/>
        </p:spPr>
      </p:pic>
      <p:graphicFrame>
        <p:nvGraphicFramePr>
          <p:cNvPr id="8" name="Diagram 7"/>
          <p:cNvGraphicFramePr/>
          <p:nvPr/>
        </p:nvGraphicFramePr>
        <p:xfrm>
          <a:off x="673029" y="2875818"/>
          <a:ext cx="8381076" cy="6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9" name="Diagram 8"/>
          <p:cNvGraphicFramePr/>
          <p:nvPr/>
        </p:nvGraphicFramePr>
        <p:xfrm>
          <a:off x="673539" y="1285418"/>
          <a:ext cx="8381076" cy="6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10" name="Diagram 9"/>
          <p:cNvGraphicFramePr/>
          <p:nvPr/>
        </p:nvGraphicFramePr>
        <p:xfrm>
          <a:off x="622929" y="2080618"/>
          <a:ext cx="8381076" cy="6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graphicFrame>
        <p:nvGraphicFramePr>
          <p:cNvPr id="11" name="Diagram 10"/>
          <p:cNvGraphicFramePr/>
          <p:nvPr/>
        </p:nvGraphicFramePr>
        <p:xfrm>
          <a:off x="622929" y="2875818"/>
          <a:ext cx="8381076" cy="6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0" r:qs="rId21" r:cs="rId22"/>
          </a:graphicData>
        </a:graphic>
      </p:graphicFrame>
      <p:graphicFrame>
        <p:nvGraphicFramePr>
          <p:cNvPr id="12" name="Diagram 11"/>
          <p:cNvGraphicFramePr/>
          <p:nvPr/>
        </p:nvGraphicFramePr>
        <p:xfrm>
          <a:off x="622929" y="3669414"/>
          <a:ext cx="8381076" cy="6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4" r:lo="rId25" r:qs="rId26" r:cs="rId27"/>
          </a:graphicData>
        </a:graphic>
      </p:graphicFrame>
      <p:graphicFrame>
        <p:nvGraphicFramePr>
          <p:cNvPr id="13" name="Diagram 12"/>
          <p:cNvGraphicFramePr/>
          <p:nvPr/>
        </p:nvGraphicFramePr>
        <p:xfrm>
          <a:off x="673029" y="4463010"/>
          <a:ext cx="8381076" cy="6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9" r:lo="rId30" r:qs="rId31" r:cs="rId32"/>
          </a:graphicData>
        </a:graphic>
      </p:graphicFrame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A13C729-2A21-033D-9F3C-9B462729964F}"/>
              </a:ext>
            </a:extLst>
          </p:cNvPr>
          <p:cNvGraphicFramePr/>
          <p:nvPr/>
        </p:nvGraphicFramePr>
        <p:xfrm>
          <a:off x="673029" y="5259588"/>
          <a:ext cx="8381076" cy="6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4" r:lo="rId35" r:qs="rId36" r:cs="rId37"/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6149CFC5-CC26-F0C0-4421-3E894A8ED599}"/>
              </a:ext>
            </a:extLst>
          </p:cNvPr>
          <p:cNvGrpSpPr/>
          <p:nvPr/>
        </p:nvGrpSpPr>
        <p:grpSpPr>
          <a:xfrm>
            <a:off x="673029" y="6024236"/>
            <a:ext cx="4403338" cy="648000"/>
            <a:chOff x="7366" y="0"/>
            <a:chExt cx="4403338" cy="720000"/>
          </a:xfrm>
          <a:scene3d>
            <a:camera prst="orthographicFront"/>
            <a:lightRig rig="flat" dir="t"/>
          </a:scene3d>
        </p:grpSpPr>
        <p:sp>
          <p:nvSpPr>
            <p:cNvPr id="18" name="Arrow: Chevron 17">
              <a:extLst>
                <a:ext uri="{FF2B5EF4-FFF2-40B4-BE49-F238E27FC236}">
                  <a16:creationId xmlns:a16="http://schemas.microsoft.com/office/drawing/2014/main" id="{00DAC2B6-41D6-EDA3-FFAD-FB8168D8F961}"/>
                </a:ext>
              </a:extLst>
            </p:cNvPr>
            <p:cNvSpPr/>
            <p:nvPr/>
          </p:nvSpPr>
          <p:spPr>
            <a:xfrm>
              <a:off x="7366" y="0"/>
              <a:ext cx="4403338" cy="720000"/>
            </a:xfrm>
            <a:prstGeom prst="chevron">
              <a:avLst/>
            </a:prstGeom>
            <a:solidFill>
              <a:schemeClr val="accent2"/>
            </a:solidFill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Arrow: Chevron 4">
              <a:extLst>
                <a:ext uri="{FF2B5EF4-FFF2-40B4-BE49-F238E27FC236}">
                  <a16:creationId xmlns:a16="http://schemas.microsoft.com/office/drawing/2014/main" id="{5FCCE294-3489-83DD-E6D3-0D63EA3DAD4E}"/>
                </a:ext>
              </a:extLst>
            </p:cNvPr>
            <p:cNvSpPr txBox="1"/>
            <p:nvPr/>
          </p:nvSpPr>
          <p:spPr>
            <a:xfrm>
              <a:off x="367366" y="0"/>
              <a:ext cx="3683338" cy="72000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76022" tIns="58674" rIns="58674" bIns="58674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400" kern="1200" dirty="0">
                  <a:solidFill>
                    <a:schemeClr val="bg1"/>
                  </a:solidFill>
                </a:rPr>
                <a:t>UNIPLANE</a:t>
              </a:r>
              <a:endParaRPr lang="en-GB" sz="4400" kern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327C094-A70C-C444-4BB3-017D3D30F518}"/>
              </a:ext>
            </a:extLst>
          </p:cNvPr>
          <p:cNvGrpSpPr/>
          <p:nvPr/>
        </p:nvGrpSpPr>
        <p:grpSpPr>
          <a:xfrm>
            <a:off x="4636034" y="6024236"/>
            <a:ext cx="4403338" cy="648000"/>
            <a:chOff x="3970371" y="0"/>
            <a:chExt cx="4403338" cy="720000"/>
          </a:xfrm>
          <a:scene3d>
            <a:camera prst="orthographicFront"/>
            <a:lightRig rig="flat" dir="t"/>
          </a:scene3d>
        </p:grpSpPr>
        <p:sp>
          <p:nvSpPr>
            <p:cNvPr id="16" name="Arrow: Chevron 15">
              <a:extLst>
                <a:ext uri="{FF2B5EF4-FFF2-40B4-BE49-F238E27FC236}">
                  <a16:creationId xmlns:a16="http://schemas.microsoft.com/office/drawing/2014/main" id="{12157EF4-F479-7872-3CC7-DEDABD689715}"/>
                </a:ext>
              </a:extLst>
            </p:cNvPr>
            <p:cNvSpPr/>
            <p:nvPr/>
          </p:nvSpPr>
          <p:spPr>
            <a:xfrm>
              <a:off x="3970371" y="0"/>
              <a:ext cx="4403338" cy="720000"/>
            </a:xfrm>
            <a:prstGeom prst="chevron">
              <a:avLst/>
            </a:prstGeom>
            <a:solidFill>
              <a:srgbClr val="00B0F0"/>
            </a:solidFill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Arrow: Chevron 6">
              <a:extLst>
                <a:ext uri="{FF2B5EF4-FFF2-40B4-BE49-F238E27FC236}">
                  <a16:creationId xmlns:a16="http://schemas.microsoft.com/office/drawing/2014/main" id="{2EAD5933-CF72-E5A9-250E-C70A0C7B41A5}"/>
                </a:ext>
              </a:extLst>
            </p:cNvPr>
            <p:cNvSpPr txBox="1"/>
            <p:nvPr/>
          </p:nvSpPr>
          <p:spPr>
            <a:xfrm>
              <a:off x="4330371" y="0"/>
              <a:ext cx="3683338" cy="72000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92012" tIns="30671" rIns="30671" bIns="30671" numCol="1" spcCol="1270" anchor="ctr" anchorCtr="0">
              <a:noAutofit/>
            </a:bodyPr>
            <a:lstStyle/>
            <a:p>
              <a:pPr marL="0" lvl="0" indent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4000" kern="1200" dirty="0">
                  <a:solidFill>
                    <a:schemeClr val="bg1"/>
                  </a:solidFill>
                </a:rPr>
                <a:t>MULTIPLANE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791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Graphic spid="9" grpId="0">
        <p:bldAsOne/>
      </p:bldGraphic>
      <p:bldGraphic spid="10" grpId="0">
        <p:bldAsOne/>
      </p:bldGraphic>
      <p:bldGraphic spid="11" grpId="0">
        <p:bldAsOne/>
      </p:bldGraphic>
      <p:bldGraphic spid="12" grpId="0">
        <p:bldAsOne/>
      </p:bldGraphic>
      <p:bldGraphic spid="13" grpId="0">
        <p:bldAsOne/>
      </p:bldGraphic>
      <p:bldGraphic spid="2" grpId="0">
        <p:bldAsOne/>
      </p:bldGraphic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Diagonal Corner Rectangle 3"/>
          <p:cNvSpPr/>
          <p:nvPr/>
        </p:nvSpPr>
        <p:spPr>
          <a:xfrm>
            <a:off x="506839" y="710925"/>
            <a:ext cx="5344734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/>
              <a:t>MECHANORECEPTORS</a:t>
            </a:r>
            <a:endParaRPr lang="en-GB" sz="4000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1772729" y="1594126"/>
            <a:ext cx="9915687" cy="5159767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charset="0"/>
              <a:buChar char="•"/>
            </a:pPr>
            <a:r>
              <a:rPr lang="en-GB" sz="3200" b="1" dirty="0">
                <a:solidFill>
                  <a:schemeClr val="tx1"/>
                </a:solidFill>
              </a:rPr>
              <a:t>Ruffini endings</a:t>
            </a:r>
          </a:p>
          <a:p>
            <a:pPr marL="914400" lvl="1" indent="-457200">
              <a:buFont typeface="Arial" charset="0"/>
              <a:buChar char="•"/>
            </a:pPr>
            <a:r>
              <a:rPr lang="en-GB" sz="3200" dirty="0">
                <a:solidFill>
                  <a:schemeClr val="tx1"/>
                </a:solidFill>
              </a:rPr>
              <a:t>Bulb-shaped receptors located in the epidermis</a:t>
            </a:r>
          </a:p>
          <a:p>
            <a:pPr marL="914400" lvl="1" indent="-457200">
              <a:buFont typeface="Arial" charset="0"/>
              <a:buChar char="•"/>
            </a:pPr>
            <a:r>
              <a:rPr lang="en-GB" sz="3200" dirty="0">
                <a:solidFill>
                  <a:schemeClr val="tx1"/>
                </a:solidFill>
              </a:rPr>
              <a:t>Detect cold, heat and pressure</a:t>
            </a:r>
            <a:endParaRPr lang="en-GB" sz="3200" b="1" dirty="0">
              <a:solidFill>
                <a:schemeClr val="tx1"/>
              </a:solidFill>
            </a:endParaRPr>
          </a:p>
          <a:p>
            <a:pPr marL="457200" indent="-457200">
              <a:buFont typeface="Arial" charset="0"/>
              <a:buChar char="•"/>
            </a:pPr>
            <a:r>
              <a:rPr lang="en-GB" sz="3200" b="1" dirty="0">
                <a:solidFill>
                  <a:schemeClr val="tx1"/>
                </a:solidFill>
              </a:rPr>
              <a:t>Pacinian corpuscles </a:t>
            </a:r>
            <a:r>
              <a:rPr lang="en-GB" sz="3200" dirty="0">
                <a:solidFill>
                  <a:schemeClr val="tx1"/>
                </a:solidFill>
              </a:rPr>
              <a:t>– </a:t>
            </a:r>
            <a:r>
              <a:rPr lang="en-GB" sz="3200" b="1" dirty="0">
                <a:solidFill>
                  <a:schemeClr val="tx1"/>
                </a:solidFill>
              </a:rPr>
              <a:t>FAST-CONDUCTING</a:t>
            </a:r>
          </a:p>
          <a:p>
            <a:pPr marL="914400" lvl="1" indent="-457200">
              <a:buFont typeface="Arial" charset="0"/>
              <a:buChar char="•"/>
            </a:pPr>
            <a:r>
              <a:rPr lang="en-GB" sz="3200" dirty="0">
                <a:solidFill>
                  <a:schemeClr val="tx1"/>
                </a:solidFill>
              </a:rPr>
              <a:t>Bulb-shaped receptors located deep in the dermis</a:t>
            </a:r>
          </a:p>
          <a:p>
            <a:pPr marL="914400" lvl="1" indent="-457200">
              <a:buFont typeface="Arial" charset="0"/>
              <a:buChar char="•"/>
            </a:pPr>
            <a:r>
              <a:rPr lang="en-GB" sz="3200" dirty="0">
                <a:solidFill>
                  <a:schemeClr val="tx1"/>
                </a:solidFill>
              </a:rPr>
              <a:t>Largest of the skin's receptors </a:t>
            </a:r>
          </a:p>
          <a:p>
            <a:pPr marL="914400" lvl="1" indent="-457200">
              <a:buFont typeface="Arial" charset="0"/>
              <a:buChar char="•"/>
            </a:pPr>
            <a:r>
              <a:rPr lang="en-GB" sz="3200" dirty="0">
                <a:solidFill>
                  <a:schemeClr val="tx1"/>
                </a:solidFill>
              </a:rPr>
              <a:t>Believed to provide instant information about how and where we move</a:t>
            </a:r>
          </a:p>
        </p:txBody>
      </p:sp>
    </p:spTree>
    <p:extLst>
      <p:ext uri="{BB962C8B-B14F-4D97-AF65-F5344CB8AC3E}">
        <p14:creationId xmlns:p14="http://schemas.microsoft.com/office/powerpoint/2010/main" val="13662353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Diagonal Corner Rectangle 3"/>
          <p:cNvSpPr/>
          <p:nvPr/>
        </p:nvSpPr>
        <p:spPr>
          <a:xfrm>
            <a:off x="506839" y="730803"/>
            <a:ext cx="5344734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/>
              <a:t>MECHANORECEPTORS</a:t>
            </a:r>
            <a:endParaRPr lang="en-GB" sz="4000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1954773" y="1768464"/>
            <a:ext cx="7766936" cy="4826404"/>
          </a:xfrm>
          <a:prstGeom prst="round2Diag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lang="en-GB" sz="3200" dirty="0">
              <a:solidFill>
                <a:srgbClr val="FFFFFF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0579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521960" y="4055165"/>
            <a:ext cx="5473070" cy="2580918"/>
          </a:xfrm>
          <a:prstGeom prst="round2DiagRect">
            <a:avLst/>
          </a:prstGeom>
          <a:noFill/>
          <a:ln w="38100">
            <a:solidFill>
              <a:srgbClr val="417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</a:rPr>
              <a:t>Detect the length of the muscle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</a:rPr>
              <a:t>Detect the rate of which length change is occurring</a:t>
            </a:r>
          </a:p>
        </p:txBody>
      </p:sp>
      <p:sp>
        <p:nvSpPr>
          <p:cNvPr id="2" name="Round Diagonal Corner Rectangle 3">
            <a:extLst>
              <a:ext uri="{FF2B5EF4-FFF2-40B4-BE49-F238E27FC236}">
                <a16:creationId xmlns:a16="http://schemas.microsoft.com/office/drawing/2014/main" id="{E10B5CC4-6BAF-2773-AF64-C3C852E31967}"/>
              </a:ext>
            </a:extLst>
          </p:cNvPr>
          <p:cNvSpPr/>
          <p:nvPr/>
        </p:nvSpPr>
        <p:spPr>
          <a:xfrm>
            <a:off x="465238" y="679312"/>
            <a:ext cx="5473070" cy="749300"/>
          </a:xfrm>
          <a:prstGeom prst="round2DiagRect">
            <a:avLst/>
          </a:prstGeom>
          <a:solidFill>
            <a:srgbClr val="00B0F0"/>
          </a:solidFill>
          <a:ln>
            <a:solidFill>
              <a:srgbClr val="417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MUSCLE SPINDLES</a:t>
            </a:r>
          </a:p>
        </p:txBody>
      </p:sp>
      <p:sp>
        <p:nvSpPr>
          <p:cNvPr id="5" name="Round Diagonal Corner Rectangle 2">
            <a:extLst>
              <a:ext uri="{FF2B5EF4-FFF2-40B4-BE49-F238E27FC236}">
                <a16:creationId xmlns:a16="http://schemas.microsoft.com/office/drawing/2014/main" id="{A88FBD46-FECA-8482-FDD2-A9027116CE22}"/>
              </a:ext>
            </a:extLst>
          </p:cNvPr>
          <p:cNvSpPr/>
          <p:nvPr/>
        </p:nvSpPr>
        <p:spPr>
          <a:xfrm>
            <a:off x="6356980" y="4055165"/>
            <a:ext cx="5473070" cy="2539702"/>
          </a:xfrm>
          <a:prstGeom prst="round2DiagRect">
            <a:avLst/>
          </a:prstGeom>
          <a:noFill/>
          <a:ln w="38100">
            <a:solidFill>
              <a:srgbClr val="417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</a:rPr>
              <a:t>Detect the amount of tension in the muscle</a:t>
            </a:r>
          </a:p>
        </p:txBody>
      </p:sp>
      <p:sp>
        <p:nvSpPr>
          <p:cNvPr id="8" name="Round Diagonal Corner Rectangle 3">
            <a:extLst>
              <a:ext uri="{FF2B5EF4-FFF2-40B4-BE49-F238E27FC236}">
                <a16:creationId xmlns:a16="http://schemas.microsoft.com/office/drawing/2014/main" id="{612D6E48-EA1B-5992-F957-F7C091B4FB47}"/>
              </a:ext>
            </a:extLst>
          </p:cNvPr>
          <p:cNvSpPr/>
          <p:nvPr/>
        </p:nvSpPr>
        <p:spPr>
          <a:xfrm>
            <a:off x="6356980" y="703811"/>
            <a:ext cx="5473070" cy="1060864"/>
          </a:xfrm>
          <a:prstGeom prst="round2DiagRect">
            <a:avLst/>
          </a:prstGeom>
          <a:solidFill>
            <a:srgbClr val="00B0F0"/>
          </a:solidFill>
          <a:ln>
            <a:solidFill>
              <a:srgbClr val="417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GOLGI TENDON ORGANS</a:t>
            </a:r>
          </a:p>
        </p:txBody>
      </p:sp>
      <p:sp>
        <p:nvSpPr>
          <p:cNvPr id="6" name="Round Diagonal Corner Rectangle 5">
            <a:extLst>
              <a:ext uri="{FF2B5EF4-FFF2-40B4-BE49-F238E27FC236}">
                <a16:creationId xmlns:a16="http://schemas.microsoft.com/office/drawing/2014/main" id="{06F3476A-9911-470A-7617-D8500D67B572}"/>
              </a:ext>
            </a:extLst>
          </p:cNvPr>
          <p:cNvSpPr/>
          <p:nvPr/>
        </p:nvSpPr>
        <p:spPr>
          <a:xfrm>
            <a:off x="3426966" y="1613543"/>
            <a:ext cx="2894227" cy="2858581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417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9" name="Round Diagonal Corner Rectangle 2">
            <a:extLst>
              <a:ext uri="{FF2B5EF4-FFF2-40B4-BE49-F238E27FC236}">
                <a16:creationId xmlns:a16="http://schemas.microsoft.com/office/drawing/2014/main" id="{5B96E5B6-9B88-091D-525E-D2CE5C9C80DA}"/>
              </a:ext>
            </a:extLst>
          </p:cNvPr>
          <p:cNvSpPr/>
          <p:nvPr/>
        </p:nvSpPr>
        <p:spPr>
          <a:xfrm>
            <a:off x="8913789" y="2045066"/>
            <a:ext cx="2756251" cy="2427058"/>
          </a:xfrm>
          <a:prstGeom prst="round2Diag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417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003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D7E43-B48E-4A67-97B0-78D20CDBD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95" y="-151284"/>
            <a:ext cx="11029616" cy="1188720"/>
          </a:xfrm>
        </p:spPr>
        <p:txBody>
          <a:bodyPr/>
          <a:lstStyle/>
          <a:p>
            <a:r>
              <a:rPr lang="en-GB" dirty="0"/>
              <a:t>Further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367D7-1DEA-4D06-8EDA-8F0235EFE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Budgett</a:t>
            </a:r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R., 1990. Overtraining syndrome. 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British journal of sports medicine</a:t>
            </a:r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24</a:t>
            </a:r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(4), pp.231-236.</a:t>
            </a:r>
          </a:p>
          <a:p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Cunanan, A.J., DeWeese, B.H., Wagle, J.P., Carroll, K.M.,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Sausaman</a:t>
            </a:r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R., Hornsby, W.G., Haff, G.G., Triplett, N.T., Pierce, K.C. and Stone, M.H., 2018. The general adaptation syndrome: a foundation for the concept of periodization. 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Sports Medicine</a:t>
            </a:r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48</a:t>
            </a:r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(4), pp.787-797.</a:t>
            </a:r>
          </a:p>
          <a:p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Saltin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B. and Rowell, L.B., 1980, April. Functional adaptations to physical activity and inactivity. In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Federation proceedings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(Vol. 39, No. 5, pp. 1506-1513).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Uddin, N.,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Tallent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 and Waldron, M., 2020. Physiological and perceptual responses to a five-week pre-event taper in professional mixed martial arts athletes.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 Journal of Sport and Exercise Science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pp.90-99.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Wallace, L.K., Slattery, K.M. and Coutts, A.J., 2009. The ecological validity and application of the session-RPE method for quantifying training loads in swimming.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 Journal of Strength &amp; Conditioning Research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23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(1), pp.33-38.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718870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purl.org/dc/elements/1.1/"/>
    <ds:schemaRef ds:uri="http://purl.org/dc/terms/"/>
    <ds:schemaRef ds:uri="16c05727-aa75-4e4a-9b5f-8a80a1165891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</TotalTime>
  <Words>1751</Words>
  <Application>Microsoft Macintosh PowerPoint</Application>
  <PresentationFormat>Widescreen</PresentationFormat>
  <Paragraphs>398</Paragraphs>
  <Slides>35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Plantin</vt:lpstr>
      <vt:lpstr>Arial</vt:lpstr>
      <vt:lpstr>Calibri</vt:lpstr>
      <vt:lpstr>Franklin Gothic Book</vt:lpstr>
      <vt:lpstr>Franklin Gothic Demi</vt:lpstr>
      <vt:lpstr>Helvetica</vt:lpstr>
      <vt:lpstr>Wingdings</vt:lpstr>
      <vt:lpstr>Wingdings 2</vt:lpstr>
      <vt:lpstr>DividendVTI</vt:lpstr>
      <vt:lpstr>Principles of exercise</vt:lpstr>
      <vt:lpstr>Principles of training</vt:lpstr>
      <vt:lpstr>PowerPoint Presentation</vt:lpstr>
      <vt:lpstr>PowerPoint Presentation</vt:lpstr>
      <vt:lpstr>PowerPoint Presentation</vt:lpstr>
      <vt:lpstr>EFFECTS OF TRAINING  Acute </vt:lpstr>
      <vt:lpstr>PowerPoint Presentation</vt:lpstr>
      <vt:lpstr>EFFECTS OF TRAINING  Chronic</vt:lpstr>
      <vt:lpstr>The Planning Process</vt:lpstr>
      <vt:lpstr>Needs Analysis</vt:lpstr>
      <vt:lpstr>PowerPoint Presentation</vt:lpstr>
      <vt:lpstr>PowerPoint Presentation</vt:lpstr>
      <vt:lpstr>Within-session variables</vt:lpstr>
      <vt:lpstr>Specificity</vt:lpstr>
      <vt:lpstr>Basic training principles: SPECIFICITY  </vt:lpstr>
      <vt:lpstr>Basic training principles:  OVERLOAD</vt:lpstr>
      <vt:lpstr>OVERLOAD </vt:lpstr>
      <vt:lpstr>Training load monitoring</vt:lpstr>
      <vt:lpstr>SUPERCOMPENSATION</vt:lpstr>
      <vt:lpstr>oVERTRAINING</vt:lpstr>
      <vt:lpstr>Imbalances in the endocrine system</vt:lpstr>
      <vt:lpstr>How does this impact the musculoskeletal system?</vt:lpstr>
      <vt:lpstr>Endurance Adaptations</vt:lpstr>
      <vt:lpstr>Measurements of endurance</vt:lpstr>
      <vt:lpstr>Strength adaptations</vt:lpstr>
      <vt:lpstr>Resistance training</vt:lpstr>
      <vt:lpstr>NO pain no GAIN?</vt:lpstr>
      <vt:lpstr>PowerPoint Presentation</vt:lpstr>
      <vt:lpstr>proprioception training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Further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SP4061 - Training Principles</dc:title>
  <dc:creator>Nasir Uddin</dc:creator>
  <cp:lastModifiedBy>Joanna Jenkins</cp:lastModifiedBy>
  <cp:revision>6</cp:revision>
  <dcterms:created xsi:type="dcterms:W3CDTF">2022-02-03T21:12:19Z</dcterms:created>
  <dcterms:modified xsi:type="dcterms:W3CDTF">2023-11-02T16:06:16Z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