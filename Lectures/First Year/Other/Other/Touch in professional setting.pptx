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1" r:id="rId4"/>
  </p:sldMasterIdLst>
  <p:notesMasterIdLst>
    <p:notesMasterId r:id="rId32"/>
  </p:notesMasterIdLst>
  <p:handoutMasterIdLst>
    <p:handoutMasterId r:id="rId33"/>
  </p:handoutMasterIdLst>
  <p:sldIdLst>
    <p:sldId id="256" r:id="rId5"/>
    <p:sldId id="266" r:id="rId6"/>
    <p:sldId id="309" r:id="rId7"/>
    <p:sldId id="299" r:id="rId8"/>
    <p:sldId id="320" r:id="rId9"/>
    <p:sldId id="305" r:id="rId10"/>
    <p:sldId id="306" r:id="rId11"/>
    <p:sldId id="271" r:id="rId12"/>
    <p:sldId id="310" r:id="rId13"/>
    <p:sldId id="308" r:id="rId14"/>
    <p:sldId id="274" r:id="rId15"/>
    <p:sldId id="312" r:id="rId16"/>
    <p:sldId id="313" r:id="rId17"/>
    <p:sldId id="307" r:id="rId18"/>
    <p:sldId id="300" r:id="rId19"/>
    <p:sldId id="311" r:id="rId20"/>
    <p:sldId id="302" r:id="rId21"/>
    <p:sldId id="303" r:id="rId22"/>
    <p:sldId id="316" r:id="rId23"/>
    <p:sldId id="304" r:id="rId24"/>
    <p:sldId id="315" r:id="rId25"/>
    <p:sldId id="314" r:id="rId26"/>
    <p:sldId id="317" r:id="rId27"/>
    <p:sldId id="318" r:id="rId28"/>
    <p:sldId id="288" r:id="rId29"/>
    <p:sldId id="319" r:id="rId30"/>
    <p:sldId id="29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0" autoAdjust="0"/>
    <p:restoredTop sz="77645" autoAdjust="0"/>
  </p:normalViewPr>
  <p:slideViewPr>
    <p:cSldViewPr snapToGrid="0">
      <p:cViewPr varScale="1">
        <p:scale>
          <a:sx n="53" d="100"/>
          <a:sy n="53" d="100"/>
        </p:scale>
        <p:origin x="27" y="18"/>
      </p:cViewPr>
      <p:guideLst/>
    </p:cSldViewPr>
  </p:slideViewPr>
  <p:outlineViewPr>
    <p:cViewPr>
      <p:scale>
        <a:sx n="33" d="100"/>
        <a:sy n="33" d="100"/>
      </p:scale>
      <p:origin x="0" y="-576"/>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14" d="100"/>
          <a:sy n="114" d="100"/>
        </p:scale>
        <p:origin x="2226"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diagrams/_rels/data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4" Type="http://schemas.openxmlformats.org/officeDocument/2006/relationships/image" Target="../media/image24.svg"/></Relationships>
</file>

<file path=ppt/diagrams/_rels/data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ata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4" Type="http://schemas.openxmlformats.org/officeDocument/2006/relationships/image" Target="../media/image2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7C953E02-3557-432C-8951-C83EFEB29EC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736C45E-2F2D-45D4-A5D1-F60C92D6F4A4}">
      <dgm:prSet/>
      <dgm:spPr/>
      <dgm:t>
        <a:bodyPr/>
        <a:lstStyle/>
        <a:p>
          <a:pPr>
            <a:lnSpc>
              <a:spcPct val="100000"/>
            </a:lnSpc>
          </a:pPr>
          <a:r>
            <a:rPr lang="en-GB"/>
            <a:t>Legal Repercussions: Unprofessional touch can lead to legal actions, including accusations of harassment or abuse.</a:t>
          </a:r>
          <a:endParaRPr lang="en-US"/>
        </a:p>
      </dgm:t>
    </dgm:pt>
    <dgm:pt modelId="{0AA6FC9F-B4A5-4F25-921A-27BF5C2662E3}" type="parTrans" cxnId="{6958BA0C-8FFA-4D0F-9C84-C6D37DC9AFD9}">
      <dgm:prSet/>
      <dgm:spPr/>
      <dgm:t>
        <a:bodyPr/>
        <a:lstStyle/>
        <a:p>
          <a:endParaRPr lang="en-US"/>
        </a:p>
      </dgm:t>
    </dgm:pt>
    <dgm:pt modelId="{1B065754-8CB9-4B3E-B798-03CE079D428E}" type="sibTrans" cxnId="{6958BA0C-8FFA-4D0F-9C84-C6D37DC9AFD9}">
      <dgm:prSet/>
      <dgm:spPr/>
      <dgm:t>
        <a:bodyPr/>
        <a:lstStyle/>
        <a:p>
          <a:endParaRPr lang="en-US"/>
        </a:p>
      </dgm:t>
    </dgm:pt>
    <dgm:pt modelId="{7C174B15-F8FD-444C-9583-0428ADB8CBC6}">
      <dgm:prSet/>
      <dgm:spPr/>
      <dgm:t>
        <a:bodyPr/>
        <a:lstStyle/>
        <a:p>
          <a:pPr>
            <a:lnSpc>
              <a:spcPct val="100000"/>
            </a:lnSpc>
          </a:pPr>
          <a:r>
            <a:rPr lang="en-GB"/>
            <a:t>Ethical Implications: Such behavior breaches professional ethics and can damage the trust between healthcare professionals and patients​.</a:t>
          </a:r>
          <a:endParaRPr lang="en-US"/>
        </a:p>
      </dgm:t>
    </dgm:pt>
    <dgm:pt modelId="{9FC39DC4-969F-4165-900F-95522D07901B}" type="parTrans" cxnId="{2AD50828-9EEE-43D9-959E-923A29C8C574}">
      <dgm:prSet/>
      <dgm:spPr/>
      <dgm:t>
        <a:bodyPr/>
        <a:lstStyle/>
        <a:p>
          <a:endParaRPr lang="en-US"/>
        </a:p>
      </dgm:t>
    </dgm:pt>
    <dgm:pt modelId="{EF7FA0F9-B8DA-46D2-BE48-829738662684}" type="sibTrans" cxnId="{2AD50828-9EEE-43D9-959E-923A29C8C574}">
      <dgm:prSet/>
      <dgm:spPr/>
      <dgm:t>
        <a:bodyPr/>
        <a:lstStyle/>
        <a:p>
          <a:endParaRPr lang="en-US"/>
        </a:p>
      </dgm:t>
    </dgm:pt>
    <dgm:pt modelId="{0E4BC964-A244-4B03-BFDD-C6D618D29C1B}">
      <dgm:prSet/>
      <dgm:spPr/>
      <dgm:t>
        <a:bodyPr/>
        <a:lstStyle/>
        <a:p>
          <a:pPr>
            <a:lnSpc>
              <a:spcPct val="100000"/>
            </a:lnSpc>
          </a:pPr>
          <a:r>
            <a:rPr lang="en-GB"/>
            <a:t>Professional Consequences: Loss of licensure, damage to reputation, and loss of patient trust.</a:t>
          </a:r>
          <a:endParaRPr lang="en-US"/>
        </a:p>
      </dgm:t>
    </dgm:pt>
    <dgm:pt modelId="{286A5F64-A51E-4C65-B7A2-91BC8E45F17A}" type="parTrans" cxnId="{ED9EE0A7-6DB9-4DFC-8CD0-333A6F64B622}">
      <dgm:prSet/>
      <dgm:spPr/>
      <dgm:t>
        <a:bodyPr/>
        <a:lstStyle/>
        <a:p>
          <a:endParaRPr lang="en-US"/>
        </a:p>
      </dgm:t>
    </dgm:pt>
    <dgm:pt modelId="{18429D10-D0D8-4917-998B-187D7327CA02}" type="sibTrans" cxnId="{ED9EE0A7-6DB9-4DFC-8CD0-333A6F64B622}">
      <dgm:prSet/>
      <dgm:spPr/>
      <dgm:t>
        <a:bodyPr/>
        <a:lstStyle/>
        <a:p>
          <a:endParaRPr lang="en-US"/>
        </a:p>
      </dgm:t>
    </dgm:pt>
    <dgm:pt modelId="{FFBC442F-94F1-45D9-B18C-6F243605736D}" type="pres">
      <dgm:prSet presAssocID="{7C953E02-3557-432C-8951-C83EFEB29EC8}" presName="root" presStyleCnt="0">
        <dgm:presLayoutVars>
          <dgm:dir/>
          <dgm:resizeHandles val="exact"/>
        </dgm:presLayoutVars>
      </dgm:prSet>
      <dgm:spPr/>
    </dgm:pt>
    <dgm:pt modelId="{3B91AA18-F0C6-4968-A436-C783DB03711A}" type="pres">
      <dgm:prSet presAssocID="{E736C45E-2F2D-45D4-A5D1-F60C92D6F4A4}" presName="compNode" presStyleCnt="0"/>
      <dgm:spPr/>
    </dgm:pt>
    <dgm:pt modelId="{542852EE-EA69-415C-9C4E-2168A71E91CA}" type="pres">
      <dgm:prSet presAssocID="{E736C45E-2F2D-45D4-A5D1-F60C92D6F4A4}" presName="bgRect" presStyleLbl="bgShp" presStyleIdx="0" presStyleCnt="3"/>
      <dgm:spPr/>
    </dgm:pt>
    <dgm:pt modelId="{75991F6A-029E-48B9-90D8-3301380233C8}" type="pres">
      <dgm:prSet presAssocID="{E736C45E-2F2D-45D4-A5D1-F60C92D6F4A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nger"/>
        </a:ext>
      </dgm:extLst>
    </dgm:pt>
    <dgm:pt modelId="{03DC32FB-C14B-4843-825F-96AA306A07CB}" type="pres">
      <dgm:prSet presAssocID="{E736C45E-2F2D-45D4-A5D1-F60C92D6F4A4}" presName="spaceRect" presStyleCnt="0"/>
      <dgm:spPr/>
    </dgm:pt>
    <dgm:pt modelId="{897C73DE-7B6B-4476-BACD-4D39C3738716}" type="pres">
      <dgm:prSet presAssocID="{E736C45E-2F2D-45D4-A5D1-F60C92D6F4A4}" presName="parTx" presStyleLbl="revTx" presStyleIdx="0" presStyleCnt="3">
        <dgm:presLayoutVars>
          <dgm:chMax val="0"/>
          <dgm:chPref val="0"/>
        </dgm:presLayoutVars>
      </dgm:prSet>
      <dgm:spPr/>
    </dgm:pt>
    <dgm:pt modelId="{E7722B9F-69B2-467D-B8B1-5ECB61C1CEF3}" type="pres">
      <dgm:prSet presAssocID="{1B065754-8CB9-4B3E-B798-03CE079D428E}" presName="sibTrans" presStyleCnt="0"/>
      <dgm:spPr/>
    </dgm:pt>
    <dgm:pt modelId="{04FE485C-AA7F-4547-8583-43663281DF85}" type="pres">
      <dgm:prSet presAssocID="{7C174B15-F8FD-444C-9583-0428ADB8CBC6}" presName="compNode" presStyleCnt="0"/>
      <dgm:spPr/>
    </dgm:pt>
    <dgm:pt modelId="{0781E529-C329-4B8B-A078-65A54843EC50}" type="pres">
      <dgm:prSet presAssocID="{7C174B15-F8FD-444C-9583-0428ADB8CBC6}" presName="bgRect" presStyleLbl="bgShp" presStyleIdx="1" presStyleCnt="3"/>
      <dgm:spPr/>
    </dgm:pt>
    <dgm:pt modelId="{2CF915F3-C0D6-421B-B223-4569977EFCBB}" type="pres">
      <dgm:prSet presAssocID="{7C174B15-F8FD-444C-9583-0428ADB8CBC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cales of Justice"/>
        </a:ext>
      </dgm:extLst>
    </dgm:pt>
    <dgm:pt modelId="{24686C6D-7CA5-481A-BD4A-3FF10E0A32CA}" type="pres">
      <dgm:prSet presAssocID="{7C174B15-F8FD-444C-9583-0428ADB8CBC6}" presName="spaceRect" presStyleCnt="0"/>
      <dgm:spPr/>
    </dgm:pt>
    <dgm:pt modelId="{3AE99549-95E2-4413-A01B-33946C9EED67}" type="pres">
      <dgm:prSet presAssocID="{7C174B15-F8FD-444C-9583-0428ADB8CBC6}" presName="parTx" presStyleLbl="revTx" presStyleIdx="1" presStyleCnt="3">
        <dgm:presLayoutVars>
          <dgm:chMax val="0"/>
          <dgm:chPref val="0"/>
        </dgm:presLayoutVars>
      </dgm:prSet>
      <dgm:spPr/>
    </dgm:pt>
    <dgm:pt modelId="{53E37056-59E6-43D6-9543-FB7772D83684}" type="pres">
      <dgm:prSet presAssocID="{EF7FA0F9-B8DA-46D2-BE48-829738662684}" presName="sibTrans" presStyleCnt="0"/>
      <dgm:spPr/>
    </dgm:pt>
    <dgm:pt modelId="{DD73E10B-3C80-4185-8E03-21930352B93F}" type="pres">
      <dgm:prSet presAssocID="{0E4BC964-A244-4B03-BFDD-C6D618D29C1B}" presName="compNode" presStyleCnt="0"/>
      <dgm:spPr/>
    </dgm:pt>
    <dgm:pt modelId="{A754E934-BD9A-45EF-BE78-B248DC42BA3D}" type="pres">
      <dgm:prSet presAssocID="{0E4BC964-A244-4B03-BFDD-C6D618D29C1B}" presName="bgRect" presStyleLbl="bgShp" presStyleIdx="2" presStyleCnt="3"/>
      <dgm:spPr/>
    </dgm:pt>
    <dgm:pt modelId="{EC2BD3C2-FA0E-4716-9319-040FACDC58F7}" type="pres">
      <dgm:prSet presAssocID="{0E4BC964-A244-4B03-BFDD-C6D618D29C1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ploma Roll"/>
        </a:ext>
      </dgm:extLst>
    </dgm:pt>
    <dgm:pt modelId="{C848250E-1453-4C4C-A385-CB8EF5BDA47A}" type="pres">
      <dgm:prSet presAssocID="{0E4BC964-A244-4B03-BFDD-C6D618D29C1B}" presName="spaceRect" presStyleCnt="0"/>
      <dgm:spPr/>
    </dgm:pt>
    <dgm:pt modelId="{9648C78E-8BCF-45D6-A70C-789ECEF9D7EA}" type="pres">
      <dgm:prSet presAssocID="{0E4BC964-A244-4B03-BFDD-C6D618D29C1B}" presName="parTx" presStyleLbl="revTx" presStyleIdx="2" presStyleCnt="3">
        <dgm:presLayoutVars>
          <dgm:chMax val="0"/>
          <dgm:chPref val="0"/>
        </dgm:presLayoutVars>
      </dgm:prSet>
      <dgm:spPr/>
    </dgm:pt>
  </dgm:ptLst>
  <dgm:cxnLst>
    <dgm:cxn modelId="{6958BA0C-8FFA-4D0F-9C84-C6D37DC9AFD9}" srcId="{7C953E02-3557-432C-8951-C83EFEB29EC8}" destId="{E736C45E-2F2D-45D4-A5D1-F60C92D6F4A4}" srcOrd="0" destOrd="0" parTransId="{0AA6FC9F-B4A5-4F25-921A-27BF5C2662E3}" sibTransId="{1B065754-8CB9-4B3E-B798-03CE079D428E}"/>
    <dgm:cxn modelId="{2AD50828-9EEE-43D9-959E-923A29C8C574}" srcId="{7C953E02-3557-432C-8951-C83EFEB29EC8}" destId="{7C174B15-F8FD-444C-9583-0428ADB8CBC6}" srcOrd="1" destOrd="0" parTransId="{9FC39DC4-969F-4165-900F-95522D07901B}" sibTransId="{EF7FA0F9-B8DA-46D2-BE48-829738662684}"/>
    <dgm:cxn modelId="{F84E7241-07C3-4603-8944-79C2CC53BCA3}" type="presOf" srcId="{7C174B15-F8FD-444C-9583-0428ADB8CBC6}" destId="{3AE99549-95E2-4413-A01B-33946C9EED67}" srcOrd="0" destOrd="0" presId="urn:microsoft.com/office/officeart/2018/2/layout/IconVerticalSolidList"/>
    <dgm:cxn modelId="{B5E92882-7C7A-4D56-BD14-A1A741C21828}" type="presOf" srcId="{E736C45E-2F2D-45D4-A5D1-F60C92D6F4A4}" destId="{897C73DE-7B6B-4476-BACD-4D39C3738716}" srcOrd="0" destOrd="0" presId="urn:microsoft.com/office/officeart/2018/2/layout/IconVerticalSolidList"/>
    <dgm:cxn modelId="{44385C8B-0693-46F2-BBDC-A0B00CC9EA82}" type="presOf" srcId="{0E4BC964-A244-4B03-BFDD-C6D618D29C1B}" destId="{9648C78E-8BCF-45D6-A70C-789ECEF9D7EA}" srcOrd="0" destOrd="0" presId="urn:microsoft.com/office/officeart/2018/2/layout/IconVerticalSolidList"/>
    <dgm:cxn modelId="{ED9EE0A7-6DB9-4DFC-8CD0-333A6F64B622}" srcId="{7C953E02-3557-432C-8951-C83EFEB29EC8}" destId="{0E4BC964-A244-4B03-BFDD-C6D618D29C1B}" srcOrd="2" destOrd="0" parTransId="{286A5F64-A51E-4C65-B7A2-91BC8E45F17A}" sibTransId="{18429D10-D0D8-4917-998B-187D7327CA02}"/>
    <dgm:cxn modelId="{F5237DFD-3AB3-4B0D-8C3B-22D7F94B795B}" type="presOf" srcId="{7C953E02-3557-432C-8951-C83EFEB29EC8}" destId="{FFBC442F-94F1-45D9-B18C-6F243605736D}" srcOrd="0" destOrd="0" presId="urn:microsoft.com/office/officeart/2018/2/layout/IconVerticalSolidList"/>
    <dgm:cxn modelId="{32F153A0-C661-480D-8F76-1B4F852A932F}" type="presParOf" srcId="{FFBC442F-94F1-45D9-B18C-6F243605736D}" destId="{3B91AA18-F0C6-4968-A436-C783DB03711A}" srcOrd="0" destOrd="0" presId="urn:microsoft.com/office/officeart/2018/2/layout/IconVerticalSolidList"/>
    <dgm:cxn modelId="{26D0DAAD-9767-4283-8608-3B65C3E010C3}" type="presParOf" srcId="{3B91AA18-F0C6-4968-A436-C783DB03711A}" destId="{542852EE-EA69-415C-9C4E-2168A71E91CA}" srcOrd="0" destOrd="0" presId="urn:microsoft.com/office/officeart/2018/2/layout/IconVerticalSolidList"/>
    <dgm:cxn modelId="{4DD7D35A-456E-483E-8549-08451E34C714}" type="presParOf" srcId="{3B91AA18-F0C6-4968-A436-C783DB03711A}" destId="{75991F6A-029E-48B9-90D8-3301380233C8}" srcOrd="1" destOrd="0" presId="urn:microsoft.com/office/officeart/2018/2/layout/IconVerticalSolidList"/>
    <dgm:cxn modelId="{89C398B4-1269-4080-B750-C509452358B6}" type="presParOf" srcId="{3B91AA18-F0C6-4968-A436-C783DB03711A}" destId="{03DC32FB-C14B-4843-825F-96AA306A07CB}" srcOrd="2" destOrd="0" presId="urn:microsoft.com/office/officeart/2018/2/layout/IconVerticalSolidList"/>
    <dgm:cxn modelId="{5211C2BA-3476-4FA0-BBDC-FD3E8E95995D}" type="presParOf" srcId="{3B91AA18-F0C6-4968-A436-C783DB03711A}" destId="{897C73DE-7B6B-4476-BACD-4D39C3738716}" srcOrd="3" destOrd="0" presId="urn:microsoft.com/office/officeart/2018/2/layout/IconVerticalSolidList"/>
    <dgm:cxn modelId="{42ECC4C9-E9B1-4D57-8918-A3920526C49F}" type="presParOf" srcId="{FFBC442F-94F1-45D9-B18C-6F243605736D}" destId="{E7722B9F-69B2-467D-B8B1-5ECB61C1CEF3}" srcOrd="1" destOrd="0" presId="urn:microsoft.com/office/officeart/2018/2/layout/IconVerticalSolidList"/>
    <dgm:cxn modelId="{8356E435-D06D-4258-AA65-7F4AF7D2CAA0}" type="presParOf" srcId="{FFBC442F-94F1-45D9-B18C-6F243605736D}" destId="{04FE485C-AA7F-4547-8583-43663281DF85}" srcOrd="2" destOrd="0" presId="urn:microsoft.com/office/officeart/2018/2/layout/IconVerticalSolidList"/>
    <dgm:cxn modelId="{7729BAFB-473E-48A8-A1C7-C43B5FC8A496}" type="presParOf" srcId="{04FE485C-AA7F-4547-8583-43663281DF85}" destId="{0781E529-C329-4B8B-A078-65A54843EC50}" srcOrd="0" destOrd="0" presId="urn:microsoft.com/office/officeart/2018/2/layout/IconVerticalSolidList"/>
    <dgm:cxn modelId="{109A86EF-35DA-4783-9FEA-94DD6E260A9A}" type="presParOf" srcId="{04FE485C-AA7F-4547-8583-43663281DF85}" destId="{2CF915F3-C0D6-421B-B223-4569977EFCBB}" srcOrd="1" destOrd="0" presId="urn:microsoft.com/office/officeart/2018/2/layout/IconVerticalSolidList"/>
    <dgm:cxn modelId="{5BC86030-41E1-4EE4-9851-E620D20C317C}" type="presParOf" srcId="{04FE485C-AA7F-4547-8583-43663281DF85}" destId="{24686C6D-7CA5-481A-BD4A-3FF10E0A32CA}" srcOrd="2" destOrd="0" presId="urn:microsoft.com/office/officeart/2018/2/layout/IconVerticalSolidList"/>
    <dgm:cxn modelId="{445980F5-6CF1-4C5F-96CC-CDAD82341040}" type="presParOf" srcId="{04FE485C-AA7F-4547-8583-43663281DF85}" destId="{3AE99549-95E2-4413-A01B-33946C9EED67}" srcOrd="3" destOrd="0" presId="urn:microsoft.com/office/officeart/2018/2/layout/IconVerticalSolidList"/>
    <dgm:cxn modelId="{22A2AAF9-AF7C-404F-93F2-A8DB4D17FFFC}" type="presParOf" srcId="{FFBC442F-94F1-45D9-B18C-6F243605736D}" destId="{53E37056-59E6-43D6-9543-FB7772D83684}" srcOrd="3" destOrd="0" presId="urn:microsoft.com/office/officeart/2018/2/layout/IconVerticalSolidList"/>
    <dgm:cxn modelId="{D84F50A4-BA2B-4324-80FB-A0ED8ADF664B}" type="presParOf" srcId="{FFBC442F-94F1-45D9-B18C-6F243605736D}" destId="{DD73E10B-3C80-4185-8E03-21930352B93F}" srcOrd="4" destOrd="0" presId="urn:microsoft.com/office/officeart/2018/2/layout/IconVerticalSolidList"/>
    <dgm:cxn modelId="{0ECC3989-E240-4BBD-87F3-260154BDA423}" type="presParOf" srcId="{DD73E10B-3C80-4185-8E03-21930352B93F}" destId="{A754E934-BD9A-45EF-BE78-B248DC42BA3D}" srcOrd="0" destOrd="0" presId="urn:microsoft.com/office/officeart/2018/2/layout/IconVerticalSolidList"/>
    <dgm:cxn modelId="{52B1C758-BCD2-4A16-944F-7875D2A43ED5}" type="presParOf" srcId="{DD73E10B-3C80-4185-8E03-21930352B93F}" destId="{EC2BD3C2-FA0E-4716-9319-040FACDC58F7}" srcOrd="1" destOrd="0" presId="urn:microsoft.com/office/officeart/2018/2/layout/IconVerticalSolidList"/>
    <dgm:cxn modelId="{440FC6A3-A850-4C85-8E61-42A6D5E68624}" type="presParOf" srcId="{DD73E10B-3C80-4185-8E03-21930352B93F}" destId="{C848250E-1453-4C4C-A385-CB8EF5BDA47A}" srcOrd="2" destOrd="0" presId="urn:microsoft.com/office/officeart/2018/2/layout/IconVerticalSolidList"/>
    <dgm:cxn modelId="{0EAFDC02-AEBB-476D-83D5-37EA22593915}" type="presParOf" srcId="{DD73E10B-3C80-4185-8E03-21930352B93F}" destId="{9648C78E-8BCF-45D6-A70C-789ECEF9D7E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182FAE-71A8-42ED-9874-CE2BC8597BA8}"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D8CCC8E5-F2A9-416F-B06C-7DF7BEF91499}">
      <dgm:prSet/>
      <dgm:spPr/>
      <dgm:t>
        <a:bodyPr/>
        <a:lstStyle/>
        <a:p>
          <a:pPr>
            <a:lnSpc>
              <a:spcPct val="100000"/>
            </a:lnSpc>
          </a:pPr>
          <a:r>
            <a:rPr lang="en-US" b="0" dirty="0"/>
            <a:t>How do you feel about touching someone or being touched in a professional setting? What would make you feel comfortable or uncomfortable?</a:t>
          </a:r>
          <a:endParaRPr lang="en-US" dirty="0"/>
        </a:p>
      </dgm:t>
    </dgm:pt>
    <dgm:pt modelId="{F47B4B87-837A-4DFD-9013-501E6533299C}" type="parTrans" cxnId="{95CD727C-6B41-40A4-98F9-7CF70BA4107F}">
      <dgm:prSet/>
      <dgm:spPr/>
      <dgm:t>
        <a:bodyPr/>
        <a:lstStyle/>
        <a:p>
          <a:endParaRPr lang="en-US"/>
        </a:p>
      </dgm:t>
    </dgm:pt>
    <dgm:pt modelId="{04E08B4B-03AF-4ADD-8402-BD33C2682FA7}" type="sibTrans" cxnId="{95CD727C-6B41-40A4-98F9-7CF70BA4107F}">
      <dgm:prSet/>
      <dgm:spPr/>
      <dgm:t>
        <a:bodyPr/>
        <a:lstStyle/>
        <a:p>
          <a:endParaRPr lang="en-US"/>
        </a:p>
      </dgm:t>
    </dgm:pt>
    <dgm:pt modelId="{7559BD83-4E1D-4065-A85D-BBAC4079D4DE}">
      <dgm:prSet/>
      <dgm:spPr/>
      <dgm:t>
        <a:bodyPr/>
        <a:lstStyle/>
        <a:p>
          <a:pPr>
            <a:lnSpc>
              <a:spcPct val="100000"/>
            </a:lnSpc>
          </a:pPr>
          <a:r>
            <a:rPr lang="en-US" b="0"/>
            <a:t>Think Subjectively!</a:t>
          </a:r>
          <a:endParaRPr lang="en-US"/>
        </a:p>
      </dgm:t>
    </dgm:pt>
    <dgm:pt modelId="{E241CFE5-4528-4D21-8E7C-42C32C79C4EC}" type="parTrans" cxnId="{7FC5D4B8-4EC8-46AD-B317-986C547B993B}">
      <dgm:prSet/>
      <dgm:spPr/>
      <dgm:t>
        <a:bodyPr/>
        <a:lstStyle/>
        <a:p>
          <a:endParaRPr lang="en-US"/>
        </a:p>
      </dgm:t>
    </dgm:pt>
    <dgm:pt modelId="{3F5AA4D8-27C0-46E2-832D-7064C940AE53}" type="sibTrans" cxnId="{7FC5D4B8-4EC8-46AD-B317-986C547B993B}">
      <dgm:prSet/>
      <dgm:spPr/>
      <dgm:t>
        <a:bodyPr/>
        <a:lstStyle/>
        <a:p>
          <a:endParaRPr lang="en-US"/>
        </a:p>
      </dgm:t>
    </dgm:pt>
    <dgm:pt modelId="{DC74CC2C-FC54-42C5-B901-5B28537F1E19}" type="pres">
      <dgm:prSet presAssocID="{AF182FAE-71A8-42ED-9874-CE2BC8597BA8}" presName="root" presStyleCnt="0">
        <dgm:presLayoutVars>
          <dgm:dir/>
          <dgm:resizeHandles val="exact"/>
        </dgm:presLayoutVars>
      </dgm:prSet>
      <dgm:spPr/>
    </dgm:pt>
    <dgm:pt modelId="{0E6204D1-A83D-4BF6-BC8C-16162CF00568}" type="pres">
      <dgm:prSet presAssocID="{D8CCC8E5-F2A9-416F-B06C-7DF7BEF91499}" presName="compNode" presStyleCnt="0"/>
      <dgm:spPr/>
    </dgm:pt>
    <dgm:pt modelId="{26DA6021-E3BE-4E84-AA3F-01640B3BBAC1}" type="pres">
      <dgm:prSet presAssocID="{D8CCC8E5-F2A9-416F-B06C-7DF7BEF9149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nfused Person"/>
        </a:ext>
      </dgm:extLst>
    </dgm:pt>
    <dgm:pt modelId="{01D81FDC-E3DB-45BB-838F-EFE3F54DBD9C}" type="pres">
      <dgm:prSet presAssocID="{D8CCC8E5-F2A9-416F-B06C-7DF7BEF91499}" presName="spaceRect" presStyleCnt="0"/>
      <dgm:spPr/>
    </dgm:pt>
    <dgm:pt modelId="{B1DE856E-91EF-4133-9D9D-EF1F512B1430}" type="pres">
      <dgm:prSet presAssocID="{D8CCC8E5-F2A9-416F-B06C-7DF7BEF91499}" presName="textRect" presStyleLbl="revTx" presStyleIdx="0" presStyleCnt="2">
        <dgm:presLayoutVars>
          <dgm:chMax val="1"/>
          <dgm:chPref val="1"/>
        </dgm:presLayoutVars>
      </dgm:prSet>
      <dgm:spPr/>
    </dgm:pt>
    <dgm:pt modelId="{31C167C7-7B3D-480C-A770-5EC60D9C846B}" type="pres">
      <dgm:prSet presAssocID="{04E08B4B-03AF-4ADD-8402-BD33C2682FA7}" presName="sibTrans" presStyleCnt="0"/>
      <dgm:spPr/>
    </dgm:pt>
    <dgm:pt modelId="{A4F06594-1AF7-47FD-AA58-FF84E1CB9460}" type="pres">
      <dgm:prSet presAssocID="{7559BD83-4E1D-4065-A85D-BBAC4079D4DE}" presName="compNode" presStyleCnt="0"/>
      <dgm:spPr/>
    </dgm:pt>
    <dgm:pt modelId="{829F17C8-C684-426D-8FB3-AE5971144852}" type="pres">
      <dgm:prSet presAssocID="{7559BD83-4E1D-4065-A85D-BBAC4079D4D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Nervous Face with Solid Fill"/>
        </a:ext>
      </dgm:extLst>
    </dgm:pt>
    <dgm:pt modelId="{0541ECB2-C224-483C-ADE3-9B25592DC1A3}" type="pres">
      <dgm:prSet presAssocID="{7559BD83-4E1D-4065-A85D-BBAC4079D4DE}" presName="spaceRect" presStyleCnt="0"/>
      <dgm:spPr/>
    </dgm:pt>
    <dgm:pt modelId="{B4216ECA-DFBA-426C-B811-A87B02ED7BDD}" type="pres">
      <dgm:prSet presAssocID="{7559BD83-4E1D-4065-A85D-BBAC4079D4DE}" presName="textRect" presStyleLbl="revTx" presStyleIdx="1" presStyleCnt="2">
        <dgm:presLayoutVars>
          <dgm:chMax val="1"/>
          <dgm:chPref val="1"/>
        </dgm:presLayoutVars>
      </dgm:prSet>
      <dgm:spPr/>
    </dgm:pt>
  </dgm:ptLst>
  <dgm:cxnLst>
    <dgm:cxn modelId="{F3445F17-3B0C-4D00-B6EA-1456A18F06FB}" type="presOf" srcId="{AF182FAE-71A8-42ED-9874-CE2BC8597BA8}" destId="{DC74CC2C-FC54-42C5-B901-5B28537F1E19}" srcOrd="0" destOrd="0" presId="urn:microsoft.com/office/officeart/2018/2/layout/IconLabelList"/>
    <dgm:cxn modelId="{95CD727C-6B41-40A4-98F9-7CF70BA4107F}" srcId="{AF182FAE-71A8-42ED-9874-CE2BC8597BA8}" destId="{D8CCC8E5-F2A9-416F-B06C-7DF7BEF91499}" srcOrd="0" destOrd="0" parTransId="{F47B4B87-837A-4DFD-9013-501E6533299C}" sibTransId="{04E08B4B-03AF-4ADD-8402-BD33C2682FA7}"/>
    <dgm:cxn modelId="{7FC5D4B8-4EC8-46AD-B317-986C547B993B}" srcId="{AF182FAE-71A8-42ED-9874-CE2BC8597BA8}" destId="{7559BD83-4E1D-4065-A85D-BBAC4079D4DE}" srcOrd="1" destOrd="0" parTransId="{E241CFE5-4528-4D21-8E7C-42C32C79C4EC}" sibTransId="{3F5AA4D8-27C0-46E2-832D-7064C940AE53}"/>
    <dgm:cxn modelId="{599527B9-C9BA-4D88-807C-0255241FA0EC}" type="presOf" srcId="{D8CCC8E5-F2A9-416F-B06C-7DF7BEF91499}" destId="{B1DE856E-91EF-4133-9D9D-EF1F512B1430}" srcOrd="0" destOrd="0" presId="urn:microsoft.com/office/officeart/2018/2/layout/IconLabelList"/>
    <dgm:cxn modelId="{80F1C4E9-2429-4327-92D1-CFC391BF8036}" type="presOf" srcId="{7559BD83-4E1D-4065-A85D-BBAC4079D4DE}" destId="{B4216ECA-DFBA-426C-B811-A87B02ED7BDD}" srcOrd="0" destOrd="0" presId="urn:microsoft.com/office/officeart/2018/2/layout/IconLabelList"/>
    <dgm:cxn modelId="{15143E7F-F59C-480D-B32E-7C83DAE97B02}" type="presParOf" srcId="{DC74CC2C-FC54-42C5-B901-5B28537F1E19}" destId="{0E6204D1-A83D-4BF6-BC8C-16162CF00568}" srcOrd="0" destOrd="0" presId="urn:microsoft.com/office/officeart/2018/2/layout/IconLabelList"/>
    <dgm:cxn modelId="{171ABC42-3292-40A2-8391-CF547557D849}" type="presParOf" srcId="{0E6204D1-A83D-4BF6-BC8C-16162CF00568}" destId="{26DA6021-E3BE-4E84-AA3F-01640B3BBAC1}" srcOrd="0" destOrd="0" presId="urn:microsoft.com/office/officeart/2018/2/layout/IconLabelList"/>
    <dgm:cxn modelId="{2393BAF7-060A-4A20-BC7F-A11F47C00385}" type="presParOf" srcId="{0E6204D1-A83D-4BF6-BC8C-16162CF00568}" destId="{01D81FDC-E3DB-45BB-838F-EFE3F54DBD9C}" srcOrd="1" destOrd="0" presId="urn:microsoft.com/office/officeart/2018/2/layout/IconLabelList"/>
    <dgm:cxn modelId="{0ABB6606-2FCC-4E04-ADD5-E67E3E1F3612}" type="presParOf" srcId="{0E6204D1-A83D-4BF6-BC8C-16162CF00568}" destId="{B1DE856E-91EF-4133-9D9D-EF1F512B1430}" srcOrd="2" destOrd="0" presId="urn:microsoft.com/office/officeart/2018/2/layout/IconLabelList"/>
    <dgm:cxn modelId="{6171D4B8-BD55-4933-AFD7-6B0208B39619}" type="presParOf" srcId="{DC74CC2C-FC54-42C5-B901-5B28537F1E19}" destId="{31C167C7-7B3D-480C-A770-5EC60D9C846B}" srcOrd="1" destOrd="0" presId="urn:microsoft.com/office/officeart/2018/2/layout/IconLabelList"/>
    <dgm:cxn modelId="{89A382E4-481E-439B-8E26-3D2DD81F7106}" type="presParOf" srcId="{DC74CC2C-FC54-42C5-B901-5B28537F1E19}" destId="{A4F06594-1AF7-47FD-AA58-FF84E1CB9460}" srcOrd="2" destOrd="0" presId="urn:microsoft.com/office/officeart/2018/2/layout/IconLabelList"/>
    <dgm:cxn modelId="{04500054-A698-47C2-A534-B53DB7C402FF}" type="presParOf" srcId="{A4F06594-1AF7-47FD-AA58-FF84E1CB9460}" destId="{829F17C8-C684-426D-8FB3-AE5971144852}" srcOrd="0" destOrd="0" presId="urn:microsoft.com/office/officeart/2018/2/layout/IconLabelList"/>
    <dgm:cxn modelId="{EBE800C9-D6E0-41A0-A84C-F47D93314F0B}" type="presParOf" srcId="{A4F06594-1AF7-47FD-AA58-FF84E1CB9460}" destId="{0541ECB2-C224-483C-ADE3-9B25592DC1A3}" srcOrd="1" destOrd="0" presId="urn:microsoft.com/office/officeart/2018/2/layout/IconLabelList"/>
    <dgm:cxn modelId="{64AA3EFB-2B77-4766-9B44-CDFDB955C6E5}" type="presParOf" srcId="{A4F06594-1AF7-47FD-AA58-FF84E1CB9460}" destId="{B4216ECA-DFBA-426C-B811-A87B02ED7BDD}"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05C0FCB-A5E8-4609-92F1-0AB13D11518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77E320C-F5A1-424A-A32B-3165AB91FA90}">
      <dgm:prSet custT="1"/>
      <dgm:spPr/>
      <dgm:t>
        <a:bodyPr/>
        <a:lstStyle/>
        <a:p>
          <a:r>
            <a:rPr lang="en-GB" sz="2000" b="0"/>
            <a:t>Each trust has its own Chaperoning Policy, but they all have the same principles in Common:</a:t>
          </a:r>
          <a:endParaRPr lang="en-US" sz="2000"/>
        </a:p>
      </dgm:t>
    </dgm:pt>
    <dgm:pt modelId="{3F85B363-134D-44DB-920A-3F2BF0BF4834}" type="parTrans" cxnId="{1A49DD19-5792-4A4F-A1E5-5BE7F5D90C71}">
      <dgm:prSet/>
      <dgm:spPr/>
      <dgm:t>
        <a:bodyPr/>
        <a:lstStyle/>
        <a:p>
          <a:endParaRPr lang="en-US" sz="2000"/>
        </a:p>
      </dgm:t>
    </dgm:pt>
    <dgm:pt modelId="{C630E66A-6D98-4739-9C61-334D21FCC0D8}" type="sibTrans" cxnId="{1A49DD19-5792-4A4F-A1E5-5BE7F5D90C71}">
      <dgm:prSet/>
      <dgm:spPr/>
      <dgm:t>
        <a:bodyPr/>
        <a:lstStyle/>
        <a:p>
          <a:endParaRPr lang="en-US" sz="2000"/>
        </a:p>
      </dgm:t>
    </dgm:pt>
    <dgm:pt modelId="{476BE1D5-BA5E-4831-82C1-AC4912EF603C}">
      <dgm:prSet custT="1"/>
      <dgm:spPr/>
      <dgm:t>
        <a:bodyPr/>
        <a:lstStyle/>
        <a:p>
          <a:r>
            <a:rPr lang="en-GB" sz="2000" b="0" i="0"/>
            <a:t>Chaperones are used to protect both the therapist and the patient.</a:t>
          </a:r>
          <a:endParaRPr lang="en-US" sz="2000"/>
        </a:p>
      </dgm:t>
    </dgm:pt>
    <dgm:pt modelId="{93C53876-F7FA-4483-8A4F-86C7F740CE27}" type="parTrans" cxnId="{D1723AA2-20CD-46B2-AD62-4F93E9B91EC8}">
      <dgm:prSet/>
      <dgm:spPr/>
      <dgm:t>
        <a:bodyPr/>
        <a:lstStyle/>
        <a:p>
          <a:endParaRPr lang="en-US" sz="2000"/>
        </a:p>
      </dgm:t>
    </dgm:pt>
    <dgm:pt modelId="{7CA8687E-1AC0-4F17-9FD7-CC2105EC529B}" type="sibTrans" cxnId="{D1723AA2-20CD-46B2-AD62-4F93E9B91EC8}">
      <dgm:prSet/>
      <dgm:spPr/>
      <dgm:t>
        <a:bodyPr/>
        <a:lstStyle/>
        <a:p>
          <a:endParaRPr lang="en-US" sz="2000"/>
        </a:p>
      </dgm:t>
    </dgm:pt>
    <dgm:pt modelId="{093BA4EE-C41E-42EF-919D-8FB9CD308E59}">
      <dgm:prSet custT="1"/>
      <dgm:spPr/>
      <dgm:t>
        <a:bodyPr/>
        <a:lstStyle/>
        <a:p>
          <a:r>
            <a:rPr lang="en-GB" sz="2000" b="0"/>
            <a:t>You have a duty to respect the dignity and sensibilities of your patients, as well as having your own right to work in a safe environment. By its very nature, physiotherapy is a ‘touching’ profession often with patients in a state of undress. CSP</a:t>
          </a:r>
          <a:endParaRPr lang="en-US" sz="2000"/>
        </a:p>
      </dgm:t>
    </dgm:pt>
    <dgm:pt modelId="{0F1A6924-9FDB-443C-8BE2-BC4D3EDF405B}" type="parTrans" cxnId="{3074AC71-0346-4EB7-A39F-C130D72FCAD0}">
      <dgm:prSet/>
      <dgm:spPr/>
      <dgm:t>
        <a:bodyPr/>
        <a:lstStyle/>
        <a:p>
          <a:endParaRPr lang="en-US" sz="2000"/>
        </a:p>
      </dgm:t>
    </dgm:pt>
    <dgm:pt modelId="{0B47D9BB-4329-488B-A36C-607FDDDA387F}" type="sibTrans" cxnId="{3074AC71-0346-4EB7-A39F-C130D72FCAD0}">
      <dgm:prSet/>
      <dgm:spPr/>
      <dgm:t>
        <a:bodyPr/>
        <a:lstStyle/>
        <a:p>
          <a:endParaRPr lang="en-US" sz="2000"/>
        </a:p>
      </dgm:t>
    </dgm:pt>
    <dgm:pt modelId="{4F572894-4CF5-45B8-9789-86707C50564E}" type="pres">
      <dgm:prSet presAssocID="{305C0FCB-A5E8-4609-92F1-0AB13D11518A}" presName="root" presStyleCnt="0">
        <dgm:presLayoutVars>
          <dgm:dir/>
          <dgm:resizeHandles val="exact"/>
        </dgm:presLayoutVars>
      </dgm:prSet>
      <dgm:spPr/>
    </dgm:pt>
    <dgm:pt modelId="{B068B4C5-2672-43DB-9FB6-D565909E0948}" type="pres">
      <dgm:prSet presAssocID="{377E320C-F5A1-424A-A32B-3165AB91FA90}" presName="compNode" presStyleCnt="0"/>
      <dgm:spPr/>
    </dgm:pt>
    <dgm:pt modelId="{7263891A-23FC-4CC0-ACE1-0DAD7868D1DE}" type="pres">
      <dgm:prSet presAssocID="{377E320C-F5A1-424A-A32B-3165AB91FA90}" presName="bgRect" presStyleLbl="bgShp" presStyleIdx="0" presStyleCnt="3"/>
      <dgm:spPr/>
    </dgm:pt>
    <dgm:pt modelId="{48662980-7014-4258-8B4E-66A7A42CAFEB}" type="pres">
      <dgm:prSet presAssocID="{377E320C-F5A1-424A-A32B-3165AB91FA9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0691F405-7E80-4599-A770-6B8BA35FE1EE}" type="pres">
      <dgm:prSet presAssocID="{377E320C-F5A1-424A-A32B-3165AB91FA90}" presName="spaceRect" presStyleCnt="0"/>
      <dgm:spPr/>
    </dgm:pt>
    <dgm:pt modelId="{CE457A7B-81DD-4754-A479-E68F9F617570}" type="pres">
      <dgm:prSet presAssocID="{377E320C-F5A1-424A-A32B-3165AB91FA90}" presName="parTx" presStyleLbl="revTx" presStyleIdx="0" presStyleCnt="3">
        <dgm:presLayoutVars>
          <dgm:chMax val="0"/>
          <dgm:chPref val="0"/>
        </dgm:presLayoutVars>
      </dgm:prSet>
      <dgm:spPr/>
    </dgm:pt>
    <dgm:pt modelId="{F0693F84-6C05-4783-9FD6-C4D85B930CA2}" type="pres">
      <dgm:prSet presAssocID="{C630E66A-6D98-4739-9C61-334D21FCC0D8}" presName="sibTrans" presStyleCnt="0"/>
      <dgm:spPr/>
    </dgm:pt>
    <dgm:pt modelId="{FD2671AD-8C82-4E71-87CE-98A8C7FD67C7}" type="pres">
      <dgm:prSet presAssocID="{476BE1D5-BA5E-4831-82C1-AC4912EF603C}" presName="compNode" presStyleCnt="0"/>
      <dgm:spPr/>
    </dgm:pt>
    <dgm:pt modelId="{F4665182-C0BB-4933-B948-D32D91EB3F18}" type="pres">
      <dgm:prSet presAssocID="{476BE1D5-BA5E-4831-82C1-AC4912EF603C}" presName="bgRect" presStyleLbl="bgShp" presStyleIdx="1" presStyleCnt="3"/>
      <dgm:spPr/>
    </dgm:pt>
    <dgm:pt modelId="{4632A9CB-F274-46CB-81A6-73C246DEE3B6}" type="pres">
      <dgm:prSet presAssocID="{476BE1D5-BA5E-4831-82C1-AC4912EF603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tor"/>
        </a:ext>
      </dgm:extLst>
    </dgm:pt>
    <dgm:pt modelId="{A54F5924-5219-42F0-9C16-D33A4C9A4598}" type="pres">
      <dgm:prSet presAssocID="{476BE1D5-BA5E-4831-82C1-AC4912EF603C}" presName="spaceRect" presStyleCnt="0"/>
      <dgm:spPr/>
    </dgm:pt>
    <dgm:pt modelId="{BF5CF0D4-81F3-495A-91B1-0896D4015AF0}" type="pres">
      <dgm:prSet presAssocID="{476BE1D5-BA5E-4831-82C1-AC4912EF603C}" presName="parTx" presStyleLbl="revTx" presStyleIdx="1" presStyleCnt="3">
        <dgm:presLayoutVars>
          <dgm:chMax val="0"/>
          <dgm:chPref val="0"/>
        </dgm:presLayoutVars>
      </dgm:prSet>
      <dgm:spPr/>
    </dgm:pt>
    <dgm:pt modelId="{8AA5C597-32B9-4A4A-B75F-C310FC0D09C7}" type="pres">
      <dgm:prSet presAssocID="{7CA8687E-1AC0-4F17-9FD7-CC2105EC529B}" presName="sibTrans" presStyleCnt="0"/>
      <dgm:spPr/>
    </dgm:pt>
    <dgm:pt modelId="{80802833-5FF6-48B9-A001-524AA9BE7574}" type="pres">
      <dgm:prSet presAssocID="{093BA4EE-C41E-42EF-919D-8FB9CD308E59}" presName="compNode" presStyleCnt="0"/>
      <dgm:spPr/>
    </dgm:pt>
    <dgm:pt modelId="{0460DA7B-AED4-4077-8284-D62B51524130}" type="pres">
      <dgm:prSet presAssocID="{093BA4EE-C41E-42EF-919D-8FB9CD308E59}" presName="bgRect" presStyleLbl="bgShp" presStyleIdx="2" presStyleCnt="3"/>
      <dgm:spPr/>
    </dgm:pt>
    <dgm:pt modelId="{3CE72032-DDB1-4D63-A5E1-F84E8CDBD93F}" type="pres">
      <dgm:prSet presAssocID="{093BA4EE-C41E-42EF-919D-8FB9CD308E5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ales of Justice"/>
        </a:ext>
      </dgm:extLst>
    </dgm:pt>
    <dgm:pt modelId="{D28805A7-9E01-4E1E-A72B-3FFDD835441F}" type="pres">
      <dgm:prSet presAssocID="{093BA4EE-C41E-42EF-919D-8FB9CD308E59}" presName="spaceRect" presStyleCnt="0"/>
      <dgm:spPr/>
    </dgm:pt>
    <dgm:pt modelId="{FC3FE3B4-B74D-4801-96A6-33746A2274F7}" type="pres">
      <dgm:prSet presAssocID="{093BA4EE-C41E-42EF-919D-8FB9CD308E59}" presName="parTx" presStyleLbl="revTx" presStyleIdx="2" presStyleCnt="3">
        <dgm:presLayoutVars>
          <dgm:chMax val="0"/>
          <dgm:chPref val="0"/>
        </dgm:presLayoutVars>
      </dgm:prSet>
      <dgm:spPr/>
    </dgm:pt>
  </dgm:ptLst>
  <dgm:cxnLst>
    <dgm:cxn modelId="{1C774612-EF1A-4255-B4C2-D5F323B46B91}" type="presOf" srcId="{476BE1D5-BA5E-4831-82C1-AC4912EF603C}" destId="{BF5CF0D4-81F3-495A-91B1-0896D4015AF0}" srcOrd="0" destOrd="0" presId="urn:microsoft.com/office/officeart/2018/2/layout/IconVerticalSolidList"/>
    <dgm:cxn modelId="{1A49DD19-5792-4A4F-A1E5-5BE7F5D90C71}" srcId="{305C0FCB-A5E8-4609-92F1-0AB13D11518A}" destId="{377E320C-F5A1-424A-A32B-3165AB91FA90}" srcOrd="0" destOrd="0" parTransId="{3F85B363-134D-44DB-920A-3F2BF0BF4834}" sibTransId="{C630E66A-6D98-4739-9C61-334D21FCC0D8}"/>
    <dgm:cxn modelId="{5C360F2D-72AC-44A7-82FD-7109BFACC76E}" type="presOf" srcId="{093BA4EE-C41E-42EF-919D-8FB9CD308E59}" destId="{FC3FE3B4-B74D-4801-96A6-33746A2274F7}" srcOrd="0" destOrd="0" presId="urn:microsoft.com/office/officeart/2018/2/layout/IconVerticalSolidList"/>
    <dgm:cxn modelId="{3074AC71-0346-4EB7-A39F-C130D72FCAD0}" srcId="{305C0FCB-A5E8-4609-92F1-0AB13D11518A}" destId="{093BA4EE-C41E-42EF-919D-8FB9CD308E59}" srcOrd="2" destOrd="0" parTransId="{0F1A6924-9FDB-443C-8BE2-BC4D3EDF405B}" sibTransId="{0B47D9BB-4329-488B-A36C-607FDDDA387F}"/>
    <dgm:cxn modelId="{2448A572-A0F3-4548-8C4B-674355B6C2B3}" type="presOf" srcId="{377E320C-F5A1-424A-A32B-3165AB91FA90}" destId="{CE457A7B-81DD-4754-A479-E68F9F617570}" srcOrd="0" destOrd="0" presId="urn:microsoft.com/office/officeart/2018/2/layout/IconVerticalSolidList"/>
    <dgm:cxn modelId="{D1723AA2-20CD-46B2-AD62-4F93E9B91EC8}" srcId="{305C0FCB-A5E8-4609-92F1-0AB13D11518A}" destId="{476BE1D5-BA5E-4831-82C1-AC4912EF603C}" srcOrd="1" destOrd="0" parTransId="{93C53876-F7FA-4483-8A4F-86C7F740CE27}" sibTransId="{7CA8687E-1AC0-4F17-9FD7-CC2105EC529B}"/>
    <dgm:cxn modelId="{2CD0BED3-7DE3-4E54-9CD0-543267E84651}" type="presOf" srcId="{305C0FCB-A5E8-4609-92F1-0AB13D11518A}" destId="{4F572894-4CF5-45B8-9789-86707C50564E}" srcOrd="0" destOrd="0" presId="urn:microsoft.com/office/officeart/2018/2/layout/IconVerticalSolidList"/>
    <dgm:cxn modelId="{ED5AD28C-5740-49BB-BCE6-0FDA7F2C4344}" type="presParOf" srcId="{4F572894-4CF5-45B8-9789-86707C50564E}" destId="{B068B4C5-2672-43DB-9FB6-D565909E0948}" srcOrd="0" destOrd="0" presId="urn:microsoft.com/office/officeart/2018/2/layout/IconVerticalSolidList"/>
    <dgm:cxn modelId="{DA4479E9-923F-46AF-8CD4-6E1FAC1C5AC2}" type="presParOf" srcId="{B068B4C5-2672-43DB-9FB6-D565909E0948}" destId="{7263891A-23FC-4CC0-ACE1-0DAD7868D1DE}" srcOrd="0" destOrd="0" presId="urn:microsoft.com/office/officeart/2018/2/layout/IconVerticalSolidList"/>
    <dgm:cxn modelId="{24B5F52F-E32E-4D5A-91AC-325D4B7E41B2}" type="presParOf" srcId="{B068B4C5-2672-43DB-9FB6-D565909E0948}" destId="{48662980-7014-4258-8B4E-66A7A42CAFEB}" srcOrd="1" destOrd="0" presId="urn:microsoft.com/office/officeart/2018/2/layout/IconVerticalSolidList"/>
    <dgm:cxn modelId="{E2201C88-83A1-4701-BA2F-80F3E840320D}" type="presParOf" srcId="{B068B4C5-2672-43DB-9FB6-D565909E0948}" destId="{0691F405-7E80-4599-A770-6B8BA35FE1EE}" srcOrd="2" destOrd="0" presId="urn:microsoft.com/office/officeart/2018/2/layout/IconVerticalSolidList"/>
    <dgm:cxn modelId="{4687B131-4DF2-490A-A0EA-EC6EBE139335}" type="presParOf" srcId="{B068B4C5-2672-43DB-9FB6-D565909E0948}" destId="{CE457A7B-81DD-4754-A479-E68F9F617570}" srcOrd="3" destOrd="0" presId="urn:microsoft.com/office/officeart/2018/2/layout/IconVerticalSolidList"/>
    <dgm:cxn modelId="{AB486009-63A6-4B02-96AB-EB4C97157718}" type="presParOf" srcId="{4F572894-4CF5-45B8-9789-86707C50564E}" destId="{F0693F84-6C05-4783-9FD6-C4D85B930CA2}" srcOrd="1" destOrd="0" presId="urn:microsoft.com/office/officeart/2018/2/layout/IconVerticalSolidList"/>
    <dgm:cxn modelId="{C196842B-0061-4D61-B6A8-0939C76FAE6E}" type="presParOf" srcId="{4F572894-4CF5-45B8-9789-86707C50564E}" destId="{FD2671AD-8C82-4E71-87CE-98A8C7FD67C7}" srcOrd="2" destOrd="0" presId="urn:microsoft.com/office/officeart/2018/2/layout/IconVerticalSolidList"/>
    <dgm:cxn modelId="{978602FF-E2A4-45B8-A814-29992C0916C9}" type="presParOf" srcId="{FD2671AD-8C82-4E71-87CE-98A8C7FD67C7}" destId="{F4665182-C0BB-4933-B948-D32D91EB3F18}" srcOrd="0" destOrd="0" presId="urn:microsoft.com/office/officeart/2018/2/layout/IconVerticalSolidList"/>
    <dgm:cxn modelId="{63E8F613-924F-4BF5-9FE1-C9547F3B45CA}" type="presParOf" srcId="{FD2671AD-8C82-4E71-87CE-98A8C7FD67C7}" destId="{4632A9CB-F274-46CB-81A6-73C246DEE3B6}" srcOrd="1" destOrd="0" presId="urn:microsoft.com/office/officeart/2018/2/layout/IconVerticalSolidList"/>
    <dgm:cxn modelId="{7EE43B11-EA0C-423F-896B-08A0BD96783A}" type="presParOf" srcId="{FD2671AD-8C82-4E71-87CE-98A8C7FD67C7}" destId="{A54F5924-5219-42F0-9C16-D33A4C9A4598}" srcOrd="2" destOrd="0" presId="urn:microsoft.com/office/officeart/2018/2/layout/IconVerticalSolidList"/>
    <dgm:cxn modelId="{4FC95DE1-C633-4249-9291-1CDA885B3BE9}" type="presParOf" srcId="{FD2671AD-8C82-4E71-87CE-98A8C7FD67C7}" destId="{BF5CF0D4-81F3-495A-91B1-0896D4015AF0}" srcOrd="3" destOrd="0" presId="urn:microsoft.com/office/officeart/2018/2/layout/IconVerticalSolidList"/>
    <dgm:cxn modelId="{E190643D-33BC-4A6E-82F6-383F7B1750BD}" type="presParOf" srcId="{4F572894-4CF5-45B8-9789-86707C50564E}" destId="{8AA5C597-32B9-4A4A-B75F-C310FC0D09C7}" srcOrd="3" destOrd="0" presId="urn:microsoft.com/office/officeart/2018/2/layout/IconVerticalSolidList"/>
    <dgm:cxn modelId="{E4C709B7-2604-4DA6-879B-2654C3C26BB3}" type="presParOf" srcId="{4F572894-4CF5-45B8-9789-86707C50564E}" destId="{80802833-5FF6-48B9-A001-524AA9BE7574}" srcOrd="4" destOrd="0" presId="urn:microsoft.com/office/officeart/2018/2/layout/IconVerticalSolidList"/>
    <dgm:cxn modelId="{860A160D-F07A-41FD-9DC7-B312AE1DA4BC}" type="presParOf" srcId="{80802833-5FF6-48B9-A001-524AA9BE7574}" destId="{0460DA7B-AED4-4077-8284-D62B51524130}" srcOrd="0" destOrd="0" presId="urn:microsoft.com/office/officeart/2018/2/layout/IconVerticalSolidList"/>
    <dgm:cxn modelId="{BD9FBC36-3F04-4E00-9658-1660A54D1A43}" type="presParOf" srcId="{80802833-5FF6-48B9-A001-524AA9BE7574}" destId="{3CE72032-DDB1-4D63-A5E1-F84E8CDBD93F}" srcOrd="1" destOrd="0" presId="urn:microsoft.com/office/officeart/2018/2/layout/IconVerticalSolidList"/>
    <dgm:cxn modelId="{EC0BC7A1-C604-48A5-9B19-FA9A35CCF3E4}" type="presParOf" srcId="{80802833-5FF6-48B9-A001-524AA9BE7574}" destId="{D28805A7-9E01-4E1E-A72B-3FFDD835441F}" srcOrd="2" destOrd="0" presId="urn:microsoft.com/office/officeart/2018/2/layout/IconVerticalSolidList"/>
    <dgm:cxn modelId="{71241A6A-D32F-4E76-9B93-0D442F9C0328}" type="presParOf" srcId="{80802833-5FF6-48B9-A001-524AA9BE7574}" destId="{FC3FE3B4-B74D-4801-96A6-33746A2274F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CC45B57-BB9B-450C-AF9D-2AB48BFDC55E}"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C87EBA85-82E9-4FE6-8575-993B44D51513}">
      <dgm:prSet/>
      <dgm:spPr/>
      <dgm:t>
        <a:bodyPr/>
        <a:lstStyle/>
        <a:p>
          <a:r>
            <a:rPr lang="en-GB" b="1" baseline="0" dirty="0"/>
            <a:t>Consent</a:t>
          </a:r>
          <a:r>
            <a:rPr lang="en-GB" baseline="0" dirty="0"/>
            <a:t>: Always ask for consent before touching and explain the purpose of the touch.</a:t>
          </a:r>
          <a:endParaRPr lang="en-US" dirty="0"/>
        </a:p>
      </dgm:t>
    </dgm:pt>
    <dgm:pt modelId="{5241AB0F-ADB9-40F0-A811-BF2FB6E5D63E}" type="parTrans" cxnId="{CDDF2DA1-BD91-451E-BD4A-72405974464C}">
      <dgm:prSet/>
      <dgm:spPr/>
      <dgm:t>
        <a:bodyPr/>
        <a:lstStyle/>
        <a:p>
          <a:endParaRPr lang="en-US"/>
        </a:p>
      </dgm:t>
    </dgm:pt>
    <dgm:pt modelId="{8B7BF6D3-DC52-4EBD-A4E9-64EFE7341090}" type="sibTrans" cxnId="{CDDF2DA1-BD91-451E-BD4A-72405974464C}">
      <dgm:prSet/>
      <dgm:spPr/>
      <dgm:t>
        <a:bodyPr/>
        <a:lstStyle/>
        <a:p>
          <a:endParaRPr lang="en-US"/>
        </a:p>
      </dgm:t>
    </dgm:pt>
    <dgm:pt modelId="{25CC613D-3177-429C-9D47-E52B734D8983}">
      <dgm:prSet/>
      <dgm:spPr/>
      <dgm:t>
        <a:bodyPr/>
        <a:lstStyle/>
        <a:p>
          <a:r>
            <a:rPr lang="en-GB" b="1" baseline="0" dirty="0"/>
            <a:t>Clarity</a:t>
          </a:r>
          <a:r>
            <a:rPr lang="en-GB" baseline="0" dirty="0"/>
            <a:t>: Clearly communicate the clinical necessity of any touch and what the patient should expect.</a:t>
          </a:r>
          <a:endParaRPr lang="en-US" dirty="0"/>
        </a:p>
      </dgm:t>
    </dgm:pt>
    <dgm:pt modelId="{ED26E146-3480-4C3D-93A6-DD9892273C4A}" type="parTrans" cxnId="{02B9C3C2-E40B-4ACC-A332-A51B0FA28300}">
      <dgm:prSet/>
      <dgm:spPr/>
      <dgm:t>
        <a:bodyPr/>
        <a:lstStyle/>
        <a:p>
          <a:endParaRPr lang="en-US"/>
        </a:p>
      </dgm:t>
    </dgm:pt>
    <dgm:pt modelId="{77B2D91B-0AB4-46FA-94B8-31549F5D34B0}" type="sibTrans" cxnId="{02B9C3C2-E40B-4ACC-A332-A51B0FA28300}">
      <dgm:prSet/>
      <dgm:spPr/>
      <dgm:t>
        <a:bodyPr/>
        <a:lstStyle/>
        <a:p>
          <a:endParaRPr lang="en-US"/>
        </a:p>
      </dgm:t>
    </dgm:pt>
    <dgm:pt modelId="{93DCA0A3-9A4F-4BEE-A246-9E8136476BED}">
      <dgm:prSet/>
      <dgm:spPr/>
      <dgm:t>
        <a:bodyPr/>
        <a:lstStyle/>
        <a:p>
          <a:r>
            <a:rPr lang="en-GB" b="1" baseline="0" dirty="0"/>
            <a:t>Observation</a:t>
          </a:r>
          <a:r>
            <a:rPr lang="en-GB" baseline="0" dirty="0"/>
            <a:t>: Pay attention to verbal and non-verbal cues from the patient indicating discomfort or unease​​.</a:t>
          </a:r>
          <a:endParaRPr lang="en-US" dirty="0"/>
        </a:p>
      </dgm:t>
    </dgm:pt>
    <dgm:pt modelId="{84CBA587-E33C-4A1B-9D24-4D3537EDD694}" type="parTrans" cxnId="{C0C3C0AD-3190-4C98-B942-FA75FEE9CFCE}">
      <dgm:prSet/>
      <dgm:spPr/>
      <dgm:t>
        <a:bodyPr/>
        <a:lstStyle/>
        <a:p>
          <a:endParaRPr lang="en-US"/>
        </a:p>
      </dgm:t>
    </dgm:pt>
    <dgm:pt modelId="{3B07A6CF-6E61-4262-898D-DC03B4DDE0BF}" type="sibTrans" cxnId="{C0C3C0AD-3190-4C98-B942-FA75FEE9CFCE}">
      <dgm:prSet/>
      <dgm:spPr/>
      <dgm:t>
        <a:bodyPr/>
        <a:lstStyle/>
        <a:p>
          <a:endParaRPr lang="en-US"/>
        </a:p>
      </dgm:t>
    </dgm:pt>
    <dgm:pt modelId="{C861B950-96C5-42A1-8486-66CE36EBDCAF}" type="pres">
      <dgm:prSet presAssocID="{5CC45B57-BB9B-450C-AF9D-2AB48BFDC55E}" presName="outerComposite" presStyleCnt="0">
        <dgm:presLayoutVars>
          <dgm:chMax val="5"/>
          <dgm:dir/>
          <dgm:resizeHandles val="exact"/>
        </dgm:presLayoutVars>
      </dgm:prSet>
      <dgm:spPr/>
    </dgm:pt>
    <dgm:pt modelId="{45241AF6-D872-479A-9C22-30EF9DBFEB82}" type="pres">
      <dgm:prSet presAssocID="{5CC45B57-BB9B-450C-AF9D-2AB48BFDC55E}" presName="dummyMaxCanvas" presStyleCnt="0">
        <dgm:presLayoutVars/>
      </dgm:prSet>
      <dgm:spPr/>
    </dgm:pt>
    <dgm:pt modelId="{F5EB437D-433B-4779-BF95-D912E9248324}" type="pres">
      <dgm:prSet presAssocID="{5CC45B57-BB9B-450C-AF9D-2AB48BFDC55E}" presName="ThreeNodes_1" presStyleLbl="node1" presStyleIdx="0" presStyleCnt="3">
        <dgm:presLayoutVars>
          <dgm:bulletEnabled val="1"/>
        </dgm:presLayoutVars>
      </dgm:prSet>
      <dgm:spPr/>
    </dgm:pt>
    <dgm:pt modelId="{C7729F93-0745-43B5-B003-7906E2F2F317}" type="pres">
      <dgm:prSet presAssocID="{5CC45B57-BB9B-450C-AF9D-2AB48BFDC55E}" presName="ThreeNodes_2" presStyleLbl="node1" presStyleIdx="1" presStyleCnt="3">
        <dgm:presLayoutVars>
          <dgm:bulletEnabled val="1"/>
        </dgm:presLayoutVars>
      </dgm:prSet>
      <dgm:spPr/>
    </dgm:pt>
    <dgm:pt modelId="{3243926E-2517-410A-94E5-52F64F796398}" type="pres">
      <dgm:prSet presAssocID="{5CC45B57-BB9B-450C-AF9D-2AB48BFDC55E}" presName="ThreeNodes_3" presStyleLbl="node1" presStyleIdx="2" presStyleCnt="3">
        <dgm:presLayoutVars>
          <dgm:bulletEnabled val="1"/>
        </dgm:presLayoutVars>
      </dgm:prSet>
      <dgm:spPr/>
    </dgm:pt>
    <dgm:pt modelId="{78949C46-6059-475F-AA67-622EFE2BEEFA}" type="pres">
      <dgm:prSet presAssocID="{5CC45B57-BB9B-450C-AF9D-2AB48BFDC55E}" presName="ThreeConn_1-2" presStyleLbl="fgAccFollowNode1" presStyleIdx="0" presStyleCnt="2">
        <dgm:presLayoutVars>
          <dgm:bulletEnabled val="1"/>
        </dgm:presLayoutVars>
      </dgm:prSet>
      <dgm:spPr/>
    </dgm:pt>
    <dgm:pt modelId="{BB63EB7C-5F0B-4AEE-83AD-06E7D4095D68}" type="pres">
      <dgm:prSet presAssocID="{5CC45B57-BB9B-450C-AF9D-2AB48BFDC55E}" presName="ThreeConn_2-3" presStyleLbl="fgAccFollowNode1" presStyleIdx="1" presStyleCnt="2">
        <dgm:presLayoutVars>
          <dgm:bulletEnabled val="1"/>
        </dgm:presLayoutVars>
      </dgm:prSet>
      <dgm:spPr/>
    </dgm:pt>
    <dgm:pt modelId="{BBFE4529-3EE5-4E30-A35B-49D177567F3A}" type="pres">
      <dgm:prSet presAssocID="{5CC45B57-BB9B-450C-AF9D-2AB48BFDC55E}" presName="ThreeNodes_1_text" presStyleLbl="node1" presStyleIdx="2" presStyleCnt="3">
        <dgm:presLayoutVars>
          <dgm:bulletEnabled val="1"/>
        </dgm:presLayoutVars>
      </dgm:prSet>
      <dgm:spPr/>
    </dgm:pt>
    <dgm:pt modelId="{9328C423-CA66-49C0-8502-D99C2E37E86F}" type="pres">
      <dgm:prSet presAssocID="{5CC45B57-BB9B-450C-AF9D-2AB48BFDC55E}" presName="ThreeNodes_2_text" presStyleLbl="node1" presStyleIdx="2" presStyleCnt="3">
        <dgm:presLayoutVars>
          <dgm:bulletEnabled val="1"/>
        </dgm:presLayoutVars>
      </dgm:prSet>
      <dgm:spPr/>
    </dgm:pt>
    <dgm:pt modelId="{744EE701-C55A-4223-AE12-70AB9253102B}" type="pres">
      <dgm:prSet presAssocID="{5CC45B57-BB9B-450C-AF9D-2AB48BFDC55E}" presName="ThreeNodes_3_text" presStyleLbl="node1" presStyleIdx="2" presStyleCnt="3">
        <dgm:presLayoutVars>
          <dgm:bulletEnabled val="1"/>
        </dgm:presLayoutVars>
      </dgm:prSet>
      <dgm:spPr/>
    </dgm:pt>
  </dgm:ptLst>
  <dgm:cxnLst>
    <dgm:cxn modelId="{3AB65610-103E-43EA-9B19-83A589C22242}" type="presOf" srcId="{C87EBA85-82E9-4FE6-8575-993B44D51513}" destId="{BBFE4529-3EE5-4E30-A35B-49D177567F3A}" srcOrd="1" destOrd="0" presId="urn:microsoft.com/office/officeart/2005/8/layout/vProcess5"/>
    <dgm:cxn modelId="{43725C7A-2207-4B2F-9834-68C53B924DD7}" type="presOf" srcId="{93DCA0A3-9A4F-4BEE-A246-9E8136476BED}" destId="{744EE701-C55A-4223-AE12-70AB9253102B}" srcOrd="1" destOrd="0" presId="urn:microsoft.com/office/officeart/2005/8/layout/vProcess5"/>
    <dgm:cxn modelId="{2DB09C86-A0BF-4B3D-B272-CFF23CDD7640}" type="presOf" srcId="{77B2D91B-0AB4-46FA-94B8-31549F5D34B0}" destId="{BB63EB7C-5F0B-4AEE-83AD-06E7D4095D68}" srcOrd="0" destOrd="0" presId="urn:microsoft.com/office/officeart/2005/8/layout/vProcess5"/>
    <dgm:cxn modelId="{FB5AC294-D292-4354-89B7-311A3BDDFC25}" type="presOf" srcId="{C87EBA85-82E9-4FE6-8575-993B44D51513}" destId="{F5EB437D-433B-4779-BF95-D912E9248324}" srcOrd="0" destOrd="0" presId="urn:microsoft.com/office/officeart/2005/8/layout/vProcess5"/>
    <dgm:cxn modelId="{B00D7899-E414-427F-AFF2-BD67A17C623A}" type="presOf" srcId="{8B7BF6D3-DC52-4EBD-A4E9-64EFE7341090}" destId="{78949C46-6059-475F-AA67-622EFE2BEEFA}" srcOrd="0" destOrd="0" presId="urn:microsoft.com/office/officeart/2005/8/layout/vProcess5"/>
    <dgm:cxn modelId="{CDDF2DA1-BD91-451E-BD4A-72405974464C}" srcId="{5CC45B57-BB9B-450C-AF9D-2AB48BFDC55E}" destId="{C87EBA85-82E9-4FE6-8575-993B44D51513}" srcOrd="0" destOrd="0" parTransId="{5241AB0F-ADB9-40F0-A811-BF2FB6E5D63E}" sibTransId="{8B7BF6D3-DC52-4EBD-A4E9-64EFE7341090}"/>
    <dgm:cxn modelId="{4583A2A7-D5E9-42B2-A894-58E990CD4E32}" type="presOf" srcId="{25CC613D-3177-429C-9D47-E52B734D8983}" destId="{9328C423-CA66-49C0-8502-D99C2E37E86F}" srcOrd="1" destOrd="0" presId="urn:microsoft.com/office/officeart/2005/8/layout/vProcess5"/>
    <dgm:cxn modelId="{C0C3C0AD-3190-4C98-B942-FA75FEE9CFCE}" srcId="{5CC45B57-BB9B-450C-AF9D-2AB48BFDC55E}" destId="{93DCA0A3-9A4F-4BEE-A246-9E8136476BED}" srcOrd="2" destOrd="0" parTransId="{84CBA587-E33C-4A1B-9D24-4D3537EDD694}" sibTransId="{3B07A6CF-6E61-4262-898D-DC03B4DDE0BF}"/>
    <dgm:cxn modelId="{1E4CDFBE-9CC2-489D-B6CB-9A313341AB6D}" type="presOf" srcId="{93DCA0A3-9A4F-4BEE-A246-9E8136476BED}" destId="{3243926E-2517-410A-94E5-52F64F796398}" srcOrd="0" destOrd="0" presId="urn:microsoft.com/office/officeart/2005/8/layout/vProcess5"/>
    <dgm:cxn modelId="{02B9C3C2-E40B-4ACC-A332-A51B0FA28300}" srcId="{5CC45B57-BB9B-450C-AF9D-2AB48BFDC55E}" destId="{25CC613D-3177-429C-9D47-E52B734D8983}" srcOrd="1" destOrd="0" parTransId="{ED26E146-3480-4C3D-93A6-DD9892273C4A}" sibTransId="{77B2D91B-0AB4-46FA-94B8-31549F5D34B0}"/>
    <dgm:cxn modelId="{AE20ABD7-6AF9-4BB5-BD67-BE4A8DFA8FBC}" type="presOf" srcId="{5CC45B57-BB9B-450C-AF9D-2AB48BFDC55E}" destId="{C861B950-96C5-42A1-8486-66CE36EBDCAF}" srcOrd="0" destOrd="0" presId="urn:microsoft.com/office/officeart/2005/8/layout/vProcess5"/>
    <dgm:cxn modelId="{97D5BBEC-68AE-4F6B-9517-0BC03A4E0D58}" type="presOf" srcId="{25CC613D-3177-429C-9D47-E52B734D8983}" destId="{C7729F93-0745-43B5-B003-7906E2F2F317}" srcOrd="0" destOrd="0" presId="urn:microsoft.com/office/officeart/2005/8/layout/vProcess5"/>
    <dgm:cxn modelId="{588401A9-5789-46F2-9E5B-82E610DFE91A}" type="presParOf" srcId="{C861B950-96C5-42A1-8486-66CE36EBDCAF}" destId="{45241AF6-D872-479A-9C22-30EF9DBFEB82}" srcOrd="0" destOrd="0" presId="urn:microsoft.com/office/officeart/2005/8/layout/vProcess5"/>
    <dgm:cxn modelId="{1486FC7A-5097-4D27-9BCC-58DEF967AC2C}" type="presParOf" srcId="{C861B950-96C5-42A1-8486-66CE36EBDCAF}" destId="{F5EB437D-433B-4779-BF95-D912E9248324}" srcOrd="1" destOrd="0" presId="urn:microsoft.com/office/officeart/2005/8/layout/vProcess5"/>
    <dgm:cxn modelId="{E345F6DB-71C7-429A-B362-EDF4691C1FD4}" type="presParOf" srcId="{C861B950-96C5-42A1-8486-66CE36EBDCAF}" destId="{C7729F93-0745-43B5-B003-7906E2F2F317}" srcOrd="2" destOrd="0" presId="urn:microsoft.com/office/officeart/2005/8/layout/vProcess5"/>
    <dgm:cxn modelId="{75BDD0F3-C4A3-4087-8335-90EE4679E839}" type="presParOf" srcId="{C861B950-96C5-42A1-8486-66CE36EBDCAF}" destId="{3243926E-2517-410A-94E5-52F64F796398}" srcOrd="3" destOrd="0" presId="urn:microsoft.com/office/officeart/2005/8/layout/vProcess5"/>
    <dgm:cxn modelId="{10EB9B83-AA69-47C7-AC47-D19394C89B9B}" type="presParOf" srcId="{C861B950-96C5-42A1-8486-66CE36EBDCAF}" destId="{78949C46-6059-475F-AA67-622EFE2BEEFA}" srcOrd="4" destOrd="0" presId="urn:microsoft.com/office/officeart/2005/8/layout/vProcess5"/>
    <dgm:cxn modelId="{20B7B5C1-D589-44E5-88D8-119E9BBDAEE6}" type="presParOf" srcId="{C861B950-96C5-42A1-8486-66CE36EBDCAF}" destId="{BB63EB7C-5F0B-4AEE-83AD-06E7D4095D68}" srcOrd="5" destOrd="0" presId="urn:microsoft.com/office/officeart/2005/8/layout/vProcess5"/>
    <dgm:cxn modelId="{2CA71520-BFD4-455B-9243-87F5B13531D7}" type="presParOf" srcId="{C861B950-96C5-42A1-8486-66CE36EBDCAF}" destId="{BBFE4529-3EE5-4E30-A35B-49D177567F3A}" srcOrd="6" destOrd="0" presId="urn:microsoft.com/office/officeart/2005/8/layout/vProcess5"/>
    <dgm:cxn modelId="{2419043F-9156-4542-A879-E3FF99F3CF70}" type="presParOf" srcId="{C861B950-96C5-42A1-8486-66CE36EBDCAF}" destId="{9328C423-CA66-49C0-8502-D99C2E37E86F}" srcOrd="7" destOrd="0" presId="urn:microsoft.com/office/officeart/2005/8/layout/vProcess5"/>
    <dgm:cxn modelId="{2BA2CC18-5BC1-4D99-8D13-E38421FA186B}" type="presParOf" srcId="{C861B950-96C5-42A1-8486-66CE36EBDCAF}" destId="{744EE701-C55A-4223-AE12-70AB9253102B}"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3E52CE8-016C-46E6-B452-B37AE1D361F2}" type="doc">
      <dgm:prSet loTypeId="urn:microsoft.com/office/officeart/2008/layout/LinedList" loCatId="list" qsTypeId="urn:microsoft.com/office/officeart/2005/8/quickstyle/simple4" qsCatId="simple" csTypeId="urn:microsoft.com/office/officeart/2005/8/colors/colorful5" csCatId="colorful" phldr="1"/>
      <dgm:spPr/>
      <dgm:t>
        <a:bodyPr/>
        <a:lstStyle/>
        <a:p>
          <a:endParaRPr lang="en-US"/>
        </a:p>
      </dgm:t>
    </dgm:pt>
    <dgm:pt modelId="{4BE67237-6D99-40C6-B02D-94DF8B2BA5FB}">
      <dgm:prSet/>
      <dgm:spPr/>
      <dgm:t>
        <a:bodyPr/>
        <a:lstStyle/>
        <a:p>
          <a:r>
            <a:rPr lang="en-GB" b="1" baseline="0" dirty="0"/>
            <a:t>Before Touching</a:t>
          </a:r>
          <a:r>
            <a:rPr lang="en-GB" b="0" baseline="0" dirty="0"/>
            <a:t>: “I’m going to check the alignment of your spine now by placing my hands on your back. Is that okay with you?”</a:t>
          </a:r>
          <a:endParaRPr lang="en-US" dirty="0"/>
        </a:p>
      </dgm:t>
    </dgm:pt>
    <dgm:pt modelId="{8912DED4-3BFF-40E5-BBD5-ECEEE799B8D5}" type="parTrans" cxnId="{3EBB2287-703C-4350-B809-587D8CABE7C5}">
      <dgm:prSet/>
      <dgm:spPr/>
      <dgm:t>
        <a:bodyPr/>
        <a:lstStyle/>
        <a:p>
          <a:endParaRPr lang="en-US"/>
        </a:p>
      </dgm:t>
    </dgm:pt>
    <dgm:pt modelId="{CB2035A4-AEEB-4861-B232-3FE62106D583}" type="sibTrans" cxnId="{3EBB2287-703C-4350-B809-587D8CABE7C5}">
      <dgm:prSet/>
      <dgm:spPr/>
      <dgm:t>
        <a:bodyPr/>
        <a:lstStyle/>
        <a:p>
          <a:endParaRPr lang="en-US"/>
        </a:p>
      </dgm:t>
    </dgm:pt>
    <dgm:pt modelId="{E5095438-76D2-4BD5-8196-6463A8EC4CA5}">
      <dgm:prSet/>
      <dgm:spPr/>
      <dgm:t>
        <a:bodyPr/>
        <a:lstStyle/>
        <a:p>
          <a:r>
            <a:rPr lang="en-GB" b="1" baseline="0"/>
            <a:t>During Touching</a:t>
          </a:r>
          <a:r>
            <a:rPr lang="en-GB" b="0" baseline="0"/>
            <a:t>: “You might feel my hands move along your spine. This is to ensure I’m assessing all areas properly.”</a:t>
          </a:r>
          <a:endParaRPr lang="en-US"/>
        </a:p>
      </dgm:t>
    </dgm:pt>
    <dgm:pt modelId="{695616C7-51B8-4BF3-B496-537B9F08377A}" type="parTrans" cxnId="{7CDD12D5-4965-46AC-A6E3-CAEECAC21D07}">
      <dgm:prSet/>
      <dgm:spPr/>
      <dgm:t>
        <a:bodyPr/>
        <a:lstStyle/>
        <a:p>
          <a:endParaRPr lang="en-US"/>
        </a:p>
      </dgm:t>
    </dgm:pt>
    <dgm:pt modelId="{8AB3BE65-57A2-4641-9F01-A97A6D49948D}" type="sibTrans" cxnId="{7CDD12D5-4965-46AC-A6E3-CAEECAC21D07}">
      <dgm:prSet/>
      <dgm:spPr/>
      <dgm:t>
        <a:bodyPr/>
        <a:lstStyle/>
        <a:p>
          <a:endParaRPr lang="en-US"/>
        </a:p>
      </dgm:t>
    </dgm:pt>
    <dgm:pt modelId="{59EEC773-CDD6-4B0D-AB5C-EC907D7C234F}">
      <dgm:prSet/>
      <dgm:spPr/>
      <dgm:t>
        <a:bodyPr/>
        <a:lstStyle/>
        <a:p>
          <a:r>
            <a:rPr lang="en-GB" b="1" baseline="0"/>
            <a:t>After Touching</a:t>
          </a:r>
          <a:r>
            <a:rPr lang="en-GB" b="0" baseline="0"/>
            <a:t>: “Thank you for allowing me to conduct this part of the exam. If you have any discomfort or questions about the process, please let me know.”</a:t>
          </a:r>
          <a:endParaRPr lang="en-US"/>
        </a:p>
      </dgm:t>
    </dgm:pt>
    <dgm:pt modelId="{1F75A971-5D99-4A0C-9AA0-A99E4C04B0DD}" type="parTrans" cxnId="{45E1F32B-1FF1-4F32-9B16-03B232B539B2}">
      <dgm:prSet/>
      <dgm:spPr/>
      <dgm:t>
        <a:bodyPr/>
        <a:lstStyle/>
        <a:p>
          <a:endParaRPr lang="en-US"/>
        </a:p>
      </dgm:t>
    </dgm:pt>
    <dgm:pt modelId="{BC8A90D2-9701-434D-8038-27D941C40A4E}" type="sibTrans" cxnId="{45E1F32B-1FF1-4F32-9B16-03B232B539B2}">
      <dgm:prSet/>
      <dgm:spPr/>
      <dgm:t>
        <a:bodyPr/>
        <a:lstStyle/>
        <a:p>
          <a:endParaRPr lang="en-US"/>
        </a:p>
      </dgm:t>
    </dgm:pt>
    <dgm:pt modelId="{39605FAC-84AA-40C7-AFA6-6BB4DD38F2E1}" type="pres">
      <dgm:prSet presAssocID="{A3E52CE8-016C-46E6-B452-B37AE1D361F2}" presName="vert0" presStyleCnt="0">
        <dgm:presLayoutVars>
          <dgm:dir/>
          <dgm:animOne val="branch"/>
          <dgm:animLvl val="lvl"/>
        </dgm:presLayoutVars>
      </dgm:prSet>
      <dgm:spPr/>
    </dgm:pt>
    <dgm:pt modelId="{74201C62-4FAE-44E6-86E6-996BD87B6CDA}" type="pres">
      <dgm:prSet presAssocID="{4BE67237-6D99-40C6-B02D-94DF8B2BA5FB}" presName="thickLine" presStyleLbl="alignNode1" presStyleIdx="0" presStyleCnt="3"/>
      <dgm:spPr/>
    </dgm:pt>
    <dgm:pt modelId="{AD477328-3B42-4081-9AFD-DC3DBD98E38F}" type="pres">
      <dgm:prSet presAssocID="{4BE67237-6D99-40C6-B02D-94DF8B2BA5FB}" presName="horz1" presStyleCnt="0"/>
      <dgm:spPr/>
    </dgm:pt>
    <dgm:pt modelId="{CA0F7510-BFC5-4EE3-8C8D-3E9DAC1911AB}" type="pres">
      <dgm:prSet presAssocID="{4BE67237-6D99-40C6-B02D-94DF8B2BA5FB}" presName="tx1" presStyleLbl="revTx" presStyleIdx="0" presStyleCnt="3" custScaleY="99489"/>
      <dgm:spPr/>
    </dgm:pt>
    <dgm:pt modelId="{7CAFA398-16FF-418B-AA6B-4D5D31F516EC}" type="pres">
      <dgm:prSet presAssocID="{4BE67237-6D99-40C6-B02D-94DF8B2BA5FB}" presName="vert1" presStyleCnt="0"/>
      <dgm:spPr/>
    </dgm:pt>
    <dgm:pt modelId="{BCFB17FD-57C5-4906-A0AA-103B77B1334C}" type="pres">
      <dgm:prSet presAssocID="{E5095438-76D2-4BD5-8196-6463A8EC4CA5}" presName="thickLine" presStyleLbl="alignNode1" presStyleIdx="1" presStyleCnt="3"/>
      <dgm:spPr/>
    </dgm:pt>
    <dgm:pt modelId="{FC51DFA9-0352-403B-8B09-69E992E5158F}" type="pres">
      <dgm:prSet presAssocID="{E5095438-76D2-4BD5-8196-6463A8EC4CA5}" presName="horz1" presStyleCnt="0"/>
      <dgm:spPr/>
    </dgm:pt>
    <dgm:pt modelId="{0F4A8468-9705-4039-9D71-4C6DCD5319A6}" type="pres">
      <dgm:prSet presAssocID="{E5095438-76D2-4BD5-8196-6463A8EC4CA5}" presName="tx1" presStyleLbl="revTx" presStyleIdx="1" presStyleCnt="3"/>
      <dgm:spPr/>
    </dgm:pt>
    <dgm:pt modelId="{AC95C275-65C3-4DCE-BF6F-0DA8C601368B}" type="pres">
      <dgm:prSet presAssocID="{E5095438-76D2-4BD5-8196-6463A8EC4CA5}" presName="vert1" presStyleCnt="0"/>
      <dgm:spPr/>
    </dgm:pt>
    <dgm:pt modelId="{36F0E432-8EB4-4051-9BD7-19025D232430}" type="pres">
      <dgm:prSet presAssocID="{59EEC773-CDD6-4B0D-AB5C-EC907D7C234F}" presName="thickLine" presStyleLbl="alignNode1" presStyleIdx="2" presStyleCnt="3"/>
      <dgm:spPr/>
    </dgm:pt>
    <dgm:pt modelId="{EA29720B-1D89-4AFB-9042-2989AE026306}" type="pres">
      <dgm:prSet presAssocID="{59EEC773-CDD6-4B0D-AB5C-EC907D7C234F}" presName="horz1" presStyleCnt="0"/>
      <dgm:spPr/>
    </dgm:pt>
    <dgm:pt modelId="{24F94E9A-8B28-443C-8462-9BBE00739F44}" type="pres">
      <dgm:prSet presAssocID="{59EEC773-CDD6-4B0D-AB5C-EC907D7C234F}" presName="tx1" presStyleLbl="revTx" presStyleIdx="2" presStyleCnt="3"/>
      <dgm:spPr/>
    </dgm:pt>
    <dgm:pt modelId="{D10E4FEA-FE1E-4A1B-AE2F-ACD4180F5158}" type="pres">
      <dgm:prSet presAssocID="{59EEC773-CDD6-4B0D-AB5C-EC907D7C234F}" presName="vert1" presStyleCnt="0"/>
      <dgm:spPr/>
    </dgm:pt>
  </dgm:ptLst>
  <dgm:cxnLst>
    <dgm:cxn modelId="{45E1F32B-1FF1-4F32-9B16-03B232B539B2}" srcId="{A3E52CE8-016C-46E6-B452-B37AE1D361F2}" destId="{59EEC773-CDD6-4B0D-AB5C-EC907D7C234F}" srcOrd="2" destOrd="0" parTransId="{1F75A971-5D99-4A0C-9AA0-A99E4C04B0DD}" sibTransId="{BC8A90D2-9701-434D-8038-27D941C40A4E}"/>
    <dgm:cxn modelId="{0417AB3D-99B6-4530-B3D4-B0F17ADDB4EA}" type="presOf" srcId="{E5095438-76D2-4BD5-8196-6463A8EC4CA5}" destId="{0F4A8468-9705-4039-9D71-4C6DCD5319A6}" srcOrd="0" destOrd="0" presId="urn:microsoft.com/office/officeart/2008/layout/LinedList"/>
    <dgm:cxn modelId="{85193A5B-4E2D-4AEA-BFD5-FFA38B78D249}" type="presOf" srcId="{59EEC773-CDD6-4B0D-AB5C-EC907D7C234F}" destId="{24F94E9A-8B28-443C-8462-9BBE00739F44}" srcOrd="0" destOrd="0" presId="urn:microsoft.com/office/officeart/2008/layout/LinedList"/>
    <dgm:cxn modelId="{3EBB2287-703C-4350-B809-587D8CABE7C5}" srcId="{A3E52CE8-016C-46E6-B452-B37AE1D361F2}" destId="{4BE67237-6D99-40C6-B02D-94DF8B2BA5FB}" srcOrd="0" destOrd="0" parTransId="{8912DED4-3BFF-40E5-BBD5-ECEEE799B8D5}" sibTransId="{CB2035A4-AEEB-4861-B232-3FE62106D583}"/>
    <dgm:cxn modelId="{893E6F9D-F6BA-481D-AF38-37D792F78516}" type="presOf" srcId="{A3E52CE8-016C-46E6-B452-B37AE1D361F2}" destId="{39605FAC-84AA-40C7-AFA6-6BB4DD38F2E1}" srcOrd="0" destOrd="0" presId="urn:microsoft.com/office/officeart/2008/layout/LinedList"/>
    <dgm:cxn modelId="{BCBF67A8-6B2D-430C-BB20-53856672A0A1}" type="presOf" srcId="{4BE67237-6D99-40C6-B02D-94DF8B2BA5FB}" destId="{CA0F7510-BFC5-4EE3-8C8D-3E9DAC1911AB}" srcOrd="0" destOrd="0" presId="urn:microsoft.com/office/officeart/2008/layout/LinedList"/>
    <dgm:cxn modelId="{7CDD12D5-4965-46AC-A6E3-CAEECAC21D07}" srcId="{A3E52CE8-016C-46E6-B452-B37AE1D361F2}" destId="{E5095438-76D2-4BD5-8196-6463A8EC4CA5}" srcOrd="1" destOrd="0" parTransId="{695616C7-51B8-4BF3-B496-537B9F08377A}" sibTransId="{8AB3BE65-57A2-4641-9F01-A97A6D49948D}"/>
    <dgm:cxn modelId="{5A725823-B907-4F2D-9F3A-DEBA387B7537}" type="presParOf" srcId="{39605FAC-84AA-40C7-AFA6-6BB4DD38F2E1}" destId="{74201C62-4FAE-44E6-86E6-996BD87B6CDA}" srcOrd="0" destOrd="0" presId="urn:microsoft.com/office/officeart/2008/layout/LinedList"/>
    <dgm:cxn modelId="{02A6CDDF-2AD1-4C9D-8067-9F58DBAD957F}" type="presParOf" srcId="{39605FAC-84AA-40C7-AFA6-6BB4DD38F2E1}" destId="{AD477328-3B42-4081-9AFD-DC3DBD98E38F}" srcOrd="1" destOrd="0" presId="urn:microsoft.com/office/officeart/2008/layout/LinedList"/>
    <dgm:cxn modelId="{C99F90D8-A2EC-470E-A3D0-2268D63E0413}" type="presParOf" srcId="{AD477328-3B42-4081-9AFD-DC3DBD98E38F}" destId="{CA0F7510-BFC5-4EE3-8C8D-3E9DAC1911AB}" srcOrd="0" destOrd="0" presId="urn:microsoft.com/office/officeart/2008/layout/LinedList"/>
    <dgm:cxn modelId="{CB941FE1-3D22-49E1-B543-74ED487CE50A}" type="presParOf" srcId="{AD477328-3B42-4081-9AFD-DC3DBD98E38F}" destId="{7CAFA398-16FF-418B-AA6B-4D5D31F516EC}" srcOrd="1" destOrd="0" presId="urn:microsoft.com/office/officeart/2008/layout/LinedList"/>
    <dgm:cxn modelId="{A5BC6BEA-93B5-47A5-8AA7-0B5AECECBC2D}" type="presParOf" srcId="{39605FAC-84AA-40C7-AFA6-6BB4DD38F2E1}" destId="{BCFB17FD-57C5-4906-A0AA-103B77B1334C}" srcOrd="2" destOrd="0" presId="urn:microsoft.com/office/officeart/2008/layout/LinedList"/>
    <dgm:cxn modelId="{471F707C-F54B-49AB-8412-CE29B739B2D1}" type="presParOf" srcId="{39605FAC-84AA-40C7-AFA6-6BB4DD38F2E1}" destId="{FC51DFA9-0352-403B-8B09-69E992E5158F}" srcOrd="3" destOrd="0" presId="urn:microsoft.com/office/officeart/2008/layout/LinedList"/>
    <dgm:cxn modelId="{CF01AEA4-F6A7-4B36-AB37-A3400673BABD}" type="presParOf" srcId="{FC51DFA9-0352-403B-8B09-69E992E5158F}" destId="{0F4A8468-9705-4039-9D71-4C6DCD5319A6}" srcOrd="0" destOrd="0" presId="urn:microsoft.com/office/officeart/2008/layout/LinedList"/>
    <dgm:cxn modelId="{B708BF1B-8AA9-4651-B708-3E40B99470FB}" type="presParOf" srcId="{FC51DFA9-0352-403B-8B09-69E992E5158F}" destId="{AC95C275-65C3-4DCE-BF6F-0DA8C601368B}" srcOrd="1" destOrd="0" presId="urn:microsoft.com/office/officeart/2008/layout/LinedList"/>
    <dgm:cxn modelId="{0C2CB9B2-66EC-4625-8F59-91498FA52843}" type="presParOf" srcId="{39605FAC-84AA-40C7-AFA6-6BB4DD38F2E1}" destId="{36F0E432-8EB4-4051-9BD7-19025D232430}" srcOrd="4" destOrd="0" presId="urn:microsoft.com/office/officeart/2008/layout/LinedList"/>
    <dgm:cxn modelId="{608642F1-6C60-462E-8EB6-BCAABE17A583}" type="presParOf" srcId="{39605FAC-84AA-40C7-AFA6-6BB4DD38F2E1}" destId="{EA29720B-1D89-4AFB-9042-2989AE026306}" srcOrd="5" destOrd="0" presId="urn:microsoft.com/office/officeart/2008/layout/LinedList"/>
    <dgm:cxn modelId="{39495EAA-1C82-42A2-B58B-D5E217253076}" type="presParOf" srcId="{EA29720B-1D89-4AFB-9042-2989AE026306}" destId="{24F94E9A-8B28-443C-8462-9BBE00739F44}" srcOrd="0" destOrd="0" presId="urn:microsoft.com/office/officeart/2008/layout/LinedList"/>
    <dgm:cxn modelId="{E91F9E00-4EEF-4FDF-9F07-44C6D0FABDD5}" type="presParOf" srcId="{EA29720B-1D89-4AFB-9042-2989AE026306}" destId="{D10E4FEA-FE1E-4A1B-AE2F-ACD4180F515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6F61CD8-F077-488A-8629-7BDE8B85AC3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7B032D5-0313-4CBC-A211-B0AC96535CC0}">
      <dgm:prSet/>
      <dgm:spPr/>
      <dgm:t>
        <a:bodyPr/>
        <a:lstStyle/>
        <a:p>
          <a:r>
            <a:rPr lang="en-GB" b="1" baseline="0"/>
            <a:t>Acknowledge</a:t>
          </a:r>
          <a:r>
            <a:rPr lang="en-GB" b="0" baseline="0"/>
            <a:t>: “I’m sorry that made you uncomfortable. Let’s find a way to proceed that you’re more comfortable with.”</a:t>
          </a:r>
          <a:endParaRPr lang="en-US"/>
        </a:p>
      </dgm:t>
    </dgm:pt>
    <dgm:pt modelId="{7C663BBA-5C98-4F74-B897-228CF3767656}" type="parTrans" cxnId="{5E6C8D40-2DDC-4557-8F85-DCB9A044F90A}">
      <dgm:prSet/>
      <dgm:spPr/>
      <dgm:t>
        <a:bodyPr/>
        <a:lstStyle/>
        <a:p>
          <a:endParaRPr lang="en-US"/>
        </a:p>
      </dgm:t>
    </dgm:pt>
    <dgm:pt modelId="{FD7B81AB-601E-404F-8921-3ED74D2BFC99}" type="sibTrans" cxnId="{5E6C8D40-2DDC-4557-8F85-DCB9A044F90A}">
      <dgm:prSet/>
      <dgm:spPr/>
      <dgm:t>
        <a:bodyPr/>
        <a:lstStyle/>
        <a:p>
          <a:endParaRPr lang="en-US"/>
        </a:p>
      </dgm:t>
    </dgm:pt>
    <dgm:pt modelId="{FD3771CF-CF24-4F55-A968-89CD7C060291}">
      <dgm:prSet/>
      <dgm:spPr/>
      <dgm:t>
        <a:bodyPr/>
        <a:lstStyle/>
        <a:p>
          <a:r>
            <a:rPr lang="en-GB" b="1" baseline="0"/>
            <a:t>Adapt</a:t>
          </a:r>
          <a:r>
            <a:rPr lang="en-GB" b="0" baseline="0"/>
            <a:t>: Modify the technique or offer alternatives that do not involve touch.</a:t>
          </a:r>
          <a:endParaRPr lang="en-US"/>
        </a:p>
      </dgm:t>
    </dgm:pt>
    <dgm:pt modelId="{14531D93-F253-499A-9E0D-7DA1CD2B9449}" type="parTrans" cxnId="{54CD4B90-62C8-4DE8-B69A-4058FC3AF70A}">
      <dgm:prSet/>
      <dgm:spPr/>
      <dgm:t>
        <a:bodyPr/>
        <a:lstStyle/>
        <a:p>
          <a:endParaRPr lang="en-US"/>
        </a:p>
      </dgm:t>
    </dgm:pt>
    <dgm:pt modelId="{4CEC3C8E-EF3E-469B-A58D-7FDAE99FD019}" type="sibTrans" cxnId="{54CD4B90-62C8-4DE8-B69A-4058FC3AF70A}">
      <dgm:prSet/>
      <dgm:spPr/>
      <dgm:t>
        <a:bodyPr/>
        <a:lstStyle/>
        <a:p>
          <a:endParaRPr lang="en-US"/>
        </a:p>
      </dgm:t>
    </dgm:pt>
    <dgm:pt modelId="{562E5D8F-8B2B-4DA4-9C20-CDD692C5125C}">
      <dgm:prSet/>
      <dgm:spPr/>
      <dgm:t>
        <a:bodyPr/>
        <a:lstStyle/>
        <a:p>
          <a:r>
            <a:rPr lang="en-GB" b="1" baseline="0"/>
            <a:t>Ask: </a:t>
          </a:r>
          <a:r>
            <a:rPr lang="en-GB" b="0" baseline="0"/>
            <a:t>I need to perform the following technique (explain) would you like for me to modify it by …</a:t>
          </a:r>
          <a:endParaRPr lang="en-US"/>
        </a:p>
      </dgm:t>
    </dgm:pt>
    <dgm:pt modelId="{280CBFFA-4D9C-441D-8E55-6A1B52964233}" type="parTrans" cxnId="{0AB6DF8A-DEFB-451C-8B48-2BB52D385078}">
      <dgm:prSet/>
      <dgm:spPr/>
      <dgm:t>
        <a:bodyPr/>
        <a:lstStyle/>
        <a:p>
          <a:endParaRPr lang="en-US"/>
        </a:p>
      </dgm:t>
    </dgm:pt>
    <dgm:pt modelId="{44410907-D83B-4C60-A4AE-2011A3D89A25}" type="sibTrans" cxnId="{0AB6DF8A-DEFB-451C-8B48-2BB52D385078}">
      <dgm:prSet/>
      <dgm:spPr/>
      <dgm:t>
        <a:bodyPr/>
        <a:lstStyle/>
        <a:p>
          <a:endParaRPr lang="en-US"/>
        </a:p>
      </dgm:t>
    </dgm:pt>
    <dgm:pt modelId="{B2F72BEE-F340-40F4-A558-7385A1FB0AD3}" type="pres">
      <dgm:prSet presAssocID="{B6F61CD8-F077-488A-8629-7BDE8B85AC30}" presName="root" presStyleCnt="0">
        <dgm:presLayoutVars>
          <dgm:dir/>
          <dgm:resizeHandles val="exact"/>
        </dgm:presLayoutVars>
      </dgm:prSet>
      <dgm:spPr/>
    </dgm:pt>
    <dgm:pt modelId="{72A96E2D-7A74-48B8-AC5A-C1A675F7BC85}" type="pres">
      <dgm:prSet presAssocID="{47B032D5-0313-4CBC-A211-B0AC96535CC0}" presName="compNode" presStyleCnt="0"/>
      <dgm:spPr/>
    </dgm:pt>
    <dgm:pt modelId="{3B976639-4C29-4D0E-9AC6-C2BD31CFB8AE}" type="pres">
      <dgm:prSet presAssocID="{47B032D5-0313-4CBC-A211-B0AC96535CC0}" presName="bgRect" presStyleLbl="bgShp" presStyleIdx="0" presStyleCnt="3"/>
      <dgm:spPr/>
    </dgm:pt>
    <dgm:pt modelId="{3725C293-F65D-4AB0-B60E-D3529CB2022B}" type="pres">
      <dgm:prSet presAssocID="{47B032D5-0313-4CBC-A211-B0AC96535CC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ar"/>
        </a:ext>
      </dgm:extLst>
    </dgm:pt>
    <dgm:pt modelId="{61C6B9B6-27EB-425E-96C6-B7D7CCA79B62}" type="pres">
      <dgm:prSet presAssocID="{47B032D5-0313-4CBC-A211-B0AC96535CC0}" presName="spaceRect" presStyleCnt="0"/>
      <dgm:spPr/>
    </dgm:pt>
    <dgm:pt modelId="{A12653E0-492C-4EF7-B84C-E58559C6993F}" type="pres">
      <dgm:prSet presAssocID="{47B032D5-0313-4CBC-A211-B0AC96535CC0}" presName="parTx" presStyleLbl="revTx" presStyleIdx="0" presStyleCnt="3">
        <dgm:presLayoutVars>
          <dgm:chMax val="0"/>
          <dgm:chPref val="0"/>
        </dgm:presLayoutVars>
      </dgm:prSet>
      <dgm:spPr/>
    </dgm:pt>
    <dgm:pt modelId="{A18FEBCD-12C7-4D15-A240-BF69EBF75202}" type="pres">
      <dgm:prSet presAssocID="{FD7B81AB-601E-404F-8921-3ED74D2BFC99}" presName="sibTrans" presStyleCnt="0"/>
      <dgm:spPr/>
    </dgm:pt>
    <dgm:pt modelId="{E726D3DF-8676-4BE3-9479-622090FAEA9A}" type="pres">
      <dgm:prSet presAssocID="{FD3771CF-CF24-4F55-A968-89CD7C060291}" presName="compNode" presStyleCnt="0"/>
      <dgm:spPr/>
    </dgm:pt>
    <dgm:pt modelId="{95B14F0C-A34E-43B0-9AE9-07CE6F132F5F}" type="pres">
      <dgm:prSet presAssocID="{FD3771CF-CF24-4F55-A968-89CD7C060291}" presName="bgRect" presStyleLbl="bgShp" presStyleIdx="1" presStyleCnt="3"/>
      <dgm:spPr/>
    </dgm:pt>
    <dgm:pt modelId="{BF247BEA-EDAD-489C-8986-CB617B6E7D21}" type="pres">
      <dgm:prSet presAssocID="{FD3771CF-CF24-4F55-A968-89CD7C06029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ze"/>
        </a:ext>
      </dgm:extLst>
    </dgm:pt>
    <dgm:pt modelId="{29596E67-5F8A-4DE2-9C95-EDFFAE57F5EB}" type="pres">
      <dgm:prSet presAssocID="{FD3771CF-CF24-4F55-A968-89CD7C060291}" presName="spaceRect" presStyleCnt="0"/>
      <dgm:spPr/>
    </dgm:pt>
    <dgm:pt modelId="{4C733685-5E0A-4B90-98A7-B87060F2D544}" type="pres">
      <dgm:prSet presAssocID="{FD3771CF-CF24-4F55-A968-89CD7C060291}" presName="parTx" presStyleLbl="revTx" presStyleIdx="1" presStyleCnt="3">
        <dgm:presLayoutVars>
          <dgm:chMax val="0"/>
          <dgm:chPref val="0"/>
        </dgm:presLayoutVars>
      </dgm:prSet>
      <dgm:spPr/>
    </dgm:pt>
    <dgm:pt modelId="{1585E71E-71FD-4932-87A4-1FE4E4DB5CAA}" type="pres">
      <dgm:prSet presAssocID="{4CEC3C8E-EF3E-469B-A58D-7FDAE99FD019}" presName="sibTrans" presStyleCnt="0"/>
      <dgm:spPr/>
    </dgm:pt>
    <dgm:pt modelId="{26E25A65-DBDC-4F2C-912C-681A4E537834}" type="pres">
      <dgm:prSet presAssocID="{562E5D8F-8B2B-4DA4-9C20-CDD692C5125C}" presName="compNode" presStyleCnt="0"/>
      <dgm:spPr/>
    </dgm:pt>
    <dgm:pt modelId="{DA143B9E-1854-4C8E-9232-56AA75DDB763}" type="pres">
      <dgm:prSet presAssocID="{562E5D8F-8B2B-4DA4-9C20-CDD692C5125C}" presName="bgRect" presStyleLbl="bgShp" presStyleIdx="2" presStyleCnt="3"/>
      <dgm:spPr/>
    </dgm:pt>
    <dgm:pt modelId="{A310B77D-87A8-4E5A-99F7-E5829470AF52}" type="pres">
      <dgm:prSet presAssocID="{562E5D8F-8B2B-4DA4-9C20-CDD692C5125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laybook"/>
        </a:ext>
      </dgm:extLst>
    </dgm:pt>
    <dgm:pt modelId="{95E6BB5C-7C6B-4533-801D-FE65BD86B75F}" type="pres">
      <dgm:prSet presAssocID="{562E5D8F-8B2B-4DA4-9C20-CDD692C5125C}" presName="spaceRect" presStyleCnt="0"/>
      <dgm:spPr/>
    </dgm:pt>
    <dgm:pt modelId="{19CD84CE-7D5C-4475-AF36-40D876990764}" type="pres">
      <dgm:prSet presAssocID="{562E5D8F-8B2B-4DA4-9C20-CDD692C5125C}" presName="parTx" presStyleLbl="revTx" presStyleIdx="2" presStyleCnt="3">
        <dgm:presLayoutVars>
          <dgm:chMax val="0"/>
          <dgm:chPref val="0"/>
        </dgm:presLayoutVars>
      </dgm:prSet>
      <dgm:spPr/>
    </dgm:pt>
  </dgm:ptLst>
  <dgm:cxnLst>
    <dgm:cxn modelId="{5E6C8D40-2DDC-4557-8F85-DCB9A044F90A}" srcId="{B6F61CD8-F077-488A-8629-7BDE8B85AC30}" destId="{47B032D5-0313-4CBC-A211-B0AC96535CC0}" srcOrd="0" destOrd="0" parTransId="{7C663BBA-5C98-4F74-B897-228CF3767656}" sibTransId="{FD7B81AB-601E-404F-8921-3ED74D2BFC99}"/>
    <dgm:cxn modelId="{2BE34D5D-8E54-49B9-8C42-4A4A9261F85C}" type="presOf" srcId="{562E5D8F-8B2B-4DA4-9C20-CDD692C5125C}" destId="{19CD84CE-7D5C-4475-AF36-40D876990764}" srcOrd="0" destOrd="0" presId="urn:microsoft.com/office/officeart/2018/2/layout/IconVerticalSolidList"/>
    <dgm:cxn modelId="{0AB6DF8A-DEFB-451C-8B48-2BB52D385078}" srcId="{B6F61CD8-F077-488A-8629-7BDE8B85AC30}" destId="{562E5D8F-8B2B-4DA4-9C20-CDD692C5125C}" srcOrd="2" destOrd="0" parTransId="{280CBFFA-4D9C-441D-8E55-6A1B52964233}" sibTransId="{44410907-D83B-4C60-A4AE-2011A3D89A25}"/>
    <dgm:cxn modelId="{54CD4B90-62C8-4DE8-B69A-4058FC3AF70A}" srcId="{B6F61CD8-F077-488A-8629-7BDE8B85AC30}" destId="{FD3771CF-CF24-4F55-A968-89CD7C060291}" srcOrd="1" destOrd="0" parTransId="{14531D93-F253-499A-9E0D-7DA1CD2B9449}" sibTransId="{4CEC3C8E-EF3E-469B-A58D-7FDAE99FD019}"/>
    <dgm:cxn modelId="{83633C9C-4BFE-42DB-A7C7-83EC548742B9}" type="presOf" srcId="{FD3771CF-CF24-4F55-A968-89CD7C060291}" destId="{4C733685-5E0A-4B90-98A7-B87060F2D544}" srcOrd="0" destOrd="0" presId="urn:microsoft.com/office/officeart/2018/2/layout/IconVerticalSolidList"/>
    <dgm:cxn modelId="{66DB76EC-380C-499B-B342-3DAFD84253A1}" type="presOf" srcId="{B6F61CD8-F077-488A-8629-7BDE8B85AC30}" destId="{B2F72BEE-F340-40F4-A558-7385A1FB0AD3}" srcOrd="0" destOrd="0" presId="urn:microsoft.com/office/officeart/2018/2/layout/IconVerticalSolidList"/>
    <dgm:cxn modelId="{AC5959F0-08A3-4A9D-BD97-95C828D7ADFC}" type="presOf" srcId="{47B032D5-0313-4CBC-A211-B0AC96535CC0}" destId="{A12653E0-492C-4EF7-B84C-E58559C6993F}" srcOrd="0" destOrd="0" presId="urn:microsoft.com/office/officeart/2018/2/layout/IconVerticalSolidList"/>
    <dgm:cxn modelId="{20634489-DF06-41C8-A512-C564BC087C11}" type="presParOf" srcId="{B2F72BEE-F340-40F4-A558-7385A1FB0AD3}" destId="{72A96E2D-7A74-48B8-AC5A-C1A675F7BC85}" srcOrd="0" destOrd="0" presId="urn:microsoft.com/office/officeart/2018/2/layout/IconVerticalSolidList"/>
    <dgm:cxn modelId="{8AF7C760-9385-4077-B92E-291B2BAA2571}" type="presParOf" srcId="{72A96E2D-7A74-48B8-AC5A-C1A675F7BC85}" destId="{3B976639-4C29-4D0E-9AC6-C2BD31CFB8AE}" srcOrd="0" destOrd="0" presId="urn:microsoft.com/office/officeart/2018/2/layout/IconVerticalSolidList"/>
    <dgm:cxn modelId="{64CCC625-3DDA-46D1-A22F-450D5E94CC7A}" type="presParOf" srcId="{72A96E2D-7A74-48B8-AC5A-C1A675F7BC85}" destId="{3725C293-F65D-4AB0-B60E-D3529CB2022B}" srcOrd="1" destOrd="0" presId="urn:microsoft.com/office/officeart/2018/2/layout/IconVerticalSolidList"/>
    <dgm:cxn modelId="{290F55DE-1441-4D13-AA4C-5DC357BC6409}" type="presParOf" srcId="{72A96E2D-7A74-48B8-AC5A-C1A675F7BC85}" destId="{61C6B9B6-27EB-425E-96C6-B7D7CCA79B62}" srcOrd="2" destOrd="0" presId="urn:microsoft.com/office/officeart/2018/2/layout/IconVerticalSolidList"/>
    <dgm:cxn modelId="{EDFD9264-22D2-4B51-8525-A5ABE7671A40}" type="presParOf" srcId="{72A96E2D-7A74-48B8-AC5A-C1A675F7BC85}" destId="{A12653E0-492C-4EF7-B84C-E58559C6993F}" srcOrd="3" destOrd="0" presId="urn:microsoft.com/office/officeart/2018/2/layout/IconVerticalSolidList"/>
    <dgm:cxn modelId="{5E3649AA-0A3F-4666-AF93-43F5AC118BF8}" type="presParOf" srcId="{B2F72BEE-F340-40F4-A558-7385A1FB0AD3}" destId="{A18FEBCD-12C7-4D15-A240-BF69EBF75202}" srcOrd="1" destOrd="0" presId="urn:microsoft.com/office/officeart/2018/2/layout/IconVerticalSolidList"/>
    <dgm:cxn modelId="{CDF893A2-9C2E-4D70-A46A-9332D09E6B0C}" type="presParOf" srcId="{B2F72BEE-F340-40F4-A558-7385A1FB0AD3}" destId="{E726D3DF-8676-4BE3-9479-622090FAEA9A}" srcOrd="2" destOrd="0" presId="urn:microsoft.com/office/officeart/2018/2/layout/IconVerticalSolidList"/>
    <dgm:cxn modelId="{16D19D72-B8D5-4D9A-BC5A-0A8ABBFFF2BB}" type="presParOf" srcId="{E726D3DF-8676-4BE3-9479-622090FAEA9A}" destId="{95B14F0C-A34E-43B0-9AE9-07CE6F132F5F}" srcOrd="0" destOrd="0" presId="urn:microsoft.com/office/officeart/2018/2/layout/IconVerticalSolidList"/>
    <dgm:cxn modelId="{5FDBC603-2004-4EC8-9744-BE17968DEECF}" type="presParOf" srcId="{E726D3DF-8676-4BE3-9479-622090FAEA9A}" destId="{BF247BEA-EDAD-489C-8986-CB617B6E7D21}" srcOrd="1" destOrd="0" presId="urn:microsoft.com/office/officeart/2018/2/layout/IconVerticalSolidList"/>
    <dgm:cxn modelId="{D59822A6-ADC6-4152-9242-F5B503D36CF4}" type="presParOf" srcId="{E726D3DF-8676-4BE3-9479-622090FAEA9A}" destId="{29596E67-5F8A-4DE2-9C95-EDFFAE57F5EB}" srcOrd="2" destOrd="0" presId="urn:microsoft.com/office/officeart/2018/2/layout/IconVerticalSolidList"/>
    <dgm:cxn modelId="{19DB577B-C9DB-4133-AC7A-20A355643DA6}" type="presParOf" srcId="{E726D3DF-8676-4BE3-9479-622090FAEA9A}" destId="{4C733685-5E0A-4B90-98A7-B87060F2D544}" srcOrd="3" destOrd="0" presId="urn:microsoft.com/office/officeart/2018/2/layout/IconVerticalSolidList"/>
    <dgm:cxn modelId="{3405C73A-8A6C-47C6-9CD7-529EDAE44A08}" type="presParOf" srcId="{B2F72BEE-F340-40F4-A558-7385A1FB0AD3}" destId="{1585E71E-71FD-4932-87A4-1FE4E4DB5CAA}" srcOrd="3" destOrd="0" presId="urn:microsoft.com/office/officeart/2018/2/layout/IconVerticalSolidList"/>
    <dgm:cxn modelId="{866A3B70-43A3-4705-B694-9BD656D23457}" type="presParOf" srcId="{B2F72BEE-F340-40F4-A558-7385A1FB0AD3}" destId="{26E25A65-DBDC-4F2C-912C-681A4E537834}" srcOrd="4" destOrd="0" presId="urn:microsoft.com/office/officeart/2018/2/layout/IconVerticalSolidList"/>
    <dgm:cxn modelId="{51B443EA-6854-4DC5-BCF8-4FF46129F4D1}" type="presParOf" srcId="{26E25A65-DBDC-4F2C-912C-681A4E537834}" destId="{DA143B9E-1854-4C8E-9232-56AA75DDB763}" srcOrd="0" destOrd="0" presId="urn:microsoft.com/office/officeart/2018/2/layout/IconVerticalSolidList"/>
    <dgm:cxn modelId="{BB73CC0A-5CB7-4BFF-AC8E-62F0993C981B}" type="presParOf" srcId="{26E25A65-DBDC-4F2C-912C-681A4E537834}" destId="{A310B77D-87A8-4E5A-99F7-E5829470AF52}" srcOrd="1" destOrd="0" presId="urn:microsoft.com/office/officeart/2018/2/layout/IconVerticalSolidList"/>
    <dgm:cxn modelId="{2F97F8CA-4A3A-44E6-8FDB-F587B4D74531}" type="presParOf" srcId="{26E25A65-DBDC-4F2C-912C-681A4E537834}" destId="{95E6BB5C-7C6B-4533-801D-FE65BD86B75F}" srcOrd="2" destOrd="0" presId="urn:microsoft.com/office/officeart/2018/2/layout/IconVerticalSolidList"/>
    <dgm:cxn modelId="{139B831B-D3A6-44E9-A300-DCD5EE338AFD}" type="presParOf" srcId="{26E25A65-DBDC-4F2C-912C-681A4E537834}" destId="{19CD84CE-7D5C-4475-AF36-40D87699076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2852EE-EA69-415C-9C4E-2168A71E91CA}">
      <dsp:nvSpPr>
        <dsp:cNvPr id="0" name=""/>
        <dsp:cNvSpPr/>
      </dsp:nvSpPr>
      <dsp:spPr>
        <a:xfrm>
          <a:off x="0" y="480"/>
          <a:ext cx="10710249" cy="112465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991F6A-029E-48B9-90D8-3301380233C8}">
      <dsp:nvSpPr>
        <dsp:cNvPr id="0" name=""/>
        <dsp:cNvSpPr/>
      </dsp:nvSpPr>
      <dsp:spPr>
        <a:xfrm>
          <a:off x="340207" y="253527"/>
          <a:ext cx="618559" cy="6185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97C73DE-7B6B-4476-BACD-4D39C3738716}">
      <dsp:nvSpPr>
        <dsp:cNvPr id="0" name=""/>
        <dsp:cNvSpPr/>
      </dsp:nvSpPr>
      <dsp:spPr>
        <a:xfrm>
          <a:off x="1298974" y="480"/>
          <a:ext cx="9411274" cy="11246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026" tIns="119026" rIns="119026" bIns="119026" numCol="1" spcCol="1270" anchor="ctr" anchorCtr="0">
          <a:noAutofit/>
        </a:bodyPr>
        <a:lstStyle/>
        <a:p>
          <a:pPr marL="0" lvl="0" indent="0" algn="l" defTabSz="1111250">
            <a:lnSpc>
              <a:spcPct val="100000"/>
            </a:lnSpc>
            <a:spcBef>
              <a:spcPct val="0"/>
            </a:spcBef>
            <a:spcAft>
              <a:spcPct val="35000"/>
            </a:spcAft>
            <a:buNone/>
          </a:pPr>
          <a:r>
            <a:rPr lang="en-GB" sz="2500" kern="1200"/>
            <a:t>Legal Repercussions: Unprofessional touch can lead to legal actions, including accusations of harassment or abuse.</a:t>
          </a:r>
          <a:endParaRPr lang="en-US" sz="2500" kern="1200"/>
        </a:p>
      </dsp:txBody>
      <dsp:txXfrm>
        <a:off x="1298974" y="480"/>
        <a:ext cx="9411274" cy="1124653"/>
      </dsp:txXfrm>
    </dsp:sp>
    <dsp:sp modelId="{0781E529-C329-4B8B-A078-65A54843EC50}">
      <dsp:nvSpPr>
        <dsp:cNvPr id="0" name=""/>
        <dsp:cNvSpPr/>
      </dsp:nvSpPr>
      <dsp:spPr>
        <a:xfrm>
          <a:off x="0" y="1406297"/>
          <a:ext cx="10710249" cy="112465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F915F3-C0D6-421B-B223-4569977EFCBB}">
      <dsp:nvSpPr>
        <dsp:cNvPr id="0" name=""/>
        <dsp:cNvSpPr/>
      </dsp:nvSpPr>
      <dsp:spPr>
        <a:xfrm>
          <a:off x="340207" y="1659344"/>
          <a:ext cx="618559" cy="6185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E99549-95E2-4413-A01B-33946C9EED67}">
      <dsp:nvSpPr>
        <dsp:cNvPr id="0" name=""/>
        <dsp:cNvSpPr/>
      </dsp:nvSpPr>
      <dsp:spPr>
        <a:xfrm>
          <a:off x="1298974" y="1406297"/>
          <a:ext cx="9411274" cy="11246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026" tIns="119026" rIns="119026" bIns="119026" numCol="1" spcCol="1270" anchor="ctr" anchorCtr="0">
          <a:noAutofit/>
        </a:bodyPr>
        <a:lstStyle/>
        <a:p>
          <a:pPr marL="0" lvl="0" indent="0" algn="l" defTabSz="1111250">
            <a:lnSpc>
              <a:spcPct val="100000"/>
            </a:lnSpc>
            <a:spcBef>
              <a:spcPct val="0"/>
            </a:spcBef>
            <a:spcAft>
              <a:spcPct val="35000"/>
            </a:spcAft>
            <a:buNone/>
          </a:pPr>
          <a:r>
            <a:rPr lang="en-GB" sz="2500" kern="1200"/>
            <a:t>Ethical Implications: Such behavior breaches professional ethics and can damage the trust between healthcare professionals and patients​.</a:t>
          </a:r>
          <a:endParaRPr lang="en-US" sz="2500" kern="1200"/>
        </a:p>
      </dsp:txBody>
      <dsp:txXfrm>
        <a:off x="1298974" y="1406297"/>
        <a:ext cx="9411274" cy="1124653"/>
      </dsp:txXfrm>
    </dsp:sp>
    <dsp:sp modelId="{A754E934-BD9A-45EF-BE78-B248DC42BA3D}">
      <dsp:nvSpPr>
        <dsp:cNvPr id="0" name=""/>
        <dsp:cNvSpPr/>
      </dsp:nvSpPr>
      <dsp:spPr>
        <a:xfrm>
          <a:off x="0" y="2812114"/>
          <a:ext cx="10710249" cy="112465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2BD3C2-FA0E-4716-9319-040FACDC58F7}">
      <dsp:nvSpPr>
        <dsp:cNvPr id="0" name=""/>
        <dsp:cNvSpPr/>
      </dsp:nvSpPr>
      <dsp:spPr>
        <a:xfrm>
          <a:off x="340207" y="3065161"/>
          <a:ext cx="618559" cy="6185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48C78E-8BCF-45D6-A70C-789ECEF9D7EA}">
      <dsp:nvSpPr>
        <dsp:cNvPr id="0" name=""/>
        <dsp:cNvSpPr/>
      </dsp:nvSpPr>
      <dsp:spPr>
        <a:xfrm>
          <a:off x="1298974" y="2812114"/>
          <a:ext cx="9411274" cy="11246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026" tIns="119026" rIns="119026" bIns="119026" numCol="1" spcCol="1270" anchor="ctr" anchorCtr="0">
          <a:noAutofit/>
        </a:bodyPr>
        <a:lstStyle/>
        <a:p>
          <a:pPr marL="0" lvl="0" indent="0" algn="l" defTabSz="1111250">
            <a:lnSpc>
              <a:spcPct val="100000"/>
            </a:lnSpc>
            <a:spcBef>
              <a:spcPct val="0"/>
            </a:spcBef>
            <a:spcAft>
              <a:spcPct val="35000"/>
            </a:spcAft>
            <a:buNone/>
          </a:pPr>
          <a:r>
            <a:rPr lang="en-GB" sz="2500" kern="1200"/>
            <a:t>Professional Consequences: Loss of licensure, damage to reputation, and loss of patient trust.</a:t>
          </a:r>
          <a:endParaRPr lang="en-US" sz="2500" kern="1200"/>
        </a:p>
      </dsp:txBody>
      <dsp:txXfrm>
        <a:off x="1298974" y="2812114"/>
        <a:ext cx="9411274" cy="11246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DA6021-E3BE-4E84-AA3F-01640B3BBAC1}">
      <dsp:nvSpPr>
        <dsp:cNvPr id="0" name=""/>
        <dsp:cNvSpPr/>
      </dsp:nvSpPr>
      <dsp:spPr>
        <a:xfrm>
          <a:off x="978047" y="391516"/>
          <a:ext cx="1589625" cy="15896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1DE856E-91EF-4133-9D9D-EF1F512B1430}">
      <dsp:nvSpPr>
        <dsp:cNvPr id="0" name=""/>
        <dsp:cNvSpPr/>
      </dsp:nvSpPr>
      <dsp:spPr>
        <a:xfrm>
          <a:off x="6609" y="2388884"/>
          <a:ext cx="353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b="0" kern="1200" dirty="0"/>
            <a:t>How do you feel about touching someone or being touched in a professional setting? What would make you feel comfortable or uncomfortable?</a:t>
          </a:r>
          <a:endParaRPr lang="en-US" sz="1300" kern="1200" dirty="0"/>
        </a:p>
      </dsp:txBody>
      <dsp:txXfrm>
        <a:off x="6609" y="2388884"/>
        <a:ext cx="3532500" cy="720000"/>
      </dsp:txXfrm>
    </dsp:sp>
    <dsp:sp modelId="{829F17C8-C684-426D-8FB3-AE5971144852}">
      <dsp:nvSpPr>
        <dsp:cNvPr id="0" name=""/>
        <dsp:cNvSpPr/>
      </dsp:nvSpPr>
      <dsp:spPr>
        <a:xfrm>
          <a:off x="5128734" y="391516"/>
          <a:ext cx="1589625" cy="15896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216ECA-DFBA-426C-B811-A87B02ED7BDD}">
      <dsp:nvSpPr>
        <dsp:cNvPr id="0" name=""/>
        <dsp:cNvSpPr/>
      </dsp:nvSpPr>
      <dsp:spPr>
        <a:xfrm>
          <a:off x="4157297" y="2388884"/>
          <a:ext cx="353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b="0" kern="1200"/>
            <a:t>Think Subjectively!</a:t>
          </a:r>
          <a:endParaRPr lang="en-US" sz="1300" kern="1200"/>
        </a:p>
      </dsp:txBody>
      <dsp:txXfrm>
        <a:off x="4157297" y="2388884"/>
        <a:ext cx="35325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63891A-23FC-4CC0-ACE1-0DAD7868D1DE}">
      <dsp:nvSpPr>
        <dsp:cNvPr id="0" name=""/>
        <dsp:cNvSpPr/>
      </dsp:nvSpPr>
      <dsp:spPr>
        <a:xfrm>
          <a:off x="0" y="3423"/>
          <a:ext cx="8130011" cy="15066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662980-7014-4258-8B4E-66A7A42CAFEB}">
      <dsp:nvSpPr>
        <dsp:cNvPr id="0" name=""/>
        <dsp:cNvSpPr/>
      </dsp:nvSpPr>
      <dsp:spPr>
        <a:xfrm>
          <a:off x="455759" y="342418"/>
          <a:ext cx="829464" cy="8286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E457A7B-81DD-4754-A479-E68F9F617570}">
      <dsp:nvSpPr>
        <dsp:cNvPr id="0" name=""/>
        <dsp:cNvSpPr/>
      </dsp:nvSpPr>
      <dsp:spPr>
        <a:xfrm>
          <a:off x="1740984" y="3423"/>
          <a:ext cx="6336293" cy="160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419" tIns="169419" rIns="169419" bIns="169419" numCol="1" spcCol="1270" anchor="ctr" anchorCtr="0">
          <a:noAutofit/>
        </a:bodyPr>
        <a:lstStyle/>
        <a:p>
          <a:pPr marL="0" lvl="0" indent="0" algn="l" defTabSz="889000">
            <a:lnSpc>
              <a:spcPct val="90000"/>
            </a:lnSpc>
            <a:spcBef>
              <a:spcPct val="0"/>
            </a:spcBef>
            <a:spcAft>
              <a:spcPct val="35000"/>
            </a:spcAft>
            <a:buNone/>
          </a:pPr>
          <a:r>
            <a:rPr lang="en-GB" sz="2000" b="0" kern="1200"/>
            <a:t>Each trust has its own Chaperoning Policy, but they all have the same principles in Common:</a:t>
          </a:r>
          <a:endParaRPr lang="en-US" sz="2000" kern="1200"/>
        </a:p>
      </dsp:txBody>
      <dsp:txXfrm>
        <a:off x="1740984" y="3423"/>
        <a:ext cx="6336293" cy="1600809"/>
      </dsp:txXfrm>
    </dsp:sp>
    <dsp:sp modelId="{F4665182-C0BB-4933-B948-D32D91EB3F18}">
      <dsp:nvSpPr>
        <dsp:cNvPr id="0" name=""/>
        <dsp:cNvSpPr/>
      </dsp:nvSpPr>
      <dsp:spPr>
        <a:xfrm>
          <a:off x="0" y="2004435"/>
          <a:ext cx="8130011" cy="15066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32A9CB-F274-46CB-81A6-73C246DEE3B6}">
      <dsp:nvSpPr>
        <dsp:cNvPr id="0" name=""/>
        <dsp:cNvSpPr/>
      </dsp:nvSpPr>
      <dsp:spPr>
        <a:xfrm>
          <a:off x="455759" y="2343430"/>
          <a:ext cx="829464" cy="8286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F5CF0D4-81F3-495A-91B1-0896D4015AF0}">
      <dsp:nvSpPr>
        <dsp:cNvPr id="0" name=""/>
        <dsp:cNvSpPr/>
      </dsp:nvSpPr>
      <dsp:spPr>
        <a:xfrm>
          <a:off x="1740984" y="2004435"/>
          <a:ext cx="6336293" cy="160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419" tIns="169419" rIns="169419" bIns="169419" numCol="1" spcCol="1270" anchor="ctr" anchorCtr="0">
          <a:noAutofit/>
        </a:bodyPr>
        <a:lstStyle/>
        <a:p>
          <a:pPr marL="0" lvl="0" indent="0" algn="l" defTabSz="889000">
            <a:lnSpc>
              <a:spcPct val="90000"/>
            </a:lnSpc>
            <a:spcBef>
              <a:spcPct val="0"/>
            </a:spcBef>
            <a:spcAft>
              <a:spcPct val="35000"/>
            </a:spcAft>
            <a:buNone/>
          </a:pPr>
          <a:r>
            <a:rPr lang="en-GB" sz="2000" b="0" i="0" kern="1200"/>
            <a:t>Chaperones are used to protect both the therapist and the patient.</a:t>
          </a:r>
          <a:endParaRPr lang="en-US" sz="2000" kern="1200"/>
        </a:p>
      </dsp:txBody>
      <dsp:txXfrm>
        <a:off x="1740984" y="2004435"/>
        <a:ext cx="6336293" cy="1600809"/>
      </dsp:txXfrm>
    </dsp:sp>
    <dsp:sp modelId="{0460DA7B-AED4-4077-8284-D62B51524130}">
      <dsp:nvSpPr>
        <dsp:cNvPr id="0" name=""/>
        <dsp:cNvSpPr/>
      </dsp:nvSpPr>
      <dsp:spPr>
        <a:xfrm>
          <a:off x="0" y="4005447"/>
          <a:ext cx="8130011" cy="15066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E72032-DDB1-4D63-A5E1-F84E8CDBD93F}">
      <dsp:nvSpPr>
        <dsp:cNvPr id="0" name=""/>
        <dsp:cNvSpPr/>
      </dsp:nvSpPr>
      <dsp:spPr>
        <a:xfrm>
          <a:off x="456205" y="4344442"/>
          <a:ext cx="829464" cy="82865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C3FE3B4-B74D-4801-96A6-33746A2274F7}">
      <dsp:nvSpPr>
        <dsp:cNvPr id="0" name=""/>
        <dsp:cNvSpPr/>
      </dsp:nvSpPr>
      <dsp:spPr>
        <a:xfrm>
          <a:off x="1741875" y="4005447"/>
          <a:ext cx="6279268" cy="160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419" tIns="169419" rIns="169419" bIns="169419" numCol="1" spcCol="1270" anchor="ctr" anchorCtr="0">
          <a:noAutofit/>
        </a:bodyPr>
        <a:lstStyle/>
        <a:p>
          <a:pPr marL="0" lvl="0" indent="0" algn="l" defTabSz="889000">
            <a:lnSpc>
              <a:spcPct val="90000"/>
            </a:lnSpc>
            <a:spcBef>
              <a:spcPct val="0"/>
            </a:spcBef>
            <a:spcAft>
              <a:spcPct val="35000"/>
            </a:spcAft>
            <a:buNone/>
          </a:pPr>
          <a:r>
            <a:rPr lang="en-GB" sz="2000" b="0" kern="1200"/>
            <a:t>You have a duty to respect the dignity and sensibilities of your patients, as well as having your own right to work in a safe environment. By its very nature, physiotherapy is a ‘touching’ profession often with patients in a state of undress. CSP</a:t>
          </a:r>
          <a:endParaRPr lang="en-US" sz="2000" kern="1200"/>
        </a:p>
      </dsp:txBody>
      <dsp:txXfrm>
        <a:off x="1741875" y="4005447"/>
        <a:ext cx="6279268" cy="16008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EB437D-433B-4779-BF95-D912E9248324}">
      <dsp:nvSpPr>
        <dsp:cNvPr id="0" name=""/>
        <dsp:cNvSpPr/>
      </dsp:nvSpPr>
      <dsp:spPr>
        <a:xfrm>
          <a:off x="0" y="0"/>
          <a:ext cx="8991311" cy="1529130"/>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b="1" kern="1200" baseline="0" dirty="0"/>
            <a:t>Consent</a:t>
          </a:r>
          <a:r>
            <a:rPr lang="en-GB" sz="3000" kern="1200" baseline="0" dirty="0"/>
            <a:t>: Always ask for consent before touching and explain the purpose of the touch.</a:t>
          </a:r>
          <a:endParaRPr lang="en-US" sz="3000" kern="1200" dirty="0"/>
        </a:p>
      </dsp:txBody>
      <dsp:txXfrm>
        <a:off x="44787" y="44787"/>
        <a:ext cx="7341259" cy="1439556"/>
      </dsp:txXfrm>
    </dsp:sp>
    <dsp:sp modelId="{C7729F93-0745-43B5-B003-7906E2F2F317}">
      <dsp:nvSpPr>
        <dsp:cNvPr id="0" name=""/>
        <dsp:cNvSpPr/>
      </dsp:nvSpPr>
      <dsp:spPr>
        <a:xfrm>
          <a:off x="793350" y="1783985"/>
          <a:ext cx="8991311" cy="1529130"/>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b="1" kern="1200" baseline="0" dirty="0"/>
            <a:t>Clarity</a:t>
          </a:r>
          <a:r>
            <a:rPr lang="en-GB" sz="3000" kern="1200" baseline="0" dirty="0"/>
            <a:t>: Clearly communicate the clinical necessity of any touch and what the patient should expect.</a:t>
          </a:r>
          <a:endParaRPr lang="en-US" sz="3000" kern="1200" dirty="0"/>
        </a:p>
      </dsp:txBody>
      <dsp:txXfrm>
        <a:off x="838137" y="1828772"/>
        <a:ext cx="7114451" cy="1439556"/>
      </dsp:txXfrm>
    </dsp:sp>
    <dsp:sp modelId="{3243926E-2517-410A-94E5-52F64F796398}">
      <dsp:nvSpPr>
        <dsp:cNvPr id="0" name=""/>
        <dsp:cNvSpPr/>
      </dsp:nvSpPr>
      <dsp:spPr>
        <a:xfrm>
          <a:off x="1586701" y="3567970"/>
          <a:ext cx="8991311" cy="1529130"/>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b="1" kern="1200" baseline="0" dirty="0"/>
            <a:t>Observation</a:t>
          </a:r>
          <a:r>
            <a:rPr lang="en-GB" sz="3000" kern="1200" baseline="0" dirty="0"/>
            <a:t>: Pay attention to verbal and non-verbal cues from the patient indicating discomfort or unease​​.</a:t>
          </a:r>
          <a:endParaRPr lang="en-US" sz="3000" kern="1200" dirty="0"/>
        </a:p>
      </dsp:txBody>
      <dsp:txXfrm>
        <a:off x="1631488" y="3612757"/>
        <a:ext cx="7114451" cy="1439556"/>
      </dsp:txXfrm>
    </dsp:sp>
    <dsp:sp modelId="{78949C46-6059-475F-AA67-622EFE2BEEFA}">
      <dsp:nvSpPr>
        <dsp:cNvPr id="0" name=""/>
        <dsp:cNvSpPr/>
      </dsp:nvSpPr>
      <dsp:spPr>
        <a:xfrm>
          <a:off x="7997376" y="1159590"/>
          <a:ext cx="993934" cy="993934"/>
        </a:xfrm>
        <a:prstGeom prst="downArrow">
          <a:avLst>
            <a:gd name="adj1" fmla="val 55000"/>
            <a:gd name="adj2" fmla="val 45000"/>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221011" y="1159590"/>
        <a:ext cx="546664" cy="747935"/>
      </dsp:txXfrm>
    </dsp:sp>
    <dsp:sp modelId="{BB63EB7C-5F0B-4AEE-83AD-06E7D4095D68}">
      <dsp:nvSpPr>
        <dsp:cNvPr id="0" name=""/>
        <dsp:cNvSpPr/>
      </dsp:nvSpPr>
      <dsp:spPr>
        <a:xfrm>
          <a:off x="8790727" y="2933381"/>
          <a:ext cx="993934" cy="993934"/>
        </a:xfrm>
        <a:prstGeom prst="downArrow">
          <a:avLst>
            <a:gd name="adj1" fmla="val 55000"/>
            <a:gd name="adj2" fmla="val 45000"/>
          </a:avLst>
        </a:prstGeom>
        <a:solidFill>
          <a:schemeClr val="accent3">
            <a:tint val="40000"/>
            <a:alpha val="90000"/>
            <a:hueOff val="0"/>
            <a:satOff val="0"/>
            <a:lumOff val="0"/>
            <a:alphaOff val="0"/>
          </a:schemeClr>
        </a:solidFill>
        <a:ln w="15875"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014362" y="2933381"/>
        <a:ext cx="546664" cy="74793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201C62-4FAE-44E6-86E6-996BD87B6CDA}">
      <dsp:nvSpPr>
        <dsp:cNvPr id="0" name=""/>
        <dsp:cNvSpPr/>
      </dsp:nvSpPr>
      <dsp:spPr>
        <a:xfrm>
          <a:off x="0" y="2180"/>
          <a:ext cx="6208257" cy="0"/>
        </a:xfrm>
        <a:prstGeom prst="line">
          <a:avLst/>
        </a:prstGeom>
        <a:gradFill rotWithShape="0">
          <a:gsLst>
            <a:gs pos="0">
              <a:schemeClr val="accent5">
                <a:hueOff val="0"/>
                <a:satOff val="0"/>
                <a:lumOff val="0"/>
                <a:alphaOff val="0"/>
                <a:tint val="98000"/>
                <a:satMod val="110000"/>
                <a:lumMod val="104000"/>
              </a:schemeClr>
            </a:gs>
            <a:gs pos="69000">
              <a:schemeClr val="accent5">
                <a:hueOff val="0"/>
                <a:satOff val="0"/>
                <a:lumOff val="0"/>
                <a:alphaOff val="0"/>
                <a:shade val="88000"/>
                <a:satMod val="130000"/>
                <a:lumMod val="92000"/>
              </a:schemeClr>
            </a:gs>
            <a:gs pos="100000">
              <a:schemeClr val="accent5">
                <a:hueOff val="0"/>
                <a:satOff val="0"/>
                <a:lumOff val="0"/>
                <a:alphaOff val="0"/>
                <a:shade val="78000"/>
                <a:satMod val="130000"/>
                <a:lumMod val="92000"/>
              </a:schemeClr>
            </a:gs>
          </a:gsLst>
          <a:lin ang="5400000" scaled="0"/>
        </a:gradFill>
        <a:ln w="9525" cap="flat" cmpd="sng" algn="ctr">
          <a:solidFill>
            <a:schemeClr val="accent5">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CA0F7510-BFC5-4EE3-8C8D-3E9DAC1911AB}">
      <dsp:nvSpPr>
        <dsp:cNvPr id="0" name=""/>
        <dsp:cNvSpPr/>
      </dsp:nvSpPr>
      <dsp:spPr>
        <a:xfrm>
          <a:off x="0" y="2180"/>
          <a:ext cx="6208257" cy="1189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b="1" kern="1200" baseline="0" dirty="0"/>
            <a:t>Before Touching</a:t>
          </a:r>
          <a:r>
            <a:rPr lang="en-GB" sz="2000" b="0" kern="1200" baseline="0" dirty="0"/>
            <a:t>: “I’m going to check the alignment of your spine now by placing my hands on your back. Is that okay with you?”</a:t>
          </a:r>
          <a:endParaRPr lang="en-US" sz="2000" kern="1200" dirty="0"/>
        </a:p>
      </dsp:txBody>
      <dsp:txXfrm>
        <a:off x="0" y="2180"/>
        <a:ext cx="6208257" cy="1189881"/>
      </dsp:txXfrm>
    </dsp:sp>
    <dsp:sp modelId="{BCFB17FD-57C5-4906-A0AA-103B77B1334C}">
      <dsp:nvSpPr>
        <dsp:cNvPr id="0" name=""/>
        <dsp:cNvSpPr/>
      </dsp:nvSpPr>
      <dsp:spPr>
        <a:xfrm>
          <a:off x="0" y="1192062"/>
          <a:ext cx="6208257" cy="0"/>
        </a:xfrm>
        <a:prstGeom prst="line">
          <a:avLst/>
        </a:prstGeom>
        <a:gradFill rotWithShape="0">
          <a:gsLst>
            <a:gs pos="0">
              <a:schemeClr val="accent5">
                <a:hueOff val="-842315"/>
                <a:satOff val="-3972"/>
                <a:lumOff val="980"/>
                <a:alphaOff val="0"/>
                <a:tint val="98000"/>
                <a:satMod val="110000"/>
                <a:lumMod val="104000"/>
              </a:schemeClr>
            </a:gs>
            <a:gs pos="69000">
              <a:schemeClr val="accent5">
                <a:hueOff val="-842315"/>
                <a:satOff val="-3972"/>
                <a:lumOff val="980"/>
                <a:alphaOff val="0"/>
                <a:shade val="88000"/>
                <a:satMod val="130000"/>
                <a:lumMod val="92000"/>
              </a:schemeClr>
            </a:gs>
            <a:gs pos="100000">
              <a:schemeClr val="accent5">
                <a:hueOff val="-842315"/>
                <a:satOff val="-3972"/>
                <a:lumOff val="980"/>
                <a:alphaOff val="0"/>
                <a:shade val="78000"/>
                <a:satMod val="130000"/>
                <a:lumMod val="92000"/>
              </a:schemeClr>
            </a:gs>
          </a:gsLst>
          <a:lin ang="5400000" scaled="0"/>
        </a:gradFill>
        <a:ln w="9525" cap="flat" cmpd="sng" algn="ctr">
          <a:solidFill>
            <a:schemeClr val="accent5">
              <a:hueOff val="-842315"/>
              <a:satOff val="-3972"/>
              <a:lumOff val="98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0F4A8468-9705-4039-9D71-4C6DCD5319A6}">
      <dsp:nvSpPr>
        <dsp:cNvPr id="0" name=""/>
        <dsp:cNvSpPr/>
      </dsp:nvSpPr>
      <dsp:spPr>
        <a:xfrm>
          <a:off x="0" y="1192062"/>
          <a:ext cx="6208257" cy="1195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b="1" kern="1200" baseline="0"/>
            <a:t>During Touching</a:t>
          </a:r>
          <a:r>
            <a:rPr lang="en-GB" sz="2000" b="0" kern="1200" baseline="0"/>
            <a:t>: “You might feel my hands move along your spine. This is to ensure I’m assessing all areas properly.”</a:t>
          </a:r>
          <a:endParaRPr lang="en-US" sz="2000" kern="1200"/>
        </a:p>
      </dsp:txBody>
      <dsp:txXfrm>
        <a:off x="0" y="1192062"/>
        <a:ext cx="6208257" cy="1195993"/>
      </dsp:txXfrm>
    </dsp:sp>
    <dsp:sp modelId="{36F0E432-8EB4-4051-9BD7-19025D232430}">
      <dsp:nvSpPr>
        <dsp:cNvPr id="0" name=""/>
        <dsp:cNvSpPr/>
      </dsp:nvSpPr>
      <dsp:spPr>
        <a:xfrm>
          <a:off x="0" y="2388055"/>
          <a:ext cx="6208257" cy="0"/>
        </a:xfrm>
        <a:prstGeom prst="line">
          <a:avLst/>
        </a:prstGeom>
        <a:gradFill rotWithShape="0">
          <a:gsLst>
            <a:gs pos="0">
              <a:schemeClr val="accent5">
                <a:hueOff val="-1684631"/>
                <a:satOff val="-7944"/>
                <a:lumOff val="1960"/>
                <a:alphaOff val="0"/>
                <a:tint val="98000"/>
                <a:satMod val="110000"/>
                <a:lumMod val="104000"/>
              </a:schemeClr>
            </a:gs>
            <a:gs pos="69000">
              <a:schemeClr val="accent5">
                <a:hueOff val="-1684631"/>
                <a:satOff val="-7944"/>
                <a:lumOff val="1960"/>
                <a:alphaOff val="0"/>
                <a:shade val="88000"/>
                <a:satMod val="130000"/>
                <a:lumMod val="92000"/>
              </a:schemeClr>
            </a:gs>
            <a:gs pos="100000">
              <a:schemeClr val="accent5">
                <a:hueOff val="-1684631"/>
                <a:satOff val="-7944"/>
                <a:lumOff val="1960"/>
                <a:alphaOff val="0"/>
                <a:shade val="78000"/>
                <a:satMod val="130000"/>
                <a:lumMod val="92000"/>
              </a:schemeClr>
            </a:gs>
          </a:gsLst>
          <a:lin ang="5400000" scaled="0"/>
        </a:gradFill>
        <a:ln w="9525" cap="flat" cmpd="sng" algn="ctr">
          <a:solidFill>
            <a:schemeClr val="accent5">
              <a:hueOff val="-1684631"/>
              <a:satOff val="-7944"/>
              <a:lumOff val="196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24F94E9A-8B28-443C-8462-9BBE00739F44}">
      <dsp:nvSpPr>
        <dsp:cNvPr id="0" name=""/>
        <dsp:cNvSpPr/>
      </dsp:nvSpPr>
      <dsp:spPr>
        <a:xfrm>
          <a:off x="0" y="2388055"/>
          <a:ext cx="6208257" cy="1195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b="1" kern="1200" baseline="0"/>
            <a:t>After Touching</a:t>
          </a:r>
          <a:r>
            <a:rPr lang="en-GB" sz="2000" b="0" kern="1200" baseline="0"/>
            <a:t>: “Thank you for allowing me to conduct this part of the exam. If you have any discomfort or questions about the process, please let me know.”</a:t>
          </a:r>
          <a:endParaRPr lang="en-US" sz="2000" kern="1200"/>
        </a:p>
      </dsp:txBody>
      <dsp:txXfrm>
        <a:off x="0" y="2388055"/>
        <a:ext cx="6208257" cy="119599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976639-4C29-4D0E-9AC6-C2BD31CFB8AE}">
      <dsp:nvSpPr>
        <dsp:cNvPr id="0" name=""/>
        <dsp:cNvSpPr/>
      </dsp:nvSpPr>
      <dsp:spPr>
        <a:xfrm>
          <a:off x="0" y="626"/>
          <a:ext cx="6988268" cy="146701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25C293-F65D-4AB0-B60E-D3529CB2022B}">
      <dsp:nvSpPr>
        <dsp:cNvPr id="0" name=""/>
        <dsp:cNvSpPr/>
      </dsp:nvSpPr>
      <dsp:spPr>
        <a:xfrm>
          <a:off x="443771" y="330704"/>
          <a:ext cx="806856" cy="8068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12653E0-492C-4EF7-B84C-E58559C6993F}">
      <dsp:nvSpPr>
        <dsp:cNvPr id="0" name=""/>
        <dsp:cNvSpPr/>
      </dsp:nvSpPr>
      <dsp:spPr>
        <a:xfrm>
          <a:off x="1694399" y="626"/>
          <a:ext cx="5293868" cy="14670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5259" tIns="155259" rIns="155259" bIns="155259" numCol="1" spcCol="1270" anchor="ctr" anchorCtr="0">
          <a:noAutofit/>
        </a:bodyPr>
        <a:lstStyle/>
        <a:p>
          <a:pPr marL="0" lvl="0" indent="0" algn="l" defTabSz="977900">
            <a:lnSpc>
              <a:spcPct val="90000"/>
            </a:lnSpc>
            <a:spcBef>
              <a:spcPct val="0"/>
            </a:spcBef>
            <a:spcAft>
              <a:spcPct val="35000"/>
            </a:spcAft>
            <a:buNone/>
          </a:pPr>
          <a:r>
            <a:rPr lang="en-GB" sz="2200" b="1" kern="1200" baseline="0"/>
            <a:t>Acknowledge</a:t>
          </a:r>
          <a:r>
            <a:rPr lang="en-GB" sz="2200" b="0" kern="1200" baseline="0"/>
            <a:t>: “I’m sorry that made you uncomfortable. Let’s find a way to proceed that you’re more comfortable with.”</a:t>
          </a:r>
          <a:endParaRPr lang="en-US" sz="2200" kern="1200"/>
        </a:p>
      </dsp:txBody>
      <dsp:txXfrm>
        <a:off x="1694399" y="626"/>
        <a:ext cx="5293868" cy="1467012"/>
      </dsp:txXfrm>
    </dsp:sp>
    <dsp:sp modelId="{95B14F0C-A34E-43B0-9AE9-07CE6F132F5F}">
      <dsp:nvSpPr>
        <dsp:cNvPr id="0" name=""/>
        <dsp:cNvSpPr/>
      </dsp:nvSpPr>
      <dsp:spPr>
        <a:xfrm>
          <a:off x="0" y="1834392"/>
          <a:ext cx="6988268" cy="146701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247BEA-EDAD-489C-8986-CB617B6E7D21}">
      <dsp:nvSpPr>
        <dsp:cNvPr id="0" name=""/>
        <dsp:cNvSpPr/>
      </dsp:nvSpPr>
      <dsp:spPr>
        <a:xfrm>
          <a:off x="443771" y="2164470"/>
          <a:ext cx="806856" cy="8068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C733685-5E0A-4B90-98A7-B87060F2D544}">
      <dsp:nvSpPr>
        <dsp:cNvPr id="0" name=""/>
        <dsp:cNvSpPr/>
      </dsp:nvSpPr>
      <dsp:spPr>
        <a:xfrm>
          <a:off x="1694399" y="1834392"/>
          <a:ext cx="5293868" cy="14670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5259" tIns="155259" rIns="155259" bIns="155259" numCol="1" spcCol="1270" anchor="ctr" anchorCtr="0">
          <a:noAutofit/>
        </a:bodyPr>
        <a:lstStyle/>
        <a:p>
          <a:pPr marL="0" lvl="0" indent="0" algn="l" defTabSz="977900">
            <a:lnSpc>
              <a:spcPct val="90000"/>
            </a:lnSpc>
            <a:spcBef>
              <a:spcPct val="0"/>
            </a:spcBef>
            <a:spcAft>
              <a:spcPct val="35000"/>
            </a:spcAft>
            <a:buNone/>
          </a:pPr>
          <a:r>
            <a:rPr lang="en-GB" sz="2200" b="1" kern="1200" baseline="0"/>
            <a:t>Adapt</a:t>
          </a:r>
          <a:r>
            <a:rPr lang="en-GB" sz="2200" b="0" kern="1200" baseline="0"/>
            <a:t>: Modify the technique or offer alternatives that do not involve touch.</a:t>
          </a:r>
          <a:endParaRPr lang="en-US" sz="2200" kern="1200"/>
        </a:p>
      </dsp:txBody>
      <dsp:txXfrm>
        <a:off x="1694399" y="1834392"/>
        <a:ext cx="5293868" cy="1467012"/>
      </dsp:txXfrm>
    </dsp:sp>
    <dsp:sp modelId="{DA143B9E-1854-4C8E-9232-56AA75DDB763}">
      <dsp:nvSpPr>
        <dsp:cNvPr id="0" name=""/>
        <dsp:cNvSpPr/>
      </dsp:nvSpPr>
      <dsp:spPr>
        <a:xfrm>
          <a:off x="0" y="3668158"/>
          <a:ext cx="6988268" cy="146701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10B77D-87A8-4E5A-99F7-E5829470AF52}">
      <dsp:nvSpPr>
        <dsp:cNvPr id="0" name=""/>
        <dsp:cNvSpPr/>
      </dsp:nvSpPr>
      <dsp:spPr>
        <a:xfrm>
          <a:off x="443771" y="3998236"/>
          <a:ext cx="806856" cy="8068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9CD84CE-7D5C-4475-AF36-40D876990764}">
      <dsp:nvSpPr>
        <dsp:cNvPr id="0" name=""/>
        <dsp:cNvSpPr/>
      </dsp:nvSpPr>
      <dsp:spPr>
        <a:xfrm>
          <a:off x="1694399" y="3668158"/>
          <a:ext cx="5293868" cy="14670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5259" tIns="155259" rIns="155259" bIns="155259" numCol="1" spcCol="1270" anchor="ctr" anchorCtr="0">
          <a:noAutofit/>
        </a:bodyPr>
        <a:lstStyle/>
        <a:p>
          <a:pPr marL="0" lvl="0" indent="0" algn="l" defTabSz="977900">
            <a:lnSpc>
              <a:spcPct val="90000"/>
            </a:lnSpc>
            <a:spcBef>
              <a:spcPct val="0"/>
            </a:spcBef>
            <a:spcAft>
              <a:spcPct val="35000"/>
            </a:spcAft>
            <a:buNone/>
          </a:pPr>
          <a:r>
            <a:rPr lang="en-GB" sz="2200" b="1" kern="1200" baseline="0"/>
            <a:t>Ask: </a:t>
          </a:r>
          <a:r>
            <a:rPr lang="en-GB" sz="2200" b="0" kern="1200" baseline="0"/>
            <a:t>I need to perform the following technique (explain) would you like for me to modify it by …</a:t>
          </a:r>
          <a:endParaRPr lang="en-US" sz="2200" kern="1200"/>
        </a:p>
      </dsp:txBody>
      <dsp:txXfrm>
        <a:off x="1694399" y="3668158"/>
        <a:ext cx="5293868" cy="146701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89D207-BE08-4B33-B5B0-5A5A94C951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dirty="0"/>
          </a:p>
        </p:txBody>
      </p:sp>
      <p:sp>
        <p:nvSpPr>
          <p:cNvPr id="3" name="Date Placeholder 2">
            <a:extLst>
              <a:ext uri="{FF2B5EF4-FFF2-40B4-BE49-F238E27FC236}">
                <a16:creationId xmlns:a16="http://schemas.microsoft.com/office/drawing/2014/main" id="{C5E58DB9-49DC-495B-A68F-33D105C906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83B3B2C6-30D7-4F50-82CC-5BD1000856BF}" type="datetime1">
              <a:rPr lang="en-GB" smtClean="0"/>
              <a:t>22/09/2024</a:t>
            </a:fld>
            <a:endParaRPr lang="en-GB" dirty="0"/>
          </a:p>
        </p:txBody>
      </p:sp>
      <p:sp>
        <p:nvSpPr>
          <p:cNvPr id="4" name="Footer Placeholder 3">
            <a:extLst>
              <a:ext uri="{FF2B5EF4-FFF2-40B4-BE49-F238E27FC236}">
                <a16:creationId xmlns:a16="http://schemas.microsoft.com/office/drawing/2014/main" id="{7F66337E-DAD5-442C-9B8F-E10EB7D972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dirty="0"/>
          </a:p>
        </p:txBody>
      </p:sp>
      <p:sp>
        <p:nvSpPr>
          <p:cNvPr id="5" name="Slide Number Placeholder 4">
            <a:extLst>
              <a:ext uri="{FF2B5EF4-FFF2-40B4-BE49-F238E27FC236}">
                <a16:creationId xmlns:a16="http://schemas.microsoft.com/office/drawing/2014/main" id="{7EE3BDF2-02BD-4181-AC28-FD56172CC6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7AF8A362-CAFC-4987-9A50-47570528395E}" type="slidenum">
              <a:rPr lang="en-GB" smtClean="0"/>
              <a:t>‹#›</a:t>
            </a:fld>
            <a:endParaRPr lang="en-GB" dirty="0"/>
          </a:p>
        </p:txBody>
      </p:sp>
    </p:spTree>
    <p:extLst>
      <p:ext uri="{BB962C8B-B14F-4D97-AF65-F5344CB8AC3E}">
        <p14:creationId xmlns:p14="http://schemas.microsoft.com/office/powerpoint/2010/main" val="45237491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0D67BC0-6863-41D2-87CE-2AF1601D6B8E}" type="datetime1">
              <a:rPr lang="en-GB" smtClean="0"/>
              <a:t>22/09/2024</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4EEB602-95FC-483A-B12D-216A7AD7EA24}" type="slidenum">
              <a:rPr lang="en-GB" smtClean="0"/>
              <a:t>‹#›</a:t>
            </a:fld>
            <a:endParaRPr lang="en-GB" dirty="0"/>
          </a:p>
        </p:txBody>
      </p:sp>
    </p:spTree>
    <p:extLst>
      <p:ext uri="{BB962C8B-B14F-4D97-AF65-F5344CB8AC3E}">
        <p14:creationId xmlns:p14="http://schemas.microsoft.com/office/powerpoint/2010/main" val="1325843093"/>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rdash.nhs.uk/policies/chaperoning-policy/#summary"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rtlCol="0"/>
          <a:lstStyle/>
          <a:p>
            <a:pPr rtl="0"/>
            <a:fld id="{F07F282E-55F5-4803-B60F-09BA4600E538}" type="slidenum">
              <a:rPr lang="en-GB" smtClean="0"/>
              <a:t>2</a:t>
            </a:fld>
            <a:endParaRPr lang="en-GB" dirty="0"/>
          </a:p>
        </p:txBody>
      </p:sp>
      <p:sp>
        <p:nvSpPr>
          <p:cNvPr id="5" name="Date Placeholder 4">
            <a:extLst>
              <a:ext uri="{FF2B5EF4-FFF2-40B4-BE49-F238E27FC236}">
                <a16:creationId xmlns:a16="http://schemas.microsoft.com/office/drawing/2014/main" id="{63C3856A-F3CD-4032-ADA9-B0D70F59EF3B}"/>
              </a:ext>
            </a:extLst>
          </p:cNvPr>
          <p:cNvSpPr>
            <a:spLocks noGrp="1"/>
          </p:cNvSpPr>
          <p:nvPr>
            <p:ph type="dt" idx="1"/>
          </p:nvPr>
        </p:nvSpPr>
        <p:spPr/>
        <p:txBody>
          <a:bodyPr/>
          <a:lstStyle/>
          <a:p>
            <a:pPr rtl="0"/>
            <a:fld id="{BD821663-47BE-4922-BF82-09EEAECAC9AF}" type="datetime1">
              <a:rPr lang="en-GB" smtClean="0"/>
              <a:t>22/09/2024</a:t>
            </a:fld>
            <a:endParaRPr lang="en-GB" dirty="0"/>
          </a:p>
        </p:txBody>
      </p:sp>
    </p:spTree>
    <p:extLst>
      <p:ext uri="{BB962C8B-B14F-4D97-AF65-F5344CB8AC3E}">
        <p14:creationId xmlns:p14="http://schemas.microsoft.com/office/powerpoint/2010/main" val="1727451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We will introduce ourselves and say something interesting about us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1- Pair up with a colleague and share an interesting fact about yourself.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2- Each pair will introduce their partner to the group.</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3- Discuss your expectations of what touch in clinical settings may mean to?</a:t>
            </a:r>
          </a:p>
          <a:p>
            <a:endParaRPr lang="en-GB" dirty="0"/>
          </a:p>
        </p:txBody>
      </p:sp>
      <p:sp>
        <p:nvSpPr>
          <p:cNvPr id="4" name="Date Placeholder 3"/>
          <p:cNvSpPr>
            <a:spLocks noGrp="1"/>
          </p:cNvSpPr>
          <p:nvPr>
            <p:ph type="dt" idx="1"/>
          </p:nvPr>
        </p:nvSpPr>
        <p:spPr/>
        <p:txBody>
          <a:bodyPr/>
          <a:lstStyle/>
          <a:p>
            <a:pPr rtl="0"/>
            <a:fld id="{B0D67BC0-6863-41D2-87CE-2AF1601D6B8E}" type="datetime1">
              <a:rPr lang="en-GB" smtClean="0"/>
              <a:t>22/09/2024</a:t>
            </a:fld>
            <a:endParaRPr lang="en-GB" dirty="0"/>
          </a:p>
        </p:txBody>
      </p:sp>
      <p:sp>
        <p:nvSpPr>
          <p:cNvPr id="5" name="Slide Number Placeholder 4"/>
          <p:cNvSpPr>
            <a:spLocks noGrp="1"/>
          </p:cNvSpPr>
          <p:nvPr>
            <p:ph type="sldNum" sz="quarter" idx="5"/>
          </p:nvPr>
        </p:nvSpPr>
        <p:spPr/>
        <p:txBody>
          <a:bodyPr/>
          <a:lstStyle/>
          <a:p>
            <a:pPr rtl="0"/>
            <a:fld id="{54EEB602-95FC-483A-B12D-216A7AD7EA24}" type="slidenum">
              <a:rPr lang="en-GB" smtClean="0"/>
              <a:t>3</a:t>
            </a:fld>
            <a:endParaRPr lang="en-GB" dirty="0"/>
          </a:p>
        </p:txBody>
      </p:sp>
    </p:spTree>
    <p:extLst>
      <p:ext uri="{BB962C8B-B14F-4D97-AF65-F5344CB8AC3E}">
        <p14:creationId xmlns:p14="http://schemas.microsoft.com/office/powerpoint/2010/main" val="3268660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https://www.sciencedirect.com/science/article/pii/S2468781219306198</a:t>
            </a:r>
          </a:p>
        </p:txBody>
      </p:sp>
      <p:sp>
        <p:nvSpPr>
          <p:cNvPr id="4" name="Slide Number Placeholder 3"/>
          <p:cNvSpPr>
            <a:spLocks noGrp="1"/>
          </p:cNvSpPr>
          <p:nvPr>
            <p:ph type="sldNum" sz="quarter" idx="5"/>
          </p:nvPr>
        </p:nvSpPr>
        <p:spPr/>
        <p:txBody>
          <a:bodyPr rtlCol="0"/>
          <a:lstStyle/>
          <a:p>
            <a:pPr rtl="0"/>
            <a:fld id="{F07F282E-55F5-4803-B60F-09BA4600E538}" type="slidenum">
              <a:rPr lang="en-GB" smtClean="0"/>
              <a:t>4</a:t>
            </a:fld>
            <a:endParaRPr lang="en-GB" dirty="0"/>
          </a:p>
        </p:txBody>
      </p:sp>
      <p:sp>
        <p:nvSpPr>
          <p:cNvPr id="5" name="Date Placeholder 4">
            <a:extLst>
              <a:ext uri="{FF2B5EF4-FFF2-40B4-BE49-F238E27FC236}">
                <a16:creationId xmlns:a16="http://schemas.microsoft.com/office/drawing/2014/main" id="{F203C600-653A-4731-9E20-ECBE3EF095BA}"/>
              </a:ext>
            </a:extLst>
          </p:cNvPr>
          <p:cNvSpPr>
            <a:spLocks noGrp="1"/>
          </p:cNvSpPr>
          <p:nvPr>
            <p:ph type="dt" idx="1"/>
          </p:nvPr>
        </p:nvSpPr>
        <p:spPr/>
        <p:txBody>
          <a:bodyPr/>
          <a:lstStyle/>
          <a:p>
            <a:pPr rtl="0"/>
            <a:fld id="{7CBBDACA-017F-4AB4-86D4-95F81AD881D4}" type="datetime1">
              <a:rPr lang="en-GB" smtClean="0"/>
              <a:t>22/09/2024</a:t>
            </a:fld>
            <a:endParaRPr lang="en-GB" dirty="0"/>
          </a:p>
        </p:txBody>
      </p:sp>
    </p:spTree>
    <p:extLst>
      <p:ext uri="{BB962C8B-B14F-4D97-AF65-F5344CB8AC3E}">
        <p14:creationId xmlns:p14="http://schemas.microsoft.com/office/powerpoint/2010/main" val="23040651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https://www.ncbi.nlm.nih.gov/pmc/articles/PMC6382052/#:~:text=The%20neurophysiological%20response%20to%20touch,depression%3B%20and%20enhancement%20of%20immunity.</a:t>
            </a:r>
          </a:p>
        </p:txBody>
      </p:sp>
      <p:sp>
        <p:nvSpPr>
          <p:cNvPr id="4" name="Date Placeholder 3"/>
          <p:cNvSpPr>
            <a:spLocks noGrp="1"/>
          </p:cNvSpPr>
          <p:nvPr>
            <p:ph type="dt" idx="1"/>
          </p:nvPr>
        </p:nvSpPr>
        <p:spPr/>
        <p:txBody>
          <a:bodyPr/>
          <a:lstStyle/>
          <a:p>
            <a:pPr rtl="0"/>
            <a:fld id="{B0D67BC0-6863-41D2-87CE-2AF1601D6B8E}" type="datetime1">
              <a:rPr lang="en-GB" smtClean="0"/>
              <a:t>22/09/2024</a:t>
            </a:fld>
            <a:endParaRPr lang="en-GB" dirty="0"/>
          </a:p>
        </p:txBody>
      </p:sp>
      <p:sp>
        <p:nvSpPr>
          <p:cNvPr id="5" name="Slide Number Placeholder 4"/>
          <p:cNvSpPr>
            <a:spLocks noGrp="1"/>
          </p:cNvSpPr>
          <p:nvPr>
            <p:ph type="sldNum" sz="quarter" idx="5"/>
          </p:nvPr>
        </p:nvSpPr>
        <p:spPr/>
        <p:txBody>
          <a:bodyPr/>
          <a:lstStyle/>
          <a:p>
            <a:pPr rtl="0"/>
            <a:fld id="{54EEB602-95FC-483A-B12D-216A7AD7EA24}" type="slidenum">
              <a:rPr lang="en-GB" smtClean="0"/>
              <a:t>5</a:t>
            </a:fld>
            <a:endParaRPr lang="en-GB" dirty="0"/>
          </a:p>
        </p:txBody>
      </p:sp>
    </p:spTree>
    <p:extLst>
      <p:ext uri="{BB962C8B-B14F-4D97-AF65-F5344CB8AC3E}">
        <p14:creationId xmlns:p14="http://schemas.microsoft.com/office/powerpoint/2010/main" val="997788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dirty="0">
                <a:effectLst/>
                <a:highlight>
                  <a:srgbClr val="FFFFFF"/>
                </a:highlight>
              </a:rPr>
              <a:t>Expressive </a:t>
            </a:r>
            <a:r>
              <a:rPr lang="en-GB" sz="1200" dirty="0">
                <a:highlight>
                  <a:srgbClr val="FFFFFF"/>
                </a:highlight>
              </a:rPr>
              <a:t>touch described as unrequired spontaneous touch normally aimed at communicating compassion.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dirty="0">
                <a:effectLst/>
                <a:highlight>
                  <a:srgbClr val="FFFFFF"/>
                </a:highlight>
              </a:rPr>
              <a:t>It has been viewed as an integral part of being human.</a:t>
            </a:r>
            <a:r>
              <a:rPr lang="en-GB" sz="1200" u="sng" baseline="30000" dirty="0">
                <a:highlight>
                  <a:srgbClr val="FFFFFF"/>
                </a:highlight>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dirty="0">
                <a:effectLst/>
                <a:highlight>
                  <a:srgbClr val="FFFFFF"/>
                </a:highlight>
              </a:rPr>
              <a:t>The main benefit is centred around communication of compassion and improvements in nurse-patient rapport.</a:t>
            </a:r>
          </a:p>
          <a:p>
            <a:endParaRPr lang="en-GB" dirty="0"/>
          </a:p>
        </p:txBody>
      </p:sp>
      <p:sp>
        <p:nvSpPr>
          <p:cNvPr id="4" name="Date Placeholder 3"/>
          <p:cNvSpPr>
            <a:spLocks noGrp="1"/>
          </p:cNvSpPr>
          <p:nvPr>
            <p:ph type="dt" idx="1"/>
          </p:nvPr>
        </p:nvSpPr>
        <p:spPr/>
        <p:txBody>
          <a:bodyPr/>
          <a:lstStyle/>
          <a:p>
            <a:pPr rtl="0"/>
            <a:fld id="{151F70F0-631C-4058-A11E-40DEB67457D9}" type="datetime1">
              <a:rPr lang="en-GB" smtClean="0"/>
              <a:t>22/09/2024</a:t>
            </a:fld>
            <a:endParaRPr lang="en-GB" dirty="0"/>
          </a:p>
        </p:txBody>
      </p:sp>
      <p:sp>
        <p:nvSpPr>
          <p:cNvPr id="5" name="Slide Number Placeholder 4"/>
          <p:cNvSpPr>
            <a:spLocks noGrp="1"/>
          </p:cNvSpPr>
          <p:nvPr>
            <p:ph type="sldNum" sz="quarter" idx="5"/>
          </p:nvPr>
        </p:nvSpPr>
        <p:spPr/>
        <p:txBody>
          <a:bodyPr/>
          <a:lstStyle/>
          <a:p>
            <a:pPr rtl="0"/>
            <a:fld id="{54EEB602-95FC-483A-B12D-216A7AD7EA24}" type="slidenum">
              <a:rPr lang="en-GB" smtClean="0"/>
              <a:t>6</a:t>
            </a:fld>
            <a:endParaRPr lang="en-GB" dirty="0"/>
          </a:p>
        </p:txBody>
      </p:sp>
    </p:spTree>
    <p:extLst>
      <p:ext uri="{BB962C8B-B14F-4D97-AF65-F5344CB8AC3E}">
        <p14:creationId xmlns:p14="http://schemas.microsoft.com/office/powerpoint/2010/main" val="15467632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A large amount of evidence has identified hands-on techniques as a pain </a:t>
            </a:r>
          </a:p>
          <a:p>
            <a:r>
              <a:rPr lang="en-GB" dirty="0"/>
              <a:t>modulator playing a role at multiple levels beyond biomechanics that </a:t>
            </a:r>
          </a:p>
          <a:p>
            <a:r>
              <a:rPr lang="en-GB" dirty="0"/>
              <a:t>represents only one of the possible explanations of action (e.g., change in </a:t>
            </a:r>
          </a:p>
          <a:p>
            <a:r>
              <a:rPr lang="en-GB" dirty="0"/>
              <a:t>spinal stiffness) (</a:t>
            </a:r>
            <a:r>
              <a:rPr lang="en-GB" dirty="0" err="1"/>
              <a:t>Zusman</a:t>
            </a:r>
            <a:r>
              <a:rPr lang="en-GB" dirty="0"/>
              <a:t>, 2010). Different interpretative frameworks have been </a:t>
            </a:r>
          </a:p>
          <a:p>
            <a:r>
              <a:rPr lang="en-GB" dirty="0"/>
              <a:t>proposed to better clarify the mechanism of action of manual techniques </a:t>
            </a:r>
          </a:p>
          <a:p>
            <a:r>
              <a:rPr lang="en-GB" dirty="0"/>
              <a:t>(Bialosky et al., 2009; Testa and </a:t>
            </a:r>
            <a:r>
              <a:rPr lang="en-GB" dirty="0" err="1"/>
              <a:t>Rossettini</a:t>
            </a:r>
            <a:r>
              <a:rPr lang="en-GB" dirty="0"/>
              <a:t>, 2016). The elicitation of </a:t>
            </a:r>
          </a:p>
          <a:p>
            <a:r>
              <a:rPr lang="en-GB" dirty="0"/>
              <a:t>neurophysiological effects (e.g., spinal reflex and pain neural networks </a:t>
            </a:r>
          </a:p>
          <a:p>
            <a:r>
              <a:rPr lang="en-GB" dirty="0"/>
              <a:t>modulation) and context-related effects (e.g., placebo, nocebo) provide </a:t>
            </a:r>
          </a:p>
          <a:p>
            <a:r>
              <a:rPr lang="en-GB" dirty="0"/>
              <a:t>additional interpretations to explain why somatosensory stimuli delivered during </a:t>
            </a:r>
          </a:p>
          <a:p>
            <a:r>
              <a:rPr lang="en-GB" dirty="0"/>
              <a:t>the application of a manual technique are capable to modulate the patient’s </a:t>
            </a:r>
          </a:p>
          <a:p>
            <a:r>
              <a:rPr lang="en-GB" dirty="0"/>
              <a:t>processing of pain condition (Bialosky et al., 2018; </a:t>
            </a:r>
            <a:r>
              <a:rPr lang="en-GB" dirty="0" err="1"/>
              <a:t>Rossettini</a:t>
            </a:r>
            <a:r>
              <a:rPr lang="en-GB" dirty="0"/>
              <a:t> et al., 2018). </a:t>
            </a:r>
          </a:p>
        </p:txBody>
      </p:sp>
      <p:sp>
        <p:nvSpPr>
          <p:cNvPr id="4" name="Date Placeholder 3"/>
          <p:cNvSpPr>
            <a:spLocks noGrp="1"/>
          </p:cNvSpPr>
          <p:nvPr>
            <p:ph type="dt" idx="1"/>
          </p:nvPr>
        </p:nvSpPr>
        <p:spPr/>
        <p:txBody>
          <a:bodyPr/>
          <a:lstStyle/>
          <a:p>
            <a:pPr rtl="0"/>
            <a:fld id="{B0D67BC0-6863-41D2-87CE-2AF1601D6B8E}" type="datetime1">
              <a:rPr lang="en-GB" smtClean="0"/>
              <a:t>22/09/2024</a:t>
            </a:fld>
            <a:endParaRPr lang="en-GB" dirty="0"/>
          </a:p>
        </p:txBody>
      </p:sp>
      <p:sp>
        <p:nvSpPr>
          <p:cNvPr id="5" name="Slide Number Placeholder 4"/>
          <p:cNvSpPr>
            <a:spLocks noGrp="1"/>
          </p:cNvSpPr>
          <p:nvPr>
            <p:ph type="sldNum" sz="quarter" idx="5"/>
          </p:nvPr>
        </p:nvSpPr>
        <p:spPr/>
        <p:txBody>
          <a:bodyPr/>
          <a:lstStyle/>
          <a:p>
            <a:pPr rtl="0"/>
            <a:fld id="{54EEB602-95FC-483A-B12D-216A7AD7EA24}" type="slidenum">
              <a:rPr lang="en-GB" smtClean="0"/>
              <a:t>7</a:t>
            </a:fld>
            <a:endParaRPr lang="en-GB" dirty="0"/>
          </a:p>
        </p:txBody>
      </p:sp>
    </p:spTree>
    <p:extLst>
      <p:ext uri="{BB962C8B-B14F-4D97-AF65-F5344CB8AC3E}">
        <p14:creationId xmlns:p14="http://schemas.microsoft.com/office/powerpoint/2010/main" val="1858757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rtlCol="0"/>
          <a:lstStyle/>
          <a:p>
            <a:pPr rtl="0"/>
            <a:fld id="{F07F282E-55F5-4803-B60F-09BA4600E538}" type="slidenum">
              <a:rPr lang="en-GB" smtClean="0"/>
              <a:t>8</a:t>
            </a:fld>
            <a:endParaRPr lang="en-GB" dirty="0"/>
          </a:p>
        </p:txBody>
      </p:sp>
      <p:sp>
        <p:nvSpPr>
          <p:cNvPr id="5" name="Date Placeholder 4">
            <a:extLst>
              <a:ext uri="{FF2B5EF4-FFF2-40B4-BE49-F238E27FC236}">
                <a16:creationId xmlns:a16="http://schemas.microsoft.com/office/drawing/2014/main" id="{EA7B8A35-2C7E-4C15-AFCF-AC72CA638DE1}"/>
              </a:ext>
            </a:extLst>
          </p:cNvPr>
          <p:cNvSpPr>
            <a:spLocks noGrp="1"/>
          </p:cNvSpPr>
          <p:nvPr>
            <p:ph type="dt" idx="1"/>
          </p:nvPr>
        </p:nvSpPr>
        <p:spPr/>
        <p:txBody>
          <a:bodyPr/>
          <a:lstStyle/>
          <a:p>
            <a:pPr rtl="0"/>
            <a:fld id="{3287C659-600B-406A-BE60-3CC15F0C116F}" type="datetime1">
              <a:rPr lang="en-GB" smtClean="0"/>
              <a:t>22/09/2024</a:t>
            </a:fld>
            <a:endParaRPr lang="en-GB" dirty="0"/>
          </a:p>
        </p:txBody>
      </p:sp>
    </p:spTree>
    <p:extLst>
      <p:ext uri="{BB962C8B-B14F-4D97-AF65-F5344CB8AC3E}">
        <p14:creationId xmlns:p14="http://schemas.microsoft.com/office/powerpoint/2010/main" val="4200283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Part of the teaching and learning experience at London met will be practical and this means practicing on others and letting others practicing on you! There will be a lot of teaching that involves palpation and manual techniques. The more you practice the better you get at it and your touch will be appropriate and professional.</a:t>
            </a:r>
          </a:p>
          <a:p>
            <a:r>
              <a:rPr lang="en-GB" dirty="0"/>
              <a:t>To ease this and get over the possible embarrassment let’s practice together.</a:t>
            </a:r>
          </a:p>
          <a:p>
            <a:r>
              <a:rPr lang="en-GB" dirty="0"/>
              <a:t>Teacher will demo Elbow passive ROM in supine and sitting. Students will pair and perform the movement</a:t>
            </a:r>
          </a:p>
          <a:p>
            <a:r>
              <a:rPr lang="en-GB" dirty="0"/>
              <a:t>Emphasise on giving each other feedback, is it comfortable?</a:t>
            </a:r>
          </a:p>
          <a:p>
            <a:r>
              <a:rPr lang="en-GB" dirty="0"/>
              <a:t>Do students use too much finger pressure. </a:t>
            </a:r>
          </a:p>
          <a:p>
            <a:r>
              <a:rPr lang="en-GB" dirty="0"/>
              <a:t>Do they provide support for the limb?</a:t>
            </a:r>
          </a:p>
          <a:p>
            <a:r>
              <a:rPr lang="en-GB" dirty="0"/>
              <a:t>Do they hold the limb with the tips of fingers rather than the hand?...etc</a:t>
            </a:r>
          </a:p>
          <a:p>
            <a:endParaRPr lang="en-GB" dirty="0"/>
          </a:p>
          <a:p>
            <a:r>
              <a:rPr lang="en-GB" dirty="0"/>
              <a:t>https://www.youtube.com/watch?app=desktop&amp;v=309Q8IJDq7s</a:t>
            </a:r>
          </a:p>
          <a:p>
            <a:endParaRPr lang="en-GB" dirty="0"/>
          </a:p>
        </p:txBody>
      </p:sp>
      <p:sp>
        <p:nvSpPr>
          <p:cNvPr id="4" name="Date Placeholder 3"/>
          <p:cNvSpPr>
            <a:spLocks noGrp="1"/>
          </p:cNvSpPr>
          <p:nvPr>
            <p:ph type="dt" idx="1"/>
          </p:nvPr>
        </p:nvSpPr>
        <p:spPr/>
        <p:txBody>
          <a:bodyPr/>
          <a:lstStyle/>
          <a:p>
            <a:pPr rtl="0"/>
            <a:fld id="{B0D67BC0-6863-41D2-87CE-2AF1601D6B8E}" type="datetime1">
              <a:rPr lang="en-GB" smtClean="0"/>
              <a:t>22/09/2024</a:t>
            </a:fld>
            <a:endParaRPr lang="en-GB" dirty="0"/>
          </a:p>
        </p:txBody>
      </p:sp>
      <p:sp>
        <p:nvSpPr>
          <p:cNvPr id="5" name="Slide Number Placeholder 4"/>
          <p:cNvSpPr>
            <a:spLocks noGrp="1"/>
          </p:cNvSpPr>
          <p:nvPr>
            <p:ph type="sldNum" sz="quarter" idx="5"/>
          </p:nvPr>
        </p:nvSpPr>
        <p:spPr/>
        <p:txBody>
          <a:bodyPr/>
          <a:lstStyle/>
          <a:p>
            <a:pPr rtl="0"/>
            <a:fld id="{54EEB602-95FC-483A-B12D-216A7AD7EA24}" type="slidenum">
              <a:rPr lang="en-GB" smtClean="0"/>
              <a:t>9</a:t>
            </a:fld>
            <a:endParaRPr lang="en-GB" dirty="0"/>
          </a:p>
        </p:txBody>
      </p:sp>
    </p:spTree>
    <p:extLst>
      <p:ext uri="{BB962C8B-B14F-4D97-AF65-F5344CB8AC3E}">
        <p14:creationId xmlns:p14="http://schemas.microsoft.com/office/powerpoint/2010/main" val="3814583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Reminder that bias against protected characteristics cannot exist in physiotherapy</a:t>
            </a:r>
          </a:p>
        </p:txBody>
      </p:sp>
      <p:sp>
        <p:nvSpPr>
          <p:cNvPr id="4" name="Date Placeholder 3"/>
          <p:cNvSpPr>
            <a:spLocks noGrp="1"/>
          </p:cNvSpPr>
          <p:nvPr>
            <p:ph type="dt" idx="1"/>
          </p:nvPr>
        </p:nvSpPr>
        <p:spPr/>
        <p:txBody>
          <a:bodyPr/>
          <a:lstStyle/>
          <a:p>
            <a:pPr rtl="0"/>
            <a:fld id="{B0D67BC0-6863-41D2-87CE-2AF1601D6B8E}" type="datetime1">
              <a:rPr lang="en-GB" smtClean="0"/>
              <a:t>22/09/2024</a:t>
            </a:fld>
            <a:endParaRPr lang="en-GB" dirty="0"/>
          </a:p>
        </p:txBody>
      </p:sp>
      <p:sp>
        <p:nvSpPr>
          <p:cNvPr id="5" name="Slide Number Placeholder 4"/>
          <p:cNvSpPr>
            <a:spLocks noGrp="1"/>
          </p:cNvSpPr>
          <p:nvPr>
            <p:ph type="sldNum" sz="quarter" idx="5"/>
          </p:nvPr>
        </p:nvSpPr>
        <p:spPr/>
        <p:txBody>
          <a:bodyPr/>
          <a:lstStyle/>
          <a:p>
            <a:pPr rtl="0"/>
            <a:fld id="{54EEB602-95FC-483A-B12D-216A7AD7EA24}" type="slidenum">
              <a:rPr lang="en-GB" smtClean="0"/>
              <a:t>10</a:t>
            </a:fld>
            <a:endParaRPr lang="en-GB" dirty="0"/>
          </a:p>
        </p:txBody>
      </p:sp>
    </p:spTree>
    <p:extLst>
      <p:ext uri="{BB962C8B-B14F-4D97-AF65-F5344CB8AC3E}">
        <p14:creationId xmlns:p14="http://schemas.microsoft.com/office/powerpoint/2010/main" val="38691266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altLang="en-US" sz="1200" b="0" i="0" u="none" strike="noStrike" cap="none" normalizeH="0" baseline="0" dirty="0">
                <a:ln>
                  <a:noFill/>
                </a:ln>
                <a:solidFill>
                  <a:schemeClr val="bg1">
                    <a:lumMod val="10000"/>
                  </a:schemeClr>
                </a:solidFill>
                <a:effectLst/>
                <a:latin typeface="Arial" panose="020B0604020202020204" pitchFamily="34" charset="0"/>
                <a:ea typeface="Times New Roman" panose="02020603050405020304" pitchFamily="18" charset="0"/>
                <a:cs typeface="Arial" panose="020B0604020202020204" pitchFamily="34" charset="0"/>
              </a:rPr>
              <a:t>Roger, J., </a:t>
            </a:r>
            <a:r>
              <a:rPr kumimoji="0" lang="en-GB" altLang="en-US" sz="1200" b="0" i="0" u="none" strike="noStrike" cap="none" normalizeH="0" baseline="0" dirty="0" err="1">
                <a:ln>
                  <a:noFill/>
                </a:ln>
                <a:solidFill>
                  <a:schemeClr val="bg1">
                    <a:lumMod val="10000"/>
                  </a:schemeClr>
                </a:solidFill>
                <a:effectLst/>
                <a:latin typeface="Arial" panose="020B0604020202020204" pitchFamily="34" charset="0"/>
                <a:ea typeface="Times New Roman" panose="02020603050405020304" pitchFamily="18" charset="0"/>
                <a:cs typeface="Arial" panose="020B0604020202020204" pitchFamily="34" charset="0"/>
              </a:rPr>
              <a:t>Darfour</a:t>
            </a:r>
            <a:r>
              <a:rPr kumimoji="0" lang="en-GB" altLang="en-US" sz="1200" b="0" i="0" u="none" strike="noStrike" cap="none" normalizeH="0" baseline="0" dirty="0">
                <a:ln>
                  <a:noFill/>
                </a:ln>
                <a:solidFill>
                  <a:schemeClr val="bg1">
                    <a:lumMod val="10000"/>
                  </a:schemeClr>
                </a:solidFill>
                <a:effectLst/>
                <a:latin typeface="Arial" panose="020B0604020202020204" pitchFamily="34" charset="0"/>
                <a:ea typeface="Times New Roman" panose="02020603050405020304" pitchFamily="18" charset="0"/>
                <a:cs typeface="Arial" panose="020B0604020202020204" pitchFamily="34" charset="0"/>
              </a:rPr>
              <a:t>, D., Dham, A., Hickman, O., </a:t>
            </a:r>
            <a:r>
              <a:rPr kumimoji="0" lang="en-GB" altLang="en-US" sz="1200" b="0" i="0" u="none" strike="noStrike" cap="none" normalizeH="0" baseline="0" dirty="0" err="1">
                <a:ln>
                  <a:noFill/>
                </a:ln>
                <a:solidFill>
                  <a:schemeClr val="bg1">
                    <a:lumMod val="10000"/>
                  </a:schemeClr>
                </a:solidFill>
                <a:effectLst/>
                <a:latin typeface="Arial" panose="020B0604020202020204" pitchFamily="34" charset="0"/>
                <a:ea typeface="Times New Roman" panose="02020603050405020304" pitchFamily="18" charset="0"/>
                <a:cs typeface="Arial" panose="020B0604020202020204" pitchFamily="34" charset="0"/>
              </a:rPr>
              <a:t>Shaubach</a:t>
            </a:r>
            <a:r>
              <a:rPr kumimoji="0" lang="en-GB" altLang="en-US" sz="1200" b="0" i="0" u="none" strike="noStrike" cap="none" normalizeH="0" baseline="0" dirty="0">
                <a:ln>
                  <a:noFill/>
                </a:ln>
                <a:solidFill>
                  <a:schemeClr val="bg1">
                    <a:lumMod val="10000"/>
                  </a:schemeClr>
                </a:solidFill>
                <a:effectLst/>
                <a:latin typeface="Arial" panose="020B0604020202020204" pitchFamily="34" charset="0"/>
                <a:ea typeface="Times New Roman" panose="02020603050405020304" pitchFamily="18" charset="0"/>
                <a:cs typeface="Arial" panose="020B0604020202020204" pitchFamily="34" charset="0"/>
              </a:rPr>
              <a:t>, L. and Shepard, K. (2002) Physiotherapists’ use of touch in inpatient settings. </a:t>
            </a:r>
            <a:r>
              <a:rPr kumimoji="0" lang="en-GB" altLang="en-US" sz="1200" b="0" i="1" u="none" strike="noStrike" cap="none" normalizeH="0" baseline="0" dirty="0">
                <a:ln>
                  <a:noFill/>
                </a:ln>
                <a:solidFill>
                  <a:schemeClr val="bg1">
                    <a:lumMod val="10000"/>
                  </a:schemeClr>
                </a:solidFill>
                <a:effectLst/>
                <a:latin typeface="Arial" panose="020B0604020202020204" pitchFamily="34" charset="0"/>
                <a:ea typeface="Times New Roman" panose="02020603050405020304" pitchFamily="18" charset="0"/>
                <a:cs typeface="Arial" panose="020B0604020202020204" pitchFamily="34" charset="0"/>
              </a:rPr>
              <a:t>Physiotherapy Research International</a:t>
            </a:r>
            <a:r>
              <a:rPr kumimoji="0" lang="en-GB" altLang="en-US" sz="1200" b="0" i="0" u="none" strike="noStrike" cap="none" normalizeH="0" baseline="0" dirty="0">
                <a:ln>
                  <a:noFill/>
                </a:ln>
                <a:solidFill>
                  <a:schemeClr val="bg1">
                    <a:lumMod val="10000"/>
                  </a:schemeClr>
                </a:solidFill>
                <a:effectLst/>
                <a:latin typeface="Arial" panose="020B0604020202020204" pitchFamily="34" charset="0"/>
                <a:ea typeface="Times New Roman" panose="02020603050405020304" pitchFamily="18" charset="0"/>
                <a:cs typeface="Arial" panose="020B0604020202020204" pitchFamily="34" charset="0"/>
              </a:rPr>
              <a:t> 7(3): pp 170-186</a:t>
            </a:r>
            <a:endParaRPr kumimoji="0" lang="en-GB" altLang="en-US" sz="1200" b="0" i="0" u="none" strike="noStrike" cap="none" normalizeH="0" baseline="0" dirty="0">
              <a:ln>
                <a:noFill/>
              </a:ln>
              <a:solidFill>
                <a:schemeClr val="bg1">
                  <a:lumMod val="10000"/>
                </a:schemeClr>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rtlCol="0"/>
          <a:lstStyle/>
          <a:p>
            <a:pPr rtl="0"/>
            <a:fld id="{F07F282E-55F5-4803-B60F-09BA4600E538}" type="slidenum">
              <a:rPr lang="en-GB" smtClean="0"/>
              <a:t>11</a:t>
            </a:fld>
            <a:endParaRPr lang="en-GB" dirty="0"/>
          </a:p>
        </p:txBody>
      </p:sp>
      <p:sp>
        <p:nvSpPr>
          <p:cNvPr id="5" name="Date Placeholder 4">
            <a:extLst>
              <a:ext uri="{FF2B5EF4-FFF2-40B4-BE49-F238E27FC236}">
                <a16:creationId xmlns:a16="http://schemas.microsoft.com/office/drawing/2014/main" id="{59C23911-B17C-479F-A6E2-08385D1EFEFA}"/>
              </a:ext>
            </a:extLst>
          </p:cNvPr>
          <p:cNvSpPr>
            <a:spLocks noGrp="1"/>
          </p:cNvSpPr>
          <p:nvPr>
            <p:ph type="dt" idx="1"/>
          </p:nvPr>
        </p:nvSpPr>
        <p:spPr/>
        <p:txBody>
          <a:bodyPr/>
          <a:lstStyle/>
          <a:p>
            <a:pPr rtl="0"/>
            <a:fld id="{DDC1FEA8-A9B5-4C83-A07F-A0F1452A95D0}" type="datetime1">
              <a:rPr lang="en-GB" smtClean="0"/>
              <a:t>22/09/2024</a:t>
            </a:fld>
            <a:endParaRPr lang="en-GB" dirty="0"/>
          </a:p>
        </p:txBody>
      </p:sp>
    </p:spTree>
    <p:extLst>
      <p:ext uri="{BB962C8B-B14F-4D97-AF65-F5344CB8AC3E}">
        <p14:creationId xmlns:p14="http://schemas.microsoft.com/office/powerpoint/2010/main" val="40635884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endParaRPr lang="en-GB" dirty="0"/>
          </a:p>
          <a:p>
            <a:r>
              <a:rPr lang="en-GB" dirty="0"/>
              <a:t>Refer to personal believes and biases as a cause of our feelings for example: if you are a woman who might prefer a woman to touch you or a man, would it matter in relation to your sexuality? The attractiveness of the healthcare professional or patient?</a:t>
            </a:r>
          </a:p>
          <a:p>
            <a:r>
              <a:rPr lang="en-GB" dirty="0"/>
              <a:t>Refer to the fact that a professional and safe environment must be present for both the therapist and the patient.</a:t>
            </a:r>
          </a:p>
        </p:txBody>
      </p:sp>
      <p:sp>
        <p:nvSpPr>
          <p:cNvPr id="4" name="Date Placeholder 3"/>
          <p:cNvSpPr>
            <a:spLocks noGrp="1"/>
          </p:cNvSpPr>
          <p:nvPr>
            <p:ph type="dt" idx="1"/>
          </p:nvPr>
        </p:nvSpPr>
        <p:spPr/>
        <p:txBody>
          <a:bodyPr/>
          <a:lstStyle/>
          <a:p>
            <a:pPr rtl="0"/>
            <a:fld id="{D205A9AA-BAEE-45EA-A1E7-5303A8915CEE}" type="datetime1">
              <a:rPr lang="en-GB" smtClean="0"/>
              <a:t>22/09/2024</a:t>
            </a:fld>
            <a:endParaRPr lang="en-GB" dirty="0"/>
          </a:p>
        </p:txBody>
      </p:sp>
      <p:sp>
        <p:nvSpPr>
          <p:cNvPr id="5" name="Slide Number Placeholder 4"/>
          <p:cNvSpPr>
            <a:spLocks noGrp="1"/>
          </p:cNvSpPr>
          <p:nvPr>
            <p:ph type="sldNum" sz="quarter" idx="5"/>
          </p:nvPr>
        </p:nvSpPr>
        <p:spPr/>
        <p:txBody>
          <a:bodyPr/>
          <a:lstStyle/>
          <a:p>
            <a:pPr rtl="0"/>
            <a:fld id="{54EEB602-95FC-483A-B12D-216A7AD7EA24}" type="slidenum">
              <a:rPr lang="en-GB" smtClean="0"/>
              <a:t>14</a:t>
            </a:fld>
            <a:endParaRPr lang="en-GB" dirty="0"/>
          </a:p>
        </p:txBody>
      </p:sp>
    </p:spTree>
    <p:extLst>
      <p:ext uri="{BB962C8B-B14F-4D97-AF65-F5344CB8AC3E}">
        <p14:creationId xmlns:p14="http://schemas.microsoft.com/office/powerpoint/2010/main" val="572162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Chaperoning policy – Rotherham Doncaster and South Humber NHS Foundation Trust (</a:t>
            </a:r>
            <a:r>
              <a:rPr lang="en-GB" dirty="0" err="1">
                <a:hlinkClick r:id="rId3"/>
              </a:rPr>
              <a:t>RDaSH</a:t>
            </a:r>
            <a:r>
              <a:rPr lang="en-GB" dirty="0">
                <a:hlinkClick r:id="rId3"/>
              </a:rPr>
              <a:t>)</a:t>
            </a:r>
            <a:endParaRPr lang="en-GB" dirty="0"/>
          </a:p>
          <a:p>
            <a:endParaRPr lang="en-GB" dirty="0"/>
          </a:p>
          <a:p>
            <a:endParaRPr lang="en-GB" dirty="0"/>
          </a:p>
          <a:p>
            <a:endParaRPr lang="en-GB" dirty="0"/>
          </a:p>
        </p:txBody>
      </p:sp>
      <p:sp>
        <p:nvSpPr>
          <p:cNvPr id="4" name="Date Placeholder 3"/>
          <p:cNvSpPr>
            <a:spLocks noGrp="1"/>
          </p:cNvSpPr>
          <p:nvPr>
            <p:ph type="dt" idx="1"/>
          </p:nvPr>
        </p:nvSpPr>
        <p:spPr/>
        <p:txBody>
          <a:bodyPr/>
          <a:lstStyle/>
          <a:p>
            <a:pPr rtl="0"/>
            <a:fld id="{5092B419-651A-4A5D-8AFE-6A17F0D76368}" type="datetime1">
              <a:rPr lang="en-GB" smtClean="0"/>
              <a:t>22/09/2024</a:t>
            </a:fld>
            <a:endParaRPr lang="en-GB" dirty="0"/>
          </a:p>
        </p:txBody>
      </p:sp>
      <p:sp>
        <p:nvSpPr>
          <p:cNvPr id="5" name="Slide Number Placeholder 4"/>
          <p:cNvSpPr>
            <a:spLocks noGrp="1"/>
          </p:cNvSpPr>
          <p:nvPr>
            <p:ph type="sldNum" sz="quarter" idx="5"/>
          </p:nvPr>
        </p:nvSpPr>
        <p:spPr/>
        <p:txBody>
          <a:bodyPr/>
          <a:lstStyle/>
          <a:p>
            <a:pPr rtl="0"/>
            <a:fld id="{54EEB602-95FC-483A-B12D-216A7AD7EA24}" type="slidenum">
              <a:rPr lang="en-GB" smtClean="0"/>
              <a:t>15</a:t>
            </a:fld>
            <a:endParaRPr lang="en-GB" dirty="0"/>
          </a:p>
        </p:txBody>
      </p:sp>
    </p:spTree>
    <p:extLst>
      <p:ext uri="{BB962C8B-B14F-4D97-AF65-F5344CB8AC3E}">
        <p14:creationId xmlns:p14="http://schemas.microsoft.com/office/powerpoint/2010/main" val="3084366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‘Intimate’ examinations defined as:</a:t>
            </a:r>
          </a:p>
          <a:p>
            <a:r>
              <a:rPr lang="en-GB" dirty="0"/>
              <a:t>Any invasive examination that involves the pelvic floor complex (vaginal and/or </a:t>
            </a:r>
            <a:r>
              <a:rPr lang="en-GB" dirty="0" err="1"/>
              <a:t>ano</a:t>
            </a:r>
            <a:r>
              <a:rPr lang="en-GB" dirty="0"/>
              <a:t>-rectal areas)</a:t>
            </a:r>
          </a:p>
          <a:p>
            <a:r>
              <a:rPr lang="en-GB" dirty="0"/>
              <a:t>Any examination involving the genitalia or breasts</a:t>
            </a:r>
          </a:p>
          <a:p>
            <a:endParaRPr lang="en-GB" dirty="0"/>
          </a:p>
          <a:p>
            <a:endParaRPr lang="en-GB" dirty="0"/>
          </a:p>
        </p:txBody>
      </p:sp>
      <p:sp>
        <p:nvSpPr>
          <p:cNvPr id="4" name="Date Placeholder 3"/>
          <p:cNvSpPr>
            <a:spLocks noGrp="1"/>
          </p:cNvSpPr>
          <p:nvPr>
            <p:ph type="dt" idx="1"/>
          </p:nvPr>
        </p:nvSpPr>
        <p:spPr/>
        <p:txBody>
          <a:bodyPr/>
          <a:lstStyle/>
          <a:p>
            <a:pPr rtl="0"/>
            <a:fld id="{B0D67BC0-6863-41D2-87CE-2AF1601D6B8E}" type="datetime1">
              <a:rPr lang="en-GB" smtClean="0"/>
              <a:t>22/09/2024</a:t>
            </a:fld>
            <a:endParaRPr lang="en-GB" dirty="0"/>
          </a:p>
        </p:txBody>
      </p:sp>
      <p:sp>
        <p:nvSpPr>
          <p:cNvPr id="5" name="Slide Number Placeholder 4"/>
          <p:cNvSpPr>
            <a:spLocks noGrp="1"/>
          </p:cNvSpPr>
          <p:nvPr>
            <p:ph type="sldNum" sz="quarter" idx="5"/>
          </p:nvPr>
        </p:nvSpPr>
        <p:spPr/>
        <p:txBody>
          <a:bodyPr/>
          <a:lstStyle/>
          <a:p>
            <a:pPr rtl="0"/>
            <a:fld id="{54EEB602-95FC-483A-B12D-216A7AD7EA24}" type="slidenum">
              <a:rPr lang="en-GB" smtClean="0"/>
              <a:t>16</a:t>
            </a:fld>
            <a:endParaRPr lang="en-GB" dirty="0"/>
          </a:p>
        </p:txBody>
      </p:sp>
    </p:spTree>
    <p:extLst>
      <p:ext uri="{BB962C8B-B14F-4D97-AF65-F5344CB8AC3E}">
        <p14:creationId xmlns:p14="http://schemas.microsoft.com/office/powerpoint/2010/main" val="28969687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Date Placeholder 3"/>
          <p:cNvSpPr>
            <a:spLocks noGrp="1"/>
          </p:cNvSpPr>
          <p:nvPr>
            <p:ph type="dt" idx="1"/>
          </p:nvPr>
        </p:nvSpPr>
        <p:spPr/>
        <p:txBody>
          <a:bodyPr/>
          <a:lstStyle/>
          <a:p>
            <a:pPr rtl="0"/>
            <a:fld id="{B0D67BC0-6863-41D2-87CE-2AF1601D6B8E}" type="datetime1">
              <a:rPr lang="en-GB" smtClean="0"/>
              <a:t>22/09/2024</a:t>
            </a:fld>
            <a:endParaRPr lang="en-GB" dirty="0"/>
          </a:p>
        </p:txBody>
      </p:sp>
      <p:sp>
        <p:nvSpPr>
          <p:cNvPr id="5" name="Slide Number Placeholder 4"/>
          <p:cNvSpPr>
            <a:spLocks noGrp="1"/>
          </p:cNvSpPr>
          <p:nvPr>
            <p:ph type="sldNum" sz="quarter" idx="5"/>
          </p:nvPr>
        </p:nvSpPr>
        <p:spPr/>
        <p:txBody>
          <a:bodyPr/>
          <a:lstStyle/>
          <a:p>
            <a:pPr rtl="0"/>
            <a:fld id="{54EEB602-95FC-483A-B12D-216A7AD7EA24}" type="slidenum">
              <a:rPr lang="en-GB" smtClean="0"/>
              <a:t>17</a:t>
            </a:fld>
            <a:endParaRPr lang="en-GB" dirty="0"/>
          </a:p>
        </p:txBody>
      </p:sp>
    </p:spTree>
    <p:extLst>
      <p:ext uri="{BB962C8B-B14F-4D97-AF65-F5344CB8AC3E}">
        <p14:creationId xmlns:p14="http://schemas.microsoft.com/office/powerpoint/2010/main" val="23010297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rtlCol="0"/>
          <a:lstStyle/>
          <a:p>
            <a:pPr rtl="0"/>
            <a:fld id="{F07F282E-55F5-4803-B60F-09BA4600E538}" type="slidenum">
              <a:rPr lang="en-GB" smtClean="0"/>
              <a:t>18</a:t>
            </a:fld>
            <a:endParaRPr lang="en-GB" dirty="0"/>
          </a:p>
        </p:txBody>
      </p:sp>
      <p:sp>
        <p:nvSpPr>
          <p:cNvPr id="5" name="Date Placeholder 4">
            <a:extLst>
              <a:ext uri="{FF2B5EF4-FFF2-40B4-BE49-F238E27FC236}">
                <a16:creationId xmlns:a16="http://schemas.microsoft.com/office/drawing/2014/main" id="{F571E5B3-2618-4553-8624-6AB20213AF83}"/>
              </a:ext>
            </a:extLst>
          </p:cNvPr>
          <p:cNvSpPr>
            <a:spLocks noGrp="1"/>
          </p:cNvSpPr>
          <p:nvPr>
            <p:ph type="dt" idx="1"/>
          </p:nvPr>
        </p:nvSpPr>
        <p:spPr/>
        <p:txBody>
          <a:bodyPr/>
          <a:lstStyle/>
          <a:p>
            <a:pPr rtl="0"/>
            <a:fld id="{1023EBFE-485C-4B30-8FC8-7C150AAD77FE}" type="datetime1">
              <a:rPr lang="en-GB" smtClean="0"/>
              <a:t>22/09/2024</a:t>
            </a:fld>
            <a:endParaRPr lang="en-GB" dirty="0"/>
          </a:p>
        </p:txBody>
      </p:sp>
    </p:spTree>
    <p:extLst>
      <p:ext uri="{BB962C8B-B14F-4D97-AF65-F5344CB8AC3E}">
        <p14:creationId xmlns:p14="http://schemas.microsoft.com/office/powerpoint/2010/main" val="4200283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rtlCol="0"/>
          <a:lstStyle/>
          <a:p>
            <a:pPr rtl="0"/>
            <a:fld id="{F07F282E-55F5-4803-B60F-09BA4600E538}" type="slidenum">
              <a:rPr lang="en-GB" smtClean="0"/>
              <a:t>25</a:t>
            </a:fld>
            <a:endParaRPr lang="en-GB" dirty="0"/>
          </a:p>
        </p:txBody>
      </p:sp>
      <p:sp>
        <p:nvSpPr>
          <p:cNvPr id="5" name="Date Placeholder 4">
            <a:extLst>
              <a:ext uri="{FF2B5EF4-FFF2-40B4-BE49-F238E27FC236}">
                <a16:creationId xmlns:a16="http://schemas.microsoft.com/office/drawing/2014/main" id="{58AA1D1D-F164-425A-94F8-80B47262A571}"/>
              </a:ext>
            </a:extLst>
          </p:cNvPr>
          <p:cNvSpPr>
            <a:spLocks noGrp="1"/>
          </p:cNvSpPr>
          <p:nvPr>
            <p:ph type="dt" idx="1"/>
          </p:nvPr>
        </p:nvSpPr>
        <p:spPr/>
        <p:txBody>
          <a:bodyPr/>
          <a:lstStyle/>
          <a:p>
            <a:pPr rtl="0"/>
            <a:fld id="{6C6D3C57-A771-451A-A77D-0854CBB7E290}" type="datetime1">
              <a:rPr lang="en-GB" smtClean="0"/>
              <a:t>22/09/2024</a:t>
            </a:fld>
            <a:endParaRPr lang="en-GB" dirty="0"/>
          </a:p>
        </p:txBody>
      </p:sp>
    </p:spTree>
    <p:extLst>
      <p:ext uri="{BB962C8B-B14F-4D97-AF65-F5344CB8AC3E}">
        <p14:creationId xmlns:p14="http://schemas.microsoft.com/office/powerpoint/2010/main" val="23040651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rtlCol="0"/>
          <a:lstStyle/>
          <a:p>
            <a:pPr rtl="0"/>
            <a:fld id="{F07F282E-55F5-4803-B60F-09BA4600E538}" type="slidenum">
              <a:rPr lang="en-GB" smtClean="0"/>
              <a:t>27</a:t>
            </a:fld>
            <a:endParaRPr lang="en-GB" dirty="0"/>
          </a:p>
        </p:txBody>
      </p:sp>
      <p:sp>
        <p:nvSpPr>
          <p:cNvPr id="5" name="Date Placeholder 4">
            <a:extLst>
              <a:ext uri="{FF2B5EF4-FFF2-40B4-BE49-F238E27FC236}">
                <a16:creationId xmlns:a16="http://schemas.microsoft.com/office/drawing/2014/main" id="{BDC891E3-7F3E-4451-9B19-85FB31D4074E}"/>
              </a:ext>
            </a:extLst>
          </p:cNvPr>
          <p:cNvSpPr>
            <a:spLocks noGrp="1"/>
          </p:cNvSpPr>
          <p:nvPr>
            <p:ph type="dt" idx="1"/>
          </p:nvPr>
        </p:nvSpPr>
        <p:spPr/>
        <p:txBody>
          <a:bodyPr/>
          <a:lstStyle/>
          <a:p>
            <a:pPr rtl="0"/>
            <a:fld id="{2200FF12-ACDB-4C66-BC0C-7A577042F7D5}" type="datetime1">
              <a:rPr lang="en-GB" smtClean="0"/>
              <a:t>22/09/2024</a:t>
            </a:fld>
            <a:endParaRPr lang="en-GB" dirty="0"/>
          </a:p>
        </p:txBody>
      </p:sp>
    </p:spTree>
    <p:extLst>
      <p:ext uri="{BB962C8B-B14F-4D97-AF65-F5344CB8AC3E}">
        <p14:creationId xmlns:p14="http://schemas.microsoft.com/office/powerpoint/2010/main" val="580697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GB"/>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pPr rtl="0"/>
            <a:r>
              <a:rPr lang="en-US"/>
              <a:t>2/1/20XX</a:t>
            </a:r>
            <a:endParaRPr lang="en-GB" dirty="0"/>
          </a:p>
        </p:txBody>
      </p:sp>
      <p:sp>
        <p:nvSpPr>
          <p:cNvPr id="5" name="Footer Placeholder 4"/>
          <p:cNvSpPr>
            <a:spLocks noGrp="1"/>
          </p:cNvSpPr>
          <p:nvPr>
            <p:ph type="ftr" sz="quarter" idx="11"/>
          </p:nvPr>
        </p:nvSpPr>
        <p:spPr>
          <a:xfrm>
            <a:off x="2416500" y="329307"/>
            <a:ext cx="4973915" cy="309201"/>
          </a:xfrm>
        </p:spPr>
        <p:txBody>
          <a:bodyPr/>
          <a:lstStyle/>
          <a:p>
            <a:pPr rtl="0"/>
            <a:r>
              <a:rPr lang="en-GB"/>
              <a:t>Presentation Title</a:t>
            </a:r>
          </a:p>
        </p:txBody>
      </p:sp>
      <p:sp>
        <p:nvSpPr>
          <p:cNvPr id="6" name="Slide Number Placeholder 5"/>
          <p:cNvSpPr>
            <a:spLocks noGrp="1"/>
          </p:cNvSpPr>
          <p:nvPr>
            <p:ph type="sldNum" sz="quarter" idx="12"/>
          </p:nvPr>
        </p:nvSpPr>
        <p:spPr>
          <a:xfrm>
            <a:off x="1437664" y="798973"/>
            <a:ext cx="811019" cy="503578"/>
          </a:xfrm>
        </p:spPr>
        <p:txBody>
          <a:bodyPr/>
          <a:lstStyle/>
          <a:p>
            <a:pPr rtl="0"/>
            <a:fld id="{FAEF9944-A4F6-4C59-AEBD-678D6480B8EA}" type="slidenum">
              <a:rPr lang="en-GB" smtClean="0"/>
              <a:pPr/>
              <a:t>‹#›</a:t>
            </a:fld>
            <a:endParaRPr lang="en-GB"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0562589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rtl="0"/>
            <a:r>
              <a:rPr lang="en-US"/>
              <a:t>2/1/20XX</a:t>
            </a:r>
            <a:endParaRPr lang="en-GB" dirty="0"/>
          </a:p>
        </p:txBody>
      </p:sp>
      <p:sp>
        <p:nvSpPr>
          <p:cNvPr id="5"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FAEF9944-A4F6-4C59-AEBD-678D6480B8EA}" type="slidenum">
              <a:rPr lang="en-GB" smtClean="0"/>
              <a:pPr/>
              <a:t>‹#›</a:t>
            </a:fld>
            <a:endParaRPr lang="en-GB"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9994806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GB"/>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pPr rtl="0"/>
            <a:r>
              <a:rPr lang="en-US"/>
              <a:t>2/1/20XX</a:t>
            </a:r>
            <a:endParaRPr lang="en-GB" dirty="0"/>
          </a:p>
        </p:txBody>
      </p:sp>
      <p:sp>
        <p:nvSpPr>
          <p:cNvPr id="5"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FAEF9944-A4F6-4C59-AEBD-678D6480B8EA}" type="slidenum">
              <a:rPr lang="en-GB" smtClean="0"/>
              <a:pPr/>
              <a:t>‹#›</a:t>
            </a:fld>
            <a:endParaRPr lang="en-GB"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70788555"/>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pPr rtl="0"/>
            <a:r>
              <a:rPr lang="en-US"/>
              <a:t>2/1/20XX</a:t>
            </a:r>
            <a:endParaRPr lang="en-GB" dirty="0"/>
          </a:p>
        </p:txBody>
      </p:sp>
      <p:sp>
        <p:nvSpPr>
          <p:cNvPr id="6" name="Footer Placeholder 5"/>
          <p:cNvSpPr>
            <a:spLocks noGrp="1"/>
          </p:cNvSpPr>
          <p:nvPr>
            <p:ph type="ftr" sz="quarter" idx="11"/>
          </p:nvPr>
        </p:nvSpPr>
        <p:spPr/>
        <p:txBody>
          <a:bodyPr/>
          <a:lstStyle/>
          <a:p>
            <a:pPr rtl="0"/>
            <a:r>
              <a:rPr lang="en-GB"/>
              <a:t>Presentation Title</a:t>
            </a:r>
          </a:p>
        </p:txBody>
      </p:sp>
      <p:sp>
        <p:nvSpPr>
          <p:cNvPr id="7" name="Slide Number Placeholder 6"/>
          <p:cNvSpPr>
            <a:spLocks noGrp="1"/>
          </p:cNvSpPr>
          <p:nvPr>
            <p:ph type="sldNum" sz="quarter" idx="12"/>
          </p:nvPr>
        </p:nvSpPr>
        <p:spPr/>
        <p:txBody>
          <a:bodyPr/>
          <a:lstStyle/>
          <a:p>
            <a:pPr rtl="0"/>
            <a:fld id="{FAEF9944-A4F6-4C59-AEBD-678D6480B8EA}" type="slidenum">
              <a:rPr lang="en-GB" smtClean="0"/>
              <a:pPr/>
              <a:t>‹#›</a:t>
            </a:fld>
            <a:endParaRPr lang="en-GB"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7600738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pPr rtl="0"/>
            <a:r>
              <a:rPr lang="en-US"/>
              <a:t>2/1/20XX</a:t>
            </a:r>
            <a:endParaRPr lang="en-GB" dirty="0"/>
          </a:p>
        </p:txBody>
      </p:sp>
      <p:sp>
        <p:nvSpPr>
          <p:cNvPr id="8" name="Footer Placeholder 7"/>
          <p:cNvSpPr>
            <a:spLocks noGrp="1"/>
          </p:cNvSpPr>
          <p:nvPr>
            <p:ph type="ftr" sz="quarter" idx="11"/>
          </p:nvPr>
        </p:nvSpPr>
        <p:spPr/>
        <p:txBody>
          <a:bodyPr/>
          <a:lstStyle/>
          <a:p>
            <a:pPr rtl="0"/>
            <a:r>
              <a:rPr lang="en-GB"/>
              <a:t>Presentation Title</a:t>
            </a:r>
          </a:p>
        </p:txBody>
      </p:sp>
      <p:sp>
        <p:nvSpPr>
          <p:cNvPr id="9" name="Slide Number Placeholder 8"/>
          <p:cNvSpPr>
            <a:spLocks noGrp="1"/>
          </p:cNvSpPr>
          <p:nvPr>
            <p:ph type="sldNum" sz="quarter" idx="12"/>
          </p:nvPr>
        </p:nvSpPr>
        <p:spPr/>
        <p:txBody>
          <a:bodyPr/>
          <a:lstStyle/>
          <a:p>
            <a:pPr rtl="0"/>
            <a:fld id="{FAEF9944-A4F6-4C59-AEBD-678D6480B8EA}" type="slidenum">
              <a:rPr lang="en-GB" smtClean="0"/>
              <a:pPr/>
              <a:t>‹#›</a:t>
            </a:fld>
            <a:endParaRPr lang="en-GB"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017284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pPr rtl="0"/>
            <a:r>
              <a:rPr lang="en-US"/>
              <a:t>2/1/20XX</a:t>
            </a:r>
            <a:endParaRPr lang="en-GB" dirty="0"/>
          </a:p>
        </p:txBody>
      </p:sp>
      <p:sp>
        <p:nvSpPr>
          <p:cNvPr id="4" name="Footer Placeholder 3"/>
          <p:cNvSpPr>
            <a:spLocks noGrp="1"/>
          </p:cNvSpPr>
          <p:nvPr>
            <p:ph type="ftr" sz="quarter" idx="11"/>
          </p:nvPr>
        </p:nvSpPr>
        <p:spPr/>
        <p:txBody>
          <a:bodyPr/>
          <a:lstStyle/>
          <a:p>
            <a:pPr rtl="0"/>
            <a:r>
              <a:rPr lang="en-GB"/>
              <a:t>Presentation Title</a:t>
            </a:r>
          </a:p>
        </p:txBody>
      </p:sp>
      <p:sp>
        <p:nvSpPr>
          <p:cNvPr id="5" name="Slide Number Placeholder 4"/>
          <p:cNvSpPr>
            <a:spLocks noGrp="1"/>
          </p:cNvSpPr>
          <p:nvPr>
            <p:ph type="sldNum" sz="quarter" idx="12"/>
          </p:nvPr>
        </p:nvSpPr>
        <p:spPr/>
        <p:txBody>
          <a:bodyPr/>
          <a:lstStyle/>
          <a:p>
            <a:pPr rtl="0"/>
            <a:fld id="{FAEF9944-A4F6-4C59-AEBD-678D6480B8EA}" type="slidenum">
              <a:rPr lang="en-GB" smtClean="0"/>
              <a:pPr/>
              <a:t>‹#›</a:t>
            </a:fld>
            <a:endParaRPr lang="en-GB"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8221205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rtl="0"/>
            <a:r>
              <a:rPr lang="en-US"/>
              <a:t>2/1/20XX</a:t>
            </a:r>
            <a:endParaRPr lang="en-GB" dirty="0"/>
          </a:p>
        </p:txBody>
      </p:sp>
      <p:sp>
        <p:nvSpPr>
          <p:cNvPr id="3" name="Footer Placeholder 2"/>
          <p:cNvSpPr>
            <a:spLocks noGrp="1"/>
          </p:cNvSpPr>
          <p:nvPr>
            <p:ph type="ftr" sz="quarter" idx="11"/>
          </p:nvPr>
        </p:nvSpPr>
        <p:spPr/>
        <p:txBody>
          <a:bodyPr/>
          <a:lstStyle/>
          <a:p>
            <a:pPr rtl="0"/>
            <a:r>
              <a:rPr lang="en-GB"/>
              <a:t>Presentation Title</a:t>
            </a:r>
          </a:p>
        </p:txBody>
      </p:sp>
      <p:sp>
        <p:nvSpPr>
          <p:cNvPr id="4" name="Slide Number Placeholder 3"/>
          <p:cNvSpPr>
            <a:spLocks noGrp="1"/>
          </p:cNvSpPr>
          <p:nvPr>
            <p:ph type="sldNum" sz="quarter" idx="12"/>
          </p:nvPr>
        </p:nvSpPr>
        <p:spPr/>
        <p:txBody>
          <a:bodyPr/>
          <a:lstStyle/>
          <a:p>
            <a:pPr rtl="0"/>
            <a:fld id="{FAEF9944-A4F6-4C59-AEBD-678D6480B8EA}" type="slidenum">
              <a:rPr lang="en-GB" smtClean="0"/>
              <a:pPr/>
              <a:t>‹#›</a:t>
            </a:fld>
            <a:endParaRPr lang="en-GB" dirty="0"/>
          </a:p>
        </p:txBody>
      </p:sp>
    </p:spTree>
    <p:extLst>
      <p:ext uri="{BB962C8B-B14F-4D97-AF65-F5344CB8AC3E}">
        <p14:creationId xmlns:p14="http://schemas.microsoft.com/office/powerpoint/2010/main" val="104477923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pPr rtl="0"/>
            <a:r>
              <a:rPr lang="en-US"/>
              <a:t>2/1/20XX</a:t>
            </a:r>
            <a:endParaRPr lang="en-GB" dirty="0"/>
          </a:p>
        </p:txBody>
      </p:sp>
      <p:sp>
        <p:nvSpPr>
          <p:cNvPr id="6" name="Footer Placeholder 5"/>
          <p:cNvSpPr>
            <a:spLocks noGrp="1"/>
          </p:cNvSpPr>
          <p:nvPr>
            <p:ph type="ftr" sz="quarter" idx="11"/>
          </p:nvPr>
        </p:nvSpPr>
        <p:spPr/>
        <p:txBody>
          <a:bodyPr/>
          <a:lstStyle/>
          <a:p>
            <a:pPr rtl="0"/>
            <a:r>
              <a:rPr lang="en-GB"/>
              <a:t>Presentation Title</a:t>
            </a:r>
          </a:p>
        </p:txBody>
      </p:sp>
      <p:sp>
        <p:nvSpPr>
          <p:cNvPr id="7" name="Slide Number Placeholder 6"/>
          <p:cNvSpPr>
            <a:spLocks noGrp="1"/>
          </p:cNvSpPr>
          <p:nvPr>
            <p:ph type="sldNum" sz="quarter" idx="12"/>
          </p:nvPr>
        </p:nvSpPr>
        <p:spPr/>
        <p:txBody>
          <a:bodyPr/>
          <a:lstStyle/>
          <a:p>
            <a:pPr rtl="0"/>
            <a:fld id="{FAEF9944-A4F6-4C59-AEBD-678D6480B8EA}" type="slidenum">
              <a:rPr lang="en-GB" smtClean="0"/>
              <a:pPr/>
              <a:t>‹#›</a:t>
            </a:fld>
            <a:endParaRPr lang="en-GB"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5250861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pPr rtl="0"/>
            <a:r>
              <a:rPr lang="en-US"/>
              <a:t>2/1/20XX</a:t>
            </a:r>
            <a:endParaRPr lang="en-GB" dirty="0"/>
          </a:p>
        </p:txBody>
      </p:sp>
      <p:sp>
        <p:nvSpPr>
          <p:cNvPr id="6" name="Footer Placeholder 5"/>
          <p:cNvSpPr>
            <a:spLocks noGrp="1"/>
          </p:cNvSpPr>
          <p:nvPr>
            <p:ph type="ftr" sz="quarter" idx="11"/>
          </p:nvPr>
        </p:nvSpPr>
        <p:spPr>
          <a:xfrm>
            <a:off x="1447382" y="318640"/>
            <a:ext cx="5541004" cy="320931"/>
          </a:xfrm>
        </p:spPr>
        <p:txBody>
          <a:bodyPr/>
          <a:lstStyle/>
          <a:p>
            <a:pPr rtl="0"/>
            <a:r>
              <a:rPr lang="en-GB"/>
              <a:t>Presentation Title</a:t>
            </a:r>
          </a:p>
        </p:txBody>
      </p:sp>
      <p:sp>
        <p:nvSpPr>
          <p:cNvPr id="7" name="Slide Number Placeholder 6"/>
          <p:cNvSpPr>
            <a:spLocks noGrp="1"/>
          </p:cNvSpPr>
          <p:nvPr>
            <p:ph type="sldNum" sz="quarter" idx="12"/>
          </p:nvPr>
        </p:nvSpPr>
        <p:spPr/>
        <p:txBody>
          <a:bodyPr/>
          <a:lstStyle/>
          <a:p>
            <a:pPr rtl="0"/>
            <a:fld id="{FAEF9944-A4F6-4C59-AEBD-678D6480B8EA}" type="slidenum">
              <a:rPr lang="en-GB" smtClean="0"/>
              <a:pPr/>
              <a:t>‹#›</a:t>
            </a:fld>
            <a:endParaRPr lang="en-GB"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555355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rtl="0"/>
            <a:r>
              <a:rPr lang="en-US"/>
              <a:t>2/1/20XX</a:t>
            </a:r>
            <a:endParaRPr lang="en-GB" dirty="0"/>
          </a:p>
        </p:txBody>
      </p:sp>
      <p:sp>
        <p:nvSpPr>
          <p:cNvPr id="5"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FAEF9944-A4F6-4C59-AEBD-678D6480B8EA}" type="slidenum">
              <a:rPr lang="en-GB" smtClean="0"/>
              <a:pPr/>
              <a:t>‹#›</a:t>
            </a:fld>
            <a:endParaRPr lang="en-GB"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0005651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rtl="0"/>
            <a:r>
              <a:rPr lang="en-US"/>
              <a:t>2/1/20XX</a:t>
            </a:r>
            <a:endParaRPr lang="en-GB" dirty="0"/>
          </a:p>
        </p:txBody>
      </p:sp>
      <p:sp>
        <p:nvSpPr>
          <p:cNvPr id="5"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FAEF9944-A4F6-4C59-AEBD-678D6480B8EA}" type="slidenum">
              <a:rPr lang="en-GB" smtClean="0"/>
              <a:pPr/>
              <a:t>‹#›</a:t>
            </a:fld>
            <a:endParaRPr lang="en-GB"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0455867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Quote">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A8A107B-E23F-4793-95B4-335240DB97AF}"/>
              </a:ext>
              <a:ext uri="{C183D7F6-B498-43B3-948B-1728B52AA6E4}">
                <adec:decorative xmlns:adec="http://schemas.microsoft.com/office/drawing/2017/decorative" val="1"/>
              </a:ext>
            </a:extLst>
          </p:cNvPr>
          <p:cNvSpPr/>
          <p:nvPr userDrawn="1"/>
        </p:nvSpPr>
        <p:spPr>
          <a:xfrm>
            <a:off x="4551118"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9" name="Picture Placeholder 8">
            <a:extLst>
              <a:ext uri="{FF2B5EF4-FFF2-40B4-BE49-F238E27FC236}">
                <a16:creationId xmlns:a16="http://schemas.microsoft.com/office/drawing/2014/main" id="{B7568F3C-8CA8-489A-9870-E2C458355CCA}"/>
              </a:ext>
            </a:extLst>
          </p:cNvPr>
          <p:cNvSpPr>
            <a:spLocks noGrp="1"/>
          </p:cNvSpPr>
          <p:nvPr>
            <p:ph type="pic" sz="quarter" idx="13" hasCustomPrompt="1"/>
          </p:nvPr>
        </p:nvSpPr>
        <p:spPr>
          <a:xfrm>
            <a:off x="0" y="0"/>
            <a:ext cx="12192000" cy="6858000"/>
          </a:xfrm>
          <a:custGeom>
            <a:avLst/>
            <a:gdLst>
              <a:gd name="connsiteX0" fmla="*/ 4615126 w 12192000"/>
              <a:gd name="connsiteY0" fmla="*/ 0 h 6858000"/>
              <a:gd name="connsiteX1" fmla="*/ 12192000 w 12192000"/>
              <a:gd name="connsiteY1" fmla="*/ 0 h 6858000"/>
              <a:gd name="connsiteX2" fmla="*/ 12192000 w 12192000"/>
              <a:gd name="connsiteY2" fmla="*/ 6858000 h 6858000"/>
              <a:gd name="connsiteX3" fmla="*/ 4615126 w 12192000"/>
              <a:gd name="connsiteY3" fmla="*/ 6858000 h 6858000"/>
              <a:gd name="connsiteX4" fmla="*/ 0 w 12192000"/>
              <a:gd name="connsiteY4" fmla="*/ 0 h 6858000"/>
              <a:gd name="connsiteX5" fmla="*/ 4551118 w 12192000"/>
              <a:gd name="connsiteY5" fmla="*/ 0 h 6858000"/>
              <a:gd name="connsiteX6" fmla="*/ 4551118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4615126" y="0"/>
                </a:moveTo>
                <a:lnTo>
                  <a:pt x="12192000" y="0"/>
                </a:lnTo>
                <a:lnTo>
                  <a:pt x="12192000" y="6858000"/>
                </a:lnTo>
                <a:lnTo>
                  <a:pt x="4615126" y="6858000"/>
                </a:lnTo>
                <a:close/>
                <a:moveTo>
                  <a:pt x="0" y="0"/>
                </a:moveTo>
                <a:lnTo>
                  <a:pt x="4551118" y="0"/>
                </a:lnTo>
                <a:lnTo>
                  <a:pt x="4551118" y="6858000"/>
                </a:lnTo>
                <a:lnTo>
                  <a:pt x="0" y="6858000"/>
                </a:lnTo>
                <a:close/>
              </a:path>
            </a:pathLst>
          </a:custGeom>
        </p:spPr>
        <p:txBody>
          <a:bodyPr wrap="square" rtlCol="0" anchor="t">
            <a:noAutofit/>
          </a:bodyPr>
          <a:lstStyle>
            <a:lvl1pPr algn="ctr">
              <a:defRPr/>
            </a:lvl1pPr>
          </a:lstStyle>
          <a:p>
            <a:pPr rtl="0"/>
            <a:r>
              <a:rPr lang="en-GB"/>
              <a:t>Click to add photo</a:t>
            </a:r>
          </a:p>
        </p:txBody>
      </p:sp>
      <p:sp>
        <p:nvSpPr>
          <p:cNvPr id="2" name="Title 1">
            <a:extLst>
              <a:ext uri="{FF2B5EF4-FFF2-40B4-BE49-F238E27FC236}">
                <a16:creationId xmlns:a16="http://schemas.microsoft.com/office/drawing/2014/main" id="{CE2C14E8-F37D-4BEA-9D62-5E707EDF0D44}"/>
              </a:ext>
            </a:extLst>
          </p:cNvPr>
          <p:cNvSpPr>
            <a:spLocks noGrp="1"/>
          </p:cNvSpPr>
          <p:nvPr>
            <p:ph type="title" hasCustomPrompt="1"/>
          </p:nvPr>
        </p:nvSpPr>
        <p:spPr>
          <a:xfrm>
            <a:off x="-1725" y="1095508"/>
            <a:ext cx="4606535" cy="3936931"/>
          </a:xfrm>
          <a:solidFill>
            <a:schemeClr val="tx2"/>
          </a:solidFill>
        </p:spPr>
        <p:txBody>
          <a:bodyPr rIns="365760" rtlCol="0" anchor="b"/>
          <a:lstStyle>
            <a:lvl1pPr marL="365760">
              <a:lnSpc>
                <a:spcPct val="100000"/>
              </a:lnSpc>
              <a:spcBef>
                <a:spcPts val="1000"/>
              </a:spcBef>
              <a:defRPr sz="3600">
                <a:solidFill>
                  <a:schemeClr val="bg1"/>
                </a:solidFill>
              </a:defRPr>
            </a:lvl1pPr>
          </a:lstStyle>
          <a:p>
            <a:pPr rtl="0"/>
            <a:r>
              <a:rPr lang="en-GB"/>
              <a:t>CLICK TO EDIT MASTER TITLE STYLE</a:t>
            </a:r>
          </a:p>
        </p:txBody>
      </p:sp>
      <p:sp>
        <p:nvSpPr>
          <p:cNvPr id="5" name="Text Placeholder 4">
            <a:extLst>
              <a:ext uri="{FF2B5EF4-FFF2-40B4-BE49-F238E27FC236}">
                <a16:creationId xmlns:a16="http://schemas.microsoft.com/office/drawing/2014/main" id="{D1784D33-9C88-49E6-8F90-05148C5496F5}"/>
              </a:ext>
            </a:extLst>
          </p:cNvPr>
          <p:cNvSpPr>
            <a:spLocks noGrp="1"/>
          </p:cNvSpPr>
          <p:nvPr>
            <p:ph type="body" sz="quarter" idx="14"/>
          </p:nvPr>
        </p:nvSpPr>
        <p:spPr>
          <a:xfrm>
            <a:off x="-1726" y="5032439"/>
            <a:ext cx="4606535" cy="1079962"/>
          </a:xfrm>
          <a:solidFill>
            <a:schemeClr val="tx2"/>
          </a:solidFill>
        </p:spPr>
        <p:txBody>
          <a:bodyPr rtlCol="0" anchor="ctr"/>
          <a:lstStyle>
            <a:lvl1pPr marL="365760">
              <a:spcBef>
                <a:spcPts val="1000"/>
              </a:spcBef>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rtl="0"/>
            <a:r>
              <a:rPr lang="en-GB"/>
              <a:t>Click to edit Master text styles</a:t>
            </a:r>
          </a:p>
        </p:txBody>
      </p:sp>
      <p:sp>
        <p:nvSpPr>
          <p:cNvPr id="24" name="Footer Placeholder 4">
            <a:extLst>
              <a:ext uri="{FF2B5EF4-FFF2-40B4-BE49-F238E27FC236}">
                <a16:creationId xmlns:a16="http://schemas.microsoft.com/office/drawing/2014/main" id="{5CD820E0-0083-439B-A9DE-C3DEA1DEA851}"/>
              </a:ext>
            </a:extLst>
          </p:cNvPr>
          <p:cNvSpPr>
            <a:spLocks noGrp="1"/>
          </p:cNvSpPr>
          <p:nvPr>
            <p:ph type="ftr" sz="quarter" idx="11"/>
          </p:nvPr>
        </p:nvSpPr>
        <p:spPr>
          <a:xfrm>
            <a:off x="855388" y="6309360"/>
            <a:ext cx="6007691" cy="457200"/>
          </a:xfrm>
        </p:spPr>
        <p:txBody>
          <a:bodyPr rtlCol="0"/>
          <a:lstStyle>
            <a:lvl1pPr>
              <a:defRPr>
                <a:solidFill>
                  <a:schemeClr val="bg1"/>
                </a:solidFill>
                <a:effectLst>
                  <a:outerShdw blurRad="38100" dist="38100" dir="2700000" algn="tl">
                    <a:srgbClr val="000000">
                      <a:alpha val="43137"/>
                    </a:srgbClr>
                  </a:outerShdw>
                </a:effectLst>
              </a:defRPr>
            </a:lvl1pPr>
          </a:lstStyle>
          <a:p>
            <a:pPr rtl="0"/>
            <a:r>
              <a:rPr lang="en-GB"/>
              <a:t>Presentation Title</a:t>
            </a:r>
          </a:p>
        </p:txBody>
      </p:sp>
      <p:sp>
        <p:nvSpPr>
          <p:cNvPr id="26" name="Date Placeholder 3">
            <a:extLst>
              <a:ext uri="{FF2B5EF4-FFF2-40B4-BE49-F238E27FC236}">
                <a16:creationId xmlns:a16="http://schemas.microsoft.com/office/drawing/2014/main" id="{D8A8D931-E01B-43C0-806F-2413BF5938FC}"/>
              </a:ext>
            </a:extLst>
          </p:cNvPr>
          <p:cNvSpPr>
            <a:spLocks noGrp="1"/>
          </p:cNvSpPr>
          <p:nvPr>
            <p:ph type="dt" sz="half" idx="10"/>
          </p:nvPr>
        </p:nvSpPr>
        <p:spPr>
          <a:xfrm>
            <a:off x="8197353" y="6309360"/>
            <a:ext cx="2151134" cy="457200"/>
          </a:xfrm>
        </p:spPr>
        <p:txBody>
          <a:bodyPr rtlCol="0"/>
          <a:lstStyle>
            <a:lvl1pPr>
              <a:defRPr>
                <a:solidFill>
                  <a:schemeClr val="bg1"/>
                </a:solidFill>
                <a:effectLst>
                  <a:outerShdw blurRad="38100" dist="38100" dir="2700000" algn="tl">
                    <a:srgbClr val="000000">
                      <a:alpha val="43137"/>
                    </a:srgbClr>
                  </a:outerShdw>
                </a:effectLst>
              </a:defRPr>
            </a:lvl1pPr>
          </a:lstStyle>
          <a:p>
            <a:pPr rtl="0"/>
            <a:r>
              <a:rPr lang="en-US"/>
              <a:t>2/1/20XX</a:t>
            </a:r>
            <a:endParaRPr lang="en-GB" dirty="0"/>
          </a:p>
        </p:txBody>
      </p:sp>
      <p:sp>
        <p:nvSpPr>
          <p:cNvPr id="27" name="Slide Number Placeholder 6">
            <a:extLst>
              <a:ext uri="{FF2B5EF4-FFF2-40B4-BE49-F238E27FC236}">
                <a16:creationId xmlns:a16="http://schemas.microsoft.com/office/drawing/2014/main" id="{0F3F4E6D-F4D2-430F-A2C3-3C037D778F4B}"/>
              </a:ext>
            </a:extLst>
          </p:cNvPr>
          <p:cNvSpPr>
            <a:spLocks noGrp="1"/>
          </p:cNvSpPr>
          <p:nvPr>
            <p:ph type="sldNum" sz="quarter" idx="12"/>
          </p:nvPr>
        </p:nvSpPr>
        <p:spPr>
          <a:xfrm>
            <a:off x="10569202" y="6309360"/>
            <a:ext cx="979879" cy="457200"/>
          </a:xfrm>
        </p:spPr>
        <p:txBody>
          <a:bodyPr rtlCol="0"/>
          <a:lstStyle>
            <a:lvl1pPr>
              <a:defRPr>
                <a:solidFill>
                  <a:schemeClr val="bg1"/>
                </a:solidFill>
                <a:effectLst>
                  <a:outerShdw blurRad="38100" dist="38100" dir="2700000" algn="tl">
                    <a:srgbClr val="000000">
                      <a:alpha val="43137"/>
                    </a:srgbClr>
                  </a:outerShdw>
                </a:effectLst>
              </a:defRPr>
            </a:lvl1pPr>
          </a:lstStyle>
          <a:p>
            <a:pPr rtl="0"/>
            <a:fld id="{FAEF9944-A4F6-4C59-AEBD-678D6480B8EA}" type="slidenum">
              <a:rPr lang="en-GB" smtClean="0"/>
              <a:pPr/>
              <a:t>‹#›</a:t>
            </a:fld>
            <a:endParaRPr lang="en-GB" dirty="0"/>
          </a:p>
        </p:txBody>
      </p:sp>
    </p:spTree>
    <p:extLst>
      <p:ext uri="{BB962C8B-B14F-4D97-AF65-F5344CB8AC3E}">
        <p14:creationId xmlns:p14="http://schemas.microsoft.com/office/powerpoint/2010/main" val="516583921"/>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F5F5DFA-1BC3-4062-9356-6145C9F7CD56}"/>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8" name="Rectangle 7">
            <a:extLst>
              <a:ext uri="{FF2B5EF4-FFF2-40B4-BE49-F238E27FC236}">
                <a16:creationId xmlns:a16="http://schemas.microsoft.com/office/drawing/2014/main" id="{E6B5D461-AEC0-477F-A77A-6227F95A8374}"/>
              </a:ext>
              <a:ext uri="{C183D7F6-B498-43B3-948B-1728B52AA6E4}">
                <adec:decorative xmlns:adec="http://schemas.microsoft.com/office/drawing/2017/decorative" val="1"/>
              </a:ext>
            </a:extLst>
          </p:cNvPr>
          <p:cNvSpPr/>
          <p:nvPr userDrawn="1"/>
        </p:nvSpPr>
        <p:spPr>
          <a:xfrm>
            <a:off x="8175813" y="0"/>
            <a:ext cx="4016188"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0" name="Rectangle 9">
            <a:extLst>
              <a:ext uri="{FF2B5EF4-FFF2-40B4-BE49-F238E27FC236}">
                <a16:creationId xmlns:a16="http://schemas.microsoft.com/office/drawing/2014/main" id="{DE1A041D-DE47-45FA-AC78-CC7FD02571F2}"/>
              </a:ext>
              <a:ext uri="{C183D7F6-B498-43B3-948B-1728B52AA6E4}">
                <adec:decorative xmlns:adec="http://schemas.microsoft.com/office/drawing/2017/decorative" val="1"/>
              </a:ext>
            </a:extLst>
          </p:cNvPr>
          <p:cNvSpPr/>
          <p:nvPr userDrawn="1"/>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1" name="Rectangle 10">
            <a:extLst>
              <a:ext uri="{FF2B5EF4-FFF2-40B4-BE49-F238E27FC236}">
                <a16:creationId xmlns:a16="http://schemas.microsoft.com/office/drawing/2014/main" id="{11614254-52EF-4F58-99B1-CDA7C39223C1}"/>
              </a:ext>
              <a:ext uri="{C183D7F6-B498-43B3-948B-1728B52AA6E4}">
                <adec:decorative xmlns:adec="http://schemas.microsoft.com/office/drawing/2017/decorative" val="1"/>
              </a:ext>
            </a:extLst>
          </p:cNvPr>
          <p:cNvSpPr/>
          <p:nvPr userDrawn="1"/>
        </p:nvSpPr>
        <p:spPr>
          <a:xfrm>
            <a:off x="3049" y="1095508"/>
            <a:ext cx="8203482"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2" name="Title 1">
            <a:extLst>
              <a:ext uri="{FF2B5EF4-FFF2-40B4-BE49-F238E27FC236}">
                <a16:creationId xmlns:a16="http://schemas.microsoft.com/office/drawing/2014/main" id="{BD3B3ABA-0408-41EA-935D-D4F4586AA840}"/>
              </a:ext>
            </a:extLst>
          </p:cNvPr>
          <p:cNvSpPr>
            <a:spLocks noGrp="1"/>
          </p:cNvSpPr>
          <p:nvPr>
            <p:ph type="title" hasCustomPrompt="1"/>
          </p:nvPr>
        </p:nvSpPr>
        <p:spPr>
          <a:xfrm>
            <a:off x="787178" y="1475399"/>
            <a:ext cx="6623040" cy="791861"/>
          </a:xfrm>
        </p:spPr>
        <p:txBody>
          <a:bodyPr rtlCol="0">
            <a:normAutofit/>
          </a:bodyPr>
          <a:lstStyle>
            <a:lvl1pPr>
              <a:defRPr/>
            </a:lvl1pPr>
          </a:lstStyle>
          <a:p>
            <a:pPr rtl="0"/>
            <a:r>
              <a:rPr lang="en-GB"/>
              <a:t>Click to add title</a:t>
            </a:r>
          </a:p>
        </p:txBody>
      </p:sp>
      <p:sp>
        <p:nvSpPr>
          <p:cNvPr id="13" name="Content Placeholder 2">
            <a:extLst>
              <a:ext uri="{FF2B5EF4-FFF2-40B4-BE49-F238E27FC236}">
                <a16:creationId xmlns:a16="http://schemas.microsoft.com/office/drawing/2014/main" id="{40D7EF23-28EE-4115-879A-D95BBAC66241}"/>
              </a:ext>
            </a:extLst>
          </p:cNvPr>
          <p:cNvSpPr>
            <a:spLocks noGrp="1"/>
          </p:cNvSpPr>
          <p:nvPr>
            <p:ph idx="1" hasCustomPrompt="1"/>
          </p:nvPr>
        </p:nvSpPr>
        <p:spPr>
          <a:xfrm>
            <a:off x="787179" y="2502047"/>
            <a:ext cx="6623039" cy="3030599"/>
          </a:xfrm>
        </p:spPr>
        <p:txBody>
          <a:bodyPr rtlCol="0" anchor="t">
            <a:normAutofit/>
          </a:bodyPr>
          <a:lstStyle>
            <a:lvl1pPr>
              <a:defRPr sz="2000" b="0"/>
            </a:lvl1pPr>
          </a:lstStyle>
          <a:p>
            <a:pPr rtl="0"/>
            <a:r>
              <a:rPr lang="en-GB"/>
              <a:t>Click to add text</a:t>
            </a:r>
          </a:p>
        </p:txBody>
      </p:sp>
      <p:sp>
        <p:nvSpPr>
          <p:cNvPr id="23" name="Picture Placeholder 22">
            <a:extLst>
              <a:ext uri="{FF2B5EF4-FFF2-40B4-BE49-F238E27FC236}">
                <a16:creationId xmlns:a16="http://schemas.microsoft.com/office/drawing/2014/main" id="{E4B41004-DE9E-4B19-B7DE-91782B37C841}"/>
              </a:ext>
            </a:extLst>
          </p:cNvPr>
          <p:cNvSpPr>
            <a:spLocks noGrp="1"/>
          </p:cNvSpPr>
          <p:nvPr>
            <p:ph type="pic" sz="quarter" idx="13" hasCustomPrompt="1"/>
          </p:nvPr>
        </p:nvSpPr>
        <p:spPr>
          <a:xfrm>
            <a:off x="8194348" y="1085431"/>
            <a:ext cx="3997652" cy="5037857"/>
          </a:xfrm>
          <a:custGeom>
            <a:avLst/>
            <a:gdLst>
              <a:gd name="connsiteX0" fmla="*/ 0 w 3997652"/>
              <a:gd name="connsiteY0" fmla="*/ 0 h 5037857"/>
              <a:gd name="connsiteX1" fmla="*/ 3997652 w 3997652"/>
              <a:gd name="connsiteY1" fmla="*/ 0 h 5037857"/>
              <a:gd name="connsiteX2" fmla="*/ 3997652 w 3997652"/>
              <a:gd name="connsiteY2" fmla="*/ 5037857 h 5037857"/>
              <a:gd name="connsiteX3" fmla="*/ 0 w 3997652"/>
              <a:gd name="connsiteY3" fmla="*/ 5037857 h 5037857"/>
            </a:gdLst>
            <a:ahLst/>
            <a:cxnLst>
              <a:cxn ang="0">
                <a:pos x="connsiteX0" y="connsiteY0"/>
              </a:cxn>
              <a:cxn ang="0">
                <a:pos x="connsiteX1" y="connsiteY1"/>
              </a:cxn>
              <a:cxn ang="0">
                <a:pos x="connsiteX2" y="connsiteY2"/>
              </a:cxn>
              <a:cxn ang="0">
                <a:pos x="connsiteX3" y="connsiteY3"/>
              </a:cxn>
            </a:cxnLst>
            <a:rect l="l" t="t" r="r" b="b"/>
            <a:pathLst>
              <a:path w="3997652" h="5037857">
                <a:moveTo>
                  <a:pt x="0" y="0"/>
                </a:moveTo>
                <a:lnTo>
                  <a:pt x="3997652" y="0"/>
                </a:lnTo>
                <a:lnTo>
                  <a:pt x="3997652" y="5037857"/>
                </a:lnTo>
                <a:lnTo>
                  <a:pt x="0" y="5037857"/>
                </a:lnTo>
                <a:close/>
              </a:path>
            </a:pathLst>
          </a:custGeom>
        </p:spPr>
        <p:txBody>
          <a:bodyPr wrap="square" rtlCol="0" anchor="t">
            <a:noAutofit/>
          </a:bodyPr>
          <a:lstStyle>
            <a:lvl1pPr algn="ctr">
              <a:defRPr/>
            </a:lvl1pPr>
          </a:lstStyle>
          <a:p>
            <a:pPr rtl="0"/>
            <a:r>
              <a:rPr lang="en-GB"/>
              <a:t>Click to add photo</a:t>
            </a:r>
          </a:p>
        </p:txBody>
      </p:sp>
      <p:sp>
        <p:nvSpPr>
          <p:cNvPr id="14" name="Rectangle 13">
            <a:extLst>
              <a:ext uri="{FF2B5EF4-FFF2-40B4-BE49-F238E27FC236}">
                <a16:creationId xmlns:a16="http://schemas.microsoft.com/office/drawing/2014/main" id="{1837301C-2B9B-4119-9002-BD6DB2AB87FB}"/>
              </a:ext>
              <a:ext uri="{C183D7F6-B498-43B3-948B-1728B52AA6E4}">
                <adec:decorative xmlns:adec="http://schemas.microsoft.com/office/drawing/2017/decorative" val="1"/>
              </a:ext>
            </a:extLst>
          </p:cNvPr>
          <p:cNvSpPr/>
          <p:nvPr userDrawn="1"/>
        </p:nvSpPr>
        <p:spPr>
          <a:xfrm>
            <a:off x="-1" y="6144405"/>
            <a:ext cx="8150087"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5" name="Rectangle 14">
            <a:extLst>
              <a:ext uri="{FF2B5EF4-FFF2-40B4-BE49-F238E27FC236}">
                <a16:creationId xmlns:a16="http://schemas.microsoft.com/office/drawing/2014/main" id="{BD12738D-D0ED-4899-A01C-42439B5B3E64}"/>
              </a:ext>
              <a:ext uri="{C183D7F6-B498-43B3-948B-1728B52AA6E4}">
                <adec:decorative xmlns:adec="http://schemas.microsoft.com/office/drawing/2017/decorative" val="1"/>
              </a:ext>
            </a:extLst>
          </p:cNvPr>
          <p:cNvSpPr/>
          <p:nvPr userDrawn="1"/>
        </p:nvSpPr>
        <p:spPr>
          <a:xfrm>
            <a:off x="8206532" y="6167615"/>
            <a:ext cx="3982418"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6" name="Rectangle 15">
            <a:extLst>
              <a:ext uri="{FF2B5EF4-FFF2-40B4-BE49-F238E27FC236}">
                <a16:creationId xmlns:a16="http://schemas.microsoft.com/office/drawing/2014/main" id="{5EED261D-45B9-40C1-8341-8B8B796E8AE2}"/>
              </a:ext>
              <a:ext uri="{C183D7F6-B498-43B3-948B-1728B52AA6E4}">
                <adec:decorative xmlns:adec="http://schemas.microsoft.com/office/drawing/2017/decorative" val="1"/>
              </a:ext>
            </a:extLst>
          </p:cNvPr>
          <p:cNvSpPr/>
          <p:nvPr userDrawn="1"/>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7" name="Footer Placeholder 7">
            <a:extLst>
              <a:ext uri="{FF2B5EF4-FFF2-40B4-BE49-F238E27FC236}">
                <a16:creationId xmlns:a16="http://schemas.microsoft.com/office/drawing/2014/main" id="{182CF530-D736-4104-8678-850EEDF997E6}"/>
              </a:ext>
            </a:extLst>
          </p:cNvPr>
          <p:cNvSpPr>
            <a:spLocks noGrp="1"/>
          </p:cNvSpPr>
          <p:nvPr>
            <p:ph type="ftr" sz="quarter" idx="11"/>
          </p:nvPr>
        </p:nvSpPr>
        <p:spPr>
          <a:xfrm>
            <a:off x="787178" y="6309360"/>
            <a:ext cx="6623040" cy="457200"/>
          </a:xfrm>
        </p:spPr>
        <p:txBody>
          <a:bodyPr rtlCol="0"/>
          <a:lstStyle>
            <a:lvl1pPr>
              <a:defRPr>
                <a:solidFill>
                  <a:schemeClr val="bg1"/>
                </a:solidFill>
              </a:defRPr>
            </a:lvl1pPr>
          </a:lstStyle>
          <a:p>
            <a:pPr rtl="0"/>
            <a:r>
              <a:rPr lang="en-GB"/>
              <a:t>Presentation Title</a:t>
            </a:r>
          </a:p>
        </p:txBody>
      </p:sp>
      <p:sp>
        <p:nvSpPr>
          <p:cNvPr id="18" name="Rectangle 17">
            <a:extLst>
              <a:ext uri="{FF2B5EF4-FFF2-40B4-BE49-F238E27FC236}">
                <a16:creationId xmlns:a16="http://schemas.microsoft.com/office/drawing/2014/main" id="{3E23953F-BF80-48E0-8282-62907D6C29C6}"/>
              </a:ext>
              <a:ext uri="{C183D7F6-B498-43B3-948B-1728B52AA6E4}">
                <adec:decorative xmlns:adec="http://schemas.microsoft.com/office/drawing/2017/decorative" val="1"/>
              </a:ext>
            </a:extLst>
          </p:cNvPr>
          <p:cNvSpPr/>
          <p:nvPr userDrawn="1"/>
        </p:nvSpPr>
        <p:spPr>
          <a:xfrm>
            <a:off x="8142523"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9" name="Date Placeholder 5">
            <a:extLst>
              <a:ext uri="{FF2B5EF4-FFF2-40B4-BE49-F238E27FC236}">
                <a16:creationId xmlns:a16="http://schemas.microsoft.com/office/drawing/2014/main" id="{8DEDB7CE-711E-4E43-9450-4C7BECE2FCFC}"/>
              </a:ext>
            </a:extLst>
          </p:cNvPr>
          <p:cNvSpPr>
            <a:spLocks noGrp="1"/>
          </p:cNvSpPr>
          <p:nvPr>
            <p:ph type="dt" sz="half" idx="10"/>
          </p:nvPr>
        </p:nvSpPr>
        <p:spPr>
          <a:xfrm>
            <a:off x="8379537" y="6309360"/>
            <a:ext cx="1885598" cy="457200"/>
          </a:xfrm>
        </p:spPr>
        <p:txBody>
          <a:bodyPr rtlCol="0"/>
          <a:lstStyle/>
          <a:p>
            <a:pPr rtl="0"/>
            <a:r>
              <a:rPr lang="en-US"/>
              <a:t>2/1/20XX</a:t>
            </a:r>
            <a:endParaRPr lang="en-GB" dirty="0"/>
          </a:p>
        </p:txBody>
      </p:sp>
      <p:sp>
        <p:nvSpPr>
          <p:cNvPr id="20" name="Slide Number Placeholder 9">
            <a:extLst>
              <a:ext uri="{FF2B5EF4-FFF2-40B4-BE49-F238E27FC236}">
                <a16:creationId xmlns:a16="http://schemas.microsoft.com/office/drawing/2014/main" id="{F5D9588C-9E6B-42F6-8B42-D18388626ACB}"/>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Tree>
    <p:extLst>
      <p:ext uri="{BB962C8B-B14F-4D97-AF65-F5344CB8AC3E}">
        <p14:creationId xmlns:p14="http://schemas.microsoft.com/office/powerpoint/2010/main" val="30735641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Break">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7E77A60-3019-43AE-AA38-E130C04CFD8D}"/>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5" name="Rectangle 24">
            <a:extLst>
              <a:ext uri="{FF2B5EF4-FFF2-40B4-BE49-F238E27FC236}">
                <a16:creationId xmlns:a16="http://schemas.microsoft.com/office/drawing/2014/main" id="{3FDBF0FB-88D2-4271-BFAF-D129CF8C2F68}"/>
              </a:ext>
            </a:extLst>
          </p:cNvPr>
          <p:cNvSpPr/>
          <p:nvPr userDrawn="1"/>
        </p:nvSpPr>
        <p:spPr>
          <a:xfrm>
            <a:off x="7547855" y="-4078"/>
            <a:ext cx="4641096"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7" name="Rectangle 26">
            <a:extLst>
              <a:ext uri="{FF2B5EF4-FFF2-40B4-BE49-F238E27FC236}">
                <a16:creationId xmlns:a16="http://schemas.microsoft.com/office/drawing/2014/main" id="{862B807B-6DFA-471C-B675-016416207F0E}"/>
              </a:ext>
            </a:extLst>
          </p:cNvPr>
          <p:cNvSpPr/>
          <p:nvPr userDrawn="1"/>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8" name="Rectangle 27">
            <a:extLst>
              <a:ext uri="{FF2B5EF4-FFF2-40B4-BE49-F238E27FC236}">
                <a16:creationId xmlns:a16="http://schemas.microsoft.com/office/drawing/2014/main" id="{0555D4C0-9882-489D-AD77-A9F38B3784A6}"/>
              </a:ext>
            </a:extLst>
          </p:cNvPr>
          <p:cNvSpPr/>
          <p:nvPr userDrawn="1"/>
        </p:nvSpPr>
        <p:spPr>
          <a:xfrm>
            <a:off x="7585468" y="1095508"/>
            <a:ext cx="4603482"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9" name="Title 1">
            <a:extLst>
              <a:ext uri="{FF2B5EF4-FFF2-40B4-BE49-F238E27FC236}">
                <a16:creationId xmlns:a16="http://schemas.microsoft.com/office/drawing/2014/main" id="{63F61843-5C9C-49E0-8A90-64085BC79F79}"/>
              </a:ext>
            </a:extLst>
          </p:cNvPr>
          <p:cNvSpPr>
            <a:spLocks noGrp="1"/>
          </p:cNvSpPr>
          <p:nvPr>
            <p:ph type="ctrTitle" hasCustomPrompt="1"/>
          </p:nvPr>
        </p:nvSpPr>
        <p:spPr>
          <a:xfrm>
            <a:off x="7973503" y="1709530"/>
            <a:ext cx="3754671" cy="2528515"/>
          </a:xfrm>
        </p:spPr>
        <p:txBody>
          <a:bodyPr rtlCol="0" anchor="b"/>
          <a:lstStyle>
            <a:lvl1pPr>
              <a:lnSpc>
                <a:spcPct val="100000"/>
              </a:lnSpc>
              <a:defRPr/>
            </a:lvl1pPr>
          </a:lstStyle>
          <a:p>
            <a:pPr rtl="0"/>
            <a:r>
              <a:rPr lang="en-GB" sz="3600" b="1" cap="none">
                <a:solidFill>
                  <a:schemeClr val="tx2"/>
                </a:solidFill>
              </a:rPr>
              <a:t>Click to add title</a:t>
            </a:r>
          </a:p>
        </p:txBody>
      </p:sp>
      <p:sp>
        <p:nvSpPr>
          <p:cNvPr id="30" name="Subtitle 2">
            <a:extLst>
              <a:ext uri="{FF2B5EF4-FFF2-40B4-BE49-F238E27FC236}">
                <a16:creationId xmlns:a16="http://schemas.microsoft.com/office/drawing/2014/main" id="{15C8BDC7-F09C-40A3-B14E-9A49781EE6CE}"/>
              </a:ext>
            </a:extLst>
          </p:cNvPr>
          <p:cNvSpPr>
            <a:spLocks noGrp="1"/>
          </p:cNvSpPr>
          <p:nvPr>
            <p:ph type="subTitle" idx="1" hasCustomPrompt="1"/>
          </p:nvPr>
        </p:nvSpPr>
        <p:spPr>
          <a:xfrm>
            <a:off x="7976914" y="4238046"/>
            <a:ext cx="3806919" cy="1741404"/>
          </a:xfrm>
        </p:spPr>
        <p:txBody>
          <a:bodyPr rtlCol="0" anchor="t">
            <a:normAutofit/>
          </a:bodyPr>
          <a:lstStyle>
            <a:lvl1pPr>
              <a:defRPr sz="1600" b="0"/>
            </a:lvl1pPr>
          </a:lstStyle>
          <a:p>
            <a:pPr rtl="0"/>
            <a:r>
              <a:rPr lang="en-GB" sz="2000">
                <a:solidFill>
                  <a:schemeClr val="tx2"/>
                </a:solidFill>
              </a:rPr>
              <a:t>Click to add subtitle</a:t>
            </a:r>
          </a:p>
        </p:txBody>
      </p:sp>
      <p:sp>
        <p:nvSpPr>
          <p:cNvPr id="32" name="Rectangle 31">
            <a:extLst>
              <a:ext uri="{FF2B5EF4-FFF2-40B4-BE49-F238E27FC236}">
                <a16:creationId xmlns:a16="http://schemas.microsoft.com/office/drawing/2014/main" id="{247A5DB4-1ED7-4630-89AF-F1802E44EF89}"/>
              </a:ext>
            </a:extLst>
          </p:cNvPr>
          <p:cNvSpPr/>
          <p:nvPr userDrawn="1"/>
        </p:nvSpPr>
        <p:spPr>
          <a:xfrm>
            <a:off x="0" y="6144405"/>
            <a:ext cx="7534656"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33" name="Rectangle 32">
            <a:extLst>
              <a:ext uri="{FF2B5EF4-FFF2-40B4-BE49-F238E27FC236}">
                <a16:creationId xmlns:a16="http://schemas.microsoft.com/office/drawing/2014/main" id="{6E5D4012-4107-490F-A369-EA7063242A98}"/>
              </a:ext>
            </a:extLst>
          </p:cNvPr>
          <p:cNvSpPr/>
          <p:nvPr userDrawn="1"/>
        </p:nvSpPr>
        <p:spPr>
          <a:xfrm>
            <a:off x="7585468" y="6167615"/>
            <a:ext cx="4603482"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34" name="Rectangle 33">
            <a:extLst>
              <a:ext uri="{FF2B5EF4-FFF2-40B4-BE49-F238E27FC236}">
                <a16:creationId xmlns:a16="http://schemas.microsoft.com/office/drawing/2014/main" id="{795C79E2-9EA5-4713-B4AF-0E4572CFFA2F}"/>
              </a:ext>
            </a:extLst>
          </p:cNvPr>
          <p:cNvSpPr/>
          <p:nvPr userDrawn="1"/>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36" name="Rectangle 35">
            <a:extLst>
              <a:ext uri="{FF2B5EF4-FFF2-40B4-BE49-F238E27FC236}">
                <a16:creationId xmlns:a16="http://schemas.microsoft.com/office/drawing/2014/main" id="{274C09E2-06F0-4230-8DAD-A0DBF01F8603}"/>
              </a:ext>
            </a:extLst>
          </p:cNvPr>
          <p:cNvSpPr/>
          <p:nvPr userDrawn="1"/>
        </p:nvSpPr>
        <p:spPr>
          <a:xfrm>
            <a:off x="7521459"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40" name="Picture Placeholder 38">
            <a:extLst>
              <a:ext uri="{FF2B5EF4-FFF2-40B4-BE49-F238E27FC236}">
                <a16:creationId xmlns:a16="http://schemas.microsoft.com/office/drawing/2014/main" id="{AB2070F4-085F-4F8D-A1E8-A58E5F8F0687}"/>
              </a:ext>
            </a:extLst>
          </p:cNvPr>
          <p:cNvSpPr>
            <a:spLocks noGrp="1"/>
          </p:cNvSpPr>
          <p:nvPr>
            <p:ph type="pic" sz="quarter" idx="13" hasCustomPrompt="1"/>
          </p:nvPr>
        </p:nvSpPr>
        <p:spPr>
          <a:xfrm>
            <a:off x="1" y="1095509"/>
            <a:ext cx="7519932" cy="5016892"/>
          </a:xfrm>
        </p:spPr>
        <p:txBody>
          <a:bodyPr rtlCol="0" anchor="t"/>
          <a:lstStyle>
            <a:lvl1pPr algn="ctr">
              <a:defRPr/>
            </a:lvl1pPr>
          </a:lstStyle>
          <a:p>
            <a:pPr rtl="0"/>
            <a:r>
              <a:rPr lang="en-GB"/>
              <a:t>Click to add photo</a:t>
            </a:r>
          </a:p>
        </p:txBody>
      </p:sp>
    </p:spTree>
    <p:extLst>
      <p:ext uri="{BB962C8B-B14F-4D97-AF65-F5344CB8AC3E}">
        <p14:creationId xmlns:p14="http://schemas.microsoft.com/office/powerpoint/2010/main" val="3632316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Introduction">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C341663-7159-49AD-AAF3-4B3C490D8123}"/>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5" name="Rectangle 24">
            <a:extLst>
              <a:ext uri="{FF2B5EF4-FFF2-40B4-BE49-F238E27FC236}">
                <a16:creationId xmlns:a16="http://schemas.microsoft.com/office/drawing/2014/main" id="{96DEFA91-CCB3-4B9E-9CFC-AA9D92073BB2}"/>
              </a:ext>
              <a:ext uri="{C183D7F6-B498-43B3-948B-1728B52AA6E4}">
                <adec:decorative xmlns:adec="http://schemas.microsoft.com/office/drawing/2017/decorative" val="1"/>
              </a:ext>
            </a:extLst>
          </p:cNvPr>
          <p:cNvSpPr/>
          <p:nvPr userDrawn="1"/>
        </p:nvSpPr>
        <p:spPr>
          <a:xfrm>
            <a:off x="0" y="3396996"/>
            <a:ext cx="461772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4" name="Rectangle 23">
            <a:extLst>
              <a:ext uri="{FF2B5EF4-FFF2-40B4-BE49-F238E27FC236}">
                <a16:creationId xmlns:a16="http://schemas.microsoft.com/office/drawing/2014/main" id="{D83D2425-8E71-4C9D-8737-018CE44525D0}"/>
              </a:ext>
              <a:ext uri="{C183D7F6-B498-43B3-948B-1728B52AA6E4}">
                <adec:decorative xmlns:adec="http://schemas.microsoft.com/office/drawing/2017/decorative" val="1"/>
              </a:ext>
            </a:extLst>
          </p:cNvPr>
          <p:cNvSpPr/>
          <p:nvPr userDrawn="1"/>
        </p:nvSpPr>
        <p:spPr>
          <a:xfrm rot="5400000">
            <a:off x="121655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7" name="Rectangle 26">
            <a:extLst>
              <a:ext uri="{FF2B5EF4-FFF2-40B4-BE49-F238E27FC236}">
                <a16:creationId xmlns:a16="http://schemas.microsoft.com/office/drawing/2014/main" id="{20F2EB12-394C-40E4-9186-CBD6635B5DA9}"/>
              </a:ext>
              <a:ext uri="{C183D7F6-B498-43B3-948B-1728B52AA6E4}">
                <adec:decorative xmlns:adec="http://schemas.microsoft.com/office/drawing/2017/decorative" val="1"/>
              </a:ext>
            </a:extLst>
          </p:cNvPr>
          <p:cNvSpPr/>
          <p:nvPr userDrawn="1"/>
        </p:nvSpPr>
        <p:spPr>
          <a:xfrm>
            <a:off x="4677552" y="0"/>
            <a:ext cx="751444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8" name="Title 1">
            <a:extLst>
              <a:ext uri="{FF2B5EF4-FFF2-40B4-BE49-F238E27FC236}">
                <a16:creationId xmlns:a16="http://schemas.microsoft.com/office/drawing/2014/main" id="{53F9468C-8821-4670-9C7C-78E7D75861AD}"/>
              </a:ext>
            </a:extLst>
          </p:cNvPr>
          <p:cNvSpPr>
            <a:spLocks noGrp="1"/>
          </p:cNvSpPr>
          <p:nvPr>
            <p:ph type="title" hasCustomPrompt="1"/>
          </p:nvPr>
        </p:nvSpPr>
        <p:spPr>
          <a:xfrm>
            <a:off x="5205915" y="673308"/>
            <a:ext cx="6457717" cy="1580890"/>
          </a:xfrm>
        </p:spPr>
        <p:txBody>
          <a:bodyPr rtlCol="0"/>
          <a:lstStyle>
            <a:lvl1pPr>
              <a:defRPr/>
            </a:lvl1pPr>
          </a:lstStyle>
          <a:p>
            <a:pPr rtl="0"/>
            <a:r>
              <a:rPr lang="en-GB"/>
              <a:t>Click to add title</a:t>
            </a:r>
          </a:p>
        </p:txBody>
      </p:sp>
      <p:sp>
        <p:nvSpPr>
          <p:cNvPr id="35" name="Picture Placeholder 5">
            <a:extLst>
              <a:ext uri="{FF2B5EF4-FFF2-40B4-BE49-F238E27FC236}">
                <a16:creationId xmlns:a16="http://schemas.microsoft.com/office/drawing/2014/main" id="{6198A97B-719D-4F79-A04B-46EE272A1D90}"/>
              </a:ext>
            </a:extLst>
          </p:cNvPr>
          <p:cNvSpPr>
            <a:spLocks noGrp="1"/>
          </p:cNvSpPr>
          <p:nvPr>
            <p:ph type="pic" sz="quarter" idx="14" hasCustomPrompt="1"/>
          </p:nvPr>
        </p:nvSpPr>
        <p:spPr>
          <a:xfrm>
            <a:off x="0" y="3461004"/>
            <a:ext cx="4613547" cy="3396996"/>
          </a:xfrm>
        </p:spPr>
        <p:txBody>
          <a:bodyPr rtlCol="0" anchor="t"/>
          <a:lstStyle>
            <a:lvl1pPr algn="ctr">
              <a:defRPr/>
            </a:lvl1pPr>
          </a:lstStyle>
          <a:p>
            <a:pPr rtl="0"/>
            <a:r>
              <a:rPr lang="en-GB"/>
              <a:t>Click to add photo</a:t>
            </a:r>
          </a:p>
        </p:txBody>
      </p:sp>
      <p:sp>
        <p:nvSpPr>
          <p:cNvPr id="34" name="Picture Placeholder 5">
            <a:extLst>
              <a:ext uri="{FF2B5EF4-FFF2-40B4-BE49-F238E27FC236}">
                <a16:creationId xmlns:a16="http://schemas.microsoft.com/office/drawing/2014/main" id="{79E62157-5D84-47E4-9718-5408E1C7E769}"/>
              </a:ext>
            </a:extLst>
          </p:cNvPr>
          <p:cNvSpPr>
            <a:spLocks noGrp="1"/>
          </p:cNvSpPr>
          <p:nvPr>
            <p:ph type="pic" sz="quarter" idx="13" hasCustomPrompt="1"/>
          </p:nvPr>
        </p:nvSpPr>
        <p:spPr>
          <a:xfrm>
            <a:off x="0" y="0"/>
            <a:ext cx="4613548" cy="3396994"/>
          </a:xfrm>
        </p:spPr>
        <p:txBody>
          <a:bodyPr rtlCol="0" anchor="t"/>
          <a:lstStyle>
            <a:lvl1pPr algn="ctr">
              <a:defRPr/>
            </a:lvl1pPr>
          </a:lstStyle>
          <a:p>
            <a:pPr rtl="0"/>
            <a:r>
              <a:rPr lang="en-GB"/>
              <a:t>Click to add photo</a:t>
            </a:r>
          </a:p>
        </p:txBody>
      </p:sp>
      <p:sp>
        <p:nvSpPr>
          <p:cNvPr id="29" name="Content Placeholder 2">
            <a:extLst>
              <a:ext uri="{FF2B5EF4-FFF2-40B4-BE49-F238E27FC236}">
                <a16:creationId xmlns:a16="http://schemas.microsoft.com/office/drawing/2014/main" id="{551E6FEF-934C-427E-A65F-F501B04FC71D}"/>
              </a:ext>
            </a:extLst>
          </p:cNvPr>
          <p:cNvSpPr>
            <a:spLocks noGrp="1"/>
          </p:cNvSpPr>
          <p:nvPr>
            <p:ph idx="1" hasCustomPrompt="1"/>
          </p:nvPr>
        </p:nvSpPr>
        <p:spPr>
          <a:xfrm>
            <a:off x="5205918" y="2353586"/>
            <a:ext cx="6457717" cy="3767496"/>
          </a:xfrm>
        </p:spPr>
        <p:txBody>
          <a:bodyPr rtlCol="0" anchor="t">
            <a:normAutofit/>
          </a:bodyPr>
          <a:lstStyle>
            <a:lvl1pPr>
              <a:defRPr sz="1600" b="0" baseline="0"/>
            </a:lvl1pPr>
          </a:lstStyle>
          <a:p>
            <a:pPr rtl="0"/>
            <a:r>
              <a:rPr lang="en-GB"/>
              <a:t>Click to add text</a:t>
            </a:r>
          </a:p>
        </p:txBody>
      </p:sp>
      <p:sp>
        <p:nvSpPr>
          <p:cNvPr id="31" name="Footer Placeholder 4">
            <a:extLst>
              <a:ext uri="{FF2B5EF4-FFF2-40B4-BE49-F238E27FC236}">
                <a16:creationId xmlns:a16="http://schemas.microsoft.com/office/drawing/2014/main" id="{CA12CF76-B207-465C-A494-3C57818ACCE6}"/>
              </a:ext>
            </a:extLst>
          </p:cNvPr>
          <p:cNvSpPr>
            <a:spLocks noGrp="1"/>
          </p:cNvSpPr>
          <p:nvPr>
            <p:ph type="ftr" sz="quarter" idx="11"/>
          </p:nvPr>
        </p:nvSpPr>
        <p:spPr>
          <a:xfrm>
            <a:off x="261906" y="6309360"/>
            <a:ext cx="4097030" cy="457200"/>
          </a:xfrm>
        </p:spPr>
        <p:txBody>
          <a:bodyPr rtlCol="0"/>
          <a:lstStyle>
            <a:lvl1pPr>
              <a:defRPr>
                <a:effectLst>
                  <a:outerShdw blurRad="50800" dist="38100" dir="240000" algn="ctr" rotWithShape="0">
                    <a:schemeClr val="tx1">
                      <a:alpha val="43000"/>
                    </a:schemeClr>
                  </a:outerShdw>
                </a:effectLst>
              </a:defRPr>
            </a:lvl1pPr>
          </a:lstStyle>
          <a:p>
            <a:pPr rtl="0"/>
            <a:r>
              <a:rPr lang="en-GB"/>
              <a:t>Presentation Title</a:t>
            </a:r>
          </a:p>
        </p:txBody>
      </p:sp>
      <p:sp>
        <p:nvSpPr>
          <p:cNvPr id="30" name="Date Placeholder 3">
            <a:extLst>
              <a:ext uri="{FF2B5EF4-FFF2-40B4-BE49-F238E27FC236}">
                <a16:creationId xmlns:a16="http://schemas.microsoft.com/office/drawing/2014/main" id="{9F682261-0FB4-4600-86B5-DDF27881F743}"/>
              </a:ext>
            </a:extLst>
          </p:cNvPr>
          <p:cNvSpPr>
            <a:spLocks noGrp="1"/>
          </p:cNvSpPr>
          <p:nvPr>
            <p:ph type="dt" sz="half" idx="10"/>
          </p:nvPr>
        </p:nvSpPr>
        <p:spPr>
          <a:xfrm>
            <a:off x="5205303" y="6309360"/>
            <a:ext cx="3411973" cy="457200"/>
          </a:xfrm>
        </p:spPr>
        <p:txBody>
          <a:bodyPr rtlCol="0"/>
          <a:lstStyle>
            <a:lvl1pPr>
              <a:defRPr>
                <a:effectLst/>
              </a:defRPr>
            </a:lvl1pPr>
          </a:lstStyle>
          <a:p>
            <a:pPr rtl="0"/>
            <a:r>
              <a:rPr lang="en-US">
                <a:solidFill>
                  <a:schemeClr val="tx2"/>
                </a:solidFill>
              </a:rPr>
              <a:t>2/1/20XX</a:t>
            </a:r>
            <a:endParaRPr lang="en-GB" dirty="0"/>
          </a:p>
        </p:txBody>
      </p:sp>
      <p:sp>
        <p:nvSpPr>
          <p:cNvPr id="32" name="Slide Number Placeholder 5">
            <a:extLst>
              <a:ext uri="{FF2B5EF4-FFF2-40B4-BE49-F238E27FC236}">
                <a16:creationId xmlns:a16="http://schemas.microsoft.com/office/drawing/2014/main" id="{632EB37A-06D5-4BC7-BC11-75B1719B0EA4}"/>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Tree>
    <p:extLst>
      <p:ext uri="{BB962C8B-B14F-4D97-AF65-F5344CB8AC3E}">
        <p14:creationId xmlns:p14="http://schemas.microsoft.com/office/powerpoint/2010/main" val="4132076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Title">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A8D8870-8337-4ABD-9EA6-3D5AAB7E42D9}"/>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53" name="Rectangle 52">
            <a:extLst>
              <a:ext uri="{FF2B5EF4-FFF2-40B4-BE49-F238E27FC236}">
                <a16:creationId xmlns:a16="http://schemas.microsoft.com/office/drawing/2014/main" id="{BAC3B2DB-2CCA-4BD4-8D63-98257049E273}"/>
              </a:ext>
            </a:extLst>
          </p:cNvPr>
          <p:cNvSpPr/>
          <p:nvPr userDrawn="1"/>
        </p:nvSpPr>
        <p:spPr>
          <a:xfrm>
            <a:off x="1" y="825689"/>
            <a:ext cx="6795928"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54" name="Title 1">
            <a:extLst>
              <a:ext uri="{FF2B5EF4-FFF2-40B4-BE49-F238E27FC236}">
                <a16:creationId xmlns:a16="http://schemas.microsoft.com/office/drawing/2014/main" id="{324DAAC3-FA37-4838-A298-327679F99F8A}"/>
              </a:ext>
            </a:extLst>
          </p:cNvPr>
          <p:cNvSpPr>
            <a:spLocks noGrp="1"/>
          </p:cNvSpPr>
          <p:nvPr>
            <p:ph type="ctrTitle" hasCustomPrompt="1"/>
          </p:nvPr>
        </p:nvSpPr>
        <p:spPr>
          <a:xfrm>
            <a:off x="1628168" y="1057522"/>
            <a:ext cx="5003540" cy="2173433"/>
          </a:xfrm>
        </p:spPr>
        <p:txBody>
          <a:bodyPr rtlCol="0">
            <a:noAutofit/>
          </a:bodyPr>
          <a:lstStyle>
            <a:lvl1pPr>
              <a:lnSpc>
                <a:spcPct val="100000"/>
              </a:lnSpc>
              <a:defRPr sz="4400" cap="all" baseline="0">
                <a:solidFill>
                  <a:schemeClr val="bg1"/>
                </a:solidFill>
              </a:defRPr>
            </a:lvl1pPr>
          </a:lstStyle>
          <a:p>
            <a:pPr rtl="0"/>
            <a:r>
              <a:rPr lang="en-GB" sz="4400">
                <a:solidFill>
                  <a:schemeClr val="bg1"/>
                </a:solidFill>
              </a:rPr>
              <a:t>CLICK TO ADD TITLE</a:t>
            </a:r>
          </a:p>
        </p:txBody>
      </p:sp>
      <p:sp>
        <p:nvSpPr>
          <p:cNvPr id="55" name="Subtitle 2">
            <a:extLst>
              <a:ext uri="{FF2B5EF4-FFF2-40B4-BE49-F238E27FC236}">
                <a16:creationId xmlns:a16="http://schemas.microsoft.com/office/drawing/2014/main" id="{50BC9D78-FF13-4CEB-8ECB-E64E85C5D0B4}"/>
              </a:ext>
            </a:extLst>
          </p:cNvPr>
          <p:cNvSpPr>
            <a:spLocks noGrp="1"/>
          </p:cNvSpPr>
          <p:nvPr>
            <p:ph type="subTitle" idx="1" hasCustomPrompt="1"/>
          </p:nvPr>
        </p:nvSpPr>
        <p:spPr>
          <a:xfrm>
            <a:off x="1646643" y="3751119"/>
            <a:ext cx="4985065" cy="1606163"/>
          </a:xfrm>
        </p:spPr>
        <p:txBody>
          <a:bodyPr rtlCol="0" anchor="t">
            <a:noAutofit/>
          </a:bodyPr>
          <a:lstStyle>
            <a:lvl1pPr>
              <a:defRPr sz="2400" b="0"/>
            </a:lvl1pPr>
          </a:lstStyle>
          <a:p>
            <a:pPr rtl="0"/>
            <a:r>
              <a:rPr lang="en-GB">
                <a:solidFill>
                  <a:schemeClr val="tx1">
                    <a:lumMod val="75000"/>
                    <a:lumOff val="25000"/>
                  </a:schemeClr>
                </a:solidFill>
              </a:rPr>
              <a:t>Click to add subtitle</a:t>
            </a:r>
          </a:p>
        </p:txBody>
      </p:sp>
      <p:sp>
        <p:nvSpPr>
          <p:cNvPr id="56" name="Rectangle 55">
            <a:extLst>
              <a:ext uri="{FF2B5EF4-FFF2-40B4-BE49-F238E27FC236}">
                <a16:creationId xmlns:a16="http://schemas.microsoft.com/office/drawing/2014/main" id="{FB792E4C-AD3B-4E88-8540-E75759746368}"/>
              </a:ext>
            </a:extLst>
          </p:cNvPr>
          <p:cNvSpPr/>
          <p:nvPr userDrawn="1"/>
        </p:nvSpPr>
        <p:spPr>
          <a:xfrm>
            <a:off x="-1" y="889697"/>
            <a:ext cx="1070775" cy="2466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57" name="Rectangle 56">
            <a:extLst>
              <a:ext uri="{FF2B5EF4-FFF2-40B4-BE49-F238E27FC236}">
                <a16:creationId xmlns:a16="http://schemas.microsoft.com/office/drawing/2014/main" id="{6A32632F-9ED1-4328-BBE3-B4E014156A29}"/>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58" name="Footer Placeholder 4">
            <a:extLst>
              <a:ext uri="{FF2B5EF4-FFF2-40B4-BE49-F238E27FC236}">
                <a16:creationId xmlns:a16="http://schemas.microsoft.com/office/drawing/2014/main" id="{15A37EDE-F10B-4C4B-9572-8778C2D6A686}"/>
              </a:ext>
            </a:extLst>
          </p:cNvPr>
          <p:cNvSpPr>
            <a:spLocks noGrp="1"/>
          </p:cNvSpPr>
          <p:nvPr>
            <p:ph type="ftr" sz="quarter" idx="11"/>
          </p:nvPr>
        </p:nvSpPr>
        <p:spPr>
          <a:xfrm>
            <a:off x="1635103" y="6309360"/>
            <a:ext cx="4797504" cy="457200"/>
          </a:xfrm>
        </p:spPr>
        <p:txBody>
          <a:bodyPr rtlCol="0"/>
          <a:lstStyle/>
          <a:p>
            <a:pPr algn="l" rtl="0"/>
            <a:r>
              <a:rPr lang="en-GB"/>
              <a:t>Presentation Title</a:t>
            </a:r>
          </a:p>
        </p:txBody>
      </p:sp>
      <p:sp>
        <p:nvSpPr>
          <p:cNvPr id="59" name="Rectangle 58">
            <a:extLst>
              <a:ext uri="{FF2B5EF4-FFF2-40B4-BE49-F238E27FC236}">
                <a16:creationId xmlns:a16="http://schemas.microsoft.com/office/drawing/2014/main" id="{EA124D3C-01E3-4B96-BDF0-54851D1739D0}"/>
              </a:ext>
            </a:extLst>
          </p:cNvPr>
          <p:cNvSpPr/>
          <p:nvPr userDrawn="1"/>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61" name="Date Placeholder 35">
            <a:extLst>
              <a:ext uri="{FF2B5EF4-FFF2-40B4-BE49-F238E27FC236}">
                <a16:creationId xmlns:a16="http://schemas.microsoft.com/office/drawing/2014/main" id="{D6890A67-3C66-4F8A-B1A6-05469F40F879}"/>
              </a:ext>
            </a:extLst>
          </p:cNvPr>
          <p:cNvSpPr>
            <a:spLocks noGrp="1"/>
          </p:cNvSpPr>
          <p:nvPr>
            <p:ph type="dt" sz="half" idx="10"/>
          </p:nvPr>
        </p:nvSpPr>
        <p:spPr>
          <a:xfrm>
            <a:off x="8197353" y="6309360"/>
            <a:ext cx="2151134" cy="457200"/>
          </a:xfrm>
        </p:spPr>
        <p:txBody>
          <a:bodyPr rtlCol="0"/>
          <a:lstStyle/>
          <a:p>
            <a:pPr algn="l" rtl="0"/>
            <a:r>
              <a:rPr lang="en-US">
                <a:solidFill>
                  <a:srgbClr val="FFFFFF"/>
                </a:solidFill>
                <a:effectLst>
                  <a:outerShdw blurRad="50800" dist="38100" dir="2700000" algn="tl" rotWithShape="0">
                    <a:prstClr val="black">
                      <a:alpha val="43000"/>
                    </a:prstClr>
                  </a:outerShdw>
                </a:effectLst>
              </a:rPr>
              <a:t>2/1/20XX</a:t>
            </a:r>
            <a:endParaRPr lang="en-GB" dirty="0">
              <a:solidFill>
                <a:srgbClr val="FFFFFF"/>
              </a:solidFill>
              <a:effectLst>
                <a:outerShdw blurRad="50800" dist="38100" dir="2700000" algn="tl" rotWithShape="0">
                  <a:prstClr val="black">
                    <a:alpha val="43000"/>
                  </a:prstClr>
                </a:outerShdw>
              </a:effectLst>
            </a:endParaRPr>
          </a:p>
        </p:txBody>
      </p:sp>
      <p:sp>
        <p:nvSpPr>
          <p:cNvPr id="62" name="Slide Number Placeholder 36">
            <a:extLst>
              <a:ext uri="{FF2B5EF4-FFF2-40B4-BE49-F238E27FC236}">
                <a16:creationId xmlns:a16="http://schemas.microsoft.com/office/drawing/2014/main" id="{46849723-0CBF-47CA-9477-4D42CAC71FCC}"/>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solidFill>
                  <a:srgbClr val="FFFFFF"/>
                </a:solidFill>
                <a:effectLst>
                  <a:outerShdw blurRad="50800" dist="38100" dir="2700000" algn="tl" rotWithShape="0">
                    <a:prstClr val="black">
                      <a:alpha val="43000"/>
                    </a:prstClr>
                  </a:outerShdw>
                </a:effectLst>
              </a:rPr>
              <a:pPr/>
              <a:t>‹#›</a:t>
            </a:fld>
            <a:endParaRPr lang="en-GB" dirty="0">
              <a:solidFill>
                <a:srgbClr val="FFFFFF"/>
              </a:solidFill>
              <a:effectLst>
                <a:outerShdw blurRad="50800" dist="38100" dir="2700000" algn="tl" rotWithShape="0">
                  <a:prstClr val="black">
                    <a:alpha val="43000"/>
                  </a:prstClr>
                </a:outerShdw>
              </a:effectLst>
            </a:endParaRPr>
          </a:p>
        </p:txBody>
      </p:sp>
      <p:sp>
        <p:nvSpPr>
          <p:cNvPr id="65" name="Picture Placeholder 64">
            <a:extLst>
              <a:ext uri="{FF2B5EF4-FFF2-40B4-BE49-F238E27FC236}">
                <a16:creationId xmlns:a16="http://schemas.microsoft.com/office/drawing/2014/main" id="{D60E3C33-714C-4528-93A6-4470C3E89AE4}"/>
              </a:ext>
            </a:extLst>
          </p:cNvPr>
          <p:cNvSpPr>
            <a:spLocks noGrp="1"/>
          </p:cNvSpPr>
          <p:nvPr>
            <p:ph type="pic" sz="quarter" idx="13" hasCustomPrompt="1"/>
          </p:nvPr>
        </p:nvSpPr>
        <p:spPr>
          <a:xfrm>
            <a:off x="6859936" y="-2"/>
            <a:ext cx="5332064" cy="6858002"/>
          </a:xfrm>
          <a:custGeom>
            <a:avLst/>
            <a:gdLst>
              <a:gd name="connsiteX0" fmla="*/ 0 w 5332064"/>
              <a:gd name="connsiteY0" fmla="*/ 0 h 6858002"/>
              <a:gd name="connsiteX1" fmla="*/ 5332064 w 5332064"/>
              <a:gd name="connsiteY1" fmla="*/ 0 h 6858002"/>
              <a:gd name="connsiteX2" fmla="*/ 5332064 w 5332064"/>
              <a:gd name="connsiteY2" fmla="*/ 6858002 h 6858002"/>
              <a:gd name="connsiteX3" fmla="*/ 0 w 5332064"/>
              <a:gd name="connsiteY3" fmla="*/ 6858002 h 6858002"/>
            </a:gdLst>
            <a:ahLst/>
            <a:cxnLst>
              <a:cxn ang="0">
                <a:pos x="connsiteX0" y="connsiteY0"/>
              </a:cxn>
              <a:cxn ang="0">
                <a:pos x="connsiteX1" y="connsiteY1"/>
              </a:cxn>
              <a:cxn ang="0">
                <a:pos x="connsiteX2" y="connsiteY2"/>
              </a:cxn>
              <a:cxn ang="0">
                <a:pos x="connsiteX3" y="connsiteY3"/>
              </a:cxn>
            </a:cxnLst>
            <a:rect l="l" t="t" r="r" b="b"/>
            <a:pathLst>
              <a:path w="5332064" h="6858002">
                <a:moveTo>
                  <a:pt x="0" y="0"/>
                </a:moveTo>
                <a:lnTo>
                  <a:pt x="5332064" y="0"/>
                </a:lnTo>
                <a:lnTo>
                  <a:pt x="5332064" y="6858002"/>
                </a:lnTo>
                <a:lnTo>
                  <a:pt x="0" y="6858002"/>
                </a:lnTo>
                <a:close/>
              </a:path>
            </a:pathLst>
          </a:custGeom>
        </p:spPr>
        <p:txBody>
          <a:bodyPr wrap="square" rtlCol="0" anchor="t">
            <a:noAutofit/>
          </a:bodyPr>
          <a:lstStyle>
            <a:lvl1pPr algn="ctr">
              <a:defRPr/>
            </a:lvl1pPr>
          </a:lstStyle>
          <a:p>
            <a:pPr rtl="0"/>
            <a:r>
              <a:rPr lang="en-GB"/>
              <a:t>Click to add photo</a:t>
            </a:r>
          </a:p>
        </p:txBody>
      </p:sp>
    </p:spTree>
    <p:extLst>
      <p:ext uri="{BB962C8B-B14F-4D97-AF65-F5344CB8AC3E}">
        <p14:creationId xmlns:p14="http://schemas.microsoft.com/office/powerpoint/2010/main" val="2807147308"/>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Content 3 Column">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725A2F16-8CE0-4F2E-933C-EFDFB1E196A3}"/>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 name="Rectangle 2">
            <a:extLst>
              <a:ext uri="{FF2B5EF4-FFF2-40B4-BE49-F238E27FC236}">
                <a16:creationId xmlns:a16="http://schemas.microsoft.com/office/drawing/2014/main" id="{18C70705-E2EE-4992-AE78-FDBE1285C809}"/>
              </a:ext>
              <a:ext uri="{C183D7F6-B498-43B3-948B-1728B52AA6E4}">
                <adec:decorative xmlns:adec="http://schemas.microsoft.com/office/drawing/2017/decorative" val="1"/>
              </a:ext>
            </a:extLst>
          </p:cNvPr>
          <p:cNvSpPr/>
          <p:nvPr userDrawn="1"/>
        </p:nvSpPr>
        <p:spPr>
          <a:xfrm>
            <a:off x="0" y="3903"/>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4" name="Title 1">
            <a:extLst>
              <a:ext uri="{FF2B5EF4-FFF2-40B4-BE49-F238E27FC236}">
                <a16:creationId xmlns:a16="http://schemas.microsoft.com/office/drawing/2014/main" id="{21C428A7-7771-4474-8BB4-8A6F0FEF8766}"/>
              </a:ext>
            </a:extLst>
          </p:cNvPr>
          <p:cNvSpPr>
            <a:spLocks noGrp="1"/>
          </p:cNvSpPr>
          <p:nvPr>
            <p:ph type="title" hasCustomPrompt="1"/>
          </p:nvPr>
        </p:nvSpPr>
        <p:spPr>
          <a:xfrm>
            <a:off x="648935" y="180644"/>
            <a:ext cx="10900146" cy="935776"/>
          </a:xfrm>
        </p:spPr>
        <p:txBody>
          <a:bodyPr rtlCol="0">
            <a:noAutofit/>
          </a:bodyPr>
          <a:lstStyle>
            <a:lvl1pPr>
              <a:defRPr sz="3600">
                <a:solidFill>
                  <a:schemeClr val="bg1"/>
                </a:solidFill>
              </a:defRPr>
            </a:lvl1pPr>
          </a:lstStyle>
          <a:p>
            <a:pPr rtl="0"/>
            <a:r>
              <a:rPr lang="en-GB">
                <a:solidFill>
                  <a:schemeClr val="bg1"/>
                </a:solidFill>
              </a:rPr>
              <a:t>Click to add title</a:t>
            </a:r>
          </a:p>
        </p:txBody>
      </p:sp>
      <p:sp>
        <p:nvSpPr>
          <p:cNvPr id="5" name="Rectangle 4">
            <a:extLst>
              <a:ext uri="{FF2B5EF4-FFF2-40B4-BE49-F238E27FC236}">
                <a16:creationId xmlns:a16="http://schemas.microsoft.com/office/drawing/2014/main" id="{B98730F6-0DF6-48BC-86CC-00BE18350199}"/>
              </a:ext>
              <a:ext uri="{C183D7F6-B498-43B3-948B-1728B52AA6E4}">
                <adec:decorative xmlns:adec="http://schemas.microsoft.com/office/drawing/2017/decorative" val="1"/>
              </a:ext>
            </a:extLst>
          </p:cNvPr>
          <p:cNvSpPr/>
          <p:nvPr userDrawn="1"/>
        </p:nvSpPr>
        <p:spPr>
          <a:xfrm>
            <a:off x="1" y="1351619"/>
            <a:ext cx="12192000" cy="4749487"/>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6" name="Rectangle 5">
            <a:extLst>
              <a:ext uri="{FF2B5EF4-FFF2-40B4-BE49-F238E27FC236}">
                <a16:creationId xmlns:a16="http://schemas.microsoft.com/office/drawing/2014/main" id="{12D31104-1E19-4E17-A3FE-2B2C551344DF}"/>
              </a:ext>
              <a:ext uri="{C183D7F6-B498-43B3-948B-1728B52AA6E4}">
                <adec:decorative xmlns:adec="http://schemas.microsoft.com/office/drawing/2017/decorative" val="1"/>
              </a:ext>
            </a:extLst>
          </p:cNvPr>
          <p:cNvSpPr/>
          <p:nvPr userDrawn="1"/>
        </p:nvSpPr>
        <p:spPr>
          <a:xfrm>
            <a:off x="1" y="6107836"/>
            <a:ext cx="4651248" cy="750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4" name="Content Placeholder 2">
            <a:extLst>
              <a:ext uri="{FF2B5EF4-FFF2-40B4-BE49-F238E27FC236}">
                <a16:creationId xmlns:a16="http://schemas.microsoft.com/office/drawing/2014/main" id="{02CEB59E-1776-4FF1-BF4D-A33B618FD59F}"/>
              </a:ext>
            </a:extLst>
          </p:cNvPr>
          <p:cNvSpPr>
            <a:spLocks noGrp="1"/>
          </p:cNvSpPr>
          <p:nvPr>
            <p:ph idx="14" hasCustomPrompt="1"/>
          </p:nvPr>
        </p:nvSpPr>
        <p:spPr>
          <a:xfrm>
            <a:off x="648935" y="1834005"/>
            <a:ext cx="3519028" cy="465155"/>
          </a:xfrm>
        </p:spPr>
        <p:txBody>
          <a:bodyPr rtlCol="0" anchor="t">
            <a:noAutofit/>
          </a:bodyPr>
          <a:lstStyle>
            <a:lvl1pPr>
              <a:buFont typeface="Arial" panose="020B0604020202020204" pitchFamily="34" charset="0"/>
              <a:buNone/>
              <a:defRPr sz="2000" b="1"/>
            </a:lvl1pPr>
          </a:lstStyle>
          <a:p>
            <a:pPr rtl="0"/>
            <a:r>
              <a:rPr lang="en-GB"/>
              <a:t>Click to add subtitle</a:t>
            </a:r>
          </a:p>
        </p:txBody>
      </p:sp>
      <p:sp>
        <p:nvSpPr>
          <p:cNvPr id="7" name="Content Placeholder 2">
            <a:extLst>
              <a:ext uri="{FF2B5EF4-FFF2-40B4-BE49-F238E27FC236}">
                <a16:creationId xmlns:a16="http://schemas.microsoft.com/office/drawing/2014/main" id="{26B55E76-BA79-44AC-B206-DA13D60FDA2E}"/>
              </a:ext>
            </a:extLst>
          </p:cNvPr>
          <p:cNvSpPr>
            <a:spLocks noGrp="1"/>
          </p:cNvSpPr>
          <p:nvPr>
            <p:ph idx="1" hasCustomPrompt="1"/>
          </p:nvPr>
        </p:nvSpPr>
        <p:spPr>
          <a:xfrm>
            <a:off x="648935" y="2419555"/>
            <a:ext cx="3519028" cy="3197260"/>
          </a:xfrm>
        </p:spPr>
        <p:txBody>
          <a:bodyPr rtlCol="0" anchor="t">
            <a:normAutofit/>
          </a:bodyPr>
          <a:lstStyle>
            <a:lvl1pPr marL="283464" indent="-283464">
              <a:buFont typeface="Arial" panose="020B0604020202020204" pitchFamily="34" charset="0"/>
              <a:buChar char="•"/>
              <a:defRPr sz="1600" b="0" baseline="0"/>
            </a:lvl1pPr>
          </a:lstStyle>
          <a:p>
            <a:pPr rtl="0"/>
            <a:r>
              <a:rPr lang="en-GB"/>
              <a:t> Click to add text</a:t>
            </a:r>
          </a:p>
        </p:txBody>
      </p:sp>
      <p:sp>
        <p:nvSpPr>
          <p:cNvPr id="21" name="Content Placeholder 2">
            <a:extLst>
              <a:ext uri="{FF2B5EF4-FFF2-40B4-BE49-F238E27FC236}">
                <a16:creationId xmlns:a16="http://schemas.microsoft.com/office/drawing/2014/main" id="{60518C4D-71E5-4211-A191-A8ED7185DED2}"/>
              </a:ext>
            </a:extLst>
          </p:cNvPr>
          <p:cNvSpPr>
            <a:spLocks noGrp="1"/>
          </p:cNvSpPr>
          <p:nvPr>
            <p:ph idx="18" hasCustomPrompt="1"/>
          </p:nvPr>
        </p:nvSpPr>
        <p:spPr>
          <a:xfrm>
            <a:off x="4336486" y="1828356"/>
            <a:ext cx="3519028" cy="465155"/>
          </a:xfrm>
        </p:spPr>
        <p:txBody>
          <a:bodyPr rtlCol="0" anchor="t">
            <a:noAutofit/>
          </a:bodyPr>
          <a:lstStyle>
            <a:lvl1pPr>
              <a:buFont typeface="Arial" panose="020B0604020202020204" pitchFamily="34" charset="0"/>
              <a:buNone/>
              <a:defRPr sz="2000" b="1"/>
            </a:lvl1pPr>
          </a:lstStyle>
          <a:p>
            <a:pPr rtl="0"/>
            <a:r>
              <a:rPr lang="en-GB"/>
              <a:t>Click to add subtitle</a:t>
            </a:r>
          </a:p>
        </p:txBody>
      </p:sp>
      <p:sp>
        <p:nvSpPr>
          <p:cNvPr id="20" name="Content Placeholder 2">
            <a:extLst>
              <a:ext uri="{FF2B5EF4-FFF2-40B4-BE49-F238E27FC236}">
                <a16:creationId xmlns:a16="http://schemas.microsoft.com/office/drawing/2014/main" id="{D7EF9B63-4443-4EE5-A88B-2F1FA4CC4043}"/>
              </a:ext>
            </a:extLst>
          </p:cNvPr>
          <p:cNvSpPr>
            <a:spLocks noGrp="1"/>
          </p:cNvSpPr>
          <p:nvPr>
            <p:ph idx="17" hasCustomPrompt="1"/>
          </p:nvPr>
        </p:nvSpPr>
        <p:spPr>
          <a:xfrm>
            <a:off x="4336486" y="2419555"/>
            <a:ext cx="3519028" cy="3197260"/>
          </a:xfrm>
        </p:spPr>
        <p:txBody>
          <a:bodyPr rtlCol="0" anchor="t">
            <a:normAutofit/>
          </a:bodyPr>
          <a:lstStyle>
            <a:lvl1pPr marL="283464" indent="-283464">
              <a:buFont typeface="Arial" panose="020B0604020202020204" pitchFamily="34" charset="0"/>
              <a:buChar char="•"/>
              <a:defRPr sz="1600" b="0" baseline="0"/>
            </a:lvl1pPr>
          </a:lstStyle>
          <a:p>
            <a:pPr rtl="0"/>
            <a:r>
              <a:rPr lang="en-GB"/>
              <a:t> Click to add text</a:t>
            </a:r>
          </a:p>
        </p:txBody>
      </p:sp>
      <p:sp>
        <p:nvSpPr>
          <p:cNvPr id="19" name="Content Placeholder 2">
            <a:extLst>
              <a:ext uri="{FF2B5EF4-FFF2-40B4-BE49-F238E27FC236}">
                <a16:creationId xmlns:a16="http://schemas.microsoft.com/office/drawing/2014/main" id="{E54FF8D9-50D3-4515-B896-B127F664C1E1}"/>
              </a:ext>
            </a:extLst>
          </p:cNvPr>
          <p:cNvSpPr>
            <a:spLocks noGrp="1"/>
          </p:cNvSpPr>
          <p:nvPr>
            <p:ph idx="16" hasCustomPrompt="1"/>
          </p:nvPr>
        </p:nvSpPr>
        <p:spPr>
          <a:xfrm>
            <a:off x="8024037" y="1834005"/>
            <a:ext cx="3519028" cy="465155"/>
          </a:xfrm>
        </p:spPr>
        <p:txBody>
          <a:bodyPr rtlCol="0" anchor="t">
            <a:noAutofit/>
          </a:bodyPr>
          <a:lstStyle>
            <a:lvl1pPr>
              <a:buFont typeface="Arial" panose="020B0604020202020204" pitchFamily="34" charset="0"/>
              <a:buNone/>
              <a:defRPr sz="2000" b="1"/>
            </a:lvl1pPr>
          </a:lstStyle>
          <a:p>
            <a:pPr rtl="0"/>
            <a:r>
              <a:rPr lang="en-GB"/>
              <a:t>Click to add subtitle</a:t>
            </a:r>
          </a:p>
        </p:txBody>
      </p:sp>
      <p:sp>
        <p:nvSpPr>
          <p:cNvPr id="18" name="Content Placeholder 2">
            <a:extLst>
              <a:ext uri="{FF2B5EF4-FFF2-40B4-BE49-F238E27FC236}">
                <a16:creationId xmlns:a16="http://schemas.microsoft.com/office/drawing/2014/main" id="{E95B62E8-2D9A-443A-8560-D347C4703894}"/>
              </a:ext>
            </a:extLst>
          </p:cNvPr>
          <p:cNvSpPr>
            <a:spLocks noGrp="1"/>
          </p:cNvSpPr>
          <p:nvPr>
            <p:ph idx="15" hasCustomPrompt="1"/>
          </p:nvPr>
        </p:nvSpPr>
        <p:spPr>
          <a:xfrm>
            <a:off x="8024037" y="2419555"/>
            <a:ext cx="3519028" cy="3197260"/>
          </a:xfrm>
        </p:spPr>
        <p:txBody>
          <a:bodyPr rtlCol="0" anchor="t">
            <a:normAutofit/>
          </a:bodyPr>
          <a:lstStyle>
            <a:lvl1pPr marL="283464" indent="-283464">
              <a:buFont typeface="Arial" panose="020B0604020202020204" pitchFamily="34" charset="0"/>
              <a:buChar char="•"/>
              <a:defRPr sz="1600" b="0" baseline="0"/>
            </a:lvl1pPr>
          </a:lstStyle>
          <a:p>
            <a:pPr rtl="0"/>
            <a:r>
              <a:rPr lang="en-GB"/>
              <a:t> Click to add text</a:t>
            </a:r>
          </a:p>
        </p:txBody>
      </p:sp>
      <p:sp>
        <p:nvSpPr>
          <p:cNvPr id="8" name="Rectangle 7">
            <a:extLst>
              <a:ext uri="{FF2B5EF4-FFF2-40B4-BE49-F238E27FC236}">
                <a16:creationId xmlns:a16="http://schemas.microsoft.com/office/drawing/2014/main" id="{2DA7A17E-1562-4B10-9BC8-AB6B45E6BD6C}"/>
              </a:ext>
              <a:ext uri="{C183D7F6-B498-43B3-948B-1728B52AA6E4}">
                <adec:decorative xmlns:adec="http://schemas.microsoft.com/office/drawing/2017/decorative" val="1"/>
              </a:ext>
            </a:extLst>
          </p:cNvPr>
          <p:cNvSpPr/>
          <p:nvPr userDrawn="1"/>
        </p:nvSpPr>
        <p:spPr>
          <a:xfrm>
            <a:off x="1524" y="6101107"/>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2" name="Rectangle 11">
            <a:extLst>
              <a:ext uri="{FF2B5EF4-FFF2-40B4-BE49-F238E27FC236}">
                <a16:creationId xmlns:a16="http://schemas.microsoft.com/office/drawing/2014/main" id="{CD37258C-9B58-4DC0-BC98-826A38D4B6B1}"/>
              </a:ext>
              <a:ext uri="{C183D7F6-B498-43B3-948B-1728B52AA6E4}">
                <adec:decorative xmlns:adec="http://schemas.microsoft.com/office/drawing/2017/decorative" val="1"/>
              </a:ext>
            </a:extLst>
          </p:cNvPr>
          <p:cNvSpPr/>
          <p:nvPr userDrawn="1"/>
        </p:nvSpPr>
        <p:spPr>
          <a:xfrm>
            <a:off x="4633798" y="6117631"/>
            <a:ext cx="64008" cy="7403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3" name="Footer Placeholder 29">
            <a:extLst>
              <a:ext uri="{FF2B5EF4-FFF2-40B4-BE49-F238E27FC236}">
                <a16:creationId xmlns:a16="http://schemas.microsoft.com/office/drawing/2014/main" id="{2F8E2987-7F65-44D5-B3AD-776ECF8D85CC}"/>
              </a:ext>
            </a:extLst>
          </p:cNvPr>
          <p:cNvSpPr>
            <a:spLocks noGrp="1"/>
          </p:cNvSpPr>
          <p:nvPr>
            <p:ph type="ftr" sz="quarter" idx="11"/>
          </p:nvPr>
        </p:nvSpPr>
        <p:spPr>
          <a:xfrm>
            <a:off x="642917" y="6309360"/>
            <a:ext cx="3423986" cy="457200"/>
          </a:xfrm>
        </p:spPr>
        <p:txBody>
          <a:bodyPr rtlCol="0"/>
          <a:lstStyle>
            <a:lvl1pPr>
              <a:defRPr>
                <a:solidFill>
                  <a:schemeClr val="bg1"/>
                </a:solidFill>
              </a:defRPr>
            </a:lvl1pPr>
          </a:lstStyle>
          <a:p>
            <a:pPr rtl="0"/>
            <a:r>
              <a:rPr lang="en-GB"/>
              <a:t>Presentation Title</a:t>
            </a:r>
            <a:endParaRPr lang="en-GB" dirty="0">
              <a:solidFill>
                <a:schemeClr val="bg1"/>
              </a:solidFill>
            </a:endParaRPr>
          </a:p>
        </p:txBody>
      </p:sp>
      <p:sp>
        <p:nvSpPr>
          <p:cNvPr id="22" name="Date Placeholder 28">
            <a:extLst>
              <a:ext uri="{FF2B5EF4-FFF2-40B4-BE49-F238E27FC236}">
                <a16:creationId xmlns:a16="http://schemas.microsoft.com/office/drawing/2014/main" id="{08BD4E48-A35B-4475-BC85-E58DA2920FE4}"/>
              </a:ext>
            </a:extLst>
          </p:cNvPr>
          <p:cNvSpPr>
            <a:spLocks noGrp="1"/>
          </p:cNvSpPr>
          <p:nvPr>
            <p:ph type="dt" sz="half" idx="10"/>
          </p:nvPr>
        </p:nvSpPr>
        <p:spPr>
          <a:xfrm>
            <a:off x="5373620" y="6309360"/>
            <a:ext cx="3411973" cy="457200"/>
          </a:xfrm>
        </p:spPr>
        <p:txBody>
          <a:bodyPr rtlCol="0"/>
          <a:lstStyle>
            <a:lvl1pPr>
              <a:defRPr>
                <a:solidFill>
                  <a:schemeClr val="tx2"/>
                </a:solidFill>
              </a:defRPr>
            </a:lvl1pPr>
          </a:lstStyle>
          <a:p>
            <a:pPr rtl="0"/>
            <a:r>
              <a:rPr lang="en-US"/>
              <a:t>2/1/20XX</a:t>
            </a:r>
            <a:endParaRPr lang="en-GB" dirty="0"/>
          </a:p>
        </p:txBody>
      </p:sp>
      <p:sp>
        <p:nvSpPr>
          <p:cNvPr id="11" name="Slide Number Placeholder 30">
            <a:extLst>
              <a:ext uri="{FF2B5EF4-FFF2-40B4-BE49-F238E27FC236}">
                <a16:creationId xmlns:a16="http://schemas.microsoft.com/office/drawing/2014/main" id="{FBDAEBAB-F3AA-4DB3-96B7-6387085C1E0E}"/>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Tree>
    <p:extLst>
      <p:ext uri="{BB962C8B-B14F-4D97-AF65-F5344CB8AC3E}">
        <p14:creationId xmlns:p14="http://schemas.microsoft.com/office/powerpoint/2010/main" val="38807931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 2 Column">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2A19A957-1FB5-43F8-B325-BBD9FEF23E88}"/>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0" name="Rectangle 19">
            <a:extLst>
              <a:ext uri="{FF2B5EF4-FFF2-40B4-BE49-F238E27FC236}">
                <a16:creationId xmlns:a16="http://schemas.microsoft.com/office/drawing/2014/main" id="{3FA5410A-92A6-4C0B-9D89-186B7DDB20BD}"/>
              </a:ext>
              <a:ext uri="{C183D7F6-B498-43B3-948B-1728B52AA6E4}">
                <adec:decorative xmlns:adec="http://schemas.microsoft.com/office/drawing/2017/decorative" val="1"/>
              </a:ext>
            </a:extLst>
          </p:cNvPr>
          <p:cNvSpPr/>
          <p:nvPr userDrawn="1"/>
        </p:nvSpPr>
        <p:spPr>
          <a:xfrm>
            <a:off x="0" y="3903"/>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4" name="Title 1">
            <a:extLst>
              <a:ext uri="{FF2B5EF4-FFF2-40B4-BE49-F238E27FC236}">
                <a16:creationId xmlns:a16="http://schemas.microsoft.com/office/drawing/2014/main" id="{CD8F3F22-19C9-4C61-8202-3220217D2938}"/>
              </a:ext>
            </a:extLst>
          </p:cNvPr>
          <p:cNvSpPr>
            <a:spLocks noGrp="1"/>
          </p:cNvSpPr>
          <p:nvPr>
            <p:ph type="title" hasCustomPrompt="1"/>
          </p:nvPr>
        </p:nvSpPr>
        <p:spPr>
          <a:xfrm>
            <a:off x="648935" y="180644"/>
            <a:ext cx="10900146" cy="935776"/>
          </a:xfrm>
        </p:spPr>
        <p:txBody>
          <a:bodyPr rtlCol="0">
            <a:noAutofit/>
          </a:bodyPr>
          <a:lstStyle>
            <a:lvl1pPr>
              <a:defRPr sz="3600">
                <a:solidFill>
                  <a:schemeClr val="bg1"/>
                </a:solidFill>
              </a:defRPr>
            </a:lvl1pPr>
          </a:lstStyle>
          <a:p>
            <a:pPr rtl="0"/>
            <a:r>
              <a:rPr lang="en-GB">
                <a:solidFill>
                  <a:schemeClr val="bg1"/>
                </a:solidFill>
              </a:rPr>
              <a:t>Click to add title</a:t>
            </a:r>
          </a:p>
        </p:txBody>
      </p:sp>
      <p:sp>
        <p:nvSpPr>
          <p:cNvPr id="5" name="Rectangle 4">
            <a:extLst>
              <a:ext uri="{FF2B5EF4-FFF2-40B4-BE49-F238E27FC236}">
                <a16:creationId xmlns:a16="http://schemas.microsoft.com/office/drawing/2014/main" id="{21A26073-23A2-4B91-A128-79AA1BE93523}"/>
              </a:ext>
              <a:ext uri="{C183D7F6-B498-43B3-948B-1728B52AA6E4}">
                <adec:decorative xmlns:adec="http://schemas.microsoft.com/office/drawing/2017/decorative" val="1"/>
              </a:ext>
            </a:extLst>
          </p:cNvPr>
          <p:cNvSpPr/>
          <p:nvPr userDrawn="1"/>
        </p:nvSpPr>
        <p:spPr>
          <a:xfrm>
            <a:off x="1" y="1351619"/>
            <a:ext cx="12192000" cy="4749487"/>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6" name="Rectangle 5">
            <a:extLst>
              <a:ext uri="{FF2B5EF4-FFF2-40B4-BE49-F238E27FC236}">
                <a16:creationId xmlns:a16="http://schemas.microsoft.com/office/drawing/2014/main" id="{C14D5DFA-0CEA-43F0-98EE-6C9F741F7C96}"/>
              </a:ext>
              <a:ext uri="{C183D7F6-B498-43B3-948B-1728B52AA6E4}">
                <adec:decorative xmlns:adec="http://schemas.microsoft.com/office/drawing/2017/decorative" val="1"/>
              </a:ext>
            </a:extLst>
          </p:cNvPr>
          <p:cNvSpPr/>
          <p:nvPr userDrawn="1"/>
        </p:nvSpPr>
        <p:spPr>
          <a:xfrm>
            <a:off x="1" y="6107836"/>
            <a:ext cx="4651248" cy="750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5" name="Content Placeholder 2">
            <a:extLst>
              <a:ext uri="{FF2B5EF4-FFF2-40B4-BE49-F238E27FC236}">
                <a16:creationId xmlns:a16="http://schemas.microsoft.com/office/drawing/2014/main" id="{0F94B471-6707-4251-8230-A51AED0767C9}"/>
              </a:ext>
            </a:extLst>
          </p:cNvPr>
          <p:cNvSpPr>
            <a:spLocks noGrp="1"/>
          </p:cNvSpPr>
          <p:nvPr>
            <p:ph idx="14" hasCustomPrompt="1"/>
          </p:nvPr>
        </p:nvSpPr>
        <p:spPr>
          <a:xfrm>
            <a:off x="648934" y="1834005"/>
            <a:ext cx="4727735" cy="465155"/>
          </a:xfrm>
        </p:spPr>
        <p:txBody>
          <a:bodyPr rtlCol="0" anchor="t">
            <a:noAutofit/>
          </a:bodyPr>
          <a:lstStyle>
            <a:lvl1pPr>
              <a:buFont typeface="Arial" panose="020B0604020202020204" pitchFamily="34" charset="0"/>
              <a:buNone/>
              <a:defRPr sz="2000" b="1"/>
            </a:lvl1pPr>
          </a:lstStyle>
          <a:p>
            <a:pPr rtl="0"/>
            <a:r>
              <a:rPr lang="en-GB"/>
              <a:t>Click to add subtitle</a:t>
            </a:r>
          </a:p>
        </p:txBody>
      </p:sp>
      <p:sp>
        <p:nvSpPr>
          <p:cNvPr id="8" name="Content Placeholder 2">
            <a:extLst>
              <a:ext uri="{FF2B5EF4-FFF2-40B4-BE49-F238E27FC236}">
                <a16:creationId xmlns:a16="http://schemas.microsoft.com/office/drawing/2014/main" id="{ED986D97-E6F1-49E8-977A-C802B4E41B73}"/>
              </a:ext>
            </a:extLst>
          </p:cNvPr>
          <p:cNvSpPr>
            <a:spLocks noGrp="1"/>
          </p:cNvSpPr>
          <p:nvPr>
            <p:ph idx="1" hasCustomPrompt="1"/>
          </p:nvPr>
        </p:nvSpPr>
        <p:spPr>
          <a:xfrm>
            <a:off x="648934" y="2422380"/>
            <a:ext cx="4727735" cy="3029446"/>
          </a:xfrm>
        </p:spPr>
        <p:txBody>
          <a:bodyPr rtlCol="0" anchor="t">
            <a:noAutofit/>
          </a:bodyPr>
          <a:lstStyle>
            <a:lvl1pPr marL="283464" indent="-283464">
              <a:buFont typeface="Arial" panose="020B0604020202020204" pitchFamily="34" charset="0"/>
              <a:buChar char="•"/>
              <a:defRPr sz="1600" b="0" baseline="0"/>
            </a:lvl1pPr>
          </a:lstStyle>
          <a:p>
            <a:pPr rtl="0"/>
            <a:r>
              <a:rPr lang="en-GB"/>
              <a:t> Click to add text</a:t>
            </a:r>
          </a:p>
        </p:txBody>
      </p:sp>
      <p:sp>
        <p:nvSpPr>
          <p:cNvPr id="16" name="Content Placeholder 2">
            <a:extLst>
              <a:ext uri="{FF2B5EF4-FFF2-40B4-BE49-F238E27FC236}">
                <a16:creationId xmlns:a16="http://schemas.microsoft.com/office/drawing/2014/main" id="{762163C0-B07F-43E4-B17C-2E6A96553B98}"/>
              </a:ext>
            </a:extLst>
          </p:cNvPr>
          <p:cNvSpPr>
            <a:spLocks noGrp="1"/>
          </p:cNvSpPr>
          <p:nvPr>
            <p:ph idx="15" hasCustomPrompt="1"/>
          </p:nvPr>
        </p:nvSpPr>
        <p:spPr>
          <a:xfrm>
            <a:off x="6095999" y="1834004"/>
            <a:ext cx="4727735" cy="465155"/>
          </a:xfrm>
        </p:spPr>
        <p:txBody>
          <a:bodyPr rtlCol="0" anchor="t">
            <a:noAutofit/>
          </a:bodyPr>
          <a:lstStyle>
            <a:lvl1pPr>
              <a:buFont typeface="Arial" panose="020B0604020202020204" pitchFamily="34" charset="0"/>
              <a:buNone/>
              <a:defRPr sz="2000" b="1"/>
            </a:lvl1pPr>
          </a:lstStyle>
          <a:p>
            <a:pPr rtl="0"/>
            <a:r>
              <a:rPr lang="en-GB"/>
              <a:t>Click to add subtitle</a:t>
            </a:r>
          </a:p>
        </p:txBody>
      </p:sp>
      <p:sp>
        <p:nvSpPr>
          <p:cNvPr id="14" name="Content Placeholder 2">
            <a:extLst>
              <a:ext uri="{FF2B5EF4-FFF2-40B4-BE49-F238E27FC236}">
                <a16:creationId xmlns:a16="http://schemas.microsoft.com/office/drawing/2014/main" id="{9098FA6D-3C80-4FE1-B248-1CA2B6862F6D}"/>
              </a:ext>
            </a:extLst>
          </p:cNvPr>
          <p:cNvSpPr>
            <a:spLocks noGrp="1"/>
          </p:cNvSpPr>
          <p:nvPr>
            <p:ph idx="13" hasCustomPrompt="1"/>
          </p:nvPr>
        </p:nvSpPr>
        <p:spPr>
          <a:xfrm>
            <a:off x="6095999" y="2422380"/>
            <a:ext cx="4727735" cy="3029446"/>
          </a:xfrm>
        </p:spPr>
        <p:txBody>
          <a:bodyPr rtlCol="0" anchor="t">
            <a:noAutofit/>
          </a:bodyPr>
          <a:lstStyle>
            <a:lvl1pPr marL="283464" indent="-283464">
              <a:buFont typeface="Arial" panose="020B0604020202020204" pitchFamily="34" charset="0"/>
              <a:buChar char="•"/>
              <a:defRPr sz="1600" b="0" baseline="0"/>
            </a:lvl1pPr>
          </a:lstStyle>
          <a:p>
            <a:pPr rtl="0"/>
            <a:r>
              <a:rPr lang="en-GB"/>
              <a:t> Click to add text</a:t>
            </a:r>
          </a:p>
        </p:txBody>
      </p:sp>
      <p:sp>
        <p:nvSpPr>
          <p:cNvPr id="9" name="Rectangle 8">
            <a:extLst>
              <a:ext uri="{FF2B5EF4-FFF2-40B4-BE49-F238E27FC236}">
                <a16:creationId xmlns:a16="http://schemas.microsoft.com/office/drawing/2014/main" id="{8352712D-F957-4B22-8B50-BE10410FF895}"/>
              </a:ext>
              <a:ext uri="{C183D7F6-B498-43B3-948B-1728B52AA6E4}">
                <adec:decorative xmlns:adec="http://schemas.microsoft.com/office/drawing/2017/decorative" val="1"/>
              </a:ext>
            </a:extLst>
          </p:cNvPr>
          <p:cNvSpPr/>
          <p:nvPr userDrawn="1"/>
        </p:nvSpPr>
        <p:spPr>
          <a:xfrm>
            <a:off x="1524" y="6101107"/>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1" name="Footer Placeholder 29">
            <a:extLst>
              <a:ext uri="{FF2B5EF4-FFF2-40B4-BE49-F238E27FC236}">
                <a16:creationId xmlns:a16="http://schemas.microsoft.com/office/drawing/2014/main" id="{26FD74F8-42BB-4CB4-ABF1-5F149743B464}"/>
              </a:ext>
            </a:extLst>
          </p:cNvPr>
          <p:cNvSpPr>
            <a:spLocks noGrp="1"/>
          </p:cNvSpPr>
          <p:nvPr>
            <p:ph type="ftr" sz="quarter" idx="11"/>
          </p:nvPr>
        </p:nvSpPr>
        <p:spPr>
          <a:xfrm>
            <a:off x="642917" y="6309360"/>
            <a:ext cx="3423986" cy="457200"/>
          </a:xfrm>
        </p:spPr>
        <p:txBody>
          <a:bodyPr rtlCol="0"/>
          <a:lstStyle>
            <a:lvl1pPr>
              <a:defRPr>
                <a:solidFill>
                  <a:schemeClr val="bg1"/>
                </a:solidFill>
              </a:defRPr>
            </a:lvl1pPr>
          </a:lstStyle>
          <a:p>
            <a:pPr rtl="0"/>
            <a:r>
              <a:rPr lang="en-GB"/>
              <a:t>Presentation Title</a:t>
            </a:r>
            <a:endParaRPr lang="en-GB" dirty="0">
              <a:solidFill>
                <a:schemeClr val="bg1"/>
              </a:solidFill>
            </a:endParaRPr>
          </a:p>
        </p:txBody>
      </p:sp>
      <p:sp>
        <p:nvSpPr>
          <p:cNvPr id="10" name="Date Placeholder 28">
            <a:extLst>
              <a:ext uri="{FF2B5EF4-FFF2-40B4-BE49-F238E27FC236}">
                <a16:creationId xmlns:a16="http://schemas.microsoft.com/office/drawing/2014/main" id="{5B031752-6400-4BFB-979F-E2EE795E4B90}"/>
              </a:ext>
            </a:extLst>
          </p:cNvPr>
          <p:cNvSpPr>
            <a:spLocks noGrp="1"/>
          </p:cNvSpPr>
          <p:nvPr>
            <p:ph type="dt" sz="half" idx="10"/>
          </p:nvPr>
        </p:nvSpPr>
        <p:spPr>
          <a:xfrm>
            <a:off x="5373620" y="6309360"/>
            <a:ext cx="3411973" cy="457200"/>
          </a:xfrm>
        </p:spPr>
        <p:txBody>
          <a:bodyPr rtlCol="0"/>
          <a:lstStyle>
            <a:lvl1pPr>
              <a:defRPr>
                <a:solidFill>
                  <a:schemeClr val="tx2"/>
                </a:solidFill>
              </a:defRPr>
            </a:lvl1pPr>
          </a:lstStyle>
          <a:p>
            <a:pPr rtl="0"/>
            <a:r>
              <a:rPr lang="en-US"/>
              <a:t>2/1/20XX</a:t>
            </a:r>
            <a:endParaRPr lang="en-GB" dirty="0"/>
          </a:p>
        </p:txBody>
      </p:sp>
      <p:sp>
        <p:nvSpPr>
          <p:cNvPr id="12" name="Slide Number Placeholder 30">
            <a:extLst>
              <a:ext uri="{FF2B5EF4-FFF2-40B4-BE49-F238E27FC236}">
                <a16:creationId xmlns:a16="http://schemas.microsoft.com/office/drawing/2014/main" id="{6A5CAEAF-7DEC-4B20-8B1E-301A9D0E684A}"/>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
        <p:nvSpPr>
          <p:cNvPr id="13" name="Rectangle 12">
            <a:extLst>
              <a:ext uri="{FF2B5EF4-FFF2-40B4-BE49-F238E27FC236}">
                <a16:creationId xmlns:a16="http://schemas.microsoft.com/office/drawing/2014/main" id="{70B696A3-EA34-4924-9037-E330B1CB890E}"/>
              </a:ext>
              <a:ext uri="{C183D7F6-B498-43B3-948B-1728B52AA6E4}">
                <adec:decorative xmlns:adec="http://schemas.microsoft.com/office/drawing/2017/decorative" val="1"/>
              </a:ext>
            </a:extLst>
          </p:cNvPr>
          <p:cNvSpPr/>
          <p:nvPr userDrawn="1"/>
        </p:nvSpPr>
        <p:spPr>
          <a:xfrm>
            <a:off x="4633798" y="6117631"/>
            <a:ext cx="64008" cy="7403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1648328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53C66564-535A-4715-9B27-B8AB14F77E42}"/>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1" name="Rectangle 10">
            <a:extLst>
              <a:ext uri="{FF2B5EF4-FFF2-40B4-BE49-F238E27FC236}">
                <a16:creationId xmlns:a16="http://schemas.microsoft.com/office/drawing/2014/main" id="{E3821E99-F411-4BAB-8211-C344272A2A1A}"/>
              </a:ext>
              <a:ext uri="{C183D7F6-B498-43B3-948B-1728B52AA6E4}">
                <adec:decorative xmlns:adec="http://schemas.microsoft.com/office/drawing/2017/decorative" val="1"/>
              </a:ext>
            </a:extLst>
          </p:cNvPr>
          <p:cNvSpPr/>
          <p:nvPr userDrawn="1"/>
        </p:nvSpPr>
        <p:spPr>
          <a:xfrm>
            <a:off x="4677552" y="0"/>
            <a:ext cx="751444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2" name="Title 1">
            <a:extLst>
              <a:ext uri="{FF2B5EF4-FFF2-40B4-BE49-F238E27FC236}">
                <a16:creationId xmlns:a16="http://schemas.microsoft.com/office/drawing/2014/main" id="{029B7F2A-CF10-474B-91F1-7C50A7DAF83C}"/>
              </a:ext>
            </a:extLst>
          </p:cNvPr>
          <p:cNvSpPr>
            <a:spLocks noGrp="1"/>
          </p:cNvSpPr>
          <p:nvPr>
            <p:ph type="title" hasCustomPrompt="1"/>
          </p:nvPr>
        </p:nvSpPr>
        <p:spPr>
          <a:xfrm>
            <a:off x="5376668" y="537381"/>
            <a:ext cx="6172412" cy="1031927"/>
          </a:xfrm>
        </p:spPr>
        <p:txBody>
          <a:bodyPr rtlCol="0"/>
          <a:lstStyle>
            <a:lvl1pPr>
              <a:defRPr/>
            </a:lvl1pPr>
          </a:lstStyle>
          <a:p>
            <a:pPr rtl="0"/>
            <a:r>
              <a:rPr lang="en-GB"/>
              <a:t>Click to add title</a:t>
            </a:r>
          </a:p>
        </p:txBody>
      </p:sp>
      <p:sp>
        <p:nvSpPr>
          <p:cNvPr id="10" name="Rectangle 9">
            <a:extLst>
              <a:ext uri="{FF2B5EF4-FFF2-40B4-BE49-F238E27FC236}">
                <a16:creationId xmlns:a16="http://schemas.microsoft.com/office/drawing/2014/main" id="{58F0D6D9-A64A-415F-BA44-494062CA6983}"/>
              </a:ext>
              <a:ext uri="{C183D7F6-B498-43B3-948B-1728B52AA6E4}">
                <adec:decorative xmlns:adec="http://schemas.microsoft.com/office/drawing/2017/decorative" val="1"/>
              </a:ext>
            </a:extLst>
          </p:cNvPr>
          <p:cNvSpPr/>
          <p:nvPr userDrawn="1"/>
        </p:nvSpPr>
        <p:spPr>
          <a:xfrm rot="5400000">
            <a:off x="121655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3" name="Rectangle 12">
            <a:extLst>
              <a:ext uri="{FF2B5EF4-FFF2-40B4-BE49-F238E27FC236}">
                <a16:creationId xmlns:a16="http://schemas.microsoft.com/office/drawing/2014/main" id="{3777B49C-9749-4042-A729-C27F583654CC}"/>
              </a:ext>
              <a:ext uri="{C183D7F6-B498-43B3-948B-1728B52AA6E4}">
                <adec:decorative xmlns:adec="http://schemas.microsoft.com/office/drawing/2017/decorative" val="1"/>
              </a:ext>
            </a:extLst>
          </p:cNvPr>
          <p:cNvSpPr/>
          <p:nvPr userDrawn="1"/>
        </p:nvSpPr>
        <p:spPr>
          <a:xfrm>
            <a:off x="0" y="2249324"/>
            <a:ext cx="461772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4" name="Rectangle 13">
            <a:extLst>
              <a:ext uri="{FF2B5EF4-FFF2-40B4-BE49-F238E27FC236}">
                <a16:creationId xmlns:a16="http://schemas.microsoft.com/office/drawing/2014/main" id="{11B79F49-5021-4A8F-A90A-5E08F7FB5196}"/>
              </a:ext>
              <a:ext uri="{C183D7F6-B498-43B3-948B-1728B52AA6E4}">
                <adec:decorative xmlns:adec="http://schemas.microsoft.com/office/drawing/2017/decorative" val="1"/>
              </a:ext>
            </a:extLst>
          </p:cNvPr>
          <p:cNvSpPr/>
          <p:nvPr userDrawn="1"/>
        </p:nvSpPr>
        <p:spPr>
          <a:xfrm>
            <a:off x="0" y="4546655"/>
            <a:ext cx="461772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23" name="Picture Placeholder 19">
            <a:extLst>
              <a:ext uri="{FF2B5EF4-FFF2-40B4-BE49-F238E27FC236}">
                <a16:creationId xmlns:a16="http://schemas.microsoft.com/office/drawing/2014/main" id="{B6E270BA-010E-406C-8FBF-0ED0DA28D071}"/>
              </a:ext>
            </a:extLst>
          </p:cNvPr>
          <p:cNvSpPr>
            <a:spLocks noGrp="1"/>
          </p:cNvSpPr>
          <p:nvPr>
            <p:ph type="pic" sz="quarter" idx="13" hasCustomPrompt="1"/>
          </p:nvPr>
        </p:nvSpPr>
        <p:spPr>
          <a:xfrm>
            <a:off x="-1" y="-3"/>
            <a:ext cx="4613544" cy="2249321"/>
          </a:xfrm>
        </p:spPr>
        <p:txBody>
          <a:bodyPr rtlCol="0" anchor="t"/>
          <a:lstStyle>
            <a:lvl1pPr algn="ctr">
              <a:defRPr/>
            </a:lvl1pPr>
          </a:lstStyle>
          <a:p>
            <a:pPr rtl="0"/>
            <a:r>
              <a:rPr lang="en-GB"/>
              <a:t>Click to add picture</a:t>
            </a:r>
          </a:p>
        </p:txBody>
      </p:sp>
      <p:sp>
        <p:nvSpPr>
          <p:cNvPr id="24" name="Picture Placeholder 19">
            <a:extLst>
              <a:ext uri="{FF2B5EF4-FFF2-40B4-BE49-F238E27FC236}">
                <a16:creationId xmlns:a16="http://schemas.microsoft.com/office/drawing/2014/main" id="{6E15371C-3F24-44D7-97EB-74C12D53CBBC}"/>
              </a:ext>
            </a:extLst>
          </p:cNvPr>
          <p:cNvSpPr>
            <a:spLocks noGrp="1"/>
          </p:cNvSpPr>
          <p:nvPr>
            <p:ph type="pic" sz="quarter" idx="14" hasCustomPrompt="1"/>
          </p:nvPr>
        </p:nvSpPr>
        <p:spPr>
          <a:xfrm>
            <a:off x="-1" y="2311339"/>
            <a:ext cx="4613544" cy="2241520"/>
          </a:xfrm>
        </p:spPr>
        <p:txBody>
          <a:bodyPr rtlCol="0" anchor="t"/>
          <a:lstStyle>
            <a:lvl1pPr algn="ctr">
              <a:defRPr/>
            </a:lvl1pPr>
          </a:lstStyle>
          <a:p>
            <a:pPr rtl="0"/>
            <a:r>
              <a:rPr lang="en-GB"/>
              <a:t>Click to add picture</a:t>
            </a:r>
          </a:p>
        </p:txBody>
      </p:sp>
      <p:sp>
        <p:nvSpPr>
          <p:cNvPr id="25" name="Picture Placeholder 19">
            <a:extLst>
              <a:ext uri="{FF2B5EF4-FFF2-40B4-BE49-F238E27FC236}">
                <a16:creationId xmlns:a16="http://schemas.microsoft.com/office/drawing/2014/main" id="{E39E0BDE-5895-4B94-90AC-7045292B0B34}"/>
              </a:ext>
            </a:extLst>
          </p:cNvPr>
          <p:cNvSpPr>
            <a:spLocks noGrp="1"/>
          </p:cNvSpPr>
          <p:nvPr>
            <p:ph type="pic" sz="quarter" idx="15" hasCustomPrompt="1"/>
          </p:nvPr>
        </p:nvSpPr>
        <p:spPr>
          <a:xfrm>
            <a:off x="-1" y="4613572"/>
            <a:ext cx="4613544" cy="2241520"/>
          </a:xfrm>
        </p:spPr>
        <p:txBody>
          <a:bodyPr rtlCol="0" anchor="t"/>
          <a:lstStyle>
            <a:lvl1pPr algn="ctr">
              <a:defRPr/>
            </a:lvl1pPr>
          </a:lstStyle>
          <a:p>
            <a:pPr rtl="0"/>
            <a:r>
              <a:rPr lang="en-GB"/>
              <a:t>Click to add picture</a:t>
            </a:r>
          </a:p>
        </p:txBody>
      </p:sp>
      <p:sp>
        <p:nvSpPr>
          <p:cNvPr id="15" name="Content Placeholder 2">
            <a:extLst>
              <a:ext uri="{FF2B5EF4-FFF2-40B4-BE49-F238E27FC236}">
                <a16:creationId xmlns:a16="http://schemas.microsoft.com/office/drawing/2014/main" id="{E8823570-AC4F-4679-98CA-DC7F7B2CC109}"/>
              </a:ext>
            </a:extLst>
          </p:cNvPr>
          <p:cNvSpPr>
            <a:spLocks noGrp="1"/>
          </p:cNvSpPr>
          <p:nvPr>
            <p:ph idx="1" hasCustomPrompt="1"/>
          </p:nvPr>
        </p:nvSpPr>
        <p:spPr>
          <a:xfrm>
            <a:off x="5376671" y="1735745"/>
            <a:ext cx="6172412" cy="3767496"/>
          </a:xfrm>
        </p:spPr>
        <p:txBody>
          <a:bodyPr rtlCol="0" anchor="t">
            <a:normAutofit/>
          </a:bodyPr>
          <a:lstStyle>
            <a:lvl1pPr>
              <a:buFont typeface="Arial" panose="020B0604020202020204" pitchFamily="34" charset="0"/>
              <a:buNone/>
              <a:defRPr sz="1600" b="0"/>
            </a:lvl1pPr>
          </a:lstStyle>
          <a:p>
            <a:pPr rtl="0"/>
            <a:r>
              <a:rPr lang="en-GB"/>
              <a:t> Click to add text</a:t>
            </a:r>
          </a:p>
        </p:txBody>
      </p:sp>
      <p:sp>
        <p:nvSpPr>
          <p:cNvPr id="17" name="Footer Placeholder 4">
            <a:extLst>
              <a:ext uri="{FF2B5EF4-FFF2-40B4-BE49-F238E27FC236}">
                <a16:creationId xmlns:a16="http://schemas.microsoft.com/office/drawing/2014/main" id="{BB6B62FA-FEDE-42B0-8B7B-24AE138EB6CE}"/>
              </a:ext>
            </a:extLst>
          </p:cNvPr>
          <p:cNvSpPr>
            <a:spLocks noGrp="1"/>
          </p:cNvSpPr>
          <p:nvPr>
            <p:ph type="ftr" sz="quarter" idx="11"/>
          </p:nvPr>
        </p:nvSpPr>
        <p:spPr>
          <a:xfrm>
            <a:off x="642917" y="6309360"/>
            <a:ext cx="3271516" cy="457200"/>
          </a:xfrm>
        </p:spPr>
        <p:txBody>
          <a:bodyPr rtlCol="0"/>
          <a:lstStyle>
            <a:lvl1pPr>
              <a:defRPr>
                <a:solidFill>
                  <a:schemeClr val="bg1"/>
                </a:solidFill>
                <a:effectLst>
                  <a:outerShdw blurRad="50800" dist="38100" dir="2700000" algn="tl" rotWithShape="0">
                    <a:prstClr val="black">
                      <a:alpha val="43000"/>
                    </a:prstClr>
                  </a:outerShdw>
                </a:effectLst>
              </a:defRPr>
            </a:lvl1pPr>
          </a:lstStyle>
          <a:p>
            <a:pPr rtl="0"/>
            <a:r>
              <a:rPr lang="en-GB"/>
              <a:t>Presentation Title</a:t>
            </a:r>
          </a:p>
        </p:txBody>
      </p:sp>
      <p:sp>
        <p:nvSpPr>
          <p:cNvPr id="16" name="Date Placeholder 3">
            <a:extLst>
              <a:ext uri="{FF2B5EF4-FFF2-40B4-BE49-F238E27FC236}">
                <a16:creationId xmlns:a16="http://schemas.microsoft.com/office/drawing/2014/main" id="{9E8578BE-8DB2-4FE6-B45A-2B3415CEE1C4}"/>
              </a:ext>
            </a:extLst>
          </p:cNvPr>
          <p:cNvSpPr>
            <a:spLocks noGrp="1"/>
          </p:cNvSpPr>
          <p:nvPr>
            <p:ph type="dt" sz="half" idx="10"/>
          </p:nvPr>
        </p:nvSpPr>
        <p:spPr>
          <a:xfrm>
            <a:off x="5376668" y="6309360"/>
            <a:ext cx="3411973" cy="457200"/>
          </a:xfrm>
        </p:spPr>
        <p:txBody>
          <a:bodyPr rtlCol="0"/>
          <a:lstStyle>
            <a:lvl1pPr>
              <a:defRPr>
                <a:solidFill>
                  <a:schemeClr val="tx2"/>
                </a:solidFill>
                <a:effectLst/>
              </a:defRPr>
            </a:lvl1pPr>
          </a:lstStyle>
          <a:p>
            <a:pPr rtl="0"/>
            <a:r>
              <a:rPr lang="en-US"/>
              <a:t>2/1/20XX</a:t>
            </a:r>
            <a:endParaRPr lang="en-GB" dirty="0"/>
          </a:p>
        </p:txBody>
      </p:sp>
      <p:sp>
        <p:nvSpPr>
          <p:cNvPr id="18" name="Slide Number Placeholder 5">
            <a:extLst>
              <a:ext uri="{FF2B5EF4-FFF2-40B4-BE49-F238E27FC236}">
                <a16:creationId xmlns:a16="http://schemas.microsoft.com/office/drawing/2014/main" id="{6AF7C96F-C1E5-45F5-B070-2D025E7BD35C}"/>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Tree>
    <p:extLst>
      <p:ext uri="{BB962C8B-B14F-4D97-AF65-F5344CB8AC3E}">
        <p14:creationId xmlns:p14="http://schemas.microsoft.com/office/powerpoint/2010/main" val="35947583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3DC2F0A-1748-49AE-AF72-D6BBB4F8FEC3}"/>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7" name="Rectangle 6">
            <a:extLst>
              <a:ext uri="{FF2B5EF4-FFF2-40B4-BE49-F238E27FC236}">
                <a16:creationId xmlns:a16="http://schemas.microsoft.com/office/drawing/2014/main" id="{683DF7B1-E0C5-4E09-BB5C-F11EA14D7C95}"/>
              </a:ext>
              <a:ext uri="{C183D7F6-B498-43B3-948B-1728B52AA6E4}">
                <adec:decorative xmlns:adec="http://schemas.microsoft.com/office/drawing/2017/decorative" val="1"/>
              </a:ext>
            </a:extLst>
          </p:cNvPr>
          <p:cNvSpPr/>
          <p:nvPr userDrawn="1"/>
        </p:nvSpPr>
        <p:spPr>
          <a:xfrm>
            <a:off x="0" y="866789"/>
            <a:ext cx="6833381"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8" name="Title 1">
            <a:extLst>
              <a:ext uri="{FF2B5EF4-FFF2-40B4-BE49-F238E27FC236}">
                <a16:creationId xmlns:a16="http://schemas.microsoft.com/office/drawing/2014/main" id="{BBC678EC-E47C-4AC2-A75A-7022CECD0031}"/>
              </a:ext>
            </a:extLst>
          </p:cNvPr>
          <p:cNvSpPr>
            <a:spLocks noGrp="1"/>
          </p:cNvSpPr>
          <p:nvPr>
            <p:ph type="title" hasCustomPrompt="1"/>
          </p:nvPr>
        </p:nvSpPr>
        <p:spPr>
          <a:xfrm>
            <a:off x="1434622" y="1138041"/>
            <a:ext cx="4862811" cy="2019488"/>
          </a:xfrm>
        </p:spPr>
        <p:txBody>
          <a:bodyPr rtlCol="0"/>
          <a:lstStyle>
            <a:lvl1pPr>
              <a:lnSpc>
                <a:spcPct val="100000"/>
              </a:lnSpc>
              <a:defRPr>
                <a:solidFill>
                  <a:schemeClr val="bg1"/>
                </a:solidFill>
              </a:defRPr>
            </a:lvl1pPr>
          </a:lstStyle>
          <a:p>
            <a:pPr rtl="0"/>
            <a:r>
              <a:rPr lang="en-GB">
                <a:solidFill>
                  <a:schemeClr val="bg1"/>
                </a:solidFill>
              </a:rPr>
              <a:t>CLICK TO ADD TITLE</a:t>
            </a:r>
          </a:p>
        </p:txBody>
      </p:sp>
      <p:sp>
        <p:nvSpPr>
          <p:cNvPr id="25" name="Picture Placeholder 21">
            <a:extLst>
              <a:ext uri="{FF2B5EF4-FFF2-40B4-BE49-F238E27FC236}">
                <a16:creationId xmlns:a16="http://schemas.microsoft.com/office/drawing/2014/main" id="{8B745891-A8DA-4640-BB3F-1693FC5AC4AB}"/>
              </a:ext>
            </a:extLst>
          </p:cNvPr>
          <p:cNvSpPr>
            <a:spLocks noGrp="1"/>
          </p:cNvSpPr>
          <p:nvPr>
            <p:ph type="pic" sz="quarter" idx="14" hasCustomPrompt="1"/>
          </p:nvPr>
        </p:nvSpPr>
        <p:spPr>
          <a:xfrm>
            <a:off x="6858023" y="4941"/>
            <a:ext cx="5333977" cy="3392053"/>
          </a:xfrm>
        </p:spPr>
        <p:txBody>
          <a:bodyPr rtlCol="0" anchor="t"/>
          <a:lstStyle>
            <a:lvl1pPr algn="ctr">
              <a:defRPr/>
            </a:lvl1pPr>
          </a:lstStyle>
          <a:p>
            <a:pPr rtl="0"/>
            <a:r>
              <a:rPr lang="en-GB"/>
              <a:t>Click to add photo</a:t>
            </a:r>
          </a:p>
        </p:txBody>
      </p:sp>
      <p:sp>
        <p:nvSpPr>
          <p:cNvPr id="24" name="Picture Placeholder 21">
            <a:extLst>
              <a:ext uri="{FF2B5EF4-FFF2-40B4-BE49-F238E27FC236}">
                <a16:creationId xmlns:a16="http://schemas.microsoft.com/office/drawing/2014/main" id="{BC2DF568-4EA5-4F79-980F-47FC90AEA129}"/>
              </a:ext>
            </a:extLst>
          </p:cNvPr>
          <p:cNvSpPr>
            <a:spLocks noGrp="1"/>
          </p:cNvSpPr>
          <p:nvPr>
            <p:ph type="pic" sz="quarter" idx="13" hasCustomPrompt="1"/>
          </p:nvPr>
        </p:nvSpPr>
        <p:spPr>
          <a:xfrm>
            <a:off x="1067712" y="3461002"/>
            <a:ext cx="5728215" cy="3396997"/>
          </a:xfrm>
        </p:spPr>
        <p:txBody>
          <a:bodyPr rtlCol="0" anchor="t"/>
          <a:lstStyle>
            <a:lvl1pPr algn="ctr">
              <a:defRPr/>
            </a:lvl1pPr>
          </a:lstStyle>
          <a:p>
            <a:pPr rtl="0"/>
            <a:r>
              <a:rPr lang="en-GB"/>
              <a:t>Click to add photo</a:t>
            </a:r>
          </a:p>
        </p:txBody>
      </p:sp>
      <p:sp>
        <p:nvSpPr>
          <p:cNvPr id="9" name="Rectangle 8">
            <a:extLst>
              <a:ext uri="{FF2B5EF4-FFF2-40B4-BE49-F238E27FC236}">
                <a16:creationId xmlns:a16="http://schemas.microsoft.com/office/drawing/2014/main" id="{5E74E69A-5ABD-42DF-A2B0-997A626257D4}"/>
              </a:ext>
              <a:ext uri="{C183D7F6-B498-43B3-948B-1728B52AA6E4}">
                <adec:decorative xmlns:adec="http://schemas.microsoft.com/office/drawing/2017/decorative" val="1"/>
              </a:ext>
            </a:extLst>
          </p:cNvPr>
          <p:cNvSpPr/>
          <p:nvPr userDrawn="1"/>
        </p:nvSpPr>
        <p:spPr>
          <a:xfrm>
            <a:off x="-3063" y="920164"/>
            <a:ext cx="1070775" cy="24661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0" name="Rectangle 9">
            <a:extLst>
              <a:ext uri="{FF2B5EF4-FFF2-40B4-BE49-F238E27FC236}">
                <a16:creationId xmlns:a16="http://schemas.microsoft.com/office/drawing/2014/main" id="{EC2B6D0A-4A1F-4B59-B429-AD3FABC74F33}"/>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1" name="Rectangle 10">
            <a:extLst>
              <a:ext uri="{FF2B5EF4-FFF2-40B4-BE49-F238E27FC236}">
                <a16:creationId xmlns:a16="http://schemas.microsoft.com/office/drawing/2014/main" id="{32B66529-F6B7-4C1C-8291-8139628DF6C0}"/>
              </a:ext>
              <a:ext uri="{C183D7F6-B498-43B3-948B-1728B52AA6E4}">
                <adec:decorative xmlns:adec="http://schemas.microsoft.com/office/drawing/2017/decorative" val="1"/>
              </a:ext>
            </a:extLst>
          </p:cNvPr>
          <p:cNvSpPr/>
          <p:nvPr userDrawn="1"/>
        </p:nvSpPr>
        <p:spPr>
          <a:xfrm>
            <a:off x="0" y="848456"/>
            <a:ext cx="6833382" cy="7170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4" name="Rectangle 13">
            <a:extLst>
              <a:ext uri="{FF2B5EF4-FFF2-40B4-BE49-F238E27FC236}">
                <a16:creationId xmlns:a16="http://schemas.microsoft.com/office/drawing/2014/main" id="{872245B9-34B5-4F89-8EA6-C018B9D4FA46}"/>
              </a:ext>
              <a:ext uri="{C183D7F6-B498-43B3-948B-1728B52AA6E4}">
                <adec:decorative xmlns:adec="http://schemas.microsoft.com/office/drawing/2017/decorative" val="1"/>
              </a:ext>
            </a:extLst>
          </p:cNvPr>
          <p:cNvSpPr/>
          <p:nvPr userDrawn="1"/>
        </p:nvSpPr>
        <p:spPr>
          <a:xfrm>
            <a:off x="6858023" y="3442673"/>
            <a:ext cx="5333977" cy="341532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5" name="Rectangle 14">
            <a:extLst>
              <a:ext uri="{FF2B5EF4-FFF2-40B4-BE49-F238E27FC236}">
                <a16:creationId xmlns:a16="http://schemas.microsoft.com/office/drawing/2014/main" id="{690814BE-76E8-43EC-9616-A1F02F053AD5}"/>
              </a:ext>
              <a:ext uri="{C183D7F6-B498-43B3-948B-1728B52AA6E4}">
                <adec:decorative xmlns:adec="http://schemas.microsoft.com/office/drawing/2017/decorative" val="1"/>
              </a:ext>
            </a:extLst>
          </p:cNvPr>
          <p:cNvSpPr/>
          <p:nvPr userDrawn="1"/>
        </p:nvSpPr>
        <p:spPr>
          <a:xfrm>
            <a:off x="0" y="3396996"/>
            <a:ext cx="1219200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6" name="Content Placeholder 2">
            <a:extLst>
              <a:ext uri="{FF2B5EF4-FFF2-40B4-BE49-F238E27FC236}">
                <a16:creationId xmlns:a16="http://schemas.microsoft.com/office/drawing/2014/main" id="{F8AAA0A6-9D4B-4AA2-82F0-77E5ECF4B647}"/>
              </a:ext>
            </a:extLst>
          </p:cNvPr>
          <p:cNvSpPr>
            <a:spLocks noGrp="1"/>
          </p:cNvSpPr>
          <p:nvPr>
            <p:ph idx="1" hasCustomPrompt="1"/>
          </p:nvPr>
        </p:nvSpPr>
        <p:spPr>
          <a:xfrm>
            <a:off x="7386762" y="3928342"/>
            <a:ext cx="4162319" cy="2285000"/>
          </a:xfrm>
        </p:spPr>
        <p:txBody>
          <a:bodyPr rtlCol="0" anchor="t">
            <a:normAutofit/>
          </a:bodyPr>
          <a:lstStyle>
            <a:lvl1pPr>
              <a:lnSpc>
                <a:spcPct val="100000"/>
              </a:lnSpc>
              <a:defRPr sz="2400" b="0"/>
            </a:lvl1pPr>
          </a:lstStyle>
          <a:p>
            <a:pPr rtl="0"/>
            <a:r>
              <a:rPr lang="en-GB"/>
              <a:t>Click to add text</a:t>
            </a:r>
          </a:p>
        </p:txBody>
      </p:sp>
      <p:sp>
        <p:nvSpPr>
          <p:cNvPr id="17" name="Footer Placeholder 12">
            <a:extLst>
              <a:ext uri="{FF2B5EF4-FFF2-40B4-BE49-F238E27FC236}">
                <a16:creationId xmlns:a16="http://schemas.microsoft.com/office/drawing/2014/main" id="{8E3FFD99-95F0-47A4-8642-FB9FECEC4F37}"/>
              </a:ext>
            </a:extLst>
          </p:cNvPr>
          <p:cNvSpPr>
            <a:spLocks noGrp="1"/>
          </p:cNvSpPr>
          <p:nvPr>
            <p:ph type="ftr" sz="quarter" idx="11"/>
          </p:nvPr>
        </p:nvSpPr>
        <p:spPr>
          <a:xfrm>
            <a:off x="1525917" y="6309360"/>
            <a:ext cx="4946592" cy="457200"/>
          </a:xfrm>
        </p:spPr>
        <p:txBody>
          <a:bodyPr rtlCol="0"/>
          <a:lstStyle>
            <a:lvl1pPr>
              <a:defRPr>
                <a:solidFill>
                  <a:schemeClr val="bg1"/>
                </a:solidFill>
                <a:effectLst>
                  <a:outerShdw blurRad="38100" dist="38100" dir="2700000" algn="tl">
                    <a:srgbClr val="000000">
                      <a:alpha val="43137"/>
                    </a:srgbClr>
                  </a:outerShdw>
                </a:effectLst>
              </a:defRPr>
            </a:lvl1pPr>
          </a:lstStyle>
          <a:p>
            <a:pPr rtl="0"/>
            <a:r>
              <a:rPr lang="en-GB"/>
              <a:t>Presentation Title</a:t>
            </a:r>
          </a:p>
        </p:txBody>
      </p:sp>
      <p:sp>
        <p:nvSpPr>
          <p:cNvPr id="18" name="Rectangle 17">
            <a:extLst>
              <a:ext uri="{FF2B5EF4-FFF2-40B4-BE49-F238E27FC236}">
                <a16:creationId xmlns:a16="http://schemas.microsoft.com/office/drawing/2014/main" id="{94727536-E532-4015-A178-0ABB6B09C661}"/>
              </a:ext>
              <a:ext uri="{C183D7F6-B498-43B3-948B-1728B52AA6E4}">
                <adec:decorative xmlns:adec="http://schemas.microsoft.com/office/drawing/2017/decorative" val="1"/>
              </a:ext>
            </a:extLst>
          </p:cNvPr>
          <p:cNvSpPr/>
          <p:nvPr userDrawn="1"/>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9" name="Date Placeholder 11">
            <a:extLst>
              <a:ext uri="{FF2B5EF4-FFF2-40B4-BE49-F238E27FC236}">
                <a16:creationId xmlns:a16="http://schemas.microsoft.com/office/drawing/2014/main" id="{22977876-C29D-4D32-9948-303465AEC312}"/>
              </a:ext>
            </a:extLst>
          </p:cNvPr>
          <p:cNvSpPr>
            <a:spLocks noGrp="1"/>
          </p:cNvSpPr>
          <p:nvPr>
            <p:ph type="dt" sz="half" idx="10"/>
          </p:nvPr>
        </p:nvSpPr>
        <p:spPr>
          <a:xfrm>
            <a:off x="7377730" y="6309360"/>
            <a:ext cx="2736329" cy="457200"/>
          </a:xfrm>
        </p:spPr>
        <p:txBody>
          <a:bodyPr rtlCol="0"/>
          <a:lstStyle/>
          <a:p>
            <a:pPr rtl="0"/>
            <a:r>
              <a:rPr lang="en-US"/>
              <a:t>2/1/20XX</a:t>
            </a:r>
            <a:endParaRPr lang="en-GB" dirty="0"/>
          </a:p>
        </p:txBody>
      </p:sp>
      <p:sp>
        <p:nvSpPr>
          <p:cNvPr id="20" name="Slide Number Placeholder 15">
            <a:extLst>
              <a:ext uri="{FF2B5EF4-FFF2-40B4-BE49-F238E27FC236}">
                <a16:creationId xmlns:a16="http://schemas.microsoft.com/office/drawing/2014/main" id="{6A7BC11E-2EF0-4989-9A7E-7AB377DB8534}"/>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Tree>
    <p:extLst>
      <p:ext uri="{BB962C8B-B14F-4D97-AF65-F5344CB8AC3E}">
        <p14:creationId xmlns:p14="http://schemas.microsoft.com/office/powerpoint/2010/main" val="16243523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Timeline">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0FB3D5A-25E2-453F-A78E-0A20BDCE80A2}"/>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3" name="Rectangle 2">
            <a:extLst>
              <a:ext uri="{FF2B5EF4-FFF2-40B4-BE49-F238E27FC236}">
                <a16:creationId xmlns:a16="http://schemas.microsoft.com/office/drawing/2014/main" id="{28796342-0E80-4F8E-9563-9F5EDFC0DDF2}"/>
              </a:ext>
            </a:extLst>
          </p:cNvPr>
          <p:cNvSpPr/>
          <p:nvPr userDrawn="1"/>
        </p:nvSpPr>
        <p:spPr>
          <a:xfrm>
            <a:off x="1038768" y="-2946"/>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4" name="Rectangle 3">
            <a:extLst>
              <a:ext uri="{FF2B5EF4-FFF2-40B4-BE49-F238E27FC236}">
                <a16:creationId xmlns:a16="http://schemas.microsoft.com/office/drawing/2014/main" id="{C39B2F5D-C3BA-453E-8F4D-97074F48C7AE}"/>
              </a:ext>
            </a:extLst>
          </p:cNvPr>
          <p:cNvSpPr/>
          <p:nvPr userDrawn="1"/>
        </p:nvSpPr>
        <p:spPr>
          <a:xfrm>
            <a:off x="0" y="4724838"/>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5" name="Title 1">
            <a:extLst>
              <a:ext uri="{FF2B5EF4-FFF2-40B4-BE49-F238E27FC236}">
                <a16:creationId xmlns:a16="http://schemas.microsoft.com/office/drawing/2014/main" id="{452D50E3-A27A-4AF6-928B-286E7BDB4BD9}"/>
              </a:ext>
            </a:extLst>
          </p:cNvPr>
          <p:cNvSpPr>
            <a:spLocks noGrp="1"/>
          </p:cNvSpPr>
          <p:nvPr>
            <p:ph type="title" hasCustomPrompt="1"/>
          </p:nvPr>
        </p:nvSpPr>
        <p:spPr>
          <a:xfrm>
            <a:off x="1535372" y="4872251"/>
            <a:ext cx="10013709" cy="1030360"/>
          </a:xfrm>
        </p:spPr>
        <p:txBody>
          <a:bodyPr rtlCol="0"/>
          <a:lstStyle>
            <a:lvl1pPr>
              <a:defRPr>
                <a:solidFill>
                  <a:schemeClr val="bg1"/>
                </a:solidFill>
              </a:defRPr>
            </a:lvl1pPr>
          </a:lstStyle>
          <a:p>
            <a:pPr rtl="0"/>
            <a:r>
              <a:rPr lang="en-GB">
                <a:solidFill>
                  <a:schemeClr val="bg1"/>
                </a:solidFill>
              </a:rPr>
              <a:t>Click to add title</a:t>
            </a:r>
          </a:p>
        </p:txBody>
      </p:sp>
      <p:sp>
        <p:nvSpPr>
          <p:cNvPr id="6" name="Rectangle 5">
            <a:extLst>
              <a:ext uri="{FF2B5EF4-FFF2-40B4-BE49-F238E27FC236}">
                <a16:creationId xmlns:a16="http://schemas.microsoft.com/office/drawing/2014/main" id="{D874FDF0-F4BE-433D-86EE-9E1832D4388B}"/>
              </a:ext>
            </a:extLst>
          </p:cNvPr>
          <p:cNvSpPr/>
          <p:nvPr userDrawn="1"/>
        </p:nvSpPr>
        <p:spPr>
          <a:xfrm>
            <a:off x="-1" y="4790620"/>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7" name="Rectangle 6">
            <a:extLst>
              <a:ext uri="{FF2B5EF4-FFF2-40B4-BE49-F238E27FC236}">
                <a16:creationId xmlns:a16="http://schemas.microsoft.com/office/drawing/2014/main" id="{25DFCD07-1301-45ED-B326-449ECFADE70D}"/>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8" name="Footer Placeholder 4">
            <a:extLst>
              <a:ext uri="{FF2B5EF4-FFF2-40B4-BE49-F238E27FC236}">
                <a16:creationId xmlns:a16="http://schemas.microsoft.com/office/drawing/2014/main" id="{BD5DA270-E83F-4CC8-9DA6-27CA3AEC0745}"/>
              </a:ext>
            </a:extLst>
          </p:cNvPr>
          <p:cNvSpPr>
            <a:spLocks noGrp="1"/>
          </p:cNvSpPr>
          <p:nvPr>
            <p:ph type="ftr" sz="quarter" idx="11"/>
          </p:nvPr>
        </p:nvSpPr>
        <p:spPr>
          <a:xfrm>
            <a:off x="1535372" y="6309360"/>
            <a:ext cx="4946592" cy="457200"/>
          </a:xfrm>
        </p:spPr>
        <p:txBody>
          <a:bodyPr rtlCol="0"/>
          <a:lstStyle/>
          <a:p>
            <a:pPr rtl="0"/>
            <a:r>
              <a:rPr lang="en-GB"/>
              <a:t>Presentation Title</a:t>
            </a:r>
          </a:p>
        </p:txBody>
      </p:sp>
      <p:sp>
        <p:nvSpPr>
          <p:cNvPr id="9" name="Date Placeholder 3">
            <a:extLst>
              <a:ext uri="{FF2B5EF4-FFF2-40B4-BE49-F238E27FC236}">
                <a16:creationId xmlns:a16="http://schemas.microsoft.com/office/drawing/2014/main" id="{57804587-2E59-4D83-B86E-83ADAE4FDC13}"/>
              </a:ext>
            </a:extLst>
          </p:cNvPr>
          <p:cNvSpPr>
            <a:spLocks noGrp="1"/>
          </p:cNvSpPr>
          <p:nvPr>
            <p:ph type="dt" sz="half" idx="10"/>
          </p:nvPr>
        </p:nvSpPr>
        <p:spPr>
          <a:xfrm>
            <a:off x="8202168" y="6309360"/>
            <a:ext cx="2148840" cy="457200"/>
          </a:xfrm>
        </p:spPr>
        <p:txBody>
          <a:bodyPr rtlCol="0"/>
          <a:lstStyle/>
          <a:p>
            <a:pPr rtl="0"/>
            <a:r>
              <a:rPr lang="en-US"/>
              <a:t>2/1/20XX</a:t>
            </a:r>
            <a:endParaRPr lang="en-GB" dirty="0"/>
          </a:p>
        </p:txBody>
      </p:sp>
      <p:sp>
        <p:nvSpPr>
          <p:cNvPr id="10" name="Slide Number Placeholder 5">
            <a:extLst>
              <a:ext uri="{FF2B5EF4-FFF2-40B4-BE49-F238E27FC236}">
                <a16:creationId xmlns:a16="http://schemas.microsoft.com/office/drawing/2014/main" id="{5339F117-3072-4F0C-8D1D-E5DC918CE4F0}"/>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Tree>
    <p:extLst>
      <p:ext uri="{BB962C8B-B14F-4D97-AF65-F5344CB8AC3E}">
        <p14:creationId xmlns:p14="http://schemas.microsoft.com/office/powerpoint/2010/main" val="38089988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DEBA854-A26D-41C5-9D40-DF6B49ACB136}"/>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3" name="Rectangle 12">
            <a:extLst>
              <a:ext uri="{FF2B5EF4-FFF2-40B4-BE49-F238E27FC236}">
                <a16:creationId xmlns:a16="http://schemas.microsoft.com/office/drawing/2014/main" id="{0995BFA7-EB65-4E20-A693-324FEF74D3AE}"/>
              </a:ext>
            </a:extLst>
          </p:cNvPr>
          <p:cNvSpPr/>
          <p:nvPr userDrawn="1"/>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4" name="Rectangle 13">
            <a:extLst>
              <a:ext uri="{FF2B5EF4-FFF2-40B4-BE49-F238E27FC236}">
                <a16:creationId xmlns:a16="http://schemas.microsoft.com/office/drawing/2014/main" id="{6A9E9218-0397-4231-81F4-03972AB6A3DD}"/>
              </a:ext>
            </a:extLst>
          </p:cNvPr>
          <p:cNvSpPr/>
          <p:nvPr userDrawn="1"/>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5" name="Title 1">
            <a:extLst>
              <a:ext uri="{FF2B5EF4-FFF2-40B4-BE49-F238E27FC236}">
                <a16:creationId xmlns:a16="http://schemas.microsoft.com/office/drawing/2014/main" id="{81905177-1789-44BB-950A-7018653E6466}"/>
              </a:ext>
            </a:extLst>
          </p:cNvPr>
          <p:cNvSpPr>
            <a:spLocks noGrp="1"/>
          </p:cNvSpPr>
          <p:nvPr>
            <p:ph type="title" hasCustomPrompt="1"/>
          </p:nvPr>
        </p:nvSpPr>
        <p:spPr>
          <a:xfrm>
            <a:off x="1535371" y="1044054"/>
            <a:ext cx="10013709" cy="1030360"/>
          </a:xfrm>
        </p:spPr>
        <p:txBody>
          <a:bodyPr rtlCol="0"/>
          <a:lstStyle>
            <a:lvl1pPr>
              <a:defRPr>
                <a:solidFill>
                  <a:schemeClr val="bg1"/>
                </a:solidFill>
              </a:defRPr>
            </a:lvl1pPr>
          </a:lstStyle>
          <a:p>
            <a:pPr rtl="0"/>
            <a:r>
              <a:rPr lang="en-GB">
                <a:solidFill>
                  <a:schemeClr val="bg1"/>
                </a:solidFill>
              </a:rPr>
              <a:t>Click to add title</a:t>
            </a:r>
          </a:p>
        </p:txBody>
      </p:sp>
      <p:sp>
        <p:nvSpPr>
          <p:cNvPr id="16" name="Rectangle 15">
            <a:extLst>
              <a:ext uri="{FF2B5EF4-FFF2-40B4-BE49-F238E27FC236}">
                <a16:creationId xmlns:a16="http://schemas.microsoft.com/office/drawing/2014/main" id="{AF2F4B8C-C655-4441-A7FF-616EF634E6E1}"/>
              </a:ext>
            </a:extLst>
          </p:cNvPr>
          <p:cNvSpPr/>
          <p:nvPr userDrawn="1"/>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7" name="Rectangle 16">
            <a:extLst>
              <a:ext uri="{FF2B5EF4-FFF2-40B4-BE49-F238E27FC236}">
                <a16:creationId xmlns:a16="http://schemas.microsoft.com/office/drawing/2014/main" id="{F89301A4-3CA9-4D0E-944E-1BE5921FA0B3}"/>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9" name="Footer Placeholder 4">
            <a:extLst>
              <a:ext uri="{FF2B5EF4-FFF2-40B4-BE49-F238E27FC236}">
                <a16:creationId xmlns:a16="http://schemas.microsoft.com/office/drawing/2014/main" id="{A9C29C55-D1EC-4DD4-BA5B-11E4AB1578D7}"/>
              </a:ext>
            </a:extLst>
          </p:cNvPr>
          <p:cNvSpPr>
            <a:spLocks noGrp="1"/>
          </p:cNvSpPr>
          <p:nvPr>
            <p:ph type="ftr" sz="quarter" idx="11"/>
          </p:nvPr>
        </p:nvSpPr>
        <p:spPr>
          <a:xfrm>
            <a:off x="1535371" y="6309360"/>
            <a:ext cx="5732061" cy="457200"/>
          </a:xfrm>
        </p:spPr>
        <p:txBody>
          <a:bodyPr rtlCol="0"/>
          <a:lstStyle/>
          <a:p>
            <a:pPr rtl="0"/>
            <a:r>
              <a:rPr lang="en-GB"/>
              <a:t>Presentation Title</a:t>
            </a:r>
          </a:p>
        </p:txBody>
      </p:sp>
      <p:sp>
        <p:nvSpPr>
          <p:cNvPr id="20" name="Date Placeholder 3">
            <a:extLst>
              <a:ext uri="{FF2B5EF4-FFF2-40B4-BE49-F238E27FC236}">
                <a16:creationId xmlns:a16="http://schemas.microsoft.com/office/drawing/2014/main" id="{C31C8C6B-3212-41F0-A8A1-4A6A700AFB9D}"/>
              </a:ext>
            </a:extLst>
          </p:cNvPr>
          <p:cNvSpPr>
            <a:spLocks noGrp="1"/>
          </p:cNvSpPr>
          <p:nvPr>
            <p:ph type="dt" sz="half" idx="10"/>
          </p:nvPr>
        </p:nvSpPr>
        <p:spPr>
          <a:xfrm>
            <a:off x="8202168" y="6309360"/>
            <a:ext cx="2148840" cy="457200"/>
          </a:xfrm>
        </p:spPr>
        <p:txBody>
          <a:bodyPr rtlCol="0"/>
          <a:lstStyle/>
          <a:p>
            <a:pPr rtl="0"/>
            <a:r>
              <a:rPr lang="en-US"/>
              <a:t>2/1/20XX</a:t>
            </a:r>
            <a:endParaRPr lang="en-GB" dirty="0"/>
          </a:p>
        </p:txBody>
      </p:sp>
      <p:sp>
        <p:nvSpPr>
          <p:cNvPr id="21" name="Slide Number Placeholder 5">
            <a:extLst>
              <a:ext uri="{FF2B5EF4-FFF2-40B4-BE49-F238E27FC236}">
                <a16:creationId xmlns:a16="http://schemas.microsoft.com/office/drawing/2014/main" id="{67357410-255F-470C-AD92-44B15997A771}"/>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Tree>
    <p:extLst>
      <p:ext uri="{BB962C8B-B14F-4D97-AF65-F5344CB8AC3E}">
        <p14:creationId xmlns:p14="http://schemas.microsoft.com/office/powerpoint/2010/main" val="2604351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DF88512-9E62-4695-B350-39488566A1F7}"/>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7" name="Rectangle 6">
            <a:extLst>
              <a:ext uri="{FF2B5EF4-FFF2-40B4-BE49-F238E27FC236}">
                <a16:creationId xmlns:a16="http://schemas.microsoft.com/office/drawing/2014/main" id="{18CD596D-95F4-4C5C-A0E7-86D747FE70BE}"/>
              </a:ext>
            </a:extLst>
          </p:cNvPr>
          <p:cNvSpPr/>
          <p:nvPr userDrawn="1"/>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8" name="Rectangle 7">
            <a:extLst>
              <a:ext uri="{FF2B5EF4-FFF2-40B4-BE49-F238E27FC236}">
                <a16:creationId xmlns:a16="http://schemas.microsoft.com/office/drawing/2014/main" id="{67553E9F-DCBF-4BEE-A261-5AA97361A0E0}"/>
              </a:ext>
            </a:extLst>
          </p:cNvPr>
          <p:cNvSpPr/>
          <p:nvPr userDrawn="1"/>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9" name="Title 1">
            <a:extLst>
              <a:ext uri="{FF2B5EF4-FFF2-40B4-BE49-F238E27FC236}">
                <a16:creationId xmlns:a16="http://schemas.microsoft.com/office/drawing/2014/main" id="{949B0EB0-AEBA-44ED-BC77-4188C7486144}"/>
              </a:ext>
            </a:extLst>
          </p:cNvPr>
          <p:cNvSpPr>
            <a:spLocks noGrp="1"/>
          </p:cNvSpPr>
          <p:nvPr>
            <p:ph type="title" hasCustomPrompt="1"/>
          </p:nvPr>
        </p:nvSpPr>
        <p:spPr>
          <a:xfrm>
            <a:off x="1535371" y="1044054"/>
            <a:ext cx="10013709" cy="1030360"/>
          </a:xfrm>
        </p:spPr>
        <p:txBody>
          <a:bodyPr rtlCol="0"/>
          <a:lstStyle>
            <a:lvl1pPr>
              <a:defRPr>
                <a:solidFill>
                  <a:schemeClr val="bg1"/>
                </a:solidFill>
              </a:defRPr>
            </a:lvl1pPr>
          </a:lstStyle>
          <a:p>
            <a:pPr rtl="0"/>
            <a:r>
              <a:rPr lang="en-GB">
                <a:solidFill>
                  <a:schemeClr val="bg1"/>
                </a:solidFill>
              </a:rPr>
              <a:t>Click to add title</a:t>
            </a:r>
          </a:p>
        </p:txBody>
      </p:sp>
      <p:sp>
        <p:nvSpPr>
          <p:cNvPr id="10" name="Rectangle 9">
            <a:extLst>
              <a:ext uri="{FF2B5EF4-FFF2-40B4-BE49-F238E27FC236}">
                <a16:creationId xmlns:a16="http://schemas.microsoft.com/office/drawing/2014/main" id="{7278DD10-67BC-4E87-A788-A45C6093F5F8}"/>
              </a:ext>
            </a:extLst>
          </p:cNvPr>
          <p:cNvSpPr/>
          <p:nvPr userDrawn="1"/>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1" name="Rectangle 10">
            <a:extLst>
              <a:ext uri="{FF2B5EF4-FFF2-40B4-BE49-F238E27FC236}">
                <a16:creationId xmlns:a16="http://schemas.microsoft.com/office/drawing/2014/main" id="{916769F5-486B-4B48-A543-2C70359DF66E}"/>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12" name="Footer Placeholder 4">
            <a:extLst>
              <a:ext uri="{FF2B5EF4-FFF2-40B4-BE49-F238E27FC236}">
                <a16:creationId xmlns:a16="http://schemas.microsoft.com/office/drawing/2014/main" id="{B47BB165-F380-48C4-B95B-C09C91893B2D}"/>
              </a:ext>
            </a:extLst>
          </p:cNvPr>
          <p:cNvSpPr>
            <a:spLocks noGrp="1"/>
          </p:cNvSpPr>
          <p:nvPr>
            <p:ph type="ftr" sz="quarter" idx="11"/>
          </p:nvPr>
        </p:nvSpPr>
        <p:spPr>
          <a:xfrm>
            <a:off x="1535371" y="6309360"/>
            <a:ext cx="5732061" cy="457200"/>
          </a:xfrm>
        </p:spPr>
        <p:txBody>
          <a:bodyPr rtlCol="0"/>
          <a:lstStyle/>
          <a:p>
            <a:pPr rtl="0"/>
            <a:r>
              <a:rPr lang="en-GB"/>
              <a:t>Presentation Title</a:t>
            </a:r>
          </a:p>
        </p:txBody>
      </p:sp>
      <p:sp>
        <p:nvSpPr>
          <p:cNvPr id="13" name="Date Placeholder 3">
            <a:extLst>
              <a:ext uri="{FF2B5EF4-FFF2-40B4-BE49-F238E27FC236}">
                <a16:creationId xmlns:a16="http://schemas.microsoft.com/office/drawing/2014/main" id="{49ADD171-0134-4347-A2D8-0B9D7634F1B2}"/>
              </a:ext>
            </a:extLst>
          </p:cNvPr>
          <p:cNvSpPr>
            <a:spLocks noGrp="1"/>
          </p:cNvSpPr>
          <p:nvPr>
            <p:ph type="dt" sz="half" idx="10"/>
          </p:nvPr>
        </p:nvSpPr>
        <p:spPr>
          <a:xfrm>
            <a:off x="8202168" y="6309360"/>
            <a:ext cx="2148840" cy="457200"/>
          </a:xfrm>
        </p:spPr>
        <p:txBody>
          <a:bodyPr rtlCol="0"/>
          <a:lstStyle/>
          <a:p>
            <a:pPr rtl="0"/>
            <a:r>
              <a:rPr lang="en-US"/>
              <a:t>2/1/20XX</a:t>
            </a:r>
            <a:endParaRPr lang="en-GB" dirty="0"/>
          </a:p>
        </p:txBody>
      </p:sp>
      <p:sp>
        <p:nvSpPr>
          <p:cNvPr id="14" name="Slide Number Placeholder 5">
            <a:extLst>
              <a:ext uri="{FF2B5EF4-FFF2-40B4-BE49-F238E27FC236}">
                <a16:creationId xmlns:a16="http://schemas.microsoft.com/office/drawing/2014/main" id="{F0805E9B-6657-4167-BD79-CAC59C0D841D}"/>
              </a:ext>
            </a:extLst>
          </p:cNvPr>
          <p:cNvSpPr>
            <a:spLocks noGrp="1"/>
          </p:cNvSpPr>
          <p:nvPr>
            <p:ph type="sldNum" sz="quarter" idx="12"/>
          </p:nvPr>
        </p:nvSpPr>
        <p:spPr>
          <a:xfrm>
            <a:off x="10569202" y="6309360"/>
            <a:ext cx="979879" cy="457200"/>
          </a:xfrm>
        </p:spPr>
        <p:txBody>
          <a:bodyPr rtlCol="0"/>
          <a:lstStyle/>
          <a:p>
            <a:pPr rtl="0"/>
            <a:fld id="{FAEF9944-A4F6-4C59-AEBD-678D6480B8EA}" type="slidenum">
              <a:rPr lang="en-GB" smtClean="0"/>
              <a:t>‹#›</a:t>
            </a:fld>
            <a:endParaRPr lang="en-GB" dirty="0"/>
          </a:p>
        </p:txBody>
      </p:sp>
    </p:spTree>
    <p:extLst>
      <p:ext uri="{BB962C8B-B14F-4D97-AF65-F5344CB8AC3E}">
        <p14:creationId xmlns:p14="http://schemas.microsoft.com/office/powerpoint/2010/main" val="3684561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25">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pPr rtl="0"/>
            <a:r>
              <a:rPr lang="en-US"/>
              <a:t>2/1/20XX</a:t>
            </a:r>
            <a:endParaRPr lang="en-GB"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pPr rtl="0"/>
            <a:r>
              <a:rPr lang="en-GB"/>
              <a:t>Presentation Title</a:t>
            </a:r>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pPr rtl="0"/>
            <a:fld id="{FAEF9944-A4F6-4C59-AEBD-678D6480B8EA}" type="slidenum">
              <a:rPr lang="en-GB" smtClean="0"/>
              <a:pPr/>
              <a:t>‹#›</a:t>
            </a:fld>
            <a:endParaRPr lang="en-GB"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050908"/>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737" r:id="rId16"/>
    <p:sldLayoutId id="2147483738" r:id="rId17"/>
    <p:sldLayoutId id="2147483739" r:id="rId18"/>
    <p:sldLayoutId id="2147483740" r:id="rId19"/>
    <p:sldLayoutId id="2147483741" r:id="rId20"/>
    <p:sldLayoutId id="2147483718" r:id="rId21"/>
    <p:sldLayoutId id="2147483665" r:id="rId22"/>
    <p:sldLayoutId id="2147483666" r:id="rId23"/>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hyperlink" Target="https://creativecommons.org/licenses/by-nc-nd/3.0/" TargetMode="External"/><Relationship Id="rId4" Type="http://schemas.openxmlformats.org/officeDocument/2006/relationships/hyperlink" Target="https://researchoutreach.org/articles/pain-care-role-social-class-nurses-patient-management/"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5.xml"/><Relationship Id="rId5" Type="http://schemas.openxmlformats.org/officeDocument/2006/relationships/hyperlink" Target="https://www.pexels.com/photo/serious-massage-therapist-rubbing-female-patients-sore-neck-4506218/" TargetMode="Externa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10" Type="http://schemas.openxmlformats.org/officeDocument/2006/relationships/hyperlink" Target="https://creativecommons.org/licenses/by/3.0/" TargetMode="External"/><Relationship Id="rId4" Type="http://schemas.openxmlformats.org/officeDocument/2006/relationships/diagramLayout" Target="../diagrams/layout2.xml"/><Relationship Id="rId9" Type="http://schemas.openxmlformats.org/officeDocument/2006/relationships/hyperlink" Target="https://thetoolkit.me/123-method/theory-based-evaluation/theory-step-2/focus-groups/" TargetMode="Externa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s://creativecommons.org/licenses/by-nc-nd/3.0/" TargetMode="External"/><Relationship Id="rId4" Type="http://schemas.openxmlformats.org/officeDocument/2006/relationships/hyperlink" Target="https://gsouto-digitalteacher.blogspot.com/2017/05/schools-lets-talk-about-cultural.html"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33.gif"/><Relationship Id="rId2" Type="http://schemas.openxmlformats.org/officeDocument/2006/relationships/diagramData" Target="../diagrams/data5.xml"/><Relationship Id="rId1" Type="http://schemas.openxmlformats.org/officeDocument/2006/relationships/slideLayout" Target="../slideLayouts/slideLayout1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9.xml"/><Relationship Id="rId4" Type="http://schemas.openxmlformats.org/officeDocument/2006/relationships/image" Target="../media/image40.jpeg"/></Relationships>
</file>

<file path=ppt/slides/_rels/slide2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A close-up of a person holding hands&#10;&#10;Description automatically generated">
            <a:extLst>
              <a:ext uri="{FF2B5EF4-FFF2-40B4-BE49-F238E27FC236}">
                <a16:creationId xmlns:a16="http://schemas.microsoft.com/office/drawing/2014/main" id="{8EE0EB76-B5F3-72A4-EAB8-8B6B4DEAA95F}"/>
              </a:ext>
            </a:extLst>
          </p:cNvPr>
          <p:cNvPicPr>
            <a:picLocks noGrp="1" noChangeAspect="1"/>
          </p:cNvPicPr>
          <p:nvPr>
            <p:ph type="pic" sz="quarter" idx="13"/>
          </p:nvPr>
        </p:nvPicPr>
        <p:blipFill rotWithShape="1">
          <a:blip r:embed="rId2"/>
          <a:srcRect t="11889" b="11889"/>
          <a:stretch/>
        </p:blipFill>
        <p:spPr>
          <a:noFill/>
        </p:spPr>
      </p:pic>
      <p:sp>
        <p:nvSpPr>
          <p:cNvPr id="7" name="Title 6">
            <a:extLst>
              <a:ext uri="{FF2B5EF4-FFF2-40B4-BE49-F238E27FC236}">
                <a16:creationId xmlns:a16="http://schemas.microsoft.com/office/drawing/2014/main" id="{0814B6A3-5F3E-4909-8ED5-87FE82492264}"/>
              </a:ext>
            </a:extLst>
          </p:cNvPr>
          <p:cNvSpPr>
            <a:spLocks noGrp="1"/>
          </p:cNvSpPr>
          <p:nvPr>
            <p:ph type="title"/>
          </p:nvPr>
        </p:nvSpPr>
        <p:spPr>
          <a:xfrm>
            <a:off x="-1727" y="1457609"/>
            <a:ext cx="4606535" cy="3210702"/>
          </a:xfrm>
        </p:spPr>
        <p:txBody>
          <a:bodyPr vert="horz" lIns="109728" tIns="109728" rIns="109728" bIns="91440" rtlCol="0" anchor="ctr">
            <a:normAutofit/>
          </a:bodyPr>
          <a:lstStyle/>
          <a:p>
            <a:pPr algn="ctr" rtl="0"/>
            <a:r>
              <a:rPr lang="en-GB" dirty="0"/>
              <a:t>PT7003/ PT4000</a:t>
            </a:r>
            <a:br>
              <a:rPr lang="en-GB" dirty="0"/>
            </a:br>
            <a:br>
              <a:rPr lang="en-GB" dirty="0"/>
            </a:br>
            <a:r>
              <a:rPr lang="en-GB" dirty="0"/>
              <a:t>Practical: Touch in Clinical Setting</a:t>
            </a:r>
          </a:p>
        </p:txBody>
      </p:sp>
      <p:sp>
        <p:nvSpPr>
          <p:cNvPr id="8" name="Subtitle 7">
            <a:extLst>
              <a:ext uri="{FF2B5EF4-FFF2-40B4-BE49-F238E27FC236}">
                <a16:creationId xmlns:a16="http://schemas.microsoft.com/office/drawing/2014/main" id="{4B0552E2-3F84-4A73-A16B-C54043C663D5}"/>
              </a:ext>
            </a:extLst>
          </p:cNvPr>
          <p:cNvSpPr>
            <a:spLocks noGrp="1"/>
          </p:cNvSpPr>
          <p:nvPr>
            <p:ph type="body" sz="quarter" idx="14"/>
          </p:nvPr>
        </p:nvSpPr>
        <p:spPr/>
        <p:txBody>
          <a:bodyPr vert="horz" lIns="109728" tIns="109728" rIns="109728" bIns="91440" rtlCol="0" anchor="ctr">
            <a:normAutofit/>
          </a:bodyPr>
          <a:lstStyle/>
          <a:p>
            <a:pPr marL="137160" indent="0" algn="ctr">
              <a:spcAft>
                <a:spcPts val="600"/>
              </a:spcAft>
              <a:buNone/>
            </a:pPr>
            <a:r>
              <a:rPr lang="en-US" b="1" dirty="0"/>
              <a:t>Walaa Abu-Taleb</a:t>
            </a:r>
          </a:p>
        </p:txBody>
      </p:sp>
      <p:sp>
        <p:nvSpPr>
          <p:cNvPr id="9" name="Slide Number Placeholder 8">
            <a:extLst>
              <a:ext uri="{FF2B5EF4-FFF2-40B4-BE49-F238E27FC236}">
                <a16:creationId xmlns:a16="http://schemas.microsoft.com/office/drawing/2014/main" id="{8933138F-06C1-46B9-8F23-C4B5783F6C5F}"/>
              </a:ext>
            </a:extLst>
          </p:cNvPr>
          <p:cNvSpPr>
            <a:spLocks noGrp="1"/>
          </p:cNvSpPr>
          <p:nvPr>
            <p:ph type="sldNum" sz="quarter" idx="12"/>
          </p:nvPr>
        </p:nvSpPr>
        <p:spPr/>
        <p:txBody>
          <a:bodyPr rtlCol="0" anchor="b">
            <a:normAutofit fontScale="92500" lnSpcReduction="10000"/>
          </a:bodyPr>
          <a:lstStyle/>
          <a:p>
            <a:pPr rtl="0">
              <a:spcAft>
                <a:spcPts val="600"/>
              </a:spcAft>
            </a:pPr>
            <a:fld id="{FAEF9944-A4F6-4C59-AEBD-678D6480B8EA}" type="slidenum">
              <a:rPr lang="en-GB" smtClean="0">
                <a:effectLst>
                  <a:outerShdw blurRad="50800" dist="38100" dir="2700000" algn="tl" rotWithShape="0">
                    <a:prstClr val="black">
                      <a:alpha val="43000"/>
                    </a:prstClr>
                  </a:outerShdw>
                </a:effectLst>
              </a:rPr>
              <a:pPr rtl="0">
                <a:spcAft>
                  <a:spcPts val="600"/>
                </a:spcAft>
              </a:pPr>
              <a:t>1</a:t>
            </a:fld>
            <a:endParaRPr lang="en-GB">
              <a:effectLst>
                <a:outerShdw blurRad="50800" dist="38100" dir="2700000" algn="tl" rotWithShape="0">
                  <a:prstClr val="black">
                    <a:alpha val="43000"/>
                  </a:prstClr>
                </a:outerShdw>
              </a:effectLst>
            </a:endParaRPr>
          </a:p>
        </p:txBody>
      </p:sp>
      <p:pic>
        <p:nvPicPr>
          <p:cNvPr id="12" name="Picture 11" descr="A black background with a black square&#10;&#10;Description automatically generated with medium confidence">
            <a:extLst>
              <a:ext uri="{FF2B5EF4-FFF2-40B4-BE49-F238E27FC236}">
                <a16:creationId xmlns:a16="http://schemas.microsoft.com/office/drawing/2014/main" id="{5D31FC5C-E080-E587-679F-CD8F440A7017}"/>
              </a:ext>
            </a:extLst>
          </p:cNvPr>
          <p:cNvPicPr>
            <a:picLocks noChangeAspect="1"/>
          </p:cNvPicPr>
          <p:nvPr/>
        </p:nvPicPr>
        <p:blipFill>
          <a:blip r:embed="rId3"/>
          <a:stretch>
            <a:fillRect/>
          </a:stretch>
        </p:blipFill>
        <p:spPr>
          <a:xfrm>
            <a:off x="9071573" y="5858265"/>
            <a:ext cx="2812220" cy="719329"/>
          </a:xfrm>
          <a:prstGeom prst="rect">
            <a:avLst/>
          </a:prstGeom>
        </p:spPr>
      </p:pic>
    </p:spTree>
    <p:extLst>
      <p:ext uri="{BB962C8B-B14F-4D97-AF65-F5344CB8AC3E}">
        <p14:creationId xmlns:p14="http://schemas.microsoft.com/office/powerpoint/2010/main" val="3111549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DE6B89-9484-4E50-8387-C55E031D8549}"/>
              </a:ext>
            </a:extLst>
          </p:cNvPr>
          <p:cNvSpPr>
            <a:spLocks noGrp="1"/>
          </p:cNvSpPr>
          <p:nvPr>
            <p:ph type="title"/>
          </p:nvPr>
        </p:nvSpPr>
        <p:spPr>
          <a:xfrm>
            <a:off x="1130271" y="1193800"/>
            <a:ext cx="3193050" cy="4699000"/>
          </a:xfrm>
        </p:spPr>
        <p:txBody>
          <a:bodyPr vert="horz" lIns="91440" tIns="45720" rIns="91440" bIns="45720" rtlCol="0" anchor="ctr">
            <a:normAutofit/>
          </a:bodyPr>
          <a:lstStyle/>
          <a:p>
            <a:r>
              <a:rPr lang="en-US" dirty="0"/>
              <a:t>Learning Objectives</a:t>
            </a:r>
          </a:p>
        </p:txBody>
      </p:sp>
      <p:sp>
        <p:nvSpPr>
          <p:cNvPr id="5" name="Content Placeholder 4">
            <a:extLst>
              <a:ext uri="{FF2B5EF4-FFF2-40B4-BE49-F238E27FC236}">
                <a16:creationId xmlns:a16="http://schemas.microsoft.com/office/drawing/2014/main" id="{30EB58E2-A9A0-481A-8B5B-381B836CE40B}"/>
              </a:ext>
            </a:extLst>
          </p:cNvPr>
          <p:cNvSpPr>
            <a:spLocks noGrp="1"/>
          </p:cNvSpPr>
          <p:nvPr>
            <p:ph idx="1"/>
          </p:nvPr>
        </p:nvSpPr>
        <p:spPr>
          <a:xfrm>
            <a:off x="4976636" y="539859"/>
            <a:ext cx="6331141" cy="5585558"/>
          </a:xfrm>
        </p:spPr>
        <p:txBody>
          <a:bodyPr vert="horz" lIns="91440" tIns="45720" rIns="91440" bIns="45720" rtlCol="0" anchor="ctr">
            <a:normAutofit/>
          </a:bodyPr>
          <a:lstStyle/>
          <a:p>
            <a:pPr marL="0" indent="0">
              <a:lnSpc>
                <a:spcPct val="110000"/>
              </a:lnSpc>
              <a:buNone/>
            </a:pPr>
            <a:r>
              <a:rPr lang="en-US" b="1" dirty="0"/>
              <a:t>By the end of this session, you should be:</a:t>
            </a:r>
          </a:p>
          <a:p>
            <a:pPr marL="342900">
              <a:lnSpc>
                <a:spcPct val="110000"/>
              </a:lnSpc>
            </a:pPr>
            <a:r>
              <a:rPr lang="en-US" sz="1800" dirty="0"/>
              <a:t>Understand the value and types of touch used in clinical setting</a:t>
            </a:r>
          </a:p>
          <a:p>
            <a:pPr marL="342900">
              <a:lnSpc>
                <a:spcPct val="110000"/>
              </a:lnSpc>
            </a:pPr>
            <a:r>
              <a:rPr lang="en-US" sz="1800" dirty="0"/>
              <a:t>Be aware of  own and others’ feelings in relation to touch involved in physiotherapy practice </a:t>
            </a:r>
          </a:p>
          <a:p>
            <a:pPr marL="342900">
              <a:lnSpc>
                <a:spcPct val="110000"/>
              </a:lnSpc>
            </a:pPr>
            <a:r>
              <a:rPr lang="en-US" sz="1800" dirty="0"/>
              <a:t>Practice in groups how to approach and touch a colleague</a:t>
            </a:r>
          </a:p>
          <a:p>
            <a:pPr marL="342900">
              <a:lnSpc>
                <a:spcPct val="110000"/>
              </a:lnSpc>
            </a:pPr>
            <a:r>
              <a:rPr lang="en-US" sz="1800" dirty="0"/>
              <a:t>Understand the boundaries of professional and unprofessional touch</a:t>
            </a:r>
          </a:p>
          <a:p>
            <a:pPr marL="342900">
              <a:lnSpc>
                <a:spcPct val="110000"/>
              </a:lnSpc>
            </a:pPr>
            <a:r>
              <a:rPr lang="en-US" sz="1800" dirty="0"/>
              <a:t>Understand the boundaries of touch in different cultures. </a:t>
            </a:r>
          </a:p>
          <a:p>
            <a:pPr marL="342900">
              <a:lnSpc>
                <a:spcPct val="110000"/>
              </a:lnSpc>
            </a:pPr>
            <a:r>
              <a:rPr lang="en-US" sz="1800" dirty="0"/>
              <a:t>Set ground rules for your communication with your peers.</a:t>
            </a:r>
          </a:p>
        </p:txBody>
      </p:sp>
      <p:pic>
        <p:nvPicPr>
          <p:cNvPr id="6" name="Picture Placeholder 6">
            <a:extLst>
              <a:ext uri="{FF2B5EF4-FFF2-40B4-BE49-F238E27FC236}">
                <a16:creationId xmlns:a16="http://schemas.microsoft.com/office/drawing/2014/main" id="{B0C67A30-C0D8-D0F1-F653-F623BE69D3CE}"/>
              </a:ext>
            </a:extLst>
          </p:cNvPr>
          <p:cNvPicPr>
            <a:picLocks noGrp="1" noChangeAspect="1"/>
          </p:cNvPicPr>
          <p:nvPr>
            <p:ph type="pic" sz="quarter" idx="13"/>
          </p:nvPr>
        </p:nvPicPr>
        <p:blipFill rotWithShape="1">
          <a:blip r:embed="rId3">
            <a:alphaModFix amt="50000"/>
          </a:blip>
          <a:srcRect t="8943" r="-1" b="32000"/>
          <a:stretch/>
        </p:blipFill>
        <p:spPr>
          <a:xfrm>
            <a:off x="0" y="-809427"/>
            <a:ext cx="12191695" cy="6857990"/>
          </a:xfrm>
          <a:prstGeom prst="rect">
            <a:avLst/>
          </a:prstGeom>
          <a:noFill/>
        </p:spPr>
      </p:pic>
      <p:sp>
        <p:nvSpPr>
          <p:cNvPr id="24" name="Slide Number Placeholder 23">
            <a:extLst>
              <a:ext uri="{FF2B5EF4-FFF2-40B4-BE49-F238E27FC236}">
                <a16:creationId xmlns:a16="http://schemas.microsoft.com/office/drawing/2014/main" id="{29B547D4-09F9-49AB-B5C7-2EDDB233C78D}"/>
              </a:ext>
            </a:extLst>
          </p:cNvPr>
          <p:cNvSpPr>
            <a:spLocks noGrp="1"/>
          </p:cNvSpPr>
          <p:nvPr>
            <p:ph type="sldNum" sz="quarter" idx="12"/>
          </p:nvPr>
        </p:nvSpPr>
        <p:spPr>
          <a:xfrm>
            <a:off x="3512302" y="448056"/>
            <a:ext cx="811019" cy="503578"/>
          </a:xfrm>
        </p:spPr>
        <p:txBody>
          <a:bodyPr vert="horz" lIns="91440" tIns="45720" rIns="91440" bIns="45720" rtlCol="0" anchor="t">
            <a:normAutofit/>
          </a:bodyPr>
          <a:lstStyle/>
          <a:p>
            <a:pPr>
              <a:lnSpc>
                <a:spcPct val="90000"/>
              </a:lnSpc>
              <a:spcAft>
                <a:spcPts val="600"/>
              </a:spcAft>
            </a:pPr>
            <a:fld id="{FAEF9944-A4F6-4C59-AEBD-678D6480B8EA}" type="slidenum">
              <a:rPr lang="en-US">
                <a:solidFill>
                  <a:schemeClr val="tx1"/>
                </a:solidFill>
              </a:rPr>
              <a:pPr>
                <a:lnSpc>
                  <a:spcPct val="90000"/>
                </a:lnSpc>
                <a:spcAft>
                  <a:spcPts val="600"/>
                </a:spcAft>
              </a:pPr>
              <a:t>2</a:t>
            </a:fld>
            <a:endParaRPr lang="en-US">
              <a:solidFill>
                <a:schemeClr val="tx1"/>
              </a:solidFill>
            </a:endParaRPr>
          </a:p>
        </p:txBody>
      </p:sp>
    </p:spTree>
    <p:extLst>
      <p:ext uri="{BB962C8B-B14F-4D97-AF65-F5344CB8AC3E}">
        <p14:creationId xmlns:p14="http://schemas.microsoft.com/office/powerpoint/2010/main" val="3318299500"/>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16" name="Picture 15">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8" name="Straight Connector 17">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ECF35C3-8B44-4F4B-BD25-4C01823DB2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22" name="Rectangle 21">
            <a:extLst>
              <a:ext uri="{FF2B5EF4-FFF2-40B4-BE49-F238E27FC236}">
                <a16:creationId xmlns:a16="http://schemas.microsoft.com/office/drawing/2014/main" id="{D0712110-0BC1-4B31-B3BB-63B44222E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466B5F3-C053-4580-B04A-1EF94988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B1D129AD-0464-AB2B-3D24-F57503766A7C}"/>
              </a:ext>
            </a:extLst>
          </p:cNvPr>
          <p:cNvSpPr>
            <a:spLocks noGrp="1"/>
          </p:cNvSpPr>
          <p:nvPr>
            <p:ph type="ctrTitle"/>
          </p:nvPr>
        </p:nvSpPr>
        <p:spPr>
          <a:xfrm>
            <a:off x="668558" y="642796"/>
            <a:ext cx="4960442" cy="2700934"/>
          </a:xfrm>
        </p:spPr>
        <p:txBody>
          <a:bodyPr vert="horz" lIns="91440" tIns="45720" rIns="91440" bIns="0" rtlCol="0" anchor="ctr">
            <a:normAutofit/>
          </a:bodyPr>
          <a:lstStyle/>
          <a:p>
            <a:pPr algn="ctr">
              <a:lnSpc>
                <a:spcPct val="150000"/>
              </a:lnSpc>
            </a:pPr>
            <a:r>
              <a:rPr lang="en-US" sz="4800" dirty="0"/>
              <a:t>Warm Up Activity</a:t>
            </a:r>
          </a:p>
        </p:txBody>
      </p:sp>
      <p:cxnSp>
        <p:nvCxnSpPr>
          <p:cNvPr id="26" name="Straight Connector 25">
            <a:extLst>
              <a:ext uri="{FF2B5EF4-FFF2-40B4-BE49-F238E27FC236}">
                <a16:creationId xmlns:a16="http://schemas.microsoft.com/office/drawing/2014/main" id="{FA6123F2-4B61-414F-A7E5-5B7828EACA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2617" y="3528543"/>
            <a:ext cx="4171479"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9" name="Content Placeholder 8" descr="Sport team before game">
            <a:extLst>
              <a:ext uri="{FF2B5EF4-FFF2-40B4-BE49-F238E27FC236}">
                <a16:creationId xmlns:a16="http://schemas.microsoft.com/office/drawing/2014/main" id="{F28532EC-7F83-AE92-18FE-3810152F4F5E}"/>
              </a:ext>
            </a:extLst>
          </p:cNvPr>
          <p:cNvPicPr>
            <a:picLocks noGrp="1" noChangeAspect="1"/>
          </p:cNvPicPr>
          <p:nvPr>
            <p:ph type="pic" sz="quarter" idx="13"/>
          </p:nvPr>
        </p:nvPicPr>
        <p:blipFill rotWithShape="1">
          <a:blip r:embed="rId4"/>
          <a:srcRect l="9091" t="2071" b="21318"/>
          <a:stretch/>
        </p:blipFill>
        <p:spPr>
          <a:xfrm>
            <a:off x="6094411" y="1740799"/>
            <a:ext cx="4960442" cy="2790330"/>
          </a:xfrm>
          <a:prstGeom prst="rect">
            <a:avLst/>
          </a:prstGeom>
          <a:noFill/>
        </p:spPr>
      </p:pic>
      <p:pic>
        <p:nvPicPr>
          <p:cNvPr id="28" name="Picture 27">
            <a:extLst>
              <a:ext uri="{FF2B5EF4-FFF2-40B4-BE49-F238E27FC236}">
                <a16:creationId xmlns:a16="http://schemas.microsoft.com/office/drawing/2014/main" id="{25CED634-E2D0-4AB7-96DD-816C9B52C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0" name="Straight Connector 29">
            <a:extLst>
              <a:ext uri="{FF2B5EF4-FFF2-40B4-BE49-F238E27FC236}">
                <a16:creationId xmlns:a16="http://schemas.microsoft.com/office/drawing/2014/main" id="{FCDDCDFB-696D-4FDF-9B58-24F71B7C37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7" name="Slide Number Placeholder 6" hidden="1">
            <a:extLst>
              <a:ext uri="{FF2B5EF4-FFF2-40B4-BE49-F238E27FC236}">
                <a16:creationId xmlns:a16="http://schemas.microsoft.com/office/drawing/2014/main" id="{DF2BF473-B2F2-EDEF-F3D6-5440E0E3A813}"/>
              </a:ext>
            </a:extLst>
          </p:cNvPr>
          <p:cNvSpPr>
            <a:spLocks noGrp="1"/>
          </p:cNvSpPr>
          <p:nvPr>
            <p:ph type="sldNum" sz="quarter" idx="4294967295"/>
          </p:nvPr>
        </p:nvSpPr>
        <p:spPr>
          <a:xfrm>
            <a:off x="11212513" y="6308725"/>
            <a:ext cx="979487" cy="457200"/>
          </a:xfrm>
        </p:spPr>
        <p:txBody>
          <a:bodyPr/>
          <a:lstStyle/>
          <a:p>
            <a:pPr rtl="0">
              <a:spcAft>
                <a:spcPts val="600"/>
              </a:spcAft>
            </a:pPr>
            <a:fld id="{FAEF9944-A4F6-4C59-AEBD-678D6480B8EA}" type="slidenum">
              <a:rPr lang="en-GB" smtClean="0"/>
              <a:pPr rtl="0">
                <a:spcAft>
                  <a:spcPts val="600"/>
                </a:spcAft>
              </a:pPr>
              <a:t>3</a:t>
            </a:fld>
            <a:endParaRPr lang="en-GB"/>
          </a:p>
        </p:txBody>
      </p:sp>
      <p:sp>
        <p:nvSpPr>
          <p:cNvPr id="4" name="TextBox 3">
            <a:extLst>
              <a:ext uri="{FF2B5EF4-FFF2-40B4-BE49-F238E27FC236}">
                <a16:creationId xmlns:a16="http://schemas.microsoft.com/office/drawing/2014/main" id="{BF5E3F02-B115-8DB6-9F2B-5821D7F2B222}"/>
              </a:ext>
            </a:extLst>
          </p:cNvPr>
          <p:cNvSpPr txBox="1"/>
          <p:nvPr/>
        </p:nvSpPr>
        <p:spPr>
          <a:xfrm>
            <a:off x="443620" y="3622407"/>
            <a:ext cx="6145753" cy="224676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t>We will introduce ourselves and say something interesting about us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t>1- Pair up with a colleague and share an interesting fact about yourself.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t>2- Each pair will introduce their partner to the group.</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t>3- Discuss your expectations of what touch in clinical settings may mean to?</a:t>
            </a:r>
          </a:p>
        </p:txBody>
      </p:sp>
    </p:spTree>
    <p:extLst>
      <p:ext uri="{BB962C8B-B14F-4D97-AF65-F5344CB8AC3E}">
        <p14:creationId xmlns:p14="http://schemas.microsoft.com/office/powerpoint/2010/main" val="1958698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57000"/>
            <a:lum/>
            <a:extLst>
              <a:ext uri="{96DAC541-7B7A-43D3-8B79-37D633B846F1}">
                <asvg:svgBlip xmlns:asvg="http://schemas.microsoft.com/office/drawing/2016/SVG/main" r:embed="rId4"/>
              </a:ext>
            </a:extLst>
          </a:blip>
          <a:srcRect/>
          <a:stretch>
            <a:fillRect t="-50000" b="-50000"/>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EDB7E63-0AD5-451A-9802-48AB1D44E6A8}"/>
              </a:ext>
            </a:extLst>
          </p:cNvPr>
          <p:cNvSpPr>
            <a:spLocks noGrp="1"/>
          </p:cNvSpPr>
          <p:nvPr>
            <p:ph type="title"/>
          </p:nvPr>
        </p:nvSpPr>
        <p:spPr/>
        <p:txBody>
          <a:bodyPr vert="horz" lIns="91440" tIns="45720" rIns="91440" bIns="45720" rtlCol="0">
            <a:normAutofit/>
          </a:bodyPr>
          <a:lstStyle/>
          <a:p>
            <a:r>
              <a:rPr lang="en-US" dirty="0"/>
              <a:t>Introduction</a:t>
            </a:r>
          </a:p>
        </p:txBody>
      </p:sp>
      <p:sp>
        <p:nvSpPr>
          <p:cNvPr id="9" name="Content Placeholder 8">
            <a:extLst>
              <a:ext uri="{FF2B5EF4-FFF2-40B4-BE49-F238E27FC236}">
                <a16:creationId xmlns:a16="http://schemas.microsoft.com/office/drawing/2014/main" id="{469D770A-D8B9-4D5E-BB61-CD763E29DC55}"/>
              </a:ext>
            </a:extLst>
          </p:cNvPr>
          <p:cNvSpPr>
            <a:spLocks noGrp="1"/>
          </p:cNvSpPr>
          <p:nvPr>
            <p:ph idx="1"/>
          </p:nvPr>
        </p:nvSpPr>
        <p:spPr>
          <a:xfrm>
            <a:off x="480060" y="2015734"/>
            <a:ext cx="6593803" cy="3450613"/>
          </a:xfrm>
        </p:spPr>
        <p:txBody>
          <a:bodyPr vert="horz" lIns="91440" tIns="45720" rIns="91440" bIns="45720" rtlCol="0">
            <a:normAutofit/>
          </a:bodyPr>
          <a:lstStyle/>
          <a:p>
            <a:pPr>
              <a:buClr>
                <a:srgbClr val="EBBE9A"/>
              </a:buClr>
            </a:pPr>
            <a:r>
              <a:rPr lang="en-US" sz="2400" dirty="0"/>
              <a:t>Touch is an integral part of being human and a part of human interaction; it is manifest socially, relationally, culturally and professionally. </a:t>
            </a:r>
          </a:p>
          <a:p>
            <a:pPr>
              <a:buClr>
                <a:srgbClr val="EBBE9A"/>
              </a:buClr>
            </a:pPr>
            <a:r>
              <a:rPr lang="en-US" sz="2400" dirty="0"/>
              <a:t>Health care makes considerable use of touch, and for most health professionals it is essential to their practice. </a:t>
            </a:r>
          </a:p>
        </p:txBody>
      </p:sp>
      <p:sp>
        <p:nvSpPr>
          <p:cNvPr id="23" name="Slide Number Placeholder 22">
            <a:extLst>
              <a:ext uri="{FF2B5EF4-FFF2-40B4-BE49-F238E27FC236}">
                <a16:creationId xmlns:a16="http://schemas.microsoft.com/office/drawing/2014/main" id="{1CFAACA4-65B8-42F6-BCD5-C3D1E8D95F2A}"/>
              </a:ext>
            </a:extLst>
          </p:cNvPr>
          <p:cNvSpPr>
            <a:spLocks noGrp="1"/>
          </p:cNvSpPr>
          <p:nvPr>
            <p:ph type="sldNum" sz="quarter" idx="12"/>
          </p:nvPr>
        </p:nvSpPr>
        <p:spPr/>
        <p:txBody>
          <a:bodyPr vert="horz" lIns="91440" tIns="45720" rIns="91440" bIns="45720" rtlCol="0">
            <a:normAutofit/>
          </a:bodyPr>
          <a:lstStyle/>
          <a:p>
            <a:pPr>
              <a:lnSpc>
                <a:spcPct val="90000"/>
              </a:lnSpc>
              <a:spcAft>
                <a:spcPts val="600"/>
              </a:spcAft>
            </a:pPr>
            <a:fld id="{FAEF9944-A4F6-4C59-AEBD-678D6480B8EA}" type="slidenum">
              <a:rPr lang="en-US" kern="1200">
                <a:latin typeface="+mn-lt"/>
                <a:ea typeface="+mn-ea"/>
                <a:cs typeface="+mn-cs"/>
              </a:rPr>
              <a:pPr>
                <a:lnSpc>
                  <a:spcPct val="90000"/>
                </a:lnSpc>
                <a:spcAft>
                  <a:spcPts val="600"/>
                </a:spcAft>
              </a:pPr>
              <a:t>4</a:t>
            </a:fld>
            <a:endParaRPr lang="en-US" kern="1200">
              <a:latin typeface="+mn-lt"/>
              <a:ea typeface="+mn-ea"/>
              <a:cs typeface="+mn-cs"/>
            </a:endParaRPr>
          </a:p>
        </p:txBody>
      </p:sp>
      <p:pic>
        <p:nvPicPr>
          <p:cNvPr id="1028" name="Picture 4" descr="Conceptualisation of the therapeutic alliance in physiotherapy: is it  adequate? - ScienceDirect">
            <a:extLst>
              <a:ext uri="{FF2B5EF4-FFF2-40B4-BE49-F238E27FC236}">
                <a16:creationId xmlns:a16="http://schemas.microsoft.com/office/drawing/2014/main" id="{683F0B07-2629-3680-AB7D-8CBBCAB265C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596" r="5541" b="2"/>
          <a:stretch/>
        </p:blipFill>
        <p:spPr bwMode="auto">
          <a:xfrm>
            <a:off x="7771305" y="1191288"/>
            <a:ext cx="3799023" cy="4275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9332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802A14C-635E-B9C5-BA6F-99E84B5C7EA2}"/>
              </a:ext>
            </a:extLst>
          </p:cNvPr>
          <p:cNvSpPr>
            <a:spLocks noGrp="1"/>
          </p:cNvSpPr>
          <p:nvPr>
            <p:ph type="title"/>
          </p:nvPr>
        </p:nvSpPr>
        <p:spPr/>
        <p:txBody>
          <a:bodyPr/>
          <a:lstStyle/>
          <a:p>
            <a:r>
              <a:rPr lang="en-GB" dirty="0"/>
              <a:t>Neurophysiology of human touch</a:t>
            </a:r>
          </a:p>
        </p:txBody>
      </p:sp>
      <p:sp>
        <p:nvSpPr>
          <p:cNvPr id="9" name="Content Placeholder 8">
            <a:extLst>
              <a:ext uri="{FF2B5EF4-FFF2-40B4-BE49-F238E27FC236}">
                <a16:creationId xmlns:a16="http://schemas.microsoft.com/office/drawing/2014/main" id="{486042BA-4D9D-F5C7-7D2B-9B9E1F1594F4}"/>
              </a:ext>
            </a:extLst>
          </p:cNvPr>
          <p:cNvSpPr>
            <a:spLocks noGrp="1"/>
          </p:cNvSpPr>
          <p:nvPr>
            <p:ph idx="1"/>
          </p:nvPr>
        </p:nvSpPr>
        <p:spPr>
          <a:xfrm>
            <a:off x="814813" y="2015732"/>
            <a:ext cx="10240042" cy="3905234"/>
          </a:xfrm>
        </p:spPr>
        <p:txBody>
          <a:bodyPr>
            <a:normAutofit/>
          </a:bodyPr>
          <a:lstStyle/>
          <a:p>
            <a:r>
              <a:rPr lang="en-GB" sz="2400" dirty="0"/>
              <a:t>The neurophysiological response to touch includes the release of specific chemicals and neurotransmitters that lead to neuroendocrine effects; vagal stimulation; reduction of stress, pain and depression; and enhancement of immunity.</a:t>
            </a:r>
          </a:p>
          <a:p>
            <a:r>
              <a:rPr lang="en-GB" sz="2400" dirty="0"/>
              <a:t>Affective touch also appears to lessen allostatic load (i.e. stress) in critically ill patients, due to the positive effects on pathophysiological processes aggravated by stress, such as immune and neuroendocrine derangements and inflammation.</a:t>
            </a:r>
          </a:p>
        </p:txBody>
      </p:sp>
      <p:sp>
        <p:nvSpPr>
          <p:cNvPr id="7" name="Slide Number Placeholder 6">
            <a:extLst>
              <a:ext uri="{FF2B5EF4-FFF2-40B4-BE49-F238E27FC236}">
                <a16:creationId xmlns:a16="http://schemas.microsoft.com/office/drawing/2014/main" id="{AC2189BC-D20C-53B4-AC14-8454248AA842}"/>
              </a:ext>
            </a:extLst>
          </p:cNvPr>
          <p:cNvSpPr>
            <a:spLocks noGrp="1"/>
          </p:cNvSpPr>
          <p:nvPr>
            <p:ph type="sldNum" sz="quarter" idx="12"/>
          </p:nvPr>
        </p:nvSpPr>
        <p:spPr/>
        <p:txBody>
          <a:bodyPr/>
          <a:lstStyle/>
          <a:p>
            <a:pPr rtl="0"/>
            <a:fld id="{FAEF9944-A4F6-4C59-AEBD-678D6480B8EA}" type="slidenum">
              <a:rPr lang="en-GB" smtClean="0"/>
              <a:t>5</a:t>
            </a:fld>
            <a:endParaRPr lang="en-GB" dirty="0"/>
          </a:p>
        </p:txBody>
      </p:sp>
    </p:spTree>
    <p:extLst>
      <p:ext uri="{BB962C8B-B14F-4D97-AF65-F5344CB8AC3E}">
        <p14:creationId xmlns:p14="http://schemas.microsoft.com/office/powerpoint/2010/main" val="2106582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80D88-2E30-4E0C-DDF7-2BC9BB09FC80}"/>
              </a:ext>
            </a:extLst>
          </p:cNvPr>
          <p:cNvSpPr>
            <a:spLocks noGrp="1"/>
          </p:cNvSpPr>
          <p:nvPr>
            <p:ph type="title"/>
          </p:nvPr>
        </p:nvSpPr>
        <p:spPr/>
        <p:txBody>
          <a:bodyPr anchor="ctr">
            <a:normAutofit/>
          </a:bodyPr>
          <a:lstStyle/>
          <a:p>
            <a:pPr>
              <a:lnSpc>
                <a:spcPct val="140000"/>
              </a:lnSpc>
            </a:pPr>
            <a:r>
              <a:rPr lang="en-GB" sz="2800"/>
              <a:t>Types of Touch</a:t>
            </a:r>
          </a:p>
        </p:txBody>
      </p:sp>
      <p:sp>
        <p:nvSpPr>
          <p:cNvPr id="5" name="Content Placeholder 4">
            <a:extLst>
              <a:ext uri="{FF2B5EF4-FFF2-40B4-BE49-F238E27FC236}">
                <a16:creationId xmlns:a16="http://schemas.microsoft.com/office/drawing/2014/main" id="{9DCD95DB-EF62-349C-A515-3AE7EE493A0B}"/>
              </a:ext>
            </a:extLst>
          </p:cNvPr>
          <p:cNvSpPr>
            <a:spLocks noGrp="1"/>
          </p:cNvSpPr>
          <p:nvPr>
            <p:ph idx="1"/>
          </p:nvPr>
        </p:nvSpPr>
        <p:spPr/>
        <p:txBody>
          <a:bodyPr anchor="t">
            <a:normAutofit/>
          </a:bodyPr>
          <a:lstStyle/>
          <a:p>
            <a:pPr>
              <a:lnSpc>
                <a:spcPct val="130000"/>
              </a:lnSpc>
            </a:pPr>
            <a:r>
              <a:rPr lang="en-GB" sz="1800" dirty="0"/>
              <a:t>Generally, touch could be differentiated into three main types:</a:t>
            </a:r>
          </a:p>
          <a:p>
            <a:pPr marL="342900" indent="-342900">
              <a:lnSpc>
                <a:spcPct val="130000"/>
              </a:lnSpc>
              <a:buFont typeface="+mj-lt"/>
              <a:buAutoNum type="arabicPeriod"/>
            </a:pPr>
            <a:r>
              <a:rPr lang="en-GB" sz="1800" dirty="0"/>
              <a:t>Diagnostic/instrumental (i.e. Taking a peripheral pulse, examining the abdomen), </a:t>
            </a:r>
          </a:p>
          <a:p>
            <a:pPr marL="342900" indent="-342900">
              <a:lnSpc>
                <a:spcPct val="130000"/>
              </a:lnSpc>
              <a:buFont typeface="+mj-lt"/>
              <a:buAutoNum type="arabicPeriod"/>
            </a:pPr>
            <a:r>
              <a:rPr lang="en-GB" sz="1800" dirty="0"/>
              <a:t>Therapeutic (i.e. Applying a dressing, mobilising a joint) and</a:t>
            </a:r>
          </a:p>
          <a:p>
            <a:pPr marL="342900" indent="-342900">
              <a:lnSpc>
                <a:spcPct val="130000"/>
              </a:lnSpc>
              <a:buFont typeface="+mj-lt"/>
              <a:buAutoNum type="arabicPeriod"/>
            </a:pPr>
            <a:r>
              <a:rPr lang="en-GB" sz="1800" dirty="0"/>
              <a:t>Expressive (i.e. A demonstration of empathy, a signal of partnership).</a:t>
            </a:r>
            <a:endParaRPr lang="en-GB" b="0" i="0" dirty="0">
              <a:effectLst/>
              <a:highlight>
                <a:srgbClr val="FFFFFF"/>
              </a:highlight>
            </a:endParaRPr>
          </a:p>
        </p:txBody>
      </p:sp>
      <p:pic>
        <p:nvPicPr>
          <p:cNvPr id="11" name="Picture Placeholder 10" descr="A nurse helping a person in a hospital bed&#10;&#10;Description automatically generated">
            <a:extLst>
              <a:ext uri="{FF2B5EF4-FFF2-40B4-BE49-F238E27FC236}">
                <a16:creationId xmlns:a16="http://schemas.microsoft.com/office/drawing/2014/main" id="{1DE6BB13-5B17-A0EC-5EF8-293713FCD8CC}"/>
              </a:ext>
            </a:extLst>
          </p:cNvPr>
          <p:cNvPicPr>
            <a:picLocks noGrp="1" noChangeAspect="1"/>
          </p:cNvPicPr>
          <p:nvPr>
            <p:ph type="pic" sz="quarter" idx="13"/>
          </p:nvPr>
        </p:nvPicPr>
        <p:blipFill rotWithShape="1">
          <a:blip r:embed="rId3">
            <a:extLst>
              <a:ext uri="{837473B0-CC2E-450A-ABE3-18F120FF3D39}">
                <a1611:picAttrSrcUrl xmlns:a1611="http://schemas.microsoft.com/office/drawing/2016/11/main" r:id="rId4"/>
              </a:ext>
            </a:extLst>
          </a:blip>
          <a:srcRect l="23548" r="23548"/>
          <a:stretch/>
        </p:blipFill>
        <p:spPr>
          <a:noFill/>
        </p:spPr>
      </p:pic>
      <p:sp>
        <p:nvSpPr>
          <p:cNvPr id="8" name="Slide Number Placeholder 7">
            <a:extLst>
              <a:ext uri="{FF2B5EF4-FFF2-40B4-BE49-F238E27FC236}">
                <a16:creationId xmlns:a16="http://schemas.microsoft.com/office/drawing/2014/main" id="{473C35BD-45B3-7B35-8FC2-E93FA728B9C3}"/>
              </a:ext>
            </a:extLst>
          </p:cNvPr>
          <p:cNvSpPr>
            <a:spLocks noGrp="1"/>
          </p:cNvSpPr>
          <p:nvPr>
            <p:ph type="sldNum" sz="quarter" idx="12"/>
          </p:nvPr>
        </p:nvSpPr>
        <p:spPr/>
        <p:txBody>
          <a:bodyPr anchor="b">
            <a:normAutofit fontScale="92500" lnSpcReduction="10000"/>
          </a:bodyPr>
          <a:lstStyle/>
          <a:p>
            <a:pPr rtl="0">
              <a:spcAft>
                <a:spcPts val="600"/>
              </a:spcAft>
            </a:pPr>
            <a:fld id="{FAEF9944-A4F6-4C59-AEBD-678D6480B8EA}" type="slidenum">
              <a:rPr lang="en-GB" smtClean="0"/>
              <a:pPr rtl="0">
                <a:spcAft>
                  <a:spcPts val="600"/>
                </a:spcAft>
              </a:pPr>
              <a:t>6</a:t>
            </a:fld>
            <a:endParaRPr lang="en-GB"/>
          </a:p>
        </p:txBody>
      </p:sp>
      <p:sp>
        <p:nvSpPr>
          <p:cNvPr id="12" name="TextBox 11">
            <a:extLst>
              <a:ext uri="{FF2B5EF4-FFF2-40B4-BE49-F238E27FC236}">
                <a16:creationId xmlns:a16="http://schemas.microsoft.com/office/drawing/2014/main" id="{2EDDF19F-47D8-20CA-703B-25CEA45740D2}"/>
              </a:ext>
            </a:extLst>
          </p:cNvPr>
          <p:cNvSpPr txBox="1"/>
          <p:nvPr/>
        </p:nvSpPr>
        <p:spPr>
          <a:xfrm>
            <a:off x="9237345" y="5923233"/>
            <a:ext cx="2954655" cy="200055"/>
          </a:xfrm>
          <a:prstGeom prst="rect">
            <a:avLst/>
          </a:prstGeom>
          <a:solidFill>
            <a:srgbClr val="000000"/>
          </a:solidFill>
        </p:spPr>
        <p:txBody>
          <a:bodyPr wrap="none" rtlCol="0">
            <a:spAutoFit/>
          </a:bodyPr>
          <a:lstStyle/>
          <a:p>
            <a:pPr algn="r">
              <a:spcAft>
                <a:spcPts val="600"/>
              </a:spcAft>
            </a:pPr>
            <a:r>
              <a:rPr lang="en-GB" sz="700">
                <a:solidFill>
                  <a:srgbClr val="FFFFFF"/>
                </a:solidFill>
                <a:hlinkClick r:id="rId4" tooltip="https://researchoutreach.org/articles/pain-care-role-social-class-nurses-patient-management/">
                  <a:extLst>
                    <a:ext uri="{A12FA001-AC4F-418D-AE19-62706E023703}">
                      <ahyp:hlinkClr xmlns:ahyp="http://schemas.microsoft.com/office/drawing/2018/hyperlinkcolor" val="tx"/>
                    </a:ext>
                  </a:extLst>
                </a:hlinkClick>
              </a:rPr>
              <a:t>This Photo</a:t>
            </a:r>
            <a:r>
              <a:rPr lang="en-GB" sz="700">
                <a:solidFill>
                  <a:srgbClr val="FFFFFF"/>
                </a:solidFill>
              </a:rPr>
              <a:t> by Unknown Author is licensed under </a:t>
            </a:r>
            <a:r>
              <a:rPr lang="en-GB" sz="700">
                <a:solidFill>
                  <a:srgbClr val="FFFFFF"/>
                </a:solidFill>
                <a:hlinkClick r:id="rId5" tooltip="https://creativecommons.org/licenses/by-nc-nd/3.0/">
                  <a:extLst>
                    <a:ext uri="{A12FA001-AC4F-418D-AE19-62706E023703}">
                      <ahyp:hlinkClr xmlns:ahyp="http://schemas.microsoft.com/office/drawing/2018/hyperlinkcolor" val="tx"/>
                    </a:ext>
                  </a:extLst>
                </a:hlinkClick>
              </a:rPr>
              <a:t>CC BY-NC-ND</a:t>
            </a:r>
            <a:endParaRPr lang="en-GB" sz="700">
              <a:solidFill>
                <a:srgbClr val="FFFFFF"/>
              </a:solidFill>
            </a:endParaRPr>
          </a:p>
        </p:txBody>
      </p:sp>
    </p:spTree>
    <p:extLst>
      <p:ext uri="{BB962C8B-B14F-4D97-AF65-F5344CB8AC3E}">
        <p14:creationId xmlns:p14="http://schemas.microsoft.com/office/powerpoint/2010/main" val="1183220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15" name="Picture 14">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7" name="Straight Connector 16">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56012FD-74A8-4C91-B318-435CF2B719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21" name="Rectangle 20">
            <a:extLst>
              <a:ext uri="{FF2B5EF4-FFF2-40B4-BE49-F238E27FC236}">
                <a16:creationId xmlns:a16="http://schemas.microsoft.com/office/drawing/2014/main" id="{35C3D674-3D59-4E93-80CA-0C0A9095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C884B8F8-FDC9-498B-9960-5D7260AFC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417737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4AD083FE-49C4-7E15-D1BE-6513CB293B1E}"/>
              </a:ext>
            </a:extLst>
          </p:cNvPr>
          <p:cNvSpPr>
            <a:spLocks noGrp="1"/>
          </p:cNvSpPr>
          <p:nvPr>
            <p:ph type="title"/>
          </p:nvPr>
        </p:nvSpPr>
        <p:spPr>
          <a:xfrm>
            <a:off x="1451580" y="804520"/>
            <a:ext cx="6841394" cy="1049235"/>
          </a:xfrm>
        </p:spPr>
        <p:txBody>
          <a:bodyPr vert="horz" lIns="91440" tIns="45720" rIns="91440" bIns="45720" rtlCol="0" anchor="t">
            <a:normAutofit/>
          </a:bodyPr>
          <a:lstStyle/>
          <a:p>
            <a:r>
              <a:rPr lang="en-US" dirty="0"/>
              <a:t>Patients Perspective </a:t>
            </a:r>
          </a:p>
        </p:txBody>
      </p:sp>
      <p:sp>
        <p:nvSpPr>
          <p:cNvPr id="7" name="Slide Number Placeholder 6">
            <a:extLst>
              <a:ext uri="{FF2B5EF4-FFF2-40B4-BE49-F238E27FC236}">
                <a16:creationId xmlns:a16="http://schemas.microsoft.com/office/drawing/2014/main" id="{9322A883-C32E-9D92-5430-F03C36A18A36}"/>
              </a:ext>
            </a:extLst>
          </p:cNvPr>
          <p:cNvSpPr>
            <a:spLocks noGrp="1"/>
          </p:cNvSpPr>
          <p:nvPr>
            <p:ph type="sldNum" sz="quarter" idx="12"/>
          </p:nvPr>
        </p:nvSpPr>
        <p:spPr>
          <a:xfrm>
            <a:off x="480060" y="798973"/>
            <a:ext cx="811019" cy="503578"/>
          </a:xfrm>
        </p:spPr>
        <p:txBody>
          <a:bodyPr vert="horz" lIns="91440" tIns="45720" rIns="91440" bIns="45720" rtlCol="0" anchor="t">
            <a:normAutofit/>
          </a:bodyPr>
          <a:lstStyle/>
          <a:p>
            <a:pPr>
              <a:lnSpc>
                <a:spcPct val="90000"/>
              </a:lnSpc>
              <a:spcAft>
                <a:spcPts val="600"/>
              </a:spcAft>
            </a:pPr>
            <a:fld id="{FAEF9944-A4F6-4C59-AEBD-678D6480B8EA}" type="slidenum">
              <a:rPr lang="en-US" smtClean="0"/>
              <a:pPr>
                <a:lnSpc>
                  <a:spcPct val="90000"/>
                </a:lnSpc>
                <a:spcAft>
                  <a:spcPts val="600"/>
                </a:spcAft>
              </a:pPr>
              <a:t>7</a:t>
            </a:fld>
            <a:endParaRPr lang="en-US"/>
          </a:p>
        </p:txBody>
      </p:sp>
      <p:sp>
        <p:nvSpPr>
          <p:cNvPr id="25" name="Rectangle 24">
            <a:extLst>
              <a:ext uri="{FF2B5EF4-FFF2-40B4-BE49-F238E27FC236}">
                <a16:creationId xmlns:a16="http://schemas.microsoft.com/office/drawing/2014/main" id="{EF2A81E1-BCBE-426B-8C09-33274E69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a:extLst>
              <a:ext uri="{FF2B5EF4-FFF2-40B4-BE49-F238E27FC236}">
                <a16:creationId xmlns:a16="http://schemas.microsoft.com/office/drawing/2014/main" id="{84BA52E1-F451-0337-74BE-84460990C87A}"/>
              </a:ext>
            </a:extLst>
          </p:cNvPr>
          <p:cNvSpPr>
            <a:spLocks noGrp="1"/>
          </p:cNvSpPr>
          <p:nvPr>
            <p:ph idx="1"/>
          </p:nvPr>
        </p:nvSpPr>
        <p:spPr>
          <a:xfrm>
            <a:off x="663350" y="1946496"/>
            <a:ext cx="5424495" cy="4178922"/>
          </a:xfrm>
        </p:spPr>
        <p:txBody>
          <a:bodyPr vert="horz" lIns="91440" tIns="45720" rIns="91440" bIns="45720" rtlCol="0" anchor="t">
            <a:normAutofit/>
          </a:bodyPr>
          <a:lstStyle/>
          <a:p>
            <a:pPr marL="0"/>
            <a:r>
              <a:rPr lang="en-US" sz="2000" dirty="0"/>
              <a:t>Several had had experiences with different physiotherapists, and on this basis were able to identify certain therapists as particularly “good,” and their practice as particularly powerful. </a:t>
            </a:r>
          </a:p>
          <a:p>
            <a:pPr marL="0"/>
            <a:r>
              <a:rPr lang="en-US" sz="2000" dirty="0"/>
              <a:t>Patients saw being touched as of special importance. </a:t>
            </a:r>
          </a:p>
          <a:p>
            <a:pPr marL="0"/>
            <a:r>
              <a:rPr lang="en-US" sz="2000" dirty="0"/>
              <a:t>As one said, “The physiotherapist touched me, my body. . .. believed me, took it (her problem) seriously. . ..”</a:t>
            </a:r>
          </a:p>
        </p:txBody>
      </p:sp>
      <p:pic>
        <p:nvPicPr>
          <p:cNvPr id="8" name="Picture Placeholder 7" descr="A person in green scrubs and a person's neck&#10;&#10;Description automatically generated">
            <a:extLst>
              <a:ext uri="{FF2B5EF4-FFF2-40B4-BE49-F238E27FC236}">
                <a16:creationId xmlns:a16="http://schemas.microsoft.com/office/drawing/2014/main" id="{551F958B-FC19-39B7-F5F2-80B6E3CA0514}"/>
              </a:ext>
            </a:extLst>
          </p:cNvPr>
          <p:cNvPicPr>
            <a:picLocks noGrp="1" noChangeAspect="1"/>
          </p:cNvPicPr>
          <p:nvPr>
            <p:ph type="pic" sz="quarter" idx="13"/>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4735" r="4735"/>
          <a:stretch/>
        </p:blipFill>
        <p:spPr>
          <a:xfrm>
            <a:off x="6659550" y="2037837"/>
            <a:ext cx="4960442" cy="3657456"/>
          </a:xfrm>
          <a:prstGeom prst="rect">
            <a:avLst/>
          </a:prstGeom>
          <a:noFill/>
        </p:spPr>
      </p:pic>
      <p:pic>
        <p:nvPicPr>
          <p:cNvPr id="27" name="Picture 26">
            <a:extLst>
              <a:ext uri="{FF2B5EF4-FFF2-40B4-BE49-F238E27FC236}">
                <a16:creationId xmlns:a16="http://schemas.microsoft.com/office/drawing/2014/main" id="{39D1DDD4-5BB3-45BA-B9B3-06B62299AD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9" name="Straight Connector 28">
            <a:extLst>
              <a:ext uri="{FF2B5EF4-FFF2-40B4-BE49-F238E27FC236}">
                <a16:creationId xmlns:a16="http://schemas.microsoft.com/office/drawing/2014/main" id="{A24DAE64-2302-42EA-8239-F2F0775CA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0541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8" name="Picture 27" descr="People holding hands">
            <a:extLst>
              <a:ext uri="{FF2B5EF4-FFF2-40B4-BE49-F238E27FC236}">
                <a16:creationId xmlns:a16="http://schemas.microsoft.com/office/drawing/2014/main" id="{3803B6AF-656D-F6CF-6A0C-0B0DEFFB85A4}"/>
              </a:ext>
            </a:extLst>
          </p:cNvPr>
          <p:cNvPicPr>
            <a:picLocks noChangeAspect="1"/>
          </p:cNvPicPr>
          <p:nvPr/>
        </p:nvPicPr>
        <p:blipFill rotWithShape="1">
          <a:blip r:embed="rId3">
            <a:alphaModFix amt="50000"/>
          </a:blip>
          <a:srcRect t="10229" r="-1" b="5499"/>
          <a:stretch/>
        </p:blipFill>
        <p:spPr>
          <a:xfrm>
            <a:off x="-1726" y="10"/>
            <a:ext cx="12191980" cy="6857990"/>
          </a:xfrm>
          <a:prstGeom prst="rect">
            <a:avLst/>
          </a:prstGeom>
          <a:noFill/>
        </p:spPr>
      </p:pic>
      <p:sp>
        <p:nvSpPr>
          <p:cNvPr id="14" name="Title 13">
            <a:extLst>
              <a:ext uri="{FF2B5EF4-FFF2-40B4-BE49-F238E27FC236}">
                <a16:creationId xmlns:a16="http://schemas.microsoft.com/office/drawing/2014/main" id="{331CEB84-49DC-40A9-B2F0-D573658AE999}"/>
              </a:ext>
            </a:extLst>
          </p:cNvPr>
          <p:cNvSpPr>
            <a:spLocks noGrp="1"/>
          </p:cNvSpPr>
          <p:nvPr>
            <p:ph type="title"/>
          </p:nvPr>
        </p:nvSpPr>
        <p:spPr>
          <a:xfrm>
            <a:off x="4976635" y="992221"/>
            <a:ext cx="6400551" cy="4873558"/>
          </a:xfrm>
        </p:spPr>
        <p:txBody>
          <a:bodyPr vert="horz" lIns="91440" tIns="45720" rIns="91440" bIns="0" rtlCol="0" anchor="ctr">
            <a:noAutofit/>
          </a:bodyPr>
          <a:lstStyle/>
          <a:p>
            <a:pPr>
              <a:lnSpc>
                <a:spcPct val="90000"/>
              </a:lnSpc>
              <a:spcBef>
                <a:spcPct val="0"/>
              </a:spcBef>
            </a:pPr>
            <a:r>
              <a:rPr lang="en-US" sz="3200" dirty="0">
                <a:solidFill>
                  <a:schemeClr val="accent5">
                    <a:lumMod val="75000"/>
                  </a:schemeClr>
                </a:solidFill>
              </a:rPr>
              <a:t>Novice healthcare professionals and students need to repurpose social touch, negotiate sensitive touch, and develop skills in touching for assessment and treatment.</a:t>
            </a:r>
          </a:p>
        </p:txBody>
      </p:sp>
      <p:sp>
        <p:nvSpPr>
          <p:cNvPr id="15" name="Subtitle 14">
            <a:extLst>
              <a:ext uri="{FF2B5EF4-FFF2-40B4-BE49-F238E27FC236}">
                <a16:creationId xmlns:a16="http://schemas.microsoft.com/office/drawing/2014/main" id="{B7886DF7-FA3D-4AD1-AEC1-578EA3AC8C7D}"/>
              </a:ext>
            </a:extLst>
          </p:cNvPr>
          <p:cNvSpPr>
            <a:spLocks noGrp="1"/>
          </p:cNvSpPr>
          <p:nvPr>
            <p:ph type="body" sz="quarter" idx="14"/>
          </p:nvPr>
        </p:nvSpPr>
        <p:spPr>
          <a:xfrm>
            <a:off x="968056" y="996610"/>
            <a:ext cx="3363901" cy="4864780"/>
          </a:xfrm>
        </p:spPr>
        <p:txBody>
          <a:bodyPr vert="horz" lIns="91440" tIns="91440" rIns="91440" bIns="91440" rtlCol="0" anchor="ctr">
            <a:normAutofit/>
          </a:bodyPr>
          <a:lstStyle/>
          <a:p>
            <a:pPr marL="0" indent="0" algn="ctr">
              <a:buNone/>
            </a:pPr>
            <a:r>
              <a:rPr lang="en-US" sz="2000" b="1" cap="all" dirty="0">
                <a:solidFill>
                  <a:schemeClr val="accent5">
                    <a:lumMod val="75000"/>
                  </a:schemeClr>
                </a:solidFill>
              </a:rPr>
              <a:t>Touch has physical, emotional, social, cultural and spiritual significance</a:t>
            </a:r>
          </a:p>
        </p:txBody>
      </p:sp>
      <p:sp>
        <p:nvSpPr>
          <p:cNvPr id="26" name="Slide Number Placeholder 6">
            <a:extLst>
              <a:ext uri="{FF2B5EF4-FFF2-40B4-BE49-F238E27FC236}">
                <a16:creationId xmlns:a16="http://schemas.microsoft.com/office/drawing/2014/main" id="{47CCF3D9-F9F1-01CB-D693-F54FFA4E16DB}"/>
              </a:ext>
            </a:extLst>
          </p:cNvPr>
          <p:cNvSpPr>
            <a:spLocks noGrp="1"/>
          </p:cNvSpPr>
          <p:nvPr>
            <p:ph type="sldNum" sz="quarter" idx="12"/>
          </p:nvPr>
        </p:nvSpPr>
        <p:spPr>
          <a:xfrm>
            <a:off x="3512301" y="443732"/>
            <a:ext cx="811019" cy="503578"/>
          </a:xfrm>
        </p:spPr>
        <p:txBody>
          <a:bodyPr vert="horz" lIns="91440" tIns="45720" rIns="91440" bIns="45720" rtlCol="0" anchor="t">
            <a:normAutofit/>
          </a:bodyPr>
          <a:lstStyle/>
          <a:p>
            <a:pPr>
              <a:lnSpc>
                <a:spcPct val="90000"/>
              </a:lnSpc>
              <a:spcAft>
                <a:spcPts val="600"/>
              </a:spcAft>
            </a:pPr>
            <a:fld id="{FAEF9944-A4F6-4C59-AEBD-678D6480B8EA}" type="slidenum">
              <a:rPr lang="en-US">
                <a:solidFill>
                  <a:schemeClr val="tx1"/>
                </a:solidFill>
              </a:rPr>
              <a:pPr>
                <a:lnSpc>
                  <a:spcPct val="90000"/>
                </a:lnSpc>
                <a:spcAft>
                  <a:spcPts val="600"/>
                </a:spcAft>
              </a:pPr>
              <a:t>8</a:t>
            </a:fld>
            <a:endParaRPr lang="en-US">
              <a:solidFill>
                <a:schemeClr val="tx1"/>
              </a:solidFill>
            </a:endParaRPr>
          </a:p>
        </p:txBody>
      </p:sp>
    </p:spTree>
    <p:extLst>
      <p:ext uri="{BB962C8B-B14F-4D97-AF65-F5344CB8AC3E}">
        <p14:creationId xmlns:p14="http://schemas.microsoft.com/office/powerpoint/2010/main" val="277979264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14"/>
                                        </p:tgtEl>
                                        <p:attrNameLst>
                                          <p:attrName>style.visibility</p:attrName>
                                        </p:attrNameLst>
                                      </p:cBhvr>
                                      <p:to>
                                        <p:strVal val="visible"/>
                                      </p:to>
                                    </p:set>
                                    <p:animEffect transition="in" filter="fade">
                                      <p:cBhvr>
                                        <p:cTn id="7" dur="7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90A0E574-20D6-67E6-418A-B4892E6B816C}"/>
              </a:ext>
            </a:extLst>
          </p:cNvPr>
          <p:cNvPicPr>
            <a:picLocks noGrp="1" noChangeAspect="1"/>
          </p:cNvPicPr>
          <p:nvPr>
            <p:ph type="pic" sz="quarter" idx="13"/>
          </p:nvPr>
        </p:nvPicPr>
        <p:blipFill rotWithShape="1">
          <a:blip r:embed="rId3"/>
          <a:srcRect l="1325" r="1325"/>
          <a:stretch/>
        </p:blipFill>
        <p:spPr>
          <a:prstGeom prst="rect">
            <a:avLst/>
          </a:prstGeom>
          <a:noFill/>
        </p:spPr>
      </p:pic>
      <p:sp>
        <p:nvSpPr>
          <p:cNvPr id="2" name="Title 1">
            <a:extLst>
              <a:ext uri="{FF2B5EF4-FFF2-40B4-BE49-F238E27FC236}">
                <a16:creationId xmlns:a16="http://schemas.microsoft.com/office/drawing/2014/main" id="{175460DB-B8C7-BB56-0447-DE7EE88E6345}"/>
              </a:ext>
            </a:extLst>
          </p:cNvPr>
          <p:cNvSpPr>
            <a:spLocks noGrp="1"/>
          </p:cNvSpPr>
          <p:nvPr>
            <p:ph type="title"/>
          </p:nvPr>
        </p:nvSpPr>
        <p:spPr>
          <a:xfrm>
            <a:off x="1489465" y="0"/>
            <a:ext cx="4606535" cy="2064151"/>
          </a:xfrm>
        </p:spPr>
        <p:txBody>
          <a:bodyPr anchor="ctr">
            <a:normAutofit/>
          </a:bodyPr>
          <a:lstStyle/>
          <a:p>
            <a:pPr algn="ctr"/>
            <a:r>
              <a:rPr lang="en-GB" dirty="0"/>
              <a:t>Activity 2</a:t>
            </a:r>
          </a:p>
        </p:txBody>
      </p:sp>
      <p:sp>
        <p:nvSpPr>
          <p:cNvPr id="3" name="Content Placeholder 2">
            <a:extLst>
              <a:ext uri="{FF2B5EF4-FFF2-40B4-BE49-F238E27FC236}">
                <a16:creationId xmlns:a16="http://schemas.microsoft.com/office/drawing/2014/main" id="{4E47E62D-3A11-5449-E965-D85E28ABD637}"/>
              </a:ext>
            </a:extLst>
          </p:cNvPr>
          <p:cNvSpPr>
            <a:spLocks noGrp="1"/>
          </p:cNvSpPr>
          <p:nvPr>
            <p:ph type="body" sz="quarter" idx="14"/>
          </p:nvPr>
        </p:nvSpPr>
        <p:spPr>
          <a:xfrm>
            <a:off x="1497858" y="2243972"/>
            <a:ext cx="4606535" cy="2463830"/>
          </a:xfrm>
        </p:spPr>
        <p:txBody>
          <a:bodyPr anchor="ctr">
            <a:normAutofit/>
          </a:bodyPr>
          <a:lstStyle/>
          <a:p>
            <a:r>
              <a:rPr lang="en-GB" sz="2800" dirty="0"/>
              <a:t>Let’s Practice together!</a:t>
            </a:r>
          </a:p>
          <a:p>
            <a:r>
              <a:rPr lang="en-GB" sz="2800" dirty="0"/>
              <a:t>Elbow Passive ROM (PROM)</a:t>
            </a:r>
          </a:p>
        </p:txBody>
      </p:sp>
      <p:sp>
        <p:nvSpPr>
          <p:cNvPr id="5" name="Slide Number Placeholder 4">
            <a:extLst>
              <a:ext uri="{FF2B5EF4-FFF2-40B4-BE49-F238E27FC236}">
                <a16:creationId xmlns:a16="http://schemas.microsoft.com/office/drawing/2014/main" id="{1AD1A607-4988-0CD5-DDBB-152A16F9B03F}"/>
              </a:ext>
            </a:extLst>
          </p:cNvPr>
          <p:cNvSpPr>
            <a:spLocks noGrp="1"/>
          </p:cNvSpPr>
          <p:nvPr>
            <p:ph type="sldNum" sz="quarter" idx="12"/>
          </p:nvPr>
        </p:nvSpPr>
        <p:spPr/>
        <p:txBody>
          <a:bodyPr anchor="b">
            <a:normAutofit fontScale="92500" lnSpcReduction="10000"/>
          </a:bodyPr>
          <a:lstStyle/>
          <a:p>
            <a:pPr rtl="0">
              <a:spcAft>
                <a:spcPts val="600"/>
              </a:spcAft>
            </a:pPr>
            <a:fld id="{FAEF9944-A4F6-4C59-AEBD-678D6480B8EA}" type="slidenum">
              <a:rPr lang="en-GB" smtClean="0"/>
              <a:pPr rtl="0">
                <a:spcAft>
                  <a:spcPts val="600"/>
                </a:spcAft>
              </a:pPr>
              <a:t>9</a:t>
            </a:fld>
            <a:endParaRPr lang="en-GB"/>
          </a:p>
        </p:txBody>
      </p:sp>
    </p:spTree>
    <p:extLst>
      <p:ext uri="{BB962C8B-B14F-4D97-AF65-F5344CB8AC3E}">
        <p14:creationId xmlns:p14="http://schemas.microsoft.com/office/powerpoint/2010/main" val="2669560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EFBFA-348C-57CD-D0A6-6A14155F1632}"/>
              </a:ext>
            </a:extLst>
          </p:cNvPr>
          <p:cNvSpPr>
            <a:spLocks noGrp="1"/>
          </p:cNvSpPr>
          <p:nvPr>
            <p:ph type="ctrTitle"/>
          </p:nvPr>
        </p:nvSpPr>
        <p:spPr/>
        <p:txBody>
          <a:bodyPr anchor="ctr">
            <a:normAutofit/>
          </a:bodyPr>
          <a:lstStyle/>
          <a:p>
            <a:pPr>
              <a:lnSpc>
                <a:spcPct val="90000"/>
              </a:lnSpc>
            </a:pPr>
            <a:r>
              <a:rPr lang="en-GB" sz="3400"/>
              <a:t>Protected characteristics </a:t>
            </a:r>
          </a:p>
        </p:txBody>
      </p:sp>
      <p:sp>
        <p:nvSpPr>
          <p:cNvPr id="3" name="Content Placeholder 2">
            <a:extLst>
              <a:ext uri="{FF2B5EF4-FFF2-40B4-BE49-F238E27FC236}">
                <a16:creationId xmlns:a16="http://schemas.microsoft.com/office/drawing/2014/main" id="{1CFADB1A-F414-3DB4-ADD6-9B047FB550ED}"/>
              </a:ext>
            </a:extLst>
          </p:cNvPr>
          <p:cNvSpPr>
            <a:spLocks noGrp="1"/>
          </p:cNvSpPr>
          <p:nvPr>
            <p:ph type="subTitle" idx="1"/>
          </p:nvPr>
        </p:nvSpPr>
        <p:spPr>
          <a:xfrm>
            <a:off x="1122631" y="3751118"/>
            <a:ext cx="5509078" cy="2722109"/>
          </a:xfrm>
        </p:spPr>
        <p:txBody>
          <a:bodyPr anchor="t">
            <a:normAutofit/>
          </a:bodyPr>
          <a:lstStyle/>
          <a:p>
            <a:pPr>
              <a:lnSpc>
                <a:spcPct val="130000"/>
              </a:lnSpc>
            </a:pPr>
            <a:r>
              <a:rPr lang="en-GB" sz="2000" dirty="0"/>
              <a:t>The Equality Act of 2010 brought together various anti-discrimination laws into one single act, so any unlawful treatment (discrimination, harassment or victimisation) relating to one of the Equality Act protected characteristics, since 2010 is covered by this area of employment law.</a:t>
            </a:r>
          </a:p>
        </p:txBody>
      </p:sp>
      <p:sp>
        <p:nvSpPr>
          <p:cNvPr id="7" name="Slide Number Placeholder 6">
            <a:extLst>
              <a:ext uri="{FF2B5EF4-FFF2-40B4-BE49-F238E27FC236}">
                <a16:creationId xmlns:a16="http://schemas.microsoft.com/office/drawing/2014/main" id="{575AC630-B000-F3A7-77C6-2F775BBEE1DB}"/>
              </a:ext>
            </a:extLst>
          </p:cNvPr>
          <p:cNvSpPr>
            <a:spLocks noGrp="1"/>
          </p:cNvSpPr>
          <p:nvPr>
            <p:ph type="sldNum" sz="quarter" idx="12"/>
          </p:nvPr>
        </p:nvSpPr>
        <p:spPr/>
        <p:txBody>
          <a:bodyPr anchor="b">
            <a:normAutofit fontScale="92500" lnSpcReduction="10000"/>
          </a:bodyPr>
          <a:lstStyle/>
          <a:p>
            <a:pPr rtl="0">
              <a:spcAft>
                <a:spcPts val="600"/>
              </a:spcAft>
            </a:pPr>
            <a:fld id="{FAEF9944-A4F6-4C59-AEBD-678D6480B8EA}" type="slidenum">
              <a:rPr lang="en-GB" smtClean="0">
                <a:solidFill>
                  <a:srgbClr val="FFFFFF"/>
                </a:solidFill>
              </a:rPr>
              <a:pPr rtl="0">
                <a:spcAft>
                  <a:spcPts val="600"/>
                </a:spcAft>
              </a:pPr>
              <a:t>10</a:t>
            </a:fld>
            <a:endParaRPr lang="en-GB">
              <a:solidFill>
                <a:srgbClr val="FFFFFF"/>
              </a:solidFill>
            </a:endParaRPr>
          </a:p>
        </p:txBody>
      </p:sp>
      <p:pic>
        <p:nvPicPr>
          <p:cNvPr id="8" name="Picture Placeholder 7">
            <a:extLst>
              <a:ext uri="{FF2B5EF4-FFF2-40B4-BE49-F238E27FC236}">
                <a16:creationId xmlns:a16="http://schemas.microsoft.com/office/drawing/2014/main" id="{139D0DA7-C9D4-6905-684A-7634A73882BA}"/>
              </a:ext>
            </a:extLst>
          </p:cNvPr>
          <p:cNvPicPr>
            <a:picLocks noGrp="1" noChangeAspect="1"/>
          </p:cNvPicPr>
          <p:nvPr>
            <p:ph type="pic" sz="quarter" idx="13"/>
          </p:nvPr>
        </p:nvPicPr>
        <p:blipFill rotWithShape="1">
          <a:blip r:embed="rId3"/>
          <a:srcRect l="939" t="-1" b="-1"/>
          <a:stretch/>
        </p:blipFill>
        <p:spPr>
          <a:xfrm>
            <a:off x="6859936" y="729574"/>
            <a:ext cx="5332064" cy="5118965"/>
          </a:xfrm>
          <a:prstGeom prst="rect">
            <a:avLst/>
          </a:prstGeom>
          <a:noFill/>
        </p:spPr>
      </p:pic>
    </p:spTree>
    <p:extLst>
      <p:ext uri="{BB962C8B-B14F-4D97-AF65-F5344CB8AC3E}">
        <p14:creationId xmlns:p14="http://schemas.microsoft.com/office/powerpoint/2010/main" val="727007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48C0F62-9551-4822-9F73-B10AB6719B49}"/>
              </a:ext>
            </a:extLst>
          </p:cNvPr>
          <p:cNvSpPr>
            <a:spLocks noGrp="1"/>
          </p:cNvSpPr>
          <p:nvPr>
            <p:ph type="title"/>
          </p:nvPr>
        </p:nvSpPr>
        <p:spPr/>
        <p:txBody>
          <a:bodyPr rtlCol="0" anchor="ctr">
            <a:normAutofit/>
          </a:bodyPr>
          <a:lstStyle/>
          <a:p>
            <a:pPr rtl="0">
              <a:lnSpc>
                <a:spcPct val="140000"/>
              </a:lnSpc>
            </a:pPr>
            <a:r>
              <a:rPr lang="en-GB" dirty="0"/>
              <a:t>Types of touch for physiotherapists</a:t>
            </a:r>
            <a:endParaRPr lang="en-GB"/>
          </a:p>
        </p:txBody>
      </p:sp>
      <p:sp>
        <p:nvSpPr>
          <p:cNvPr id="19" name="Slide Number Placeholder 18">
            <a:extLst>
              <a:ext uri="{FF2B5EF4-FFF2-40B4-BE49-F238E27FC236}">
                <a16:creationId xmlns:a16="http://schemas.microsoft.com/office/drawing/2014/main" id="{9DD3195E-7B1B-4AC6-8706-3E0DE49FE96A}"/>
              </a:ext>
            </a:extLst>
          </p:cNvPr>
          <p:cNvSpPr>
            <a:spLocks noGrp="1"/>
          </p:cNvSpPr>
          <p:nvPr>
            <p:ph type="sldNum" sz="quarter" idx="12"/>
          </p:nvPr>
        </p:nvSpPr>
        <p:spPr/>
        <p:txBody>
          <a:bodyPr rtlCol="0" anchor="b">
            <a:normAutofit fontScale="92500" lnSpcReduction="10000"/>
          </a:bodyPr>
          <a:lstStyle/>
          <a:p>
            <a:pPr rtl="0">
              <a:spcAft>
                <a:spcPts val="600"/>
              </a:spcAft>
            </a:pPr>
            <a:fld id="{FAEF9944-A4F6-4C59-AEBD-678D6480B8EA}" type="slidenum">
              <a:rPr lang="en-GB" smtClean="0"/>
              <a:pPr rtl="0">
                <a:spcAft>
                  <a:spcPts val="600"/>
                </a:spcAft>
              </a:pPr>
              <a:t>11</a:t>
            </a:fld>
            <a:endParaRPr lang="en-GB"/>
          </a:p>
        </p:txBody>
      </p:sp>
      <p:pic>
        <p:nvPicPr>
          <p:cNvPr id="2" name="Content Placeholder 4">
            <a:extLst>
              <a:ext uri="{FF2B5EF4-FFF2-40B4-BE49-F238E27FC236}">
                <a16:creationId xmlns:a16="http://schemas.microsoft.com/office/drawing/2014/main" id="{432D7ECC-3F6E-30D0-6F3C-A84591FF1D80}"/>
              </a:ext>
            </a:extLst>
          </p:cNvPr>
          <p:cNvPicPr>
            <a:picLocks noChangeAspect="1"/>
          </p:cNvPicPr>
          <p:nvPr/>
        </p:nvPicPr>
        <p:blipFill>
          <a:blip r:embed="rId3"/>
          <a:stretch>
            <a:fillRect/>
          </a:stretch>
        </p:blipFill>
        <p:spPr>
          <a:xfrm>
            <a:off x="534154" y="1348966"/>
            <a:ext cx="11334939" cy="5160475"/>
          </a:xfrm>
          <a:prstGeom prst="rect">
            <a:avLst/>
          </a:prstGeom>
          <a:noFill/>
        </p:spPr>
      </p:pic>
    </p:spTree>
    <p:extLst>
      <p:ext uri="{BB962C8B-B14F-4D97-AF65-F5344CB8AC3E}">
        <p14:creationId xmlns:p14="http://schemas.microsoft.com/office/powerpoint/2010/main" val="3585081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85446-633A-64BB-EFFC-7C161357387F}"/>
              </a:ext>
            </a:extLst>
          </p:cNvPr>
          <p:cNvSpPr>
            <a:spLocks noGrp="1"/>
          </p:cNvSpPr>
          <p:nvPr>
            <p:ph type="title"/>
          </p:nvPr>
        </p:nvSpPr>
        <p:spPr/>
        <p:txBody>
          <a:bodyPr/>
          <a:lstStyle/>
          <a:p>
            <a:r>
              <a:rPr lang="en-GB" dirty="0"/>
              <a:t>Understanding Unprofessional Touch</a:t>
            </a:r>
          </a:p>
        </p:txBody>
      </p:sp>
      <p:sp>
        <p:nvSpPr>
          <p:cNvPr id="10" name="Content Placeholder 9">
            <a:extLst>
              <a:ext uri="{FF2B5EF4-FFF2-40B4-BE49-F238E27FC236}">
                <a16:creationId xmlns:a16="http://schemas.microsoft.com/office/drawing/2014/main" id="{54E68363-1A18-1024-973A-089697B190BE}"/>
              </a:ext>
            </a:extLst>
          </p:cNvPr>
          <p:cNvSpPr>
            <a:spLocks noGrp="1"/>
          </p:cNvSpPr>
          <p:nvPr>
            <p:ph sz="half" idx="1"/>
          </p:nvPr>
        </p:nvSpPr>
        <p:spPr>
          <a:xfrm>
            <a:off x="480060" y="1947504"/>
            <a:ext cx="11117429" cy="4208853"/>
          </a:xfrm>
        </p:spPr>
        <p:txBody>
          <a:bodyPr>
            <a:normAutofit/>
          </a:bodyPr>
          <a:lstStyle/>
          <a:p>
            <a:pPr marL="0" indent="0">
              <a:buNone/>
            </a:pPr>
            <a:r>
              <a:rPr lang="en-GB" sz="2400" dirty="0"/>
              <a:t>unprofessional touch includes any physical contact that is inappropriate, non-consensual, or could be misinterpreted as unprofessional, sexual, or invasive. </a:t>
            </a:r>
          </a:p>
          <a:p>
            <a:r>
              <a:rPr lang="en-GB" sz="2400" dirty="0"/>
              <a:t>Intent: Touch that is meant to comfort or reassure but is interpreted as invasive or inappropriate.</a:t>
            </a:r>
          </a:p>
          <a:p>
            <a:r>
              <a:rPr lang="en-GB" sz="2400" dirty="0"/>
              <a:t>Context: Touch that might be appropriate in one setting but not another (e.g., social settings vs. clinical settings).</a:t>
            </a:r>
          </a:p>
          <a:p>
            <a:r>
              <a:rPr lang="en-GB" sz="2400" dirty="0"/>
              <a:t>Duration and Area: Touch that lingers too long or involves sensitive areas of the body without clinical necessity</a:t>
            </a:r>
          </a:p>
        </p:txBody>
      </p:sp>
      <p:sp>
        <p:nvSpPr>
          <p:cNvPr id="9" name="Slide Number Placeholder 8">
            <a:extLst>
              <a:ext uri="{FF2B5EF4-FFF2-40B4-BE49-F238E27FC236}">
                <a16:creationId xmlns:a16="http://schemas.microsoft.com/office/drawing/2014/main" id="{587B44F3-4971-9FC1-DD8E-2874A3413428}"/>
              </a:ext>
            </a:extLst>
          </p:cNvPr>
          <p:cNvSpPr>
            <a:spLocks noGrp="1"/>
          </p:cNvSpPr>
          <p:nvPr>
            <p:ph type="sldNum" sz="quarter" idx="12"/>
          </p:nvPr>
        </p:nvSpPr>
        <p:spPr/>
        <p:txBody>
          <a:bodyPr/>
          <a:lstStyle/>
          <a:p>
            <a:pPr rtl="0"/>
            <a:fld id="{FAEF9944-A4F6-4C59-AEBD-678D6480B8EA}" type="slidenum">
              <a:rPr lang="en-GB" smtClean="0"/>
              <a:t>12</a:t>
            </a:fld>
            <a:endParaRPr lang="en-GB" dirty="0"/>
          </a:p>
        </p:txBody>
      </p:sp>
    </p:spTree>
    <p:extLst>
      <p:ext uri="{BB962C8B-B14F-4D97-AF65-F5344CB8AC3E}">
        <p14:creationId xmlns:p14="http://schemas.microsoft.com/office/powerpoint/2010/main" val="3235929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B09E5-CCC3-B1DD-0606-FB09937ED61A}"/>
              </a:ext>
            </a:extLst>
          </p:cNvPr>
          <p:cNvSpPr>
            <a:spLocks noGrp="1"/>
          </p:cNvSpPr>
          <p:nvPr>
            <p:ph type="title"/>
          </p:nvPr>
        </p:nvSpPr>
        <p:spPr/>
        <p:txBody>
          <a:bodyPr/>
          <a:lstStyle/>
          <a:p>
            <a:r>
              <a:rPr lang="en-GB" dirty="0"/>
              <a:t>Consequences of Unprofessional Touch:</a:t>
            </a:r>
            <a:br>
              <a:rPr lang="en-GB" dirty="0"/>
            </a:br>
            <a:endParaRPr lang="en-GB" dirty="0"/>
          </a:p>
        </p:txBody>
      </p:sp>
      <p:graphicFrame>
        <p:nvGraphicFramePr>
          <p:cNvPr id="7" name="Content Placeholder 2">
            <a:extLst>
              <a:ext uri="{FF2B5EF4-FFF2-40B4-BE49-F238E27FC236}">
                <a16:creationId xmlns:a16="http://schemas.microsoft.com/office/drawing/2014/main" id="{EAE1F842-94D9-DCCA-B8D0-2689FD2F59FB}"/>
              </a:ext>
            </a:extLst>
          </p:cNvPr>
          <p:cNvGraphicFramePr>
            <a:graphicFrameLocks noGrp="1"/>
          </p:cNvGraphicFramePr>
          <p:nvPr>
            <p:ph sz="half" idx="1"/>
            <p:extLst>
              <p:ext uri="{D42A27DB-BD31-4B8C-83A1-F6EECF244321}">
                <p14:modId xmlns:p14="http://schemas.microsoft.com/office/powerpoint/2010/main" val="2942788747"/>
              </p:ext>
            </p:extLst>
          </p:nvPr>
        </p:nvGraphicFramePr>
        <p:xfrm>
          <a:off x="751438" y="2010878"/>
          <a:ext cx="10710249" cy="39372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a:extLst>
              <a:ext uri="{FF2B5EF4-FFF2-40B4-BE49-F238E27FC236}">
                <a16:creationId xmlns:a16="http://schemas.microsoft.com/office/drawing/2014/main" id="{8C89D73A-AC15-5C06-B858-F0C8E46DB2F4}"/>
              </a:ext>
            </a:extLst>
          </p:cNvPr>
          <p:cNvSpPr>
            <a:spLocks noGrp="1"/>
          </p:cNvSpPr>
          <p:nvPr>
            <p:ph type="sldNum" sz="quarter" idx="12"/>
          </p:nvPr>
        </p:nvSpPr>
        <p:spPr/>
        <p:txBody>
          <a:bodyPr/>
          <a:lstStyle/>
          <a:p>
            <a:pPr rtl="0"/>
            <a:fld id="{FAEF9944-A4F6-4C59-AEBD-678D6480B8EA}" type="slidenum">
              <a:rPr lang="en-GB" smtClean="0"/>
              <a:pPr rtl="0"/>
              <a:t>13</a:t>
            </a:fld>
            <a:endParaRPr lang="en-GB" dirty="0"/>
          </a:p>
        </p:txBody>
      </p:sp>
    </p:spTree>
    <p:extLst>
      <p:ext uri="{BB962C8B-B14F-4D97-AF65-F5344CB8AC3E}">
        <p14:creationId xmlns:p14="http://schemas.microsoft.com/office/powerpoint/2010/main" val="2975322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99D39A0-43ED-AABA-13EF-2DA4802E6210}"/>
              </a:ext>
            </a:extLst>
          </p:cNvPr>
          <p:cNvSpPr>
            <a:spLocks noGrp="1"/>
          </p:cNvSpPr>
          <p:nvPr>
            <p:ph type="title"/>
          </p:nvPr>
        </p:nvSpPr>
        <p:spPr/>
        <p:txBody>
          <a:bodyPr anchor="ctr">
            <a:normAutofit/>
          </a:bodyPr>
          <a:lstStyle/>
          <a:p>
            <a:pPr>
              <a:lnSpc>
                <a:spcPct val="140000"/>
              </a:lnSpc>
            </a:pPr>
            <a:r>
              <a:rPr lang="en-US" sz="2800" dirty="0"/>
              <a:t>Activity 3: Share your story</a:t>
            </a:r>
          </a:p>
        </p:txBody>
      </p:sp>
      <p:graphicFrame>
        <p:nvGraphicFramePr>
          <p:cNvPr id="16" name="Subtitle 2">
            <a:extLst>
              <a:ext uri="{FF2B5EF4-FFF2-40B4-BE49-F238E27FC236}">
                <a16:creationId xmlns:a16="http://schemas.microsoft.com/office/drawing/2014/main" id="{64B966F9-1166-9950-2D27-9BAD29F2BA55}"/>
              </a:ext>
            </a:extLst>
          </p:cNvPr>
          <p:cNvGraphicFramePr>
            <a:graphicFrameLocks noGrp="1"/>
          </p:cNvGraphicFramePr>
          <p:nvPr>
            <p:ph idx="1"/>
            <p:extLst>
              <p:ext uri="{D42A27DB-BD31-4B8C-83A1-F6EECF244321}">
                <p14:modId xmlns:p14="http://schemas.microsoft.com/office/powerpoint/2010/main" val="2422368881"/>
              </p:ext>
            </p:extLst>
          </p:nvPr>
        </p:nvGraphicFramePr>
        <p:xfrm>
          <a:off x="497941" y="2502047"/>
          <a:ext cx="7696407" cy="35004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6">
            <a:extLst>
              <a:ext uri="{FF2B5EF4-FFF2-40B4-BE49-F238E27FC236}">
                <a16:creationId xmlns:a16="http://schemas.microsoft.com/office/drawing/2014/main" id="{6BD76D48-4460-EB2A-13E8-3C2DF82C9DFB}"/>
              </a:ext>
            </a:extLst>
          </p:cNvPr>
          <p:cNvSpPr>
            <a:spLocks noGrp="1"/>
          </p:cNvSpPr>
          <p:nvPr>
            <p:ph type="sldNum" sz="quarter" idx="12"/>
          </p:nvPr>
        </p:nvSpPr>
        <p:spPr/>
        <p:txBody>
          <a:bodyPr anchor="b">
            <a:normAutofit fontScale="92500" lnSpcReduction="10000"/>
          </a:bodyPr>
          <a:lstStyle/>
          <a:p>
            <a:pPr rtl="0">
              <a:spcAft>
                <a:spcPts val="600"/>
              </a:spcAft>
            </a:pPr>
            <a:fld id="{FAEF9944-A4F6-4C59-AEBD-678D6480B8EA}" type="slidenum">
              <a:rPr lang="en-GB" smtClean="0"/>
              <a:pPr rtl="0">
                <a:spcAft>
                  <a:spcPts val="600"/>
                </a:spcAft>
              </a:pPr>
              <a:t>14</a:t>
            </a:fld>
            <a:endParaRPr lang="en-GB"/>
          </a:p>
        </p:txBody>
      </p:sp>
      <p:pic>
        <p:nvPicPr>
          <p:cNvPr id="9" name="Picture 8" descr="A group of people sitting around a book&#10;&#10;Description automatically generated">
            <a:extLst>
              <a:ext uri="{FF2B5EF4-FFF2-40B4-BE49-F238E27FC236}">
                <a16:creationId xmlns:a16="http://schemas.microsoft.com/office/drawing/2014/main" id="{8E5CDE57-D6EA-85B5-8B19-5CCCE8D552AE}"/>
              </a:ext>
            </a:extLst>
          </p:cNvPr>
          <p:cNvPicPr>
            <a:picLocks noChangeAspect="1"/>
          </p:cNvPicPr>
          <p:nvPr/>
        </p:nvPicPr>
        <p:blipFill rotWithShape="1">
          <a:blip r:embed="rId8">
            <a:extLst>
              <a:ext uri="{837473B0-CC2E-450A-ABE3-18F120FF3D39}">
                <a1611:picAttrSrcUrl xmlns:a1611="http://schemas.microsoft.com/office/drawing/2016/11/main" r:id="rId9"/>
              </a:ext>
            </a:extLst>
          </a:blip>
          <a:srcRect r="39097"/>
          <a:stretch/>
        </p:blipFill>
        <p:spPr>
          <a:xfrm>
            <a:off x="8194348" y="1085431"/>
            <a:ext cx="3997652" cy="5037857"/>
          </a:xfrm>
          <a:custGeom>
            <a:avLst/>
            <a:gdLst>
              <a:gd name="connsiteX0" fmla="*/ 0 w 3997652"/>
              <a:gd name="connsiteY0" fmla="*/ 0 h 5037857"/>
              <a:gd name="connsiteX1" fmla="*/ 3997652 w 3997652"/>
              <a:gd name="connsiteY1" fmla="*/ 0 h 5037857"/>
              <a:gd name="connsiteX2" fmla="*/ 3997652 w 3997652"/>
              <a:gd name="connsiteY2" fmla="*/ 5037857 h 5037857"/>
              <a:gd name="connsiteX3" fmla="*/ 0 w 3997652"/>
              <a:gd name="connsiteY3" fmla="*/ 5037857 h 5037857"/>
            </a:gdLst>
            <a:ahLst/>
            <a:cxnLst>
              <a:cxn ang="0">
                <a:pos x="connsiteX0" y="connsiteY0"/>
              </a:cxn>
              <a:cxn ang="0">
                <a:pos x="connsiteX1" y="connsiteY1"/>
              </a:cxn>
              <a:cxn ang="0">
                <a:pos x="connsiteX2" y="connsiteY2"/>
              </a:cxn>
              <a:cxn ang="0">
                <a:pos x="connsiteX3" y="connsiteY3"/>
              </a:cxn>
            </a:cxnLst>
            <a:rect l="l" t="t" r="r" b="b"/>
            <a:pathLst>
              <a:path w="3997652" h="5037857">
                <a:moveTo>
                  <a:pt x="0" y="0"/>
                </a:moveTo>
                <a:lnTo>
                  <a:pt x="3997652" y="0"/>
                </a:lnTo>
                <a:lnTo>
                  <a:pt x="3997652" y="5037857"/>
                </a:lnTo>
                <a:lnTo>
                  <a:pt x="0" y="5037857"/>
                </a:lnTo>
                <a:close/>
              </a:path>
            </a:pathLst>
          </a:custGeom>
          <a:noFill/>
        </p:spPr>
      </p:pic>
      <p:sp>
        <p:nvSpPr>
          <p:cNvPr id="10" name="TextBox 9">
            <a:extLst>
              <a:ext uri="{FF2B5EF4-FFF2-40B4-BE49-F238E27FC236}">
                <a16:creationId xmlns:a16="http://schemas.microsoft.com/office/drawing/2014/main" id="{041530E2-180A-3AF4-8EAF-1FC8BFF57FE5}"/>
              </a:ext>
            </a:extLst>
          </p:cNvPr>
          <p:cNvSpPr txBox="1"/>
          <p:nvPr/>
        </p:nvSpPr>
        <p:spPr>
          <a:xfrm>
            <a:off x="9580388" y="6657945"/>
            <a:ext cx="2611612" cy="200055"/>
          </a:xfrm>
          <a:prstGeom prst="rect">
            <a:avLst/>
          </a:prstGeom>
          <a:solidFill>
            <a:srgbClr val="000000"/>
          </a:solidFill>
        </p:spPr>
        <p:txBody>
          <a:bodyPr wrap="none" rtlCol="0">
            <a:spAutoFit/>
          </a:bodyPr>
          <a:lstStyle/>
          <a:p>
            <a:pPr algn="r">
              <a:spcAft>
                <a:spcPts val="600"/>
              </a:spcAft>
            </a:pPr>
            <a:r>
              <a:rPr lang="en-GB" sz="700">
                <a:solidFill>
                  <a:srgbClr val="FFFFFF"/>
                </a:solidFill>
                <a:hlinkClick r:id="rId9" tooltip="https://thetoolkit.me/123-method/theory-based-evaluation/theory-step-2/focus-groups/">
                  <a:extLst>
                    <a:ext uri="{A12FA001-AC4F-418D-AE19-62706E023703}">
                      <ahyp:hlinkClr xmlns:ahyp="http://schemas.microsoft.com/office/drawing/2018/hyperlinkcolor" val="tx"/>
                    </a:ext>
                  </a:extLst>
                </a:hlinkClick>
              </a:rPr>
              <a:t>This Photo</a:t>
            </a:r>
            <a:r>
              <a:rPr lang="en-GB" sz="700">
                <a:solidFill>
                  <a:srgbClr val="FFFFFF"/>
                </a:solidFill>
              </a:rPr>
              <a:t> by Unknown Author is licensed under </a:t>
            </a:r>
            <a:r>
              <a:rPr lang="en-GB" sz="700">
                <a:solidFill>
                  <a:srgbClr val="FFFFFF"/>
                </a:solidFill>
                <a:hlinkClick r:id="rId10" tooltip="https://creativecommons.org/licenses/by/3.0/">
                  <a:extLst>
                    <a:ext uri="{A12FA001-AC4F-418D-AE19-62706E023703}">
                      <ahyp:hlinkClr xmlns:ahyp="http://schemas.microsoft.com/office/drawing/2018/hyperlinkcolor" val="tx"/>
                    </a:ext>
                  </a:extLst>
                </a:hlinkClick>
              </a:rPr>
              <a:t>CC BY</a:t>
            </a:r>
            <a:endParaRPr lang="en-GB" sz="700">
              <a:solidFill>
                <a:srgbClr val="FFFFFF"/>
              </a:solidFill>
            </a:endParaRPr>
          </a:p>
        </p:txBody>
      </p:sp>
    </p:spTree>
    <p:extLst>
      <p:ext uri="{BB962C8B-B14F-4D97-AF65-F5344CB8AC3E}">
        <p14:creationId xmlns:p14="http://schemas.microsoft.com/office/powerpoint/2010/main" val="4259054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FE67981-079D-4463-B997-67E6CA039B58}"/>
              </a:ext>
            </a:extLst>
          </p:cNvPr>
          <p:cNvSpPr>
            <a:spLocks noGrp="1"/>
          </p:cNvSpPr>
          <p:nvPr>
            <p:ph type="title"/>
          </p:nvPr>
        </p:nvSpPr>
        <p:spPr>
          <a:xfrm>
            <a:off x="514377" y="2438849"/>
            <a:ext cx="3272093" cy="2674198"/>
          </a:xfrm>
        </p:spPr>
        <p:txBody>
          <a:bodyPr vert="horz" lIns="91440" tIns="45720" rIns="91440" bIns="45720" rtlCol="0" anchor="t">
            <a:normAutofit/>
          </a:bodyPr>
          <a:lstStyle/>
          <a:p>
            <a:r>
              <a:rPr lang="en-US" dirty="0"/>
              <a:t>Chaperoning policy</a:t>
            </a:r>
          </a:p>
        </p:txBody>
      </p:sp>
      <p:graphicFrame>
        <p:nvGraphicFramePr>
          <p:cNvPr id="14" name="Subtitle 1">
            <a:extLst>
              <a:ext uri="{FF2B5EF4-FFF2-40B4-BE49-F238E27FC236}">
                <a16:creationId xmlns:a16="http://schemas.microsoft.com/office/drawing/2014/main" id="{0550BD00-E3F8-D213-FAF9-8C63B170B11C}"/>
              </a:ext>
            </a:extLst>
          </p:cNvPr>
          <p:cNvGraphicFramePr>
            <a:graphicFrameLocks noGrp="1"/>
          </p:cNvGraphicFramePr>
          <p:nvPr>
            <p:ph idx="1"/>
            <p:extLst>
              <p:ext uri="{D42A27DB-BD31-4B8C-83A1-F6EECF244321}">
                <p14:modId xmlns:p14="http://schemas.microsoft.com/office/powerpoint/2010/main" val="3499170718"/>
              </p:ext>
            </p:extLst>
          </p:nvPr>
        </p:nvGraphicFramePr>
        <p:xfrm>
          <a:off x="3648547" y="456140"/>
          <a:ext cx="8130011" cy="56096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a:extLst>
              <a:ext uri="{FF2B5EF4-FFF2-40B4-BE49-F238E27FC236}">
                <a16:creationId xmlns:a16="http://schemas.microsoft.com/office/drawing/2014/main" id="{EF3BF995-3A96-4426-B458-AE23D8310BF0}"/>
              </a:ext>
            </a:extLst>
          </p:cNvPr>
          <p:cNvSpPr>
            <a:spLocks noGrp="1"/>
          </p:cNvSpPr>
          <p:nvPr>
            <p:ph type="sldNum" sz="quarter" idx="12"/>
          </p:nvPr>
        </p:nvSpPr>
        <p:spPr>
          <a:xfrm>
            <a:off x="108868" y="456140"/>
            <a:ext cx="811019" cy="503578"/>
          </a:xfrm>
        </p:spPr>
        <p:txBody>
          <a:bodyPr vert="horz" lIns="91440" tIns="45720" rIns="91440" bIns="45720" rtlCol="0" anchor="t">
            <a:normAutofit/>
          </a:bodyPr>
          <a:lstStyle/>
          <a:p>
            <a:pPr>
              <a:lnSpc>
                <a:spcPct val="90000"/>
              </a:lnSpc>
              <a:spcAft>
                <a:spcPts val="600"/>
              </a:spcAft>
            </a:pPr>
            <a:fld id="{FAEF9944-A4F6-4C59-AEBD-678D6480B8EA}" type="slidenum">
              <a:rPr lang="en-US" smtClean="0"/>
              <a:pPr>
                <a:lnSpc>
                  <a:spcPct val="90000"/>
                </a:lnSpc>
                <a:spcAft>
                  <a:spcPts val="600"/>
                </a:spcAft>
              </a:pPr>
              <a:t>15</a:t>
            </a:fld>
            <a:endParaRPr lang="en-US" dirty="0"/>
          </a:p>
        </p:txBody>
      </p:sp>
    </p:spTree>
    <p:extLst>
      <p:ext uri="{BB962C8B-B14F-4D97-AF65-F5344CB8AC3E}">
        <p14:creationId xmlns:p14="http://schemas.microsoft.com/office/powerpoint/2010/main" val="3345023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C11E1-3FE4-36DD-489E-90532EBFC104}"/>
              </a:ext>
            </a:extLst>
          </p:cNvPr>
          <p:cNvSpPr>
            <a:spLocks noGrp="1"/>
          </p:cNvSpPr>
          <p:nvPr>
            <p:ph type="title"/>
          </p:nvPr>
        </p:nvSpPr>
        <p:spPr/>
        <p:txBody>
          <a:bodyPr/>
          <a:lstStyle/>
          <a:p>
            <a:r>
              <a:rPr lang="en-GB" dirty="0"/>
              <a:t>CSP Policy for Chaperoning </a:t>
            </a:r>
          </a:p>
        </p:txBody>
      </p:sp>
      <p:sp>
        <p:nvSpPr>
          <p:cNvPr id="5" name="Content Placeholder 4">
            <a:extLst>
              <a:ext uri="{FF2B5EF4-FFF2-40B4-BE49-F238E27FC236}">
                <a16:creationId xmlns:a16="http://schemas.microsoft.com/office/drawing/2014/main" id="{638B67E7-72A7-C23C-61AD-CD57EECB85F9}"/>
              </a:ext>
            </a:extLst>
          </p:cNvPr>
          <p:cNvSpPr>
            <a:spLocks noGrp="1"/>
          </p:cNvSpPr>
          <p:nvPr>
            <p:ph idx="14"/>
          </p:nvPr>
        </p:nvSpPr>
        <p:spPr>
          <a:xfrm>
            <a:off x="648935" y="1580676"/>
            <a:ext cx="7342483" cy="465155"/>
          </a:xfrm>
        </p:spPr>
        <p:txBody>
          <a:bodyPr/>
          <a:lstStyle/>
          <a:p>
            <a:r>
              <a:rPr lang="en-GB" sz="2400" dirty="0"/>
              <a:t>‘Close’ examinations defined as:</a:t>
            </a:r>
          </a:p>
        </p:txBody>
      </p:sp>
      <p:sp>
        <p:nvSpPr>
          <p:cNvPr id="6" name="Content Placeholder 5">
            <a:extLst>
              <a:ext uri="{FF2B5EF4-FFF2-40B4-BE49-F238E27FC236}">
                <a16:creationId xmlns:a16="http://schemas.microsoft.com/office/drawing/2014/main" id="{893ADD5F-3B51-809A-317D-6FE6100625D4}"/>
              </a:ext>
            </a:extLst>
          </p:cNvPr>
          <p:cNvSpPr>
            <a:spLocks noGrp="1"/>
          </p:cNvSpPr>
          <p:nvPr>
            <p:ph idx="1"/>
          </p:nvPr>
        </p:nvSpPr>
        <p:spPr>
          <a:xfrm>
            <a:off x="253497" y="2263366"/>
            <a:ext cx="11425473" cy="4045993"/>
          </a:xfrm>
        </p:spPr>
        <p:txBody>
          <a:bodyPr>
            <a:normAutofit fontScale="92500"/>
          </a:bodyPr>
          <a:lstStyle/>
          <a:p>
            <a:r>
              <a:rPr lang="en-GB" sz="2400" dirty="0"/>
              <a:t>Examinations and/or interventions that may involve close bodily contact between patient and therapist, especially where the patient may be partially undressed</a:t>
            </a:r>
          </a:p>
          <a:p>
            <a:r>
              <a:rPr lang="en-GB" sz="2400" dirty="0"/>
              <a:t>Examinations and/or interventions that may involve therapist handling of the patient close to intimate areas, the lumbo-sacral areas, and thoracic areas of female patients, especially where the patient may be partially undressed</a:t>
            </a:r>
          </a:p>
          <a:p>
            <a:r>
              <a:rPr lang="en-GB" sz="2400" dirty="0"/>
              <a:t>Examinations involving complete removal of a patient’s outer clothing down to underwear</a:t>
            </a:r>
          </a:p>
          <a:p>
            <a:r>
              <a:rPr lang="en-GB" sz="2400" dirty="0"/>
              <a:t>Examinations involving the partial undoing or total removal of a patient’s underwear e.g. bras</a:t>
            </a:r>
          </a:p>
          <a:p>
            <a:r>
              <a:rPr lang="en-GB" sz="2400" dirty="0"/>
              <a:t>Any examination where the patient has requested a chaperone to be present</a:t>
            </a:r>
          </a:p>
        </p:txBody>
      </p:sp>
      <p:sp>
        <p:nvSpPr>
          <p:cNvPr id="9" name="Slide Number Placeholder 8">
            <a:extLst>
              <a:ext uri="{FF2B5EF4-FFF2-40B4-BE49-F238E27FC236}">
                <a16:creationId xmlns:a16="http://schemas.microsoft.com/office/drawing/2014/main" id="{C881B720-E5E8-3A27-47AF-F6EDBCC34EFB}"/>
              </a:ext>
            </a:extLst>
          </p:cNvPr>
          <p:cNvSpPr>
            <a:spLocks noGrp="1"/>
          </p:cNvSpPr>
          <p:nvPr>
            <p:ph type="sldNum" sz="quarter" idx="12"/>
          </p:nvPr>
        </p:nvSpPr>
        <p:spPr/>
        <p:txBody>
          <a:bodyPr/>
          <a:lstStyle/>
          <a:p>
            <a:pPr rtl="0"/>
            <a:fld id="{FAEF9944-A4F6-4C59-AEBD-678D6480B8EA}" type="slidenum">
              <a:rPr lang="en-GB" smtClean="0"/>
              <a:t>16</a:t>
            </a:fld>
            <a:endParaRPr lang="en-GB" dirty="0"/>
          </a:p>
        </p:txBody>
      </p:sp>
    </p:spTree>
    <p:extLst>
      <p:ext uri="{BB962C8B-B14F-4D97-AF65-F5344CB8AC3E}">
        <p14:creationId xmlns:p14="http://schemas.microsoft.com/office/powerpoint/2010/main" val="1035284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9EFE67E-60AE-41C6-B6C4-7FC54FE38305}"/>
              </a:ext>
            </a:extLst>
          </p:cNvPr>
          <p:cNvSpPr>
            <a:spLocks noGrp="1"/>
          </p:cNvSpPr>
          <p:nvPr>
            <p:ph type="title"/>
          </p:nvPr>
        </p:nvSpPr>
        <p:spPr>
          <a:xfrm>
            <a:off x="6579648" y="804520"/>
            <a:ext cx="4158749" cy="1049235"/>
          </a:xfrm>
        </p:spPr>
        <p:txBody>
          <a:bodyPr rtlCol="0">
            <a:normAutofit/>
          </a:bodyPr>
          <a:lstStyle/>
          <a:p>
            <a:pPr rtl="0"/>
            <a:r>
              <a:rPr lang="en-GB" sz="2500" b="1"/>
              <a:t>Cultural Awareness in touch</a:t>
            </a:r>
          </a:p>
        </p:txBody>
      </p:sp>
      <p:sp>
        <p:nvSpPr>
          <p:cNvPr id="7" name="Content Placeholder 6">
            <a:extLst>
              <a:ext uri="{FF2B5EF4-FFF2-40B4-BE49-F238E27FC236}">
                <a16:creationId xmlns:a16="http://schemas.microsoft.com/office/drawing/2014/main" id="{9CADF82C-B53B-2256-0CB2-0E2A421430B1}"/>
              </a:ext>
            </a:extLst>
          </p:cNvPr>
          <p:cNvSpPr>
            <a:spLocks noGrp="1"/>
          </p:cNvSpPr>
          <p:nvPr>
            <p:ph idx="1"/>
          </p:nvPr>
        </p:nvSpPr>
        <p:spPr>
          <a:xfrm>
            <a:off x="6579647" y="2015732"/>
            <a:ext cx="5325660" cy="4122518"/>
          </a:xfrm>
        </p:spPr>
        <p:txBody>
          <a:bodyPr>
            <a:normAutofit fontScale="92500" lnSpcReduction="20000"/>
          </a:bodyPr>
          <a:lstStyle/>
          <a:p>
            <a:r>
              <a:rPr lang="en-GB" sz="2800" dirty="0"/>
              <a:t>It is important to consider the types of examinations that could  also be deemed intimate by some patients. </a:t>
            </a:r>
          </a:p>
          <a:p>
            <a:r>
              <a:rPr lang="en-GB" sz="2800" dirty="0"/>
              <a:t>Physiotherapists need to be aware of the cultural and/or religious requirements of patients and what may constitute an intimate and/or close examination to any individual patient. CSP</a:t>
            </a:r>
          </a:p>
          <a:p>
            <a:endParaRPr lang="en-GB" dirty="0"/>
          </a:p>
        </p:txBody>
      </p:sp>
      <p:sp>
        <p:nvSpPr>
          <p:cNvPr id="5" name="Slide Number Placeholder 4">
            <a:extLst>
              <a:ext uri="{FF2B5EF4-FFF2-40B4-BE49-F238E27FC236}">
                <a16:creationId xmlns:a16="http://schemas.microsoft.com/office/drawing/2014/main" id="{46B20231-9711-4B47-A80C-85346582D3DF}"/>
              </a:ext>
            </a:extLst>
          </p:cNvPr>
          <p:cNvSpPr>
            <a:spLocks noGrp="1"/>
          </p:cNvSpPr>
          <p:nvPr>
            <p:ph type="sldNum" sz="quarter" idx="12"/>
          </p:nvPr>
        </p:nvSpPr>
        <p:spPr>
          <a:xfrm>
            <a:off x="10911613" y="798973"/>
            <a:ext cx="811019" cy="503579"/>
          </a:xfrm>
        </p:spPr>
        <p:txBody>
          <a:bodyPr rtlCol="0">
            <a:normAutofit/>
          </a:bodyPr>
          <a:lstStyle/>
          <a:p>
            <a:pPr algn="l" rtl="0">
              <a:lnSpc>
                <a:spcPct val="90000"/>
              </a:lnSpc>
              <a:spcAft>
                <a:spcPts val="600"/>
              </a:spcAft>
            </a:pPr>
            <a:fld id="{FAEF9944-A4F6-4C59-AEBD-678D6480B8EA}" type="slidenum">
              <a:rPr lang="en-GB" smtClean="0"/>
              <a:pPr algn="l" rtl="0">
                <a:lnSpc>
                  <a:spcPct val="90000"/>
                </a:lnSpc>
                <a:spcAft>
                  <a:spcPts val="600"/>
                </a:spcAft>
              </a:pPr>
              <a:t>17</a:t>
            </a:fld>
            <a:endParaRPr lang="en-GB"/>
          </a:p>
        </p:txBody>
      </p:sp>
      <p:pic>
        <p:nvPicPr>
          <p:cNvPr id="10" name="Picture 9" descr="A group of painted hands&#10;&#10;Description automatically generated">
            <a:extLst>
              <a:ext uri="{FF2B5EF4-FFF2-40B4-BE49-F238E27FC236}">
                <a16:creationId xmlns:a16="http://schemas.microsoft.com/office/drawing/2014/main" id="{6ED08C15-4556-31F2-D73A-782D4F8BA56A}"/>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44432" y="1237321"/>
            <a:ext cx="4960442" cy="3720331"/>
          </a:xfrm>
          <a:prstGeom prst="rect">
            <a:avLst/>
          </a:prstGeom>
        </p:spPr>
      </p:pic>
      <p:sp>
        <p:nvSpPr>
          <p:cNvPr id="11" name="TextBox 10">
            <a:extLst>
              <a:ext uri="{FF2B5EF4-FFF2-40B4-BE49-F238E27FC236}">
                <a16:creationId xmlns:a16="http://schemas.microsoft.com/office/drawing/2014/main" id="{5E14FFCD-2C1C-CB16-AE82-58CDD73B5A41}"/>
              </a:ext>
            </a:extLst>
          </p:cNvPr>
          <p:cNvSpPr txBox="1"/>
          <p:nvPr/>
        </p:nvSpPr>
        <p:spPr>
          <a:xfrm>
            <a:off x="3469241" y="4796074"/>
            <a:ext cx="2621230" cy="200055"/>
          </a:xfrm>
          <a:prstGeom prst="rect">
            <a:avLst/>
          </a:prstGeom>
          <a:solidFill>
            <a:srgbClr val="000000"/>
          </a:solidFill>
        </p:spPr>
        <p:txBody>
          <a:bodyPr wrap="none" rtlCol="0">
            <a:spAutoFit/>
          </a:bodyPr>
          <a:lstStyle/>
          <a:p>
            <a:pPr algn="r">
              <a:spcAft>
                <a:spcPts val="600"/>
              </a:spcAft>
            </a:pPr>
            <a:r>
              <a:rPr lang="en-GB" sz="700">
                <a:solidFill>
                  <a:srgbClr val="FFFFFF"/>
                </a:solidFill>
                <a:hlinkClick r:id="rId4" tooltip="https://gsouto-digitalteacher.blogspot.com/2017/05/schools-lets-talk-about-cultural.html">
                  <a:extLst>
                    <a:ext uri="{A12FA001-AC4F-418D-AE19-62706E023703}">
                      <ahyp:hlinkClr xmlns:ahyp="http://schemas.microsoft.com/office/drawing/2018/hyperlinkcolor" val="tx"/>
                    </a:ext>
                  </a:extLst>
                </a:hlinkClick>
              </a:rPr>
              <a:t>This Photo</a:t>
            </a:r>
            <a:r>
              <a:rPr lang="en-GB" sz="700">
                <a:solidFill>
                  <a:srgbClr val="FFFFFF"/>
                </a:solidFill>
              </a:rPr>
              <a:t> by Unknown Author is licensed under </a:t>
            </a:r>
            <a:r>
              <a:rPr lang="en-GB" sz="700">
                <a:solidFill>
                  <a:srgbClr val="FFFFFF"/>
                </a:solidFill>
                <a:hlinkClick r:id="rId5" tooltip="https://creativecommons.org/licenses/by-nc-nd/3.0/">
                  <a:extLst>
                    <a:ext uri="{A12FA001-AC4F-418D-AE19-62706E023703}">
                      <ahyp:hlinkClr xmlns:ahyp="http://schemas.microsoft.com/office/drawing/2018/hyperlinkcolor" val="tx"/>
                    </a:ext>
                  </a:extLst>
                </a:hlinkClick>
              </a:rPr>
              <a:t>CC BY-NC-ND</a:t>
            </a:r>
            <a:endParaRPr lang="en-GB" sz="700">
              <a:solidFill>
                <a:srgbClr val="FFFFFF"/>
              </a:solidFill>
            </a:endParaRPr>
          </a:p>
        </p:txBody>
      </p:sp>
    </p:spTree>
    <p:extLst>
      <p:ext uri="{BB962C8B-B14F-4D97-AF65-F5344CB8AC3E}">
        <p14:creationId xmlns:p14="http://schemas.microsoft.com/office/powerpoint/2010/main" val="2059018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235702-D252-448C-B19A-B3316C4F88E2}"/>
              </a:ext>
            </a:extLst>
          </p:cNvPr>
          <p:cNvSpPr>
            <a:spLocks noGrp="1"/>
          </p:cNvSpPr>
          <p:nvPr>
            <p:ph type="title"/>
          </p:nvPr>
        </p:nvSpPr>
        <p:spPr/>
        <p:txBody>
          <a:bodyPr rtlCol="0">
            <a:noAutofit/>
          </a:bodyPr>
          <a:lstStyle/>
          <a:p>
            <a:pPr rtl="0"/>
            <a:br>
              <a:rPr lang="en-GB" dirty="0"/>
            </a:br>
            <a:r>
              <a:rPr lang="en-GB" dirty="0"/>
              <a:t>Activity 4: Discuss</a:t>
            </a:r>
          </a:p>
        </p:txBody>
      </p:sp>
      <p:sp>
        <p:nvSpPr>
          <p:cNvPr id="5" name="Content Placeholder 4">
            <a:extLst>
              <a:ext uri="{FF2B5EF4-FFF2-40B4-BE49-F238E27FC236}">
                <a16:creationId xmlns:a16="http://schemas.microsoft.com/office/drawing/2014/main" id="{8D8FE1B0-9E5F-4C60-B1BF-E3D551EDCF6C}"/>
              </a:ext>
            </a:extLst>
          </p:cNvPr>
          <p:cNvSpPr>
            <a:spLocks noGrp="1"/>
          </p:cNvSpPr>
          <p:nvPr>
            <p:ph idx="1"/>
          </p:nvPr>
        </p:nvSpPr>
        <p:spPr>
          <a:xfrm>
            <a:off x="540292" y="2291732"/>
            <a:ext cx="10749379" cy="3029446"/>
          </a:xfrm>
        </p:spPr>
        <p:txBody>
          <a:bodyPr rtlCol="0">
            <a:noAutofit/>
          </a:bodyPr>
          <a:lstStyle/>
          <a:p>
            <a:pPr marL="0" indent="0">
              <a:buNone/>
            </a:pPr>
            <a:r>
              <a:rPr lang="en-GB" sz="2800" dirty="0"/>
              <a:t>A physiotherapist touches a patient’s head while explaining an exercise, not realizing that in the patient’s culture, touching the head is considered very disrespectful.</a:t>
            </a:r>
          </a:p>
          <a:p>
            <a:r>
              <a:rPr lang="en-GB" sz="2400" dirty="0"/>
              <a:t>How can cultural differences affect the perception of touch?</a:t>
            </a:r>
          </a:p>
          <a:p>
            <a:r>
              <a:rPr lang="en-GB" sz="2400" dirty="0"/>
              <a:t>What can healthcare professionals do to better understand and respect cultural sensitivities regarding touch?</a:t>
            </a:r>
          </a:p>
          <a:p>
            <a:r>
              <a:rPr lang="en-GB" sz="2400" dirty="0"/>
              <a:t>Share with us</a:t>
            </a:r>
          </a:p>
        </p:txBody>
      </p:sp>
      <p:sp>
        <p:nvSpPr>
          <p:cNvPr id="8" name="Content Placeholder 7">
            <a:extLst>
              <a:ext uri="{FF2B5EF4-FFF2-40B4-BE49-F238E27FC236}">
                <a16:creationId xmlns:a16="http://schemas.microsoft.com/office/drawing/2014/main" id="{CED188D3-E97C-4E64-AEC5-BA2CE083B7F3}"/>
              </a:ext>
            </a:extLst>
          </p:cNvPr>
          <p:cNvSpPr>
            <a:spLocks noGrp="1"/>
          </p:cNvSpPr>
          <p:nvPr>
            <p:ph idx="13"/>
          </p:nvPr>
        </p:nvSpPr>
        <p:spPr>
          <a:xfrm>
            <a:off x="730416" y="1536822"/>
            <a:ext cx="8214409" cy="465155"/>
          </a:xfrm>
        </p:spPr>
        <p:txBody>
          <a:bodyPr rtlCol="0">
            <a:noAutofit/>
          </a:bodyPr>
          <a:lstStyle/>
          <a:p>
            <a:pPr rtl="0"/>
            <a:r>
              <a:rPr lang="en-GB" sz="3200" dirty="0"/>
              <a:t>Cultural Sensitivity Failure</a:t>
            </a:r>
          </a:p>
          <a:p>
            <a:pPr rtl="0"/>
            <a:endParaRPr lang="en-GB" dirty="0"/>
          </a:p>
        </p:txBody>
      </p:sp>
      <p:sp>
        <p:nvSpPr>
          <p:cNvPr id="16" name="Slide Number Placeholder 15">
            <a:extLst>
              <a:ext uri="{FF2B5EF4-FFF2-40B4-BE49-F238E27FC236}">
                <a16:creationId xmlns:a16="http://schemas.microsoft.com/office/drawing/2014/main" id="{533E7CD9-5271-46B0-BE9D-C03F6CFC6818}"/>
              </a:ext>
            </a:extLst>
          </p:cNvPr>
          <p:cNvSpPr>
            <a:spLocks noGrp="1"/>
          </p:cNvSpPr>
          <p:nvPr>
            <p:ph type="sldNum" sz="quarter" idx="12"/>
          </p:nvPr>
        </p:nvSpPr>
        <p:spPr/>
        <p:txBody>
          <a:bodyPr rtlCol="0"/>
          <a:lstStyle/>
          <a:p>
            <a:pPr rtl="0"/>
            <a:fld id="{FAEF9944-A4F6-4C59-AEBD-678D6480B8EA}" type="slidenum">
              <a:rPr lang="en-GB" smtClean="0"/>
              <a:pPr rtl="0"/>
              <a:t>18</a:t>
            </a:fld>
            <a:endParaRPr lang="en-GB" dirty="0"/>
          </a:p>
        </p:txBody>
      </p:sp>
    </p:spTree>
    <p:extLst>
      <p:ext uri="{BB962C8B-B14F-4D97-AF65-F5344CB8AC3E}">
        <p14:creationId xmlns:p14="http://schemas.microsoft.com/office/powerpoint/2010/main" val="29609762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5B909-F1D6-8B9E-AC15-B27B3CD81D8E}"/>
              </a:ext>
            </a:extLst>
          </p:cNvPr>
          <p:cNvSpPr>
            <a:spLocks noGrp="1"/>
          </p:cNvSpPr>
          <p:nvPr>
            <p:ph type="ctrTitle"/>
          </p:nvPr>
        </p:nvSpPr>
        <p:spPr/>
        <p:txBody>
          <a:bodyPr/>
          <a:lstStyle/>
          <a:p>
            <a:r>
              <a:rPr lang="en-GB" dirty="0"/>
              <a:t>Boundary Setting: </a:t>
            </a:r>
          </a:p>
        </p:txBody>
      </p:sp>
      <p:sp>
        <p:nvSpPr>
          <p:cNvPr id="3" name="Subtitle 2">
            <a:extLst>
              <a:ext uri="{FF2B5EF4-FFF2-40B4-BE49-F238E27FC236}">
                <a16:creationId xmlns:a16="http://schemas.microsoft.com/office/drawing/2014/main" id="{3AFEAC85-5E55-7B60-EA1B-BCD633F3C05B}"/>
              </a:ext>
            </a:extLst>
          </p:cNvPr>
          <p:cNvSpPr>
            <a:spLocks noGrp="1"/>
          </p:cNvSpPr>
          <p:nvPr>
            <p:ph type="subTitle" idx="1"/>
          </p:nvPr>
        </p:nvSpPr>
        <p:spPr/>
        <p:txBody>
          <a:bodyPr/>
          <a:lstStyle/>
          <a:p>
            <a:r>
              <a:rPr lang="en-GB" dirty="0"/>
              <a:t>Techniques and Communication</a:t>
            </a:r>
          </a:p>
        </p:txBody>
      </p:sp>
      <p:sp>
        <p:nvSpPr>
          <p:cNvPr id="4" name="Slide Number Placeholder 3">
            <a:extLst>
              <a:ext uri="{FF2B5EF4-FFF2-40B4-BE49-F238E27FC236}">
                <a16:creationId xmlns:a16="http://schemas.microsoft.com/office/drawing/2014/main" id="{CBBF3638-6336-D407-F78A-E3EC8092734C}"/>
              </a:ext>
            </a:extLst>
          </p:cNvPr>
          <p:cNvSpPr>
            <a:spLocks noGrp="1"/>
          </p:cNvSpPr>
          <p:nvPr>
            <p:ph type="sldNum" sz="quarter" idx="12"/>
          </p:nvPr>
        </p:nvSpPr>
        <p:spPr/>
        <p:txBody>
          <a:bodyPr/>
          <a:lstStyle/>
          <a:p>
            <a:pPr rtl="0"/>
            <a:fld id="{FAEF9944-A4F6-4C59-AEBD-678D6480B8EA}" type="slidenum">
              <a:rPr lang="en-GB" smtClean="0"/>
              <a:pPr rtl="0"/>
              <a:t>19</a:t>
            </a:fld>
            <a:endParaRPr lang="en-GB" dirty="0"/>
          </a:p>
        </p:txBody>
      </p:sp>
    </p:spTree>
    <p:extLst>
      <p:ext uri="{BB962C8B-B14F-4D97-AF65-F5344CB8AC3E}">
        <p14:creationId xmlns:p14="http://schemas.microsoft.com/office/powerpoint/2010/main" val="17035864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461727" y="434566"/>
            <a:ext cx="11250213" cy="906467"/>
          </a:xfrm>
        </p:spPr>
        <p:txBody>
          <a:bodyPr vert="horz" lIns="91440" tIns="45720" rIns="91440" bIns="45720" rtlCol="0" anchor="t">
            <a:normAutofit/>
          </a:bodyPr>
          <a:lstStyle/>
          <a:p>
            <a:r>
              <a:rPr lang="en-US" sz="3200" dirty="0">
                <a:solidFill>
                  <a:schemeClr val="tx1"/>
                </a:solidFill>
              </a:rPr>
              <a:t>Boundary setting Techniques and Communication</a:t>
            </a:r>
          </a:p>
        </p:txBody>
      </p:sp>
      <p:graphicFrame>
        <p:nvGraphicFramePr>
          <p:cNvPr id="15" name="Content Placeholder 10">
            <a:extLst>
              <a:ext uri="{FF2B5EF4-FFF2-40B4-BE49-F238E27FC236}">
                <a16:creationId xmlns:a16="http://schemas.microsoft.com/office/drawing/2014/main" id="{AB6CE7D1-FEB5-15F7-CFDB-07A6655BCAE4}"/>
              </a:ext>
            </a:extLst>
          </p:cNvPr>
          <p:cNvGraphicFramePr>
            <a:graphicFrameLocks noGrp="1"/>
          </p:cNvGraphicFramePr>
          <p:nvPr>
            <p:ph idx="1"/>
            <p:extLst>
              <p:ext uri="{D42A27DB-BD31-4B8C-83A1-F6EECF244321}">
                <p14:modId xmlns:p14="http://schemas.microsoft.com/office/powerpoint/2010/main" val="2608803621"/>
              </p:ext>
            </p:extLst>
          </p:nvPr>
        </p:nvGraphicFramePr>
        <p:xfrm>
          <a:off x="1001368" y="1457608"/>
          <a:ext cx="10578013" cy="50971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190349" y="1631892"/>
            <a:ext cx="811019" cy="503578"/>
          </a:xfrm>
        </p:spPr>
        <p:txBody>
          <a:bodyPr vert="horz" lIns="91440" tIns="45720" rIns="91440" bIns="45720" rtlCol="0" anchor="t">
            <a:normAutofit/>
          </a:bodyPr>
          <a:lstStyle/>
          <a:p>
            <a:pPr>
              <a:lnSpc>
                <a:spcPct val="90000"/>
              </a:lnSpc>
              <a:spcAft>
                <a:spcPts val="600"/>
              </a:spcAft>
            </a:pPr>
            <a:fld id="{FAEF9944-A4F6-4C59-AEBD-678D6480B8EA}" type="slidenum">
              <a:rPr lang="en-US" smtClean="0"/>
              <a:pPr>
                <a:lnSpc>
                  <a:spcPct val="90000"/>
                </a:lnSpc>
                <a:spcAft>
                  <a:spcPts val="600"/>
                </a:spcAft>
              </a:pPr>
              <a:t>20</a:t>
            </a:fld>
            <a:endParaRPr lang="en-US" dirty="0"/>
          </a:p>
        </p:txBody>
      </p:sp>
    </p:spTree>
    <p:extLst>
      <p:ext uri="{BB962C8B-B14F-4D97-AF65-F5344CB8AC3E}">
        <p14:creationId xmlns:p14="http://schemas.microsoft.com/office/powerpoint/2010/main" val="2810545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1450975" y="337365"/>
            <a:ext cx="9603275" cy="1049235"/>
          </a:xfrm>
        </p:spPr>
        <p:txBody>
          <a:bodyPr vert="horz" lIns="91440" tIns="45720" rIns="91440" bIns="45720" rtlCol="0" anchor="ctr">
            <a:normAutofit/>
          </a:bodyPr>
          <a:lstStyle/>
          <a:p>
            <a:r>
              <a:rPr lang="en-US" sz="2400" b="1" dirty="0"/>
              <a:t>Boundary Setting Effective Communication</a:t>
            </a:r>
          </a:p>
        </p:txBody>
      </p:sp>
      <p:graphicFrame>
        <p:nvGraphicFramePr>
          <p:cNvPr id="14" name="Content Placeholder 10">
            <a:extLst>
              <a:ext uri="{FF2B5EF4-FFF2-40B4-BE49-F238E27FC236}">
                <a16:creationId xmlns:a16="http://schemas.microsoft.com/office/drawing/2014/main" id="{4AF1CADD-24D6-D7A5-1CDF-7CF18FA02ECE}"/>
              </a:ext>
            </a:extLst>
          </p:cNvPr>
          <p:cNvGraphicFramePr>
            <a:graphicFrameLocks noGrp="1"/>
          </p:cNvGraphicFramePr>
          <p:nvPr>
            <p:ph idx="1"/>
            <p:extLst>
              <p:ext uri="{D42A27DB-BD31-4B8C-83A1-F6EECF244321}">
                <p14:modId xmlns:p14="http://schemas.microsoft.com/office/powerpoint/2010/main" val="3947995295"/>
              </p:ext>
            </p:extLst>
          </p:nvPr>
        </p:nvGraphicFramePr>
        <p:xfrm>
          <a:off x="590895" y="2307576"/>
          <a:ext cx="6208257" cy="3586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480060" y="798973"/>
            <a:ext cx="811019" cy="503578"/>
          </a:xfrm>
        </p:spPr>
        <p:txBody>
          <a:bodyPr vert="horz" lIns="91440" tIns="45720" rIns="91440" bIns="45720" rtlCol="0" anchor="t">
            <a:normAutofit/>
          </a:bodyPr>
          <a:lstStyle/>
          <a:p>
            <a:pPr>
              <a:lnSpc>
                <a:spcPct val="90000"/>
              </a:lnSpc>
              <a:spcAft>
                <a:spcPts val="600"/>
              </a:spcAft>
            </a:pPr>
            <a:fld id="{FAEF9944-A4F6-4C59-AEBD-678D6480B8EA}" type="slidenum">
              <a:rPr lang="en-US" smtClean="0"/>
              <a:pPr>
                <a:lnSpc>
                  <a:spcPct val="90000"/>
                </a:lnSpc>
                <a:spcAft>
                  <a:spcPts val="600"/>
                </a:spcAft>
              </a:pPr>
              <a:t>21</a:t>
            </a:fld>
            <a:endParaRPr lang="en-US"/>
          </a:p>
        </p:txBody>
      </p:sp>
      <p:pic>
        <p:nvPicPr>
          <p:cNvPr id="1026" name="Picture 2" descr="Physical Therapy Exercise GIF by Weeda &amp; van den Berg">
            <a:extLst>
              <a:ext uri="{FF2B5EF4-FFF2-40B4-BE49-F238E27FC236}">
                <a16:creationId xmlns:a16="http://schemas.microsoft.com/office/drawing/2014/main" id="{9857111C-BD2C-AC36-D3D7-ED644A95736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85125" y="1944930"/>
            <a:ext cx="4768362" cy="4040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68762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D0AE722-3A17-4292-8B0C-015DEE23F973}"/>
              </a:ext>
            </a:extLst>
          </p:cNvPr>
          <p:cNvSpPr>
            <a:spLocks noGrp="1"/>
          </p:cNvSpPr>
          <p:nvPr>
            <p:ph type="title"/>
          </p:nvPr>
        </p:nvSpPr>
        <p:spPr>
          <a:xfrm>
            <a:off x="736355" y="2714277"/>
            <a:ext cx="3272093" cy="2674198"/>
          </a:xfrm>
        </p:spPr>
        <p:txBody>
          <a:bodyPr vert="horz" lIns="91440" tIns="45720" rIns="91440" bIns="45720" rtlCol="0" anchor="t">
            <a:normAutofit/>
          </a:bodyPr>
          <a:lstStyle/>
          <a:p>
            <a:pPr algn="ctr"/>
            <a:r>
              <a:rPr lang="en-US" sz="3200" dirty="0">
                <a:solidFill>
                  <a:schemeClr val="tx1"/>
                </a:solidFill>
              </a:rPr>
              <a:t>Boundary Setting Handling Discomfort</a:t>
            </a:r>
          </a:p>
        </p:txBody>
      </p:sp>
      <p:graphicFrame>
        <p:nvGraphicFramePr>
          <p:cNvPr id="15" name="Content Placeholder 12">
            <a:extLst>
              <a:ext uri="{FF2B5EF4-FFF2-40B4-BE49-F238E27FC236}">
                <a16:creationId xmlns:a16="http://schemas.microsoft.com/office/drawing/2014/main" id="{C5F18308-7A63-C4FF-101C-AE4FCBDB498D}"/>
              </a:ext>
            </a:extLst>
          </p:cNvPr>
          <p:cNvGraphicFramePr>
            <a:graphicFrameLocks noGrp="1"/>
          </p:cNvGraphicFramePr>
          <p:nvPr>
            <p:ph idx="1"/>
            <p:extLst>
              <p:ext uri="{D42A27DB-BD31-4B8C-83A1-F6EECF244321}">
                <p14:modId xmlns:p14="http://schemas.microsoft.com/office/powerpoint/2010/main" val="2785031187"/>
              </p:ext>
            </p:extLst>
          </p:nvPr>
        </p:nvGraphicFramePr>
        <p:xfrm>
          <a:off x="4723673" y="803275"/>
          <a:ext cx="6988268" cy="51357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lide Number Placeholder 5">
            <a:extLst>
              <a:ext uri="{FF2B5EF4-FFF2-40B4-BE49-F238E27FC236}">
                <a16:creationId xmlns:a16="http://schemas.microsoft.com/office/drawing/2014/main" id="{8A75989F-94E4-487A-845C-A4F547DDFE8D}"/>
              </a:ext>
            </a:extLst>
          </p:cNvPr>
          <p:cNvSpPr>
            <a:spLocks noGrp="1"/>
          </p:cNvSpPr>
          <p:nvPr>
            <p:ph type="sldNum" sz="quarter" idx="12"/>
          </p:nvPr>
        </p:nvSpPr>
        <p:spPr>
          <a:xfrm>
            <a:off x="480060" y="2303047"/>
            <a:ext cx="811019" cy="503578"/>
          </a:xfrm>
        </p:spPr>
        <p:txBody>
          <a:bodyPr vert="horz" lIns="91440" tIns="45720" rIns="91440" bIns="45720" rtlCol="0" anchor="t">
            <a:normAutofit/>
          </a:bodyPr>
          <a:lstStyle/>
          <a:p>
            <a:pPr>
              <a:lnSpc>
                <a:spcPct val="90000"/>
              </a:lnSpc>
              <a:spcAft>
                <a:spcPts val="600"/>
              </a:spcAft>
            </a:pPr>
            <a:fld id="{FAEF9944-A4F6-4C59-AEBD-678D6480B8EA}" type="slidenum">
              <a:rPr lang="en-US" smtClean="0"/>
              <a:pPr>
                <a:lnSpc>
                  <a:spcPct val="90000"/>
                </a:lnSpc>
                <a:spcAft>
                  <a:spcPts val="600"/>
                </a:spcAft>
              </a:pPr>
              <a:t>22</a:t>
            </a:fld>
            <a:endParaRPr lang="en-US"/>
          </a:p>
        </p:txBody>
      </p:sp>
    </p:spTree>
    <p:extLst>
      <p:ext uri="{BB962C8B-B14F-4D97-AF65-F5344CB8AC3E}">
        <p14:creationId xmlns:p14="http://schemas.microsoft.com/office/powerpoint/2010/main" val="145512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F0957-F686-FA5B-E1FD-A8F7749725B7}"/>
              </a:ext>
            </a:extLst>
          </p:cNvPr>
          <p:cNvSpPr>
            <a:spLocks noGrp="1"/>
          </p:cNvSpPr>
          <p:nvPr>
            <p:ph type="title"/>
          </p:nvPr>
        </p:nvSpPr>
        <p:spPr>
          <a:xfrm>
            <a:off x="648935" y="307818"/>
            <a:ext cx="10900146" cy="808602"/>
          </a:xfrm>
        </p:spPr>
        <p:txBody>
          <a:bodyPr/>
          <a:lstStyle/>
          <a:p>
            <a:r>
              <a:rPr lang="en-GB" dirty="0"/>
              <a:t>Activity 5: Practice boundary setting</a:t>
            </a:r>
          </a:p>
        </p:txBody>
      </p:sp>
      <p:sp>
        <p:nvSpPr>
          <p:cNvPr id="3" name="Content Placeholder 2">
            <a:extLst>
              <a:ext uri="{FF2B5EF4-FFF2-40B4-BE49-F238E27FC236}">
                <a16:creationId xmlns:a16="http://schemas.microsoft.com/office/drawing/2014/main" id="{35EA666D-D163-8846-C20F-841C632AD9E6}"/>
              </a:ext>
            </a:extLst>
          </p:cNvPr>
          <p:cNvSpPr>
            <a:spLocks noGrp="1"/>
          </p:cNvSpPr>
          <p:nvPr>
            <p:ph idx="14"/>
          </p:nvPr>
        </p:nvSpPr>
        <p:spPr>
          <a:xfrm>
            <a:off x="6615117" y="3754898"/>
            <a:ext cx="5806186" cy="465155"/>
          </a:xfrm>
        </p:spPr>
        <p:txBody>
          <a:bodyPr/>
          <a:lstStyle/>
          <a:p>
            <a:pPr algn="ctr"/>
            <a:r>
              <a:rPr lang="en-GB" sz="3600" dirty="0"/>
              <a:t>Work in pairs</a:t>
            </a:r>
          </a:p>
        </p:txBody>
      </p:sp>
      <p:sp>
        <p:nvSpPr>
          <p:cNvPr id="4" name="Content Placeholder 3">
            <a:extLst>
              <a:ext uri="{FF2B5EF4-FFF2-40B4-BE49-F238E27FC236}">
                <a16:creationId xmlns:a16="http://schemas.microsoft.com/office/drawing/2014/main" id="{F8470956-EDB3-052C-087C-85B3EE349DEB}"/>
              </a:ext>
            </a:extLst>
          </p:cNvPr>
          <p:cNvSpPr>
            <a:spLocks noGrp="1"/>
          </p:cNvSpPr>
          <p:nvPr>
            <p:ph idx="1"/>
          </p:nvPr>
        </p:nvSpPr>
        <p:spPr>
          <a:xfrm>
            <a:off x="648934" y="1611518"/>
            <a:ext cx="11138678" cy="4409036"/>
          </a:xfrm>
        </p:spPr>
        <p:txBody>
          <a:bodyPr>
            <a:normAutofit fontScale="85000" lnSpcReduction="10000"/>
          </a:bodyPr>
          <a:lstStyle/>
          <a:p>
            <a:r>
              <a:rPr lang="en-GB" sz="2600" dirty="0"/>
              <a:t>Practice activity No 2 where you applied Elbow Passive ROM (PROM). </a:t>
            </a:r>
          </a:p>
          <a:p>
            <a:r>
              <a:rPr lang="en-GB" sz="2600" dirty="0"/>
              <a:t>Establish boundaries with your colleague:</a:t>
            </a:r>
          </a:p>
          <a:p>
            <a:pPr marL="859536" lvl="2" indent="0">
              <a:buNone/>
            </a:pPr>
            <a:r>
              <a:rPr lang="en-GB" sz="2600" dirty="0"/>
              <a:t>1- Introduce yourself and your role</a:t>
            </a:r>
          </a:p>
          <a:p>
            <a:pPr marL="859536" lvl="2" indent="0">
              <a:buNone/>
            </a:pPr>
            <a:r>
              <a:rPr lang="en-GB" sz="2600" dirty="0"/>
              <a:t>2- Explain what you will do</a:t>
            </a:r>
          </a:p>
          <a:p>
            <a:pPr marL="859536" lvl="2" indent="0">
              <a:buNone/>
            </a:pPr>
            <a:r>
              <a:rPr lang="en-GB" sz="2600" dirty="0"/>
              <a:t>3- Explain why you want to do it.</a:t>
            </a:r>
          </a:p>
          <a:p>
            <a:pPr marL="859536" lvl="2" indent="0">
              <a:buNone/>
            </a:pPr>
            <a:r>
              <a:rPr lang="en-GB" sz="2600" dirty="0"/>
              <a:t>4- Explain what the patient is expected to feel</a:t>
            </a:r>
          </a:p>
          <a:p>
            <a:pPr marL="859536" lvl="2" indent="0">
              <a:buNone/>
            </a:pPr>
            <a:r>
              <a:rPr lang="en-GB" sz="2600" dirty="0"/>
              <a:t>5- Ask for Consent</a:t>
            </a:r>
          </a:p>
          <a:p>
            <a:pPr marL="859536" lvl="2" indent="0">
              <a:buNone/>
            </a:pPr>
            <a:r>
              <a:rPr lang="en-GB" sz="2600" dirty="0"/>
              <a:t>6- Apply the technique.</a:t>
            </a:r>
          </a:p>
          <a:p>
            <a:pPr marL="859536" lvl="2" indent="0">
              <a:buNone/>
            </a:pPr>
            <a:r>
              <a:rPr lang="en-GB" sz="2600" dirty="0"/>
              <a:t>7- practice a hypothetical situation where the patient felt uncomfortable: </a:t>
            </a:r>
            <a:r>
              <a:rPr lang="en-GB" sz="2600" dirty="0" err="1"/>
              <a:t>eg</a:t>
            </a:r>
            <a:r>
              <a:rPr lang="en-GB" sz="2600" dirty="0"/>
              <a:t> a woman did not like that she needed to expose her arm to you, how will you deal with this situation?</a:t>
            </a:r>
          </a:p>
          <a:p>
            <a:endParaRPr lang="en-GB" dirty="0"/>
          </a:p>
        </p:txBody>
      </p:sp>
      <p:sp>
        <p:nvSpPr>
          <p:cNvPr id="9" name="Slide Number Placeholder 8">
            <a:extLst>
              <a:ext uri="{FF2B5EF4-FFF2-40B4-BE49-F238E27FC236}">
                <a16:creationId xmlns:a16="http://schemas.microsoft.com/office/drawing/2014/main" id="{D9CF24F3-C55E-A22B-7AA8-4C886DF6AC8E}"/>
              </a:ext>
            </a:extLst>
          </p:cNvPr>
          <p:cNvSpPr>
            <a:spLocks noGrp="1"/>
          </p:cNvSpPr>
          <p:nvPr>
            <p:ph type="sldNum" sz="quarter" idx="12"/>
          </p:nvPr>
        </p:nvSpPr>
        <p:spPr/>
        <p:txBody>
          <a:bodyPr/>
          <a:lstStyle/>
          <a:p>
            <a:pPr rtl="0"/>
            <a:fld id="{FAEF9944-A4F6-4C59-AEBD-678D6480B8EA}" type="slidenum">
              <a:rPr lang="en-GB" smtClean="0"/>
              <a:t>23</a:t>
            </a:fld>
            <a:endParaRPr lang="en-GB" dirty="0"/>
          </a:p>
        </p:txBody>
      </p:sp>
    </p:spTree>
    <p:extLst>
      <p:ext uri="{BB962C8B-B14F-4D97-AF65-F5344CB8AC3E}">
        <p14:creationId xmlns:p14="http://schemas.microsoft.com/office/powerpoint/2010/main" val="40527355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9C51009-A09A-4689-8E6C-F8FC99E6A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26158664-37B8-A474-5F65-9BCD1105EDD3}"/>
              </a:ext>
            </a:extLst>
          </p:cNvPr>
          <p:cNvSpPr>
            <a:spLocks noGrp="1"/>
          </p:cNvSpPr>
          <p:nvPr>
            <p:ph type="title"/>
          </p:nvPr>
        </p:nvSpPr>
        <p:spPr>
          <a:xfrm>
            <a:off x="844476" y="1600199"/>
            <a:ext cx="3539266" cy="4297680"/>
          </a:xfrm>
        </p:spPr>
        <p:txBody>
          <a:bodyPr anchor="ctr">
            <a:normAutofit/>
          </a:bodyPr>
          <a:lstStyle/>
          <a:p>
            <a:r>
              <a:rPr lang="en-GB" dirty="0"/>
              <a:t>Setting ground rules for practice</a:t>
            </a:r>
          </a:p>
        </p:txBody>
      </p:sp>
      <p:sp>
        <p:nvSpPr>
          <p:cNvPr id="9" name="Slide Number Placeholder 8">
            <a:extLst>
              <a:ext uri="{FF2B5EF4-FFF2-40B4-BE49-F238E27FC236}">
                <a16:creationId xmlns:a16="http://schemas.microsoft.com/office/drawing/2014/main" id="{B91A3066-B97B-B978-3E29-E213F61DE6B0}"/>
              </a:ext>
            </a:extLst>
          </p:cNvPr>
          <p:cNvSpPr>
            <a:spLocks noGrp="1"/>
          </p:cNvSpPr>
          <p:nvPr>
            <p:ph type="sldNum" sz="quarter" idx="12"/>
          </p:nvPr>
        </p:nvSpPr>
        <p:spPr>
          <a:xfrm>
            <a:off x="3512301" y="443732"/>
            <a:ext cx="811019" cy="503578"/>
          </a:xfrm>
        </p:spPr>
        <p:txBody>
          <a:bodyPr>
            <a:normAutofit/>
          </a:bodyPr>
          <a:lstStyle/>
          <a:p>
            <a:pPr rtl="0">
              <a:lnSpc>
                <a:spcPct val="90000"/>
              </a:lnSpc>
              <a:spcAft>
                <a:spcPts val="600"/>
              </a:spcAft>
            </a:pPr>
            <a:fld id="{FAEF9944-A4F6-4C59-AEBD-678D6480B8EA}" type="slidenum">
              <a:rPr lang="en-GB" smtClean="0"/>
              <a:pPr rtl="0">
                <a:lnSpc>
                  <a:spcPct val="90000"/>
                </a:lnSpc>
                <a:spcAft>
                  <a:spcPts val="600"/>
                </a:spcAft>
              </a:pPr>
              <a:t>24</a:t>
            </a:fld>
            <a:endParaRPr lang="en-GB"/>
          </a:p>
        </p:txBody>
      </p:sp>
      <p:cxnSp>
        <p:nvCxnSpPr>
          <p:cNvPr id="18" name="Straight Connector 17">
            <a:extLst>
              <a:ext uri="{FF2B5EF4-FFF2-40B4-BE49-F238E27FC236}">
                <a16:creationId xmlns:a16="http://schemas.microsoft.com/office/drawing/2014/main" id="{9EC65442-F244-409C-BF44-C5D6472E81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148839"/>
            <a:ext cx="0" cy="320040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11" name="Content Placeholder 10">
            <a:extLst>
              <a:ext uri="{FF2B5EF4-FFF2-40B4-BE49-F238E27FC236}">
                <a16:creationId xmlns:a16="http://schemas.microsoft.com/office/drawing/2014/main" id="{EEA66C04-3898-EEB6-FBAB-A92E0867B297}"/>
              </a:ext>
            </a:extLst>
          </p:cNvPr>
          <p:cNvSpPr>
            <a:spLocks noGrp="1" noRot="1" noMove="1" noResize="1" noEditPoints="1" noAdjustHandles="1" noChangeArrowheads="1" noChangeShapeType="1"/>
          </p:cNvSpPr>
          <p:nvPr>
            <p:ph idx="1"/>
          </p:nvPr>
        </p:nvSpPr>
        <p:spPr>
          <a:xfrm>
            <a:off x="4924851" y="1600199"/>
            <a:ext cx="6130003" cy="4297680"/>
          </a:xfrm>
        </p:spPr>
        <p:txBody>
          <a:bodyPr anchor="ctr">
            <a:normAutofit fontScale="85000" lnSpcReduction="20000"/>
          </a:bodyPr>
          <a:lstStyle/>
          <a:p>
            <a:pPr>
              <a:lnSpc>
                <a:spcPct val="110000"/>
              </a:lnSpc>
            </a:pPr>
            <a:r>
              <a:rPr lang="en-GB" dirty="0"/>
              <a:t>I respect all my colleagues regardless of their protected characteristics</a:t>
            </a:r>
          </a:p>
          <a:p>
            <a:pPr>
              <a:lnSpc>
                <a:spcPct val="110000"/>
              </a:lnSpc>
            </a:pPr>
            <a:r>
              <a:rPr lang="en-GB" dirty="0"/>
              <a:t>I understand that I need to apply the manual techniques on my colleagues and allow them to practice with me</a:t>
            </a:r>
          </a:p>
          <a:p>
            <a:pPr>
              <a:lnSpc>
                <a:spcPct val="110000"/>
              </a:lnSpc>
            </a:pPr>
            <a:r>
              <a:rPr lang="en-GB" dirty="0"/>
              <a:t>I understand I need to give and receive the kind feedback from my colleagues as learning technique without sensitivity or personalisation</a:t>
            </a:r>
          </a:p>
          <a:p>
            <a:pPr>
              <a:lnSpc>
                <a:spcPct val="110000"/>
              </a:lnSpc>
            </a:pPr>
            <a:r>
              <a:rPr lang="en-GB" dirty="0"/>
              <a:t>I will use the practical time to develop my hands on skills to enable myself to become a better physiotherapist every day I spend at Uni!</a:t>
            </a:r>
          </a:p>
          <a:p>
            <a:pPr>
              <a:lnSpc>
                <a:spcPct val="110000"/>
              </a:lnSpc>
            </a:pPr>
            <a:r>
              <a:rPr lang="en-GB" dirty="0"/>
              <a:t>I will ask my colleague to let me know if they have felt uncomfortable, so I avoid letting it happen again in class or in practice</a:t>
            </a:r>
          </a:p>
          <a:p>
            <a:pPr marL="0" indent="0">
              <a:lnSpc>
                <a:spcPct val="110000"/>
              </a:lnSpc>
              <a:buNone/>
            </a:pPr>
            <a:r>
              <a:rPr lang="en-GB" dirty="0"/>
              <a:t>What else?</a:t>
            </a:r>
          </a:p>
          <a:p>
            <a:pPr>
              <a:lnSpc>
                <a:spcPct val="110000"/>
              </a:lnSpc>
            </a:pPr>
            <a:endParaRPr lang="en-GB" sz="1600" dirty="0"/>
          </a:p>
        </p:txBody>
      </p:sp>
    </p:spTree>
    <p:extLst>
      <p:ext uri="{BB962C8B-B14F-4D97-AF65-F5344CB8AC3E}">
        <p14:creationId xmlns:p14="http://schemas.microsoft.com/office/powerpoint/2010/main" val="4195711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41" name="Picture 40">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3" name="Straight Connector 42">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47" name="Rectangle 46">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Placeholder 18" descr="Chiropractor treating patient">
            <a:extLst>
              <a:ext uri="{FF2B5EF4-FFF2-40B4-BE49-F238E27FC236}">
                <a16:creationId xmlns:a16="http://schemas.microsoft.com/office/drawing/2014/main" id="{EAEB7548-B4B9-F515-30DC-963401088670}"/>
              </a:ext>
            </a:extLst>
          </p:cNvPr>
          <p:cNvPicPr>
            <a:picLocks noGrp="1" noChangeAspect="1"/>
          </p:cNvPicPr>
          <p:nvPr>
            <p:ph type="pic" sz="quarter" idx="13"/>
          </p:nvPr>
        </p:nvPicPr>
        <p:blipFill rotWithShape="1">
          <a:blip r:embed="rId4">
            <a:alphaModFix amt="50000"/>
          </a:blip>
          <a:srcRect r="-1" b="15728"/>
          <a:stretch/>
        </p:blipFill>
        <p:spPr>
          <a:xfrm>
            <a:off x="2" y="10"/>
            <a:ext cx="12191695" cy="6857990"/>
          </a:xfrm>
          <a:prstGeom prst="rect">
            <a:avLst/>
          </a:prstGeom>
        </p:spPr>
      </p:pic>
      <p:sp>
        <p:nvSpPr>
          <p:cNvPr id="49"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1"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53" name="Rectangle 52">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7" name="Title 6">
            <a:extLst>
              <a:ext uri="{FF2B5EF4-FFF2-40B4-BE49-F238E27FC236}">
                <a16:creationId xmlns:a16="http://schemas.microsoft.com/office/drawing/2014/main" id="{5794278F-BBE1-4D62-8038-1FE9C98B6D37}"/>
              </a:ext>
            </a:extLst>
          </p:cNvPr>
          <p:cNvSpPr>
            <a:spLocks noGrp="1"/>
          </p:cNvSpPr>
          <p:nvPr>
            <p:ph type="title"/>
          </p:nvPr>
        </p:nvSpPr>
        <p:spPr>
          <a:xfrm>
            <a:off x="1130271" y="1193800"/>
            <a:ext cx="3193050" cy="4699000"/>
          </a:xfrm>
        </p:spPr>
        <p:txBody>
          <a:bodyPr vert="horz" lIns="91440" tIns="45720" rIns="91440" bIns="45720" rtlCol="0" anchor="ctr">
            <a:normAutofit/>
          </a:bodyPr>
          <a:lstStyle/>
          <a:p>
            <a:r>
              <a:rPr lang="en-US"/>
              <a:t>Summary</a:t>
            </a:r>
          </a:p>
        </p:txBody>
      </p:sp>
      <p:sp>
        <p:nvSpPr>
          <p:cNvPr id="18" name="Slide Number Placeholder 17">
            <a:extLst>
              <a:ext uri="{FF2B5EF4-FFF2-40B4-BE49-F238E27FC236}">
                <a16:creationId xmlns:a16="http://schemas.microsoft.com/office/drawing/2014/main" id="{75DB2E64-AD14-44FE-948F-FCBEC637E2C1}"/>
              </a:ext>
            </a:extLst>
          </p:cNvPr>
          <p:cNvSpPr>
            <a:spLocks noGrp="1"/>
          </p:cNvSpPr>
          <p:nvPr>
            <p:ph type="sldNum" sz="quarter" idx="12"/>
          </p:nvPr>
        </p:nvSpPr>
        <p:spPr>
          <a:xfrm>
            <a:off x="3512302" y="448056"/>
            <a:ext cx="811019" cy="503578"/>
          </a:xfrm>
        </p:spPr>
        <p:txBody>
          <a:bodyPr vert="horz" lIns="91440" tIns="45720" rIns="91440" bIns="45720" rtlCol="0" anchor="t">
            <a:normAutofit/>
          </a:bodyPr>
          <a:lstStyle/>
          <a:p>
            <a:pPr>
              <a:lnSpc>
                <a:spcPct val="90000"/>
              </a:lnSpc>
              <a:spcAft>
                <a:spcPts val="600"/>
              </a:spcAft>
            </a:pPr>
            <a:fld id="{FAEF9944-A4F6-4C59-AEBD-678D6480B8EA}" type="slidenum">
              <a:rPr lang="en-US">
                <a:solidFill>
                  <a:schemeClr val="tx1"/>
                </a:solidFill>
              </a:rPr>
              <a:pPr>
                <a:lnSpc>
                  <a:spcPct val="90000"/>
                </a:lnSpc>
                <a:spcAft>
                  <a:spcPts val="600"/>
                </a:spcAft>
              </a:pPr>
              <a:t>25</a:t>
            </a:fld>
            <a:endParaRPr lang="en-US">
              <a:solidFill>
                <a:schemeClr val="tx1"/>
              </a:solidFill>
            </a:endParaRPr>
          </a:p>
        </p:txBody>
      </p:sp>
      <p:cxnSp>
        <p:nvCxnSpPr>
          <p:cNvPr id="55" name="Straight Connector 54">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957A8109-BBBF-407C-81F8-08088ED99698}"/>
              </a:ext>
            </a:extLst>
          </p:cNvPr>
          <p:cNvSpPr>
            <a:spLocks noGrp="1"/>
          </p:cNvSpPr>
          <p:nvPr>
            <p:ph idx="1"/>
          </p:nvPr>
        </p:nvSpPr>
        <p:spPr>
          <a:xfrm>
            <a:off x="4976636" y="1092288"/>
            <a:ext cx="6638959" cy="4800512"/>
          </a:xfrm>
        </p:spPr>
        <p:txBody>
          <a:bodyPr vert="horz" lIns="91440" tIns="45720" rIns="91440" bIns="45720" rtlCol="0" anchor="ctr">
            <a:normAutofit/>
          </a:bodyPr>
          <a:lstStyle/>
          <a:p>
            <a:pPr>
              <a:buFont typeface="Arial" panose="020B0604020202020204" pitchFamily="34" charset="0"/>
              <a:buChar char="•"/>
            </a:pPr>
            <a:r>
              <a:rPr lang="en-US" sz="2800" dirty="0"/>
              <a:t>Touch is a powerful tool to use in physiotherapy.</a:t>
            </a:r>
          </a:p>
          <a:p>
            <a:pPr>
              <a:buFont typeface="Arial" panose="020B0604020202020204" pitchFamily="34" charset="0"/>
              <a:buChar char="•"/>
            </a:pPr>
            <a:r>
              <a:rPr lang="en-US" sz="2800" dirty="0"/>
              <a:t>Understanding when, why and how to use this tools is extremely important in clinical setting and in class.</a:t>
            </a:r>
          </a:p>
          <a:p>
            <a:pPr>
              <a:buFont typeface="Arial" panose="020B0604020202020204" pitchFamily="34" charset="0"/>
              <a:buChar char="•"/>
            </a:pPr>
            <a:r>
              <a:rPr lang="en-US" sz="2800" dirty="0"/>
              <a:t>Practicing hands on technique will help develop your kinesthetic skills and communication skills as well.</a:t>
            </a:r>
          </a:p>
          <a:p>
            <a:pPr>
              <a:buFont typeface="Arial" panose="020B0604020202020204" pitchFamily="34" charset="0"/>
              <a:buChar char="•"/>
            </a:pPr>
            <a:endParaRPr lang="en-US" dirty="0"/>
          </a:p>
        </p:txBody>
      </p:sp>
      <p:sp>
        <p:nvSpPr>
          <p:cNvPr id="57"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1109332271"/>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11" name="Picture 10" descr="Yellow question mark">
            <a:extLst>
              <a:ext uri="{FF2B5EF4-FFF2-40B4-BE49-F238E27FC236}">
                <a16:creationId xmlns:a16="http://schemas.microsoft.com/office/drawing/2014/main" id="{8BB3F77B-A60F-20AD-2DED-6B57F82C85A4}"/>
              </a:ext>
            </a:extLst>
          </p:cNvPr>
          <p:cNvPicPr>
            <a:picLocks noChangeAspect="1"/>
          </p:cNvPicPr>
          <p:nvPr/>
        </p:nvPicPr>
        <p:blipFill rotWithShape="1">
          <a:blip r:embed="rId2"/>
          <a:srcRect r="-1" b="6247"/>
          <a:stretch/>
        </p:blipFill>
        <p:spPr>
          <a:xfrm>
            <a:off x="2" y="10"/>
            <a:ext cx="12191695" cy="6857990"/>
          </a:xfrm>
          <a:prstGeom prst="rect">
            <a:avLst/>
          </a:prstGeom>
        </p:spPr>
      </p:pic>
      <p:sp>
        <p:nvSpPr>
          <p:cNvPr id="8" name="Title 7">
            <a:extLst>
              <a:ext uri="{FF2B5EF4-FFF2-40B4-BE49-F238E27FC236}">
                <a16:creationId xmlns:a16="http://schemas.microsoft.com/office/drawing/2014/main" id="{E393EDF0-15E9-F4BF-2E7E-9FB77F897E06}"/>
              </a:ext>
            </a:extLst>
          </p:cNvPr>
          <p:cNvSpPr>
            <a:spLocks noGrp="1"/>
          </p:cNvSpPr>
          <p:nvPr>
            <p:ph type="ctrTitle"/>
          </p:nvPr>
        </p:nvSpPr>
        <p:spPr>
          <a:xfrm>
            <a:off x="4065511" y="3236470"/>
            <a:ext cx="6832500" cy="1252601"/>
          </a:xfrm>
        </p:spPr>
        <p:txBody>
          <a:bodyPr>
            <a:normAutofit/>
          </a:bodyPr>
          <a:lstStyle/>
          <a:p>
            <a:r>
              <a:rPr lang="en-GB" sz="4400">
                <a:solidFill>
                  <a:srgbClr val="FFFFFE"/>
                </a:solidFill>
              </a:rPr>
              <a:t>Questions?</a:t>
            </a:r>
          </a:p>
        </p:txBody>
      </p:sp>
      <p:sp>
        <p:nvSpPr>
          <p:cNvPr id="9" name="Subtitle 8">
            <a:extLst>
              <a:ext uri="{FF2B5EF4-FFF2-40B4-BE49-F238E27FC236}">
                <a16:creationId xmlns:a16="http://schemas.microsoft.com/office/drawing/2014/main" id="{03FF8C13-81F8-5ECB-DD28-57F3035F7F6C}"/>
              </a:ext>
            </a:extLst>
          </p:cNvPr>
          <p:cNvSpPr>
            <a:spLocks noGrp="1"/>
          </p:cNvSpPr>
          <p:nvPr>
            <p:ph type="subTitle" idx="1"/>
          </p:nvPr>
        </p:nvSpPr>
        <p:spPr>
          <a:xfrm>
            <a:off x="4065511" y="4669144"/>
            <a:ext cx="6832499" cy="716529"/>
          </a:xfrm>
        </p:spPr>
        <p:txBody>
          <a:bodyPr>
            <a:normAutofit/>
          </a:bodyPr>
          <a:lstStyle/>
          <a:p>
            <a:endParaRPr lang="en-GB" sz="1600">
              <a:solidFill>
                <a:srgbClr val="FFFFFE"/>
              </a:solidFill>
            </a:endParaRPr>
          </a:p>
        </p:txBody>
      </p:sp>
      <p:sp>
        <p:nvSpPr>
          <p:cNvPr id="7" name="Slide Number Placeholder 6">
            <a:extLst>
              <a:ext uri="{FF2B5EF4-FFF2-40B4-BE49-F238E27FC236}">
                <a16:creationId xmlns:a16="http://schemas.microsoft.com/office/drawing/2014/main" id="{EBB7111A-A86E-2C7F-B278-6AA05C8F039D}"/>
              </a:ext>
            </a:extLst>
          </p:cNvPr>
          <p:cNvSpPr>
            <a:spLocks noGrp="1"/>
          </p:cNvSpPr>
          <p:nvPr>
            <p:ph type="sldNum" sz="quarter" idx="12"/>
          </p:nvPr>
        </p:nvSpPr>
        <p:spPr>
          <a:xfrm>
            <a:off x="11045849" y="3227912"/>
            <a:ext cx="811019" cy="503579"/>
          </a:xfrm>
        </p:spPr>
        <p:txBody>
          <a:bodyPr>
            <a:normAutofit/>
          </a:bodyPr>
          <a:lstStyle/>
          <a:p>
            <a:pPr algn="l" rtl="0">
              <a:lnSpc>
                <a:spcPct val="90000"/>
              </a:lnSpc>
              <a:spcAft>
                <a:spcPts val="600"/>
              </a:spcAft>
            </a:pPr>
            <a:fld id="{FAEF9944-A4F6-4C59-AEBD-678D6480B8EA}" type="slidenum">
              <a:rPr lang="en-GB" smtClean="0">
                <a:solidFill>
                  <a:srgbClr val="EC9408"/>
                </a:solidFill>
              </a:rPr>
              <a:pPr algn="l" rtl="0">
                <a:lnSpc>
                  <a:spcPct val="90000"/>
                </a:lnSpc>
                <a:spcAft>
                  <a:spcPts val="600"/>
                </a:spcAft>
              </a:pPr>
              <a:t>26</a:t>
            </a:fld>
            <a:endParaRPr lang="en-GB">
              <a:solidFill>
                <a:srgbClr val="EC9408"/>
              </a:solidFill>
            </a:endParaRPr>
          </a:p>
        </p:txBody>
      </p:sp>
    </p:spTree>
    <p:extLst>
      <p:ext uri="{BB962C8B-B14F-4D97-AF65-F5344CB8AC3E}">
        <p14:creationId xmlns:p14="http://schemas.microsoft.com/office/powerpoint/2010/main" val="938989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F26FB861-B4A2-74F1-7FAF-202E09DC2F24}"/>
              </a:ext>
            </a:extLst>
          </p:cNvPr>
          <p:cNvPicPr>
            <a:picLocks noChangeAspect="1"/>
          </p:cNvPicPr>
          <p:nvPr/>
        </p:nvPicPr>
        <p:blipFill rotWithShape="1">
          <a:blip r:embed="rId3">
            <a:alphaModFix amt="50000"/>
          </a:blip>
          <a:srcRect t="20211" r="-1" b="-1"/>
          <a:stretch/>
        </p:blipFill>
        <p:spPr>
          <a:xfrm>
            <a:off x="20" y="10"/>
            <a:ext cx="12191675" cy="6857990"/>
          </a:xfrm>
          <a:prstGeom prst="rect">
            <a:avLst/>
          </a:prstGeom>
        </p:spPr>
      </p:pic>
      <p:sp>
        <p:nvSpPr>
          <p:cNvPr id="4" name="Title 3">
            <a:extLst>
              <a:ext uri="{FF2B5EF4-FFF2-40B4-BE49-F238E27FC236}">
                <a16:creationId xmlns:a16="http://schemas.microsoft.com/office/drawing/2014/main" id="{664081DB-1923-4878-AB15-AD54F35A1DC7}"/>
              </a:ext>
            </a:extLst>
          </p:cNvPr>
          <p:cNvSpPr>
            <a:spLocks noGrp="1"/>
          </p:cNvSpPr>
          <p:nvPr>
            <p:ph type="title"/>
          </p:nvPr>
        </p:nvSpPr>
        <p:spPr>
          <a:xfrm>
            <a:off x="4976636" y="992221"/>
            <a:ext cx="6247308" cy="4873558"/>
          </a:xfrm>
        </p:spPr>
        <p:txBody>
          <a:bodyPr vert="horz" lIns="91440" tIns="45720" rIns="91440" bIns="0" rtlCol="0" anchor="ctr">
            <a:normAutofit/>
          </a:bodyPr>
          <a:lstStyle/>
          <a:p>
            <a:pPr>
              <a:lnSpc>
                <a:spcPct val="90000"/>
              </a:lnSpc>
            </a:pPr>
            <a:r>
              <a:rPr lang="en-US" sz="4800" dirty="0">
                <a:solidFill>
                  <a:schemeClr val="tx1"/>
                </a:solidFill>
              </a:rPr>
              <a:t>THANK YOU</a:t>
            </a:r>
          </a:p>
        </p:txBody>
      </p:sp>
      <p:sp>
        <p:nvSpPr>
          <p:cNvPr id="35" name="Slide Number Placeholder 34">
            <a:extLst>
              <a:ext uri="{FF2B5EF4-FFF2-40B4-BE49-F238E27FC236}">
                <a16:creationId xmlns:a16="http://schemas.microsoft.com/office/drawing/2014/main" id="{6F05ADB0-C4C0-4EB9-ACD6-D5D69C07C06E}"/>
              </a:ext>
            </a:extLst>
          </p:cNvPr>
          <p:cNvSpPr>
            <a:spLocks noGrp="1"/>
          </p:cNvSpPr>
          <p:nvPr>
            <p:ph type="sldNum" sz="quarter" idx="12"/>
          </p:nvPr>
        </p:nvSpPr>
        <p:spPr>
          <a:xfrm>
            <a:off x="3512301" y="443732"/>
            <a:ext cx="811019" cy="503578"/>
          </a:xfrm>
        </p:spPr>
        <p:txBody>
          <a:bodyPr vert="horz" lIns="91440" tIns="45720" rIns="91440" bIns="45720" rtlCol="0" anchor="t">
            <a:normAutofit/>
          </a:bodyPr>
          <a:lstStyle/>
          <a:p>
            <a:pPr>
              <a:lnSpc>
                <a:spcPct val="90000"/>
              </a:lnSpc>
              <a:spcAft>
                <a:spcPts val="600"/>
              </a:spcAft>
            </a:pPr>
            <a:fld id="{FAEF9944-A4F6-4C59-AEBD-678D6480B8EA}" type="slidenum">
              <a:rPr lang="en-US">
                <a:solidFill>
                  <a:schemeClr val="tx1"/>
                </a:solidFill>
              </a:rPr>
              <a:pPr>
                <a:lnSpc>
                  <a:spcPct val="90000"/>
                </a:lnSpc>
                <a:spcAft>
                  <a:spcPts val="600"/>
                </a:spcAft>
              </a:pPr>
              <a:t>27</a:t>
            </a:fld>
            <a:endParaRPr lang="en-US">
              <a:solidFill>
                <a:schemeClr val="tx1"/>
              </a:solidFill>
            </a:endParaRPr>
          </a:p>
        </p:txBody>
      </p:sp>
    </p:spTree>
    <p:extLst>
      <p:ext uri="{BB962C8B-B14F-4D97-AF65-F5344CB8AC3E}">
        <p14:creationId xmlns:p14="http://schemas.microsoft.com/office/powerpoint/2010/main" val="798203993"/>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00F1594-3EA9-4B35-B72A-00D8B89F015B}">
  <ds:schemaRefs>
    <ds:schemaRef ds:uri="http://schemas.microsoft.com/sharepoint/v3/contenttype/forms"/>
  </ds:schemaRefs>
</ds:datastoreItem>
</file>

<file path=customXml/itemProps2.xml><?xml version="1.0" encoding="utf-8"?>
<ds:datastoreItem xmlns:ds="http://schemas.openxmlformats.org/officeDocument/2006/customXml" ds:itemID="{9BF9B764-6365-43A2-B92A-B9C4DD6E9B2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99F8CEDD-DC61-403E-AD0F-EF7523F627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emplate>Gallery</Template>
  <TotalTime>0</TotalTime>
  <Words>2179</Words>
  <Application>Microsoft Office PowerPoint</Application>
  <PresentationFormat>Widescreen</PresentationFormat>
  <Paragraphs>213</Paragraphs>
  <Slides>27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Meiryo</vt:lpstr>
      <vt:lpstr>Arial</vt:lpstr>
      <vt:lpstr>Calibri</vt:lpstr>
      <vt:lpstr>Gill Sans MT</vt:lpstr>
      <vt:lpstr>Gallery</vt:lpstr>
      <vt:lpstr>PT7003/ PT4000  Practical: Touch in Clinical Setting</vt:lpstr>
      <vt:lpstr>Learning Objectives</vt:lpstr>
      <vt:lpstr>Warm Up Activity</vt:lpstr>
      <vt:lpstr>Introduction</vt:lpstr>
      <vt:lpstr>Neurophysiology of human touch</vt:lpstr>
      <vt:lpstr>Types of Touch</vt:lpstr>
      <vt:lpstr>Patients Perspective </vt:lpstr>
      <vt:lpstr>Novice healthcare professionals and students need to repurpose social touch, negotiate sensitive touch, and develop skills in touching for assessment and treatment.</vt:lpstr>
      <vt:lpstr>Activity 2</vt:lpstr>
      <vt:lpstr>Protected characteristics </vt:lpstr>
      <vt:lpstr>Types of touch for physiotherapists</vt:lpstr>
      <vt:lpstr>Understanding Unprofessional Touch</vt:lpstr>
      <vt:lpstr>Consequences of Unprofessional Touch: </vt:lpstr>
      <vt:lpstr>Activity 3: Share your story</vt:lpstr>
      <vt:lpstr>Chaperoning policy</vt:lpstr>
      <vt:lpstr>CSP Policy for Chaperoning </vt:lpstr>
      <vt:lpstr>Cultural Awareness in touch</vt:lpstr>
      <vt:lpstr> Activity 4: Discuss</vt:lpstr>
      <vt:lpstr>Boundary Setting: </vt:lpstr>
      <vt:lpstr>Boundary setting Techniques and Communication</vt:lpstr>
      <vt:lpstr>Boundary Setting Effective Communication</vt:lpstr>
      <vt:lpstr>Boundary Setting Handling Discomfort</vt:lpstr>
      <vt:lpstr>Activity 5: Practice boundary setting</vt:lpstr>
      <vt:lpstr>Setting ground rules for practice</vt:lpstr>
      <vt:lpstr>Summary</vt:lpstr>
      <vt:lpstr>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PT7003 Touch in Clinical Setting</dc:title>
  <dc:creator>Walaa Abu-Taleb</dc:creator>
  <cp:lastModifiedBy>Walaa Abu-Taleb</cp:lastModifiedBy>
  <cp:revision>7</cp:revision>
  <dcterms:created xsi:type="dcterms:W3CDTF">2024-06-15T19:30:58Z</dcterms:created>
  <dcterms:modified xsi:type="dcterms:W3CDTF">2024-09-22T11:23:41Z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